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106"/>
  </p:notesMasterIdLst>
  <p:sldIdLst>
    <p:sldId id="316" r:id="rId6"/>
    <p:sldId id="592" r:id="rId7"/>
    <p:sldId id="949" r:id="rId8"/>
    <p:sldId id="860" r:id="rId9"/>
    <p:sldId id="870" r:id="rId10"/>
    <p:sldId id="913" r:id="rId11"/>
    <p:sldId id="917" r:id="rId12"/>
    <p:sldId id="940" r:id="rId13"/>
    <p:sldId id="918" r:id="rId14"/>
    <p:sldId id="919" r:id="rId15"/>
    <p:sldId id="920" r:id="rId16"/>
    <p:sldId id="921" r:id="rId17"/>
    <p:sldId id="922" r:id="rId18"/>
    <p:sldId id="923" r:id="rId19"/>
    <p:sldId id="924" r:id="rId20"/>
    <p:sldId id="925" r:id="rId21"/>
    <p:sldId id="926" r:id="rId22"/>
    <p:sldId id="927" r:id="rId23"/>
    <p:sldId id="928" r:id="rId24"/>
    <p:sldId id="929" r:id="rId25"/>
    <p:sldId id="930" r:id="rId26"/>
    <p:sldId id="931" r:id="rId27"/>
    <p:sldId id="932" r:id="rId28"/>
    <p:sldId id="933" r:id="rId29"/>
    <p:sldId id="912" r:id="rId30"/>
    <p:sldId id="934" r:id="rId31"/>
    <p:sldId id="935" r:id="rId32"/>
    <p:sldId id="936" r:id="rId33"/>
    <p:sldId id="914" r:id="rId34"/>
    <p:sldId id="915" r:id="rId35"/>
    <p:sldId id="916" r:id="rId36"/>
    <p:sldId id="874" r:id="rId37"/>
    <p:sldId id="875" r:id="rId38"/>
    <p:sldId id="937" r:id="rId39"/>
    <p:sldId id="938" r:id="rId40"/>
    <p:sldId id="876" r:id="rId41"/>
    <p:sldId id="877" r:id="rId42"/>
    <p:sldId id="878" r:id="rId43"/>
    <p:sldId id="939" r:id="rId44"/>
    <p:sldId id="943" r:id="rId45"/>
    <p:sldId id="944" r:id="rId46"/>
    <p:sldId id="946" r:id="rId47"/>
    <p:sldId id="948" r:id="rId48"/>
    <p:sldId id="947" r:id="rId49"/>
    <p:sldId id="945" r:id="rId50"/>
    <p:sldId id="258" r:id="rId51"/>
    <p:sldId id="941" r:id="rId52"/>
    <p:sldId id="942" r:id="rId53"/>
    <p:sldId id="259" r:id="rId54"/>
    <p:sldId id="260" r:id="rId55"/>
    <p:sldId id="879" r:id="rId56"/>
    <p:sldId id="880" r:id="rId57"/>
    <p:sldId id="279" r:id="rId58"/>
    <p:sldId id="881" r:id="rId59"/>
    <p:sldId id="882" r:id="rId60"/>
    <p:sldId id="270" r:id="rId61"/>
    <p:sldId id="883" r:id="rId62"/>
    <p:sldId id="272" r:id="rId63"/>
    <p:sldId id="884" r:id="rId64"/>
    <p:sldId id="885" r:id="rId65"/>
    <p:sldId id="886" r:id="rId66"/>
    <p:sldId id="887" r:id="rId67"/>
    <p:sldId id="888" r:id="rId68"/>
    <p:sldId id="889" r:id="rId69"/>
    <p:sldId id="890" r:id="rId70"/>
    <p:sldId id="891" r:id="rId71"/>
    <p:sldId id="892" r:id="rId72"/>
    <p:sldId id="893" r:id="rId73"/>
    <p:sldId id="287" r:id="rId74"/>
    <p:sldId id="894" r:id="rId75"/>
    <p:sldId id="276" r:id="rId76"/>
    <p:sldId id="278" r:id="rId77"/>
    <p:sldId id="283" r:id="rId78"/>
    <p:sldId id="257" r:id="rId79"/>
    <p:sldId id="871" r:id="rId80"/>
    <p:sldId id="872" r:id="rId81"/>
    <p:sldId id="280" r:id="rId82"/>
    <p:sldId id="261" r:id="rId83"/>
    <p:sldId id="262" r:id="rId84"/>
    <p:sldId id="281" r:id="rId85"/>
    <p:sldId id="263" r:id="rId86"/>
    <p:sldId id="282" r:id="rId87"/>
    <p:sldId id="265" r:id="rId88"/>
    <p:sldId id="266" r:id="rId89"/>
    <p:sldId id="285" r:id="rId90"/>
    <p:sldId id="284" r:id="rId91"/>
    <p:sldId id="268" r:id="rId92"/>
    <p:sldId id="267" r:id="rId93"/>
    <p:sldId id="286" r:id="rId94"/>
    <p:sldId id="269" r:id="rId95"/>
    <p:sldId id="271" r:id="rId96"/>
    <p:sldId id="289" r:id="rId97"/>
    <p:sldId id="292" r:id="rId98"/>
    <p:sldId id="293" r:id="rId99"/>
    <p:sldId id="277" r:id="rId100"/>
    <p:sldId id="273" r:id="rId101"/>
    <p:sldId id="274" r:id="rId102"/>
    <p:sldId id="290" r:id="rId103"/>
    <p:sldId id="275" r:id="rId104"/>
    <p:sldId id="291"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B2ACA24-8908-4F6F-BA17-AC0D54D21F8F}">
          <p14:sldIdLst>
            <p14:sldId id="316"/>
            <p14:sldId id="592"/>
            <p14:sldId id="949"/>
            <p14:sldId id="860"/>
            <p14:sldId id="870"/>
            <p14:sldId id="913"/>
            <p14:sldId id="917"/>
            <p14:sldId id="940"/>
            <p14:sldId id="918"/>
            <p14:sldId id="919"/>
            <p14:sldId id="920"/>
            <p14:sldId id="921"/>
            <p14:sldId id="922"/>
            <p14:sldId id="923"/>
            <p14:sldId id="924"/>
            <p14:sldId id="925"/>
            <p14:sldId id="926"/>
            <p14:sldId id="927"/>
            <p14:sldId id="928"/>
            <p14:sldId id="929"/>
            <p14:sldId id="930"/>
            <p14:sldId id="931"/>
            <p14:sldId id="932"/>
            <p14:sldId id="933"/>
            <p14:sldId id="912"/>
            <p14:sldId id="934"/>
            <p14:sldId id="935"/>
            <p14:sldId id="936"/>
            <p14:sldId id="914"/>
            <p14:sldId id="915"/>
            <p14:sldId id="916"/>
            <p14:sldId id="874"/>
            <p14:sldId id="875"/>
            <p14:sldId id="937"/>
            <p14:sldId id="938"/>
            <p14:sldId id="876"/>
            <p14:sldId id="877"/>
          </p14:sldIdLst>
        </p14:section>
        <p14:section name="Toolsets" id="{EA61953F-74FB-4E9D-AE37-54ABA28DC83F}">
          <p14:sldIdLst>
            <p14:sldId id="878"/>
            <p14:sldId id="939"/>
            <p14:sldId id="943"/>
            <p14:sldId id="944"/>
            <p14:sldId id="946"/>
            <p14:sldId id="948"/>
            <p14:sldId id="947"/>
            <p14:sldId id="945"/>
            <p14:sldId id="258"/>
            <p14:sldId id="941"/>
            <p14:sldId id="942"/>
            <p14:sldId id="259"/>
            <p14:sldId id="260"/>
            <p14:sldId id="879"/>
            <p14:sldId id="880"/>
            <p14:sldId id="279"/>
            <p14:sldId id="881"/>
            <p14:sldId id="882"/>
            <p14:sldId id="270"/>
            <p14:sldId id="883"/>
            <p14:sldId id="272"/>
            <p14:sldId id="884"/>
            <p14:sldId id="885"/>
            <p14:sldId id="886"/>
            <p14:sldId id="887"/>
            <p14:sldId id="888"/>
            <p14:sldId id="889"/>
            <p14:sldId id="890"/>
            <p14:sldId id="891"/>
            <p14:sldId id="892"/>
            <p14:sldId id="893"/>
            <p14:sldId id="287"/>
            <p14:sldId id="894"/>
            <p14:sldId id="276"/>
            <p14:sldId id="278"/>
            <p14:sldId id="283"/>
            <p14:sldId id="257"/>
            <p14:sldId id="871"/>
            <p14:sldId id="872"/>
            <p14:sldId id="280"/>
            <p14:sldId id="261"/>
            <p14:sldId id="262"/>
            <p14:sldId id="281"/>
            <p14:sldId id="263"/>
            <p14:sldId id="282"/>
            <p14:sldId id="265"/>
            <p14:sldId id="266"/>
            <p14:sldId id="285"/>
            <p14:sldId id="284"/>
            <p14:sldId id="268"/>
            <p14:sldId id="267"/>
            <p14:sldId id="286"/>
            <p14:sldId id="269"/>
            <p14:sldId id="271"/>
            <p14:sldId id="289"/>
            <p14:sldId id="292"/>
            <p14:sldId id="293"/>
            <p14:sldId id="277"/>
            <p14:sldId id="273"/>
            <p14:sldId id="274"/>
            <p14:sldId id="290"/>
            <p14:sldId id="275"/>
            <p14:sldId id="29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ennan, Sean N" initials="BSN" lastIdx="1" clrIdx="0">
    <p:extLst>
      <p:ext uri="{19B8F6BF-5375-455C-9EA6-DF929625EA0E}">
        <p15:presenceInfo xmlns:p15="http://schemas.microsoft.com/office/powerpoint/2012/main" userId="S-1-5-21-2495596442-1611635750-2694579155-2046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150" d="100"/>
          <a:sy n="150" d="100"/>
        </p:scale>
        <p:origin x="63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07" Type="http://schemas.openxmlformats.org/officeDocument/2006/relationships/commentAuthors" Target="commentAuthors.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presProps" Target="presProps.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notesMaster" Target="notesMasters/notes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viewProps" Target="viewProps.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141184-75B4-471C-87E9-1D0FDF867453}"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328FB2-FC7D-459A-ABB5-32F0FEE8BCE4}" type="slidenum">
              <a:rPr lang="en-US" smtClean="0"/>
              <a:t>‹#›</a:t>
            </a:fld>
            <a:endParaRPr lang="en-US"/>
          </a:p>
        </p:txBody>
      </p:sp>
    </p:spTree>
    <p:extLst>
      <p:ext uri="{BB962C8B-B14F-4D97-AF65-F5344CB8AC3E}">
        <p14:creationId xmlns:p14="http://schemas.microsoft.com/office/powerpoint/2010/main" val="612907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2AB5FE31-A832-4C1E-BE98-A5AE020EA22A}" type="slidenum">
              <a:rPr lang="en-US" smtClean="0"/>
              <a:t>1</a:t>
            </a:fld>
            <a:endParaRPr lang="en-US" dirty="0"/>
          </a:p>
        </p:txBody>
      </p:sp>
    </p:spTree>
    <p:extLst>
      <p:ext uri="{BB962C8B-B14F-4D97-AF65-F5344CB8AC3E}">
        <p14:creationId xmlns:p14="http://schemas.microsoft.com/office/powerpoint/2010/main" val="186363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2AB5FE31-A832-4C1E-BE98-A5AE020EA22A}" type="slidenum">
              <a:rPr lang="en-US" smtClean="0"/>
              <a:t>2</a:t>
            </a:fld>
            <a:endParaRPr lang="en-US"/>
          </a:p>
        </p:txBody>
      </p:sp>
    </p:spTree>
    <p:extLst>
      <p:ext uri="{BB962C8B-B14F-4D97-AF65-F5344CB8AC3E}">
        <p14:creationId xmlns:p14="http://schemas.microsoft.com/office/powerpoint/2010/main" val="2335335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D8AFA-DC47-FEB4-0F36-583F83655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8A306-B982-FA39-6BC7-42C205D34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5DB07-7669-0B27-8358-4D9EA245FD14}"/>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7DE2CC1B-A69A-E887-C664-8EA7CD344DA7}"/>
              </a:ext>
            </a:extLst>
          </p:cNvPr>
          <p:cNvSpPr>
            <a:spLocks noGrp="1"/>
          </p:cNvSpPr>
          <p:nvPr>
            <p:ph type="sldNum" sz="quarter" idx="5"/>
          </p:nvPr>
        </p:nvSpPr>
        <p:spPr/>
        <p:txBody>
          <a:bodyPr/>
          <a:lstStyle/>
          <a:p>
            <a:fld id="{2AB5FE31-A832-4C1E-BE98-A5AE020EA22A}" type="slidenum">
              <a:rPr lang="en-US" smtClean="0"/>
              <a:t>4</a:t>
            </a:fld>
            <a:endParaRPr lang="en-US"/>
          </a:p>
        </p:txBody>
      </p:sp>
    </p:spTree>
    <p:extLst>
      <p:ext uri="{BB962C8B-B14F-4D97-AF65-F5344CB8AC3E}">
        <p14:creationId xmlns:p14="http://schemas.microsoft.com/office/powerpoint/2010/main" val="1527304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D8AFA-DC47-FEB4-0F36-583F83655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8A306-B982-FA39-6BC7-42C205D34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5DB07-7669-0B27-8358-4D9EA245FD14}"/>
              </a:ext>
            </a:extLst>
          </p:cNvPr>
          <p:cNvSpPr>
            <a:spLocks noGrp="1"/>
          </p:cNvSpPr>
          <p:nvPr>
            <p:ph type="body" idx="1"/>
          </p:nvPr>
        </p:nvSpPr>
        <p:spPr/>
        <p:txBody>
          <a:bodyPr/>
          <a:lstStyle/>
          <a:p>
            <a:endParaRPr lang="en-US" dirty="0">
              <a:cs typeface="Calibri"/>
            </a:endParaRPr>
          </a:p>
        </p:txBody>
      </p:sp>
      <p:sp>
        <p:nvSpPr>
          <p:cNvPr id="4" name="Slide Number Placeholder 3">
            <a:extLst>
              <a:ext uri="{FF2B5EF4-FFF2-40B4-BE49-F238E27FC236}">
                <a16:creationId xmlns:a16="http://schemas.microsoft.com/office/drawing/2014/main" id="{7DE2CC1B-A69A-E887-C664-8EA7CD344DA7}"/>
              </a:ext>
            </a:extLst>
          </p:cNvPr>
          <p:cNvSpPr>
            <a:spLocks noGrp="1"/>
          </p:cNvSpPr>
          <p:nvPr>
            <p:ph type="sldNum" sz="quarter" idx="5"/>
          </p:nvPr>
        </p:nvSpPr>
        <p:spPr/>
        <p:txBody>
          <a:bodyPr/>
          <a:lstStyle/>
          <a:p>
            <a:fld id="{2AB5FE31-A832-4C1E-BE98-A5AE020EA22A}" type="slidenum">
              <a:rPr lang="en-US" smtClean="0"/>
              <a:t>5</a:t>
            </a:fld>
            <a:endParaRPr lang="en-US"/>
          </a:p>
        </p:txBody>
      </p:sp>
    </p:spTree>
    <p:extLst>
      <p:ext uri="{BB962C8B-B14F-4D97-AF65-F5344CB8AC3E}">
        <p14:creationId xmlns:p14="http://schemas.microsoft.com/office/powerpoint/2010/main" val="1450073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EFB87A-38AE-FD43-80BF-6BA280226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817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936945-22B6-9B4A-A0DB-67D24EB4EF97}" type="slidenum">
              <a:rPr lang="en-US" smtClean="0"/>
              <a:t>49</a:t>
            </a:fld>
            <a:endParaRPr lang="en-US"/>
          </a:p>
        </p:txBody>
      </p:sp>
    </p:spTree>
    <p:extLst>
      <p:ext uri="{BB962C8B-B14F-4D97-AF65-F5344CB8AC3E}">
        <p14:creationId xmlns:p14="http://schemas.microsoft.com/office/powerpoint/2010/main" val="1113261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EFB87A-38AE-FD43-80BF-6BA280226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770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EFB87A-38AE-FD43-80BF-6BA280226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48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EFB87A-38AE-FD43-80BF-6BA280226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3670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EFB87A-38AE-FD43-80BF-6BA28022682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4674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3B410-C807-3645-88A4-76526EF455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4EBBAB-9082-6342-A261-DC95DF2A2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561AE89-036E-1741-AB60-FF9239A86E03}"/>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5" name="Footer Placeholder 4">
            <a:extLst>
              <a:ext uri="{FF2B5EF4-FFF2-40B4-BE49-F238E27FC236}">
                <a16:creationId xmlns:a16="http://schemas.microsoft.com/office/drawing/2014/main" id="{63885529-8205-C74B-BFD1-F0392F23343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FFA379F-22EA-3F49-8A05-44569251281E}"/>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15484484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9B894-0CEE-3E48-AE8E-3FD47E337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67F901-BC0C-D445-870F-EDD75E5A29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33647D-981F-324B-B792-9356942A1D23}"/>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5" name="Footer Placeholder 4">
            <a:extLst>
              <a:ext uri="{FF2B5EF4-FFF2-40B4-BE49-F238E27FC236}">
                <a16:creationId xmlns:a16="http://schemas.microsoft.com/office/drawing/2014/main" id="{BDD47D3D-B936-6A41-BC48-0CFE7C9D5864}"/>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73E2A7BC-2EBF-DE4F-8A52-4678D52A6265}"/>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26518316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FBD98-A211-3C4C-A9CD-1FC5CFA517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51869A-64B6-1648-8960-E7A3E03B47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BB4FA8C-8668-1546-BEAC-90F9D932DDC9}"/>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5" name="Footer Placeholder 4">
            <a:extLst>
              <a:ext uri="{FF2B5EF4-FFF2-40B4-BE49-F238E27FC236}">
                <a16:creationId xmlns:a16="http://schemas.microsoft.com/office/drawing/2014/main" id="{032AACEA-4B18-B14A-8800-E35A676E06B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B647165-AB9C-364E-8070-50ED963DD029}"/>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1466931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CAC71-373C-344F-A3A7-F218CE2C49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FDD59-C715-1444-B2C6-E56944692F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D88998-ECC3-BB4D-A327-861F73D399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813132-D41D-9340-9FEC-3B8EBC27A610}"/>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6" name="Footer Placeholder 5">
            <a:extLst>
              <a:ext uri="{FF2B5EF4-FFF2-40B4-BE49-F238E27FC236}">
                <a16:creationId xmlns:a16="http://schemas.microsoft.com/office/drawing/2014/main" id="{44282EBB-2C06-3F4A-B1F3-106D1750150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FF52E0D-CA56-344C-A6DB-ACA7327BC4F8}"/>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31996617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A800B-22F7-724F-BA05-4F8F0A6C45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F2F6A3-70D5-E242-9935-D3CB1BC956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4EAB84-5D8A-5140-8CCF-C521BB93D3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B6F62DC-EBB4-F64F-A4E3-3C11ABA91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47C845-8408-7042-916C-0F91A7506A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2A0084-E5D7-0546-8336-1A85D2F8B637}"/>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8" name="Footer Placeholder 7">
            <a:extLst>
              <a:ext uri="{FF2B5EF4-FFF2-40B4-BE49-F238E27FC236}">
                <a16:creationId xmlns:a16="http://schemas.microsoft.com/office/drawing/2014/main" id="{314F335A-3D39-3946-9E6E-2CDB2AE72D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A604E02-9A58-3642-A37D-0FDC88B1351F}"/>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3206522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2951-1920-3949-8C8F-B5078B2216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D98654-A394-2246-8A53-4E3A62A4923E}"/>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4" name="Footer Placeholder 3">
            <a:extLst>
              <a:ext uri="{FF2B5EF4-FFF2-40B4-BE49-F238E27FC236}">
                <a16:creationId xmlns:a16="http://schemas.microsoft.com/office/drawing/2014/main" id="{8D0BE8BC-92B7-3E45-A5A9-63E4C20CFF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DB16B13-3A11-1B4E-A0E3-FA39C83CD4D0}"/>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4043903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186CFD-CAB9-D641-9753-20807F01B514}"/>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3" name="Footer Placeholder 2">
            <a:extLst>
              <a:ext uri="{FF2B5EF4-FFF2-40B4-BE49-F238E27FC236}">
                <a16:creationId xmlns:a16="http://schemas.microsoft.com/office/drawing/2014/main" id="{CACC1419-42CD-3F44-9F2D-DB5AA62509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7016101-CCA0-2845-BA06-BB67DF256914}"/>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25372182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59436-A6C9-E645-A0BD-C78A269806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8B43ADB-E5F1-994B-996E-5B2901D8C4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1BC1B9-9691-3240-814C-B37A781416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E43673-BCC1-1345-811D-6852E06C86D5}"/>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6" name="Footer Placeholder 5">
            <a:extLst>
              <a:ext uri="{FF2B5EF4-FFF2-40B4-BE49-F238E27FC236}">
                <a16:creationId xmlns:a16="http://schemas.microsoft.com/office/drawing/2014/main" id="{2F569D6A-89B4-8C42-8371-564C6C3044F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F6745FBF-B00C-BF4D-9CBB-A5C68BC6880D}"/>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2148862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1BDF-B076-CF4A-9121-5E1E98A0BF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2C13EE-4065-EA44-A260-9B3A961633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1CFEC6-39CE-3041-B0E8-35377C570F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731BFA-F592-E440-B8F3-F71F46786A12}"/>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6" name="Footer Placeholder 5">
            <a:extLst>
              <a:ext uri="{FF2B5EF4-FFF2-40B4-BE49-F238E27FC236}">
                <a16:creationId xmlns:a16="http://schemas.microsoft.com/office/drawing/2014/main" id="{EC754856-B9CA-AA41-9579-94B53DC1F2D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244D69C-5894-5A41-BCB0-D28DD59B3697}"/>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3818829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9AA7-451D-3146-9164-C2DBCC0BC8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B6CEA9-45D7-A742-B6FD-8EF6B5CCE8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F97B7-C4BB-C645-B63A-B5607D7A9BB9}"/>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5" name="Footer Placeholder 4">
            <a:extLst>
              <a:ext uri="{FF2B5EF4-FFF2-40B4-BE49-F238E27FC236}">
                <a16:creationId xmlns:a16="http://schemas.microsoft.com/office/drawing/2014/main" id="{10673AF7-5510-C242-8030-655BE41EF4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AA262C4-C9FC-D849-BFB4-647EB87C9748}"/>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17356509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94DE10-C525-D94F-947C-BD4CE949D3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710050-DBB8-2B43-85F2-3590A41171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8BFB75-A3ED-B649-9969-5D7416150F07}"/>
              </a:ext>
            </a:extLst>
          </p:cNvPr>
          <p:cNvSpPr>
            <a:spLocks noGrp="1"/>
          </p:cNvSpPr>
          <p:nvPr>
            <p:ph type="dt" sz="half" idx="10"/>
          </p:nvPr>
        </p:nvSpPr>
        <p:spPr>
          <a:xfrm>
            <a:off x="262002" y="6356350"/>
            <a:ext cx="2743200" cy="365125"/>
          </a:xfrm>
          <a:prstGeom prst="rect">
            <a:avLst/>
          </a:prstGeom>
        </p:spPr>
        <p:txBody>
          <a:bodyPr/>
          <a:lstStyle/>
          <a:p>
            <a:fld id="{34B42132-7ACE-EE46-9408-A55182111835}" type="datetimeFigureOut">
              <a:rPr lang="en-US" smtClean="0"/>
              <a:t>1/16/2025</a:t>
            </a:fld>
            <a:endParaRPr lang="en-US"/>
          </a:p>
        </p:txBody>
      </p:sp>
      <p:sp>
        <p:nvSpPr>
          <p:cNvPr id="5" name="Footer Placeholder 4">
            <a:extLst>
              <a:ext uri="{FF2B5EF4-FFF2-40B4-BE49-F238E27FC236}">
                <a16:creationId xmlns:a16="http://schemas.microsoft.com/office/drawing/2014/main" id="{58A9BAFC-5D7F-064A-A72D-3A0A097B64F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8003FC3-CDD8-414E-A868-1A9EDD606407}"/>
              </a:ext>
            </a:extLst>
          </p:cNvPr>
          <p:cNvSpPr>
            <a:spLocks noGrp="1"/>
          </p:cNvSpPr>
          <p:nvPr>
            <p:ph type="sldNum" sz="quarter" idx="12"/>
          </p:nvPr>
        </p:nvSpPr>
        <p:spPr>
          <a:xfrm>
            <a:off x="9244207" y="6349478"/>
            <a:ext cx="2743200" cy="365125"/>
          </a:xfrm>
          <a:prstGeom prst="rect">
            <a:avLst/>
          </a:prstGeom>
        </p:spPr>
        <p:txBody>
          <a:bodyPr/>
          <a:lstStyle/>
          <a:p>
            <a:fld id="{16965030-5BDC-D84D-BFAB-F38E12B48663}" type="slidenum">
              <a:rPr lang="en-US" smtClean="0"/>
              <a:t>‹#›</a:t>
            </a:fld>
            <a:endParaRPr lang="en-US"/>
          </a:p>
        </p:txBody>
      </p:sp>
    </p:spTree>
    <p:extLst>
      <p:ext uri="{BB962C8B-B14F-4D97-AF65-F5344CB8AC3E}">
        <p14:creationId xmlns:p14="http://schemas.microsoft.com/office/powerpoint/2010/main" val="87117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FE8024-1FE3-2C4D-A1D6-E7E8B25773A6}"/>
              </a:ext>
            </a:extLst>
          </p:cNvPr>
          <p:cNvSpPr>
            <a:spLocks noGrp="1"/>
          </p:cNvSpPr>
          <p:nvPr>
            <p:ph type="title"/>
          </p:nvPr>
        </p:nvSpPr>
        <p:spPr>
          <a:xfrm>
            <a:off x="0" y="1"/>
            <a:ext cx="12192000" cy="914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B213E8-C728-0146-9387-E37126CDB64A}"/>
              </a:ext>
            </a:extLst>
          </p:cNvPr>
          <p:cNvSpPr>
            <a:spLocks noGrp="1"/>
          </p:cNvSpPr>
          <p:nvPr>
            <p:ph type="body" idx="1"/>
          </p:nvPr>
        </p:nvSpPr>
        <p:spPr>
          <a:xfrm>
            <a:off x="262002" y="1136692"/>
            <a:ext cx="11725405" cy="55522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9549634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github.com/ivsg-psu/PathPlanning_MapTools_ParseXODR/blob/main/Data/XODRExport/XODRExport/MATLAB/01CreatedInMATLAB/testXODR_23-03-21T15-02-19_100mLine_oneLane_noShoulder.xod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e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47.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5" Type="http://schemas.openxmlformats.org/officeDocument/2006/relationships/image" Target="../media/image51.emf"/><Relationship Id="rId4" Type="http://schemas.openxmlformats.org/officeDocument/2006/relationships/image" Target="../media/image50.e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emf"/><Relationship Id="rId1" Type="http://schemas.openxmlformats.org/officeDocument/2006/relationships/slideLayout" Target="../slideLayouts/slideLayout17.xml"/><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emf"/><Relationship Id="rId1" Type="http://schemas.openxmlformats.org/officeDocument/2006/relationships/slideLayout" Target="../slideLayouts/slideLayout17.xml"/><Relationship Id="rId5" Type="http://schemas.openxmlformats.org/officeDocument/2006/relationships/image" Target="../media/image65.png"/><Relationship Id="rId4" Type="http://schemas.openxmlformats.org/officeDocument/2006/relationships/image" Target="../media/image64.emf"/></Relationships>
</file>

<file path=ppt/slides/_rels/slide5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emf"/><Relationship Id="rId1" Type="http://schemas.openxmlformats.org/officeDocument/2006/relationships/slideLayout" Target="../slideLayouts/slideLayout17.xml"/><Relationship Id="rId5" Type="http://schemas.openxmlformats.org/officeDocument/2006/relationships/image" Target="../media/image69.png"/><Relationship Id="rId4" Type="http://schemas.openxmlformats.org/officeDocument/2006/relationships/image" Target="../media/image68.emf"/></Relationships>
</file>

<file path=ppt/slides/_rels/slide5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emf"/><Relationship Id="rId1" Type="http://schemas.openxmlformats.org/officeDocument/2006/relationships/slideLayout" Target="../slideLayouts/slideLayout17.xml"/><Relationship Id="rId5" Type="http://schemas.openxmlformats.org/officeDocument/2006/relationships/image" Target="../media/image73.emf"/><Relationship Id="rId4" Type="http://schemas.openxmlformats.org/officeDocument/2006/relationships/image" Target="../media/image72.png"/></Relationships>
</file>

<file path=ppt/slides/_rels/slide59.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emf"/><Relationship Id="rId1" Type="http://schemas.openxmlformats.org/officeDocument/2006/relationships/slideLayout" Target="../slideLayouts/slideLayout17.xml"/><Relationship Id="rId6" Type="http://schemas.openxmlformats.org/officeDocument/2006/relationships/image" Target="../media/image78.png"/><Relationship Id="rId5" Type="http://schemas.openxmlformats.org/officeDocument/2006/relationships/image" Target="../media/image77.emf"/><Relationship Id="rId4" Type="http://schemas.openxmlformats.org/officeDocument/2006/relationships/image" Target="../media/image76.png"/></Relationships>
</file>

<file path=ppt/slides/_rels/slide60.xml.rels><?xml version="1.0" encoding="UTF-8" standalone="yes"?>
<Relationships xmlns="http://schemas.openxmlformats.org/package/2006/relationships"><Relationship Id="rId8" Type="http://schemas.openxmlformats.org/officeDocument/2006/relationships/image" Target="../media/image85.emf"/><Relationship Id="rId3" Type="http://schemas.openxmlformats.org/officeDocument/2006/relationships/image" Target="../media/image80.emf"/><Relationship Id="rId7" Type="http://schemas.openxmlformats.org/officeDocument/2006/relationships/image" Target="../media/image84.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 Id="rId9" Type="http://schemas.openxmlformats.org/officeDocument/2006/relationships/image" Target="../media/image86.png"/></Relationships>
</file>

<file path=ppt/slides/_rels/slide61.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88.e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7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8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8.png"/></Relationships>
</file>

<file path=ppt/slides/_rels/slide9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91.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9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9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7949" y="773003"/>
            <a:ext cx="6638544" cy="2720962"/>
          </a:xfrm>
        </p:spPr>
        <p:txBody>
          <a:bodyPr anchor="ctr">
            <a:noAutofit/>
          </a:bodyPr>
          <a:lstStyle/>
          <a:p>
            <a:r>
              <a:rPr lang="en-US" altLang="zh-CN" sz="4100" dirty="0"/>
              <a:t>Automated Decomposition of Lane Features into ASAM OpenDRIVE</a:t>
            </a:r>
            <a:endParaRPr lang="en-US" sz="4100" dirty="0"/>
          </a:p>
        </p:txBody>
      </p:sp>
      <p:sp>
        <p:nvSpPr>
          <p:cNvPr id="5" name="Rectangle 4">
            <a:extLst>
              <a:ext uri="{FF2B5EF4-FFF2-40B4-BE49-F238E27FC236}">
                <a16:creationId xmlns:a16="http://schemas.microsoft.com/office/drawing/2014/main" id="{5D05F47F-81F5-49D0-8498-E123B876D1C8}"/>
              </a:ext>
            </a:extLst>
          </p:cNvPr>
          <p:cNvSpPr/>
          <p:nvPr/>
        </p:nvSpPr>
        <p:spPr>
          <a:xfrm>
            <a:off x="789447" y="4691236"/>
            <a:ext cx="6096000" cy="1477328"/>
          </a:xfrm>
          <a:prstGeom prst="rect">
            <a:avLst/>
          </a:prstGeom>
        </p:spPr>
        <p:txBody>
          <a:bodyPr>
            <a:spAutoFit/>
          </a:bodyPr>
          <a:lstStyle/>
          <a:p>
            <a:pPr>
              <a:spcBef>
                <a:spcPct val="0"/>
              </a:spcBef>
            </a:pPr>
            <a:r>
              <a:rPr lang="en-US" altLang="zh-CN" dirty="0">
                <a:latin typeface="Helvetica" panose="020B0604020202030204" pitchFamily="34" charset="0"/>
              </a:rPr>
              <a:t>Intelligent Vehicles and Systems Group,</a:t>
            </a:r>
            <a:endParaRPr lang="en-GB" altLang="en-US" dirty="0">
              <a:latin typeface="Helvetica" panose="020B0604020202030204" pitchFamily="34" charset="0"/>
            </a:endParaRPr>
          </a:p>
          <a:p>
            <a:pPr>
              <a:spcBef>
                <a:spcPct val="0"/>
              </a:spcBef>
            </a:pPr>
            <a:r>
              <a:rPr lang="en-US" altLang="zh-CN" dirty="0">
                <a:latin typeface="Helvetica" panose="020B0604020202030204" pitchFamily="34" charset="0"/>
              </a:rPr>
              <a:t>Department </a:t>
            </a:r>
            <a:r>
              <a:rPr lang="en-US" altLang="en-US" dirty="0">
                <a:latin typeface="Helvetica" panose="020B0604020202030204" pitchFamily="34" charset="0"/>
              </a:rPr>
              <a:t>of Mechanical Engineering</a:t>
            </a:r>
            <a:r>
              <a:rPr lang="zh-CN" altLang="en-US" dirty="0">
                <a:latin typeface="Helvetica" panose="020B0604020202030204" pitchFamily="34" charset="0"/>
              </a:rPr>
              <a:t>，</a:t>
            </a:r>
            <a:endParaRPr lang="en-US" altLang="en-US" dirty="0">
              <a:latin typeface="Helvetica" panose="020B0604020202030204" pitchFamily="34" charset="0"/>
            </a:endParaRPr>
          </a:p>
          <a:p>
            <a:pPr>
              <a:spcBef>
                <a:spcPct val="0"/>
              </a:spcBef>
            </a:pPr>
            <a:r>
              <a:rPr lang="en-US" altLang="zh-CN" dirty="0">
                <a:latin typeface="Helvetica" panose="020B0604020202030204" pitchFamily="34" charset="0"/>
              </a:rPr>
              <a:t>The Pennsylvania State University</a:t>
            </a:r>
            <a:endParaRPr lang="en-US" altLang="en-US" dirty="0">
              <a:latin typeface="Helvetica" panose="020B0604020202030204" pitchFamily="34" charset="0"/>
            </a:endParaRPr>
          </a:p>
          <a:p>
            <a:pPr>
              <a:spcBef>
                <a:spcPct val="0"/>
              </a:spcBef>
            </a:pPr>
            <a:endParaRPr lang="en-US" altLang="en-US" dirty="0">
              <a:latin typeface="Helvetica" panose="020B0604020202030204" pitchFamily="34" charset="0"/>
            </a:endParaRPr>
          </a:p>
          <a:p>
            <a:pPr>
              <a:spcBef>
                <a:spcPct val="0"/>
              </a:spcBef>
            </a:pPr>
            <a:r>
              <a:rPr lang="en-US" altLang="en-US" dirty="0">
                <a:latin typeface="Helvetica" panose="020B0604020202030204" pitchFamily="34" charset="0"/>
              </a:rPr>
              <a:t>03/12/2024</a:t>
            </a:r>
          </a:p>
        </p:txBody>
      </p:sp>
      <p:pic>
        <p:nvPicPr>
          <p:cNvPr id="23" name="Picture 22" descr="content image">
            <a:extLst>
              <a:ext uri="{FF2B5EF4-FFF2-40B4-BE49-F238E27FC236}">
                <a16:creationId xmlns:a16="http://schemas.microsoft.com/office/drawing/2014/main" id="{293B01EB-5B08-41D1-9C19-461650DB9D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949" y="74958"/>
            <a:ext cx="1689451" cy="530007"/>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5">
            <a:extLst>
              <a:ext uri="{FF2B5EF4-FFF2-40B4-BE49-F238E27FC236}">
                <a16:creationId xmlns:a16="http://schemas.microsoft.com/office/drawing/2014/main" id="{096EC32F-D992-D4CA-A064-10AEE833E671}"/>
              </a:ext>
            </a:extLst>
          </p:cNvPr>
          <p:cNvSpPr>
            <a:spLocks noGrp="1"/>
          </p:cNvSpPr>
          <p:nvPr>
            <p:ph type="subTitle" idx="1"/>
          </p:nvPr>
        </p:nvSpPr>
        <p:spPr/>
        <p:txBody>
          <a:bodyPr/>
          <a:lstStyle/>
          <a:p>
            <a:pPr algn="l"/>
            <a:r>
              <a:rPr lang="en-US" dirty="0"/>
              <a:t>By Sean Brennan</a:t>
            </a:r>
          </a:p>
        </p:txBody>
      </p:sp>
      <p:pic>
        <p:nvPicPr>
          <p:cNvPr id="3" name="Content Placeholder 4" descr="Chart, line chart&#10;&#10;Description automatically generated">
            <a:extLst>
              <a:ext uri="{FF2B5EF4-FFF2-40B4-BE49-F238E27FC236}">
                <a16:creationId xmlns:a16="http://schemas.microsoft.com/office/drawing/2014/main" id="{C11E7EF7-B6E1-D610-B02B-8921DEB8B401}"/>
              </a:ext>
            </a:extLst>
          </p:cNvPr>
          <p:cNvPicPr>
            <a:picLocks noChangeAspect="1"/>
          </p:cNvPicPr>
          <p:nvPr/>
        </p:nvPicPr>
        <p:blipFill rotWithShape="1">
          <a:blip r:embed="rId4"/>
          <a:srcRect l="-824" t="-1" r="-814" b="-1"/>
          <a:stretch/>
        </p:blipFill>
        <p:spPr>
          <a:xfrm>
            <a:off x="7194733" y="1988003"/>
            <a:ext cx="4069097" cy="2091856"/>
          </a:xfrm>
          <a:prstGeom prst="rect">
            <a:avLst/>
          </a:prstGeom>
        </p:spPr>
      </p:pic>
    </p:spTree>
    <p:extLst>
      <p:ext uri="{BB962C8B-B14F-4D97-AF65-F5344CB8AC3E}">
        <p14:creationId xmlns:p14="http://schemas.microsoft.com/office/powerpoint/2010/main" val="3758782158"/>
      </p:ext>
    </p:extLst>
  </p:cSld>
  <p:clrMapOvr>
    <a:masterClrMapping/>
  </p:clrMapOvr>
  <mc:AlternateContent xmlns:mc="http://schemas.openxmlformats.org/markup-compatibility/2006" xmlns:p14="http://schemas.microsoft.com/office/powerpoint/2010/main">
    <mc:Choice Requires="p14">
      <p:transition spd="slow" p14:dur="2000" advTm="4855"/>
    </mc:Choice>
    <mc:Fallback xmlns="">
      <p:transition spd="slow" advTm="485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444" y="487518"/>
            <a:ext cx="10515600" cy="589807"/>
          </a:xfrm>
        </p:spPr>
        <p:txBody>
          <a:bodyPr>
            <a:normAutofit fontScale="90000"/>
          </a:bodyPr>
          <a:lstStyle/>
          <a:p>
            <a:r>
              <a:rPr lang="en-US" sz="2900" dirty="0">
                <a:latin typeface="Arial" panose="020B0604020202020204" pitchFamily="34" charset="0"/>
                <a:cs typeface="Arial" panose="020B0604020202020204" pitchFamily="34" charset="0"/>
              </a:rPr>
              <a:t>Previously we introduced the need to define a data conversion architecture</a:t>
            </a:r>
          </a:p>
        </p:txBody>
      </p:sp>
      <p:sp>
        <p:nvSpPr>
          <p:cNvPr id="3" name="Slide Number Placeholder 2">
            <a:extLst>
              <a:ext uri="{FF2B5EF4-FFF2-40B4-BE49-F238E27FC236}">
                <a16:creationId xmlns:a16="http://schemas.microsoft.com/office/drawing/2014/main" id="{820CB701-4FB3-4308-A6A5-DC6BB9657085}"/>
              </a:ext>
            </a:extLst>
          </p:cNvPr>
          <p:cNvSpPr>
            <a:spLocks noGrp="1"/>
          </p:cNvSpPr>
          <p:nvPr>
            <p:ph type="sldNum" sz="quarter" idx="12"/>
          </p:nvPr>
        </p:nvSpPr>
        <p:spPr/>
        <p:txBody>
          <a:bodyPr/>
          <a:lstStyle/>
          <a:p>
            <a:fld id="{DD1E3BA7-F027-4483-A606-0FB7B944A800}" type="slidenum">
              <a:rPr lang="en-US" smtClean="0"/>
              <a:pPr/>
              <a:t>2</a:t>
            </a:fld>
            <a:r>
              <a:rPr lang="en-US"/>
              <a:t>/48</a:t>
            </a:r>
            <a:endParaRPr lang="en-US" dirty="0"/>
          </a:p>
        </p:txBody>
      </p:sp>
      <p:grpSp>
        <p:nvGrpSpPr>
          <p:cNvPr id="4" name="Group 3">
            <a:extLst>
              <a:ext uri="{FF2B5EF4-FFF2-40B4-BE49-F238E27FC236}">
                <a16:creationId xmlns:a16="http://schemas.microsoft.com/office/drawing/2014/main" id="{39422B5E-009A-A0BE-B85C-65CDB34C30D4}"/>
              </a:ext>
            </a:extLst>
          </p:cNvPr>
          <p:cNvGrpSpPr/>
          <p:nvPr/>
        </p:nvGrpSpPr>
        <p:grpSpPr>
          <a:xfrm>
            <a:off x="336588" y="1554048"/>
            <a:ext cx="10738034" cy="4835868"/>
            <a:chOff x="336588" y="1554048"/>
            <a:chExt cx="10738034" cy="4835868"/>
          </a:xfrm>
        </p:grpSpPr>
        <p:grpSp>
          <p:nvGrpSpPr>
            <p:cNvPr id="304" name="Group 303">
              <a:extLst>
                <a:ext uri="{FF2B5EF4-FFF2-40B4-BE49-F238E27FC236}">
                  <a16:creationId xmlns:a16="http://schemas.microsoft.com/office/drawing/2014/main" id="{CB1A2AFF-5233-D910-A5B0-A00F8CC00FD1}"/>
                </a:ext>
              </a:extLst>
            </p:cNvPr>
            <p:cNvGrpSpPr/>
            <p:nvPr/>
          </p:nvGrpSpPr>
          <p:grpSpPr>
            <a:xfrm>
              <a:off x="6308449" y="4978229"/>
              <a:ext cx="3591582" cy="525922"/>
              <a:chOff x="6254926" y="2452677"/>
              <a:chExt cx="3591582" cy="525922"/>
            </a:xfrm>
          </p:grpSpPr>
          <p:sp>
            <p:nvSpPr>
              <p:cNvPr id="244" name="Freeform: Shape 243">
                <a:extLst>
                  <a:ext uri="{FF2B5EF4-FFF2-40B4-BE49-F238E27FC236}">
                    <a16:creationId xmlns:a16="http://schemas.microsoft.com/office/drawing/2014/main" id="{1F96AF1C-4815-08A8-D3C5-60ABB14EB930}"/>
                  </a:ext>
                </a:extLst>
              </p:cNvPr>
              <p:cNvSpPr/>
              <p:nvPr/>
            </p:nvSpPr>
            <p:spPr>
              <a:xfrm>
                <a:off x="6254926" y="2452677"/>
                <a:ext cx="3591582" cy="525922"/>
              </a:xfrm>
              <a:custGeom>
                <a:avLst/>
                <a:gdLst>
                  <a:gd name="connsiteX0" fmla="*/ 1427592 w 3591582"/>
                  <a:gd name="connsiteY0" fmla="*/ 525922 h 525922"/>
                  <a:gd name="connsiteX1" fmla="*/ 57985 w 3591582"/>
                  <a:gd name="connsiteY1" fmla="*/ 525922 h 525922"/>
                  <a:gd name="connsiteX2" fmla="*/ 38421 w 3591582"/>
                  <a:gd name="connsiteY2" fmla="*/ 464810 h 525922"/>
                  <a:gd name="connsiteX3" fmla="*/ 603472 w 3591582"/>
                  <a:gd name="connsiteY3" fmla="*/ 61112 h 525922"/>
                  <a:gd name="connsiteX4" fmla="*/ 794276 w 3591582"/>
                  <a:gd name="connsiteY4" fmla="*/ 0 h 525922"/>
                  <a:gd name="connsiteX5" fmla="*/ 3533595 w 3591582"/>
                  <a:gd name="connsiteY5" fmla="*/ 0 h 525922"/>
                  <a:gd name="connsiteX6" fmla="*/ 3553160 w 3591582"/>
                  <a:gd name="connsiteY6" fmla="*/ 61112 h 525922"/>
                  <a:gd name="connsiteX7" fmla="*/ 2988109 w 3591582"/>
                  <a:gd name="connsiteY7" fmla="*/ 464810 h 525922"/>
                  <a:gd name="connsiteX8" fmla="*/ 2797304 w 3591582"/>
                  <a:gd name="connsiteY8" fmla="*/ 525922 h 525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1582" h="525922">
                    <a:moveTo>
                      <a:pt x="1427592" y="525922"/>
                    </a:moveTo>
                    <a:lnTo>
                      <a:pt x="57985" y="525922"/>
                    </a:lnTo>
                    <a:cubicBezTo>
                      <a:pt x="-12138" y="525922"/>
                      <a:pt x="-18660" y="505551"/>
                      <a:pt x="38421" y="464810"/>
                    </a:cubicBezTo>
                    <a:lnTo>
                      <a:pt x="603472" y="61112"/>
                    </a:lnTo>
                    <a:cubicBezTo>
                      <a:pt x="660555" y="20371"/>
                      <a:pt x="724150" y="0"/>
                      <a:pt x="794276" y="0"/>
                    </a:cubicBezTo>
                    <a:lnTo>
                      <a:pt x="3533595" y="0"/>
                    </a:lnTo>
                    <a:cubicBezTo>
                      <a:pt x="3603722" y="0"/>
                      <a:pt x="3610243" y="20371"/>
                      <a:pt x="3553160" y="61112"/>
                    </a:cubicBezTo>
                    <a:lnTo>
                      <a:pt x="2988109" y="464810"/>
                    </a:lnTo>
                    <a:cubicBezTo>
                      <a:pt x="2931025" y="505551"/>
                      <a:pt x="2867431" y="525922"/>
                      <a:pt x="2797304" y="525922"/>
                    </a:cubicBezTo>
                    <a:close/>
                  </a:path>
                </a:pathLst>
              </a:custGeom>
              <a:solidFill>
                <a:srgbClr val="E6FFE6"/>
              </a:solidFill>
              <a:ln w="10515" cap="flat">
                <a:solidFill>
                  <a:srgbClr val="45FFE0"/>
                </a:solid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F12C37B2-52DF-3BF7-344E-409581D44742}"/>
                  </a:ext>
                </a:extLst>
              </p:cNvPr>
              <p:cNvSpPr/>
              <p:nvPr/>
            </p:nvSpPr>
            <p:spPr>
              <a:xfrm>
                <a:off x="9075355" y="2815405"/>
                <a:ext cx="136844" cy="96874"/>
              </a:xfrm>
              <a:custGeom>
                <a:avLst/>
                <a:gdLst>
                  <a:gd name="connsiteX0" fmla="*/ 0 w 136844"/>
                  <a:gd name="connsiteY0" fmla="*/ 96875 h 96874"/>
                  <a:gd name="connsiteX1" fmla="*/ 136845 w 136844"/>
                  <a:gd name="connsiteY1" fmla="*/ 0 h 96874"/>
                </a:gdLst>
                <a:ahLst/>
                <a:cxnLst>
                  <a:cxn ang="0">
                    <a:pos x="connsiteX0" y="connsiteY0"/>
                  </a:cxn>
                  <a:cxn ang="0">
                    <a:pos x="connsiteX1" y="connsiteY1"/>
                  </a:cxn>
                </a:cxnLst>
                <a:rect l="l" t="t" r="r" b="b"/>
                <a:pathLst>
                  <a:path w="136844" h="96874">
                    <a:moveTo>
                      <a:pt x="0" y="96875"/>
                    </a:moveTo>
                    <a:lnTo>
                      <a:pt x="136845" y="0"/>
                    </a:lnTo>
                  </a:path>
                </a:pathLst>
              </a:custGeom>
              <a:noFill/>
              <a:ln w="10515" cap="flat">
                <a:solidFill>
                  <a:srgbClr val="666666"/>
                </a:solid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405E5743-91DF-70B9-0366-4DE9C5E0EEC9}"/>
                  </a:ext>
                </a:extLst>
              </p:cNvPr>
              <p:cNvSpPr/>
              <p:nvPr/>
            </p:nvSpPr>
            <p:spPr>
              <a:xfrm>
                <a:off x="8276113" y="2589783"/>
                <a:ext cx="441774" cy="299144"/>
              </a:xfrm>
              <a:custGeom>
                <a:avLst/>
                <a:gdLst>
                  <a:gd name="connsiteX0" fmla="*/ 0 w 441774"/>
                  <a:gd name="connsiteY0" fmla="*/ 299145 h 299144"/>
                  <a:gd name="connsiteX1" fmla="*/ 441775 w 441774"/>
                  <a:gd name="connsiteY1" fmla="*/ 0 h 299144"/>
                </a:gdLst>
                <a:ahLst/>
                <a:cxnLst>
                  <a:cxn ang="0">
                    <a:pos x="connsiteX0" y="connsiteY0"/>
                  </a:cxn>
                  <a:cxn ang="0">
                    <a:pos x="connsiteX1" y="connsiteY1"/>
                  </a:cxn>
                </a:cxnLst>
                <a:rect l="l" t="t" r="r" b="b"/>
                <a:pathLst>
                  <a:path w="441774" h="299144">
                    <a:moveTo>
                      <a:pt x="0" y="299145"/>
                    </a:moveTo>
                    <a:lnTo>
                      <a:pt x="441775" y="0"/>
                    </a:lnTo>
                  </a:path>
                </a:pathLst>
              </a:custGeom>
              <a:noFill/>
              <a:ln w="10515" cap="flat">
                <a:solidFill>
                  <a:srgbClr val="666666"/>
                </a:solidFill>
                <a:prstDash val="solid"/>
                <a:miter/>
              </a:ln>
            </p:spPr>
            <p:txBody>
              <a:bodyPr rtlCol="0" anchor="ctr"/>
              <a:lstStyle/>
              <a:p>
                <a:endParaRPr lang="en-US"/>
              </a:p>
            </p:txBody>
          </p:sp>
          <p:grpSp>
            <p:nvGrpSpPr>
              <p:cNvPr id="303" name="Group 302">
                <a:extLst>
                  <a:ext uri="{FF2B5EF4-FFF2-40B4-BE49-F238E27FC236}">
                    <a16:creationId xmlns:a16="http://schemas.microsoft.com/office/drawing/2014/main" id="{6E9C1D27-9ED6-58EB-63A9-56EB945A5D5C}"/>
                  </a:ext>
                </a:extLst>
              </p:cNvPr>
              <p:cNvGrpSpPr/>
              <p:nvPr/>
            </p:nvGrpSpPr>
            <p:grpSpPr>
              <a:xfrm>
                <a:off x="6611357" y="2588077"/>
                <a:ext cx="2923707" cy="331331"/>
                <a:chOff x="6571142" y="2197947"/>
                <a:chExt cx="2923707" cy="331331"/>
              </a:xfrm>
            </p:grpSpPr>
            <p:sp>
              <p:nvSpPr>
                <p:cNvPr id="260" name="Freeform: Shape 259">
                  <a:extLst>
                    <a:ext uri="{FF2B5EF4-FFF2-40B4-BE49-F238E27FC236}">
                      <a16:creationId xmlns:a16="http://schemas.microsoft.com/office/drawing/2014/main" id="{B8742606-5D3C-F4BE-87A9-4C2AED7F3269}"/>
                    </a:ext>
                  </a:extLst>
                </p:cNvPr>
                <p:cNvSpPr/>
                <p:nvPr/>
              </p:nvSpPr>
              <p:spPr>
                <a:xfrm>
                  <a:off x="7520221" y="2197947"/>
                  <a:ext cx="300827" cy="206897"/>
                </a:xfrm>
                <a:custGeom>
                  <a:avLst/>
                  <a:gdLst>
                    <a:gd name="connsiteX0" fmla="*/ 0 w 300827"/>
                    <a:gd name="connsiteY0" fmla="*/ 206898 h 206897"/>
                    <a:gd name="connsiteX1" fmla="*/ 300828 w 300827"/>
                    <a:gd name="connsiteY1" fmla="*/ 0 h 206897"/>
                  </a:gdLst>
                  <a:ahLst/>
                  <a:cxnLst>
                    <a:cxn ang="0">
                      <a:pos x="connsiteX0" y="connsiteY0"/>
                    </a:cxn>
                    <a:cxn ang="0">
                      <a:pos x="connsiteX1" y="connsiteY1"/>
                    </a:cxn>
                  </a:cxnLst>
                  <a:rect l="l" t="t" r="r" b="b"/>
                  <a:pathLst>
                    <a:path w="300827" h="206897">
                      <a:moveTo>
                        <a:pt x="0" y="206898"/>
                      </a:moveTo>
                      <a:lnTo>
                        <a:pt x="300828" y="0"/>
                      </a:lnTo>
                    </a:path>
                  </a:pathLst>
                </a:custGeom>
                <a:noFill/>
                <a:ln w="10515" cap="flat">
                  <a:solidFill>
                    <a:srgbClr val="666666"/>
                  </a:solidFill>
                  <a:prstDash val="solid"/>
                  <a:miter/>
                </a:ln>
              </p:spPr>
              <p:txBody>
                <a:bodyPr rtlCol="0" anchor="ctr"/>
                <a:lstStyle/>
                <a:p>
                  <a:endParaRPr lang="en-US"/>
                </a:p>
              </p:txBody>
            </p:sp>
            <p:grpSp>
              <p:nvGrpSpPr>
                <p:cNvPr id="302" name="Group 301">
                  <a:extLst>
                    <a:ext uri="{FF2B5EF4-FFF2-40B4-BE49-F238E27FC236}">
                      <a16:creationId xmlns:a16="http://schemas.microsoft.com/office/drawing/2014/main" id="{722DEB4E-EE87-AA03-EB0E-8A574D412593}"/>
                    </a:ext>
                  </a:extLst>
                </p:cNvPr>
                <p:cNvGrpSpPr/>
                <p:nvPr/>
              </p:nvGrpSpPr>
              <p:grpSpPr>
                <a:xfrm>
                  <a:off x="6571142" y="2205520"/>
                  <a:ext cx="2923707" cy="323758"/>
                  <a:chOff x="6571142" y="2205520"/>
                  <a:chExt cx="2923707" cy="323758"/>
                </a:xfrm>
              </p:grpSpPr>
              <p:sp>
                <p:nvSpPr>
                  <p:cNvPr id="252" name="Freeform: Shape 251">
                    <a:extLst>
                      <a:ext uri="{FF2B5EF4-FFF2-40B4-BE49-F238E27FC236}">
                        <a16:creationId xmlns:a16="http://schemas.microsoft.com/office/drawing/2014/main" id="{383CC477-D72F-9A7F-8FE2-9D379091F578}"/>
                      </a:ext>
                    </a:extLst>
                  </p:cNvPr>
                  <p:cNvSpPr/>
                  <p:nvPr/>
                </p:nvSpPr>
                <p:spPr>
                  <a:xfrm>
                    <a:off x="7557772" y="2406212"/>
                    <a:ext cx="817598" cy="10518"/>
                  </a:xfrm>
                  <a:custGeom>
                    <a:avLst/>
                    <a:gdLst>
                      <a:gd name="connsiteX0" fmla="*/ 0 w 817598"/>
                      <a:gd name="connsiteY0" fmla="*/ 0 h 10518"/>
                      <a:gd name="connsiteX1" fmla="*/ 817599 w 817598"/>
                      <a:gd name="connsiteY1" fmla="*/ 0 h 10518"/>
                    </a:gdLst>
                    <a:ahLst/>
                    <a:cxnLst>
                      <a:cxn ang="0">
                        <a:pos x="connsiteX0" y="connsiteY0"/>
                      </a:cxn>
                      <a:cxn ang="0">
                        <a:pos x="connsiteX1" y="connsiteY1"/>
                      </a:cxn>
                    </a:cxnLst>
                    <a:rect l="l" t="t" r="r" b="b"/>
                    <a:pathLst>
                      <a:path w="817598" h="10518">
                        <a:moveTo>
                          <a:pt x="0" y="0"/>
                        </a:moveTo>
                        <a:lnTo>
                          <a:pt x="817599" y="0"/>
                        </a:lnTo>
                      </a:path>
                    </a:pathLst>
                  </a:custGeom>
                  <a:noFill/>
                  <a:ln w="10515" cap="flat">
                    <a:solidFill>
                      <a:srgbClr val="0000FF"/>
                    </a:solid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E0FCFD35-13F1-5693-F6E0-9B7F2AC4C3D4}"/>
                      </a:ext>
                    </a:extLst>
                  </p:cNvPr>
                  <p:cNvSpPr/>
                  <p:nvPr/>
                </p:nvSpPr>
                <p:spPr>
                  <a:xfrm>
                    <a:off x="6871444" y="2206467"/>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10515" cap="flat">
                    <a:solidFill>
                      <a:srgbClr val="0000FF"/>
                    </a:solid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8B775D3F-1517-3F33-B39D-ACE7604C390D}"/>
                      </a:ext>
                    </a:extLst>
                  </p:cNvPr>
                  <p:cNvSpPr/>
                  <p:nvPr/>
                </p:nvSpPr>
                <p:spPr>
                  <a:xfrm>
                    <a:off x="6713457" y="2306287"/>
                    <a:ext cx="997043" cy="10518"/>
                  </a:xfrm>
                  <a:custGeom>
                    <a:avLst/>
                    <a:gdLst>
                      <a:gd name="connsiteX0" fmla="*/ 0 w 997043"/>
                      <a:gd name="connsiteY0" fmla="*/ 0 h 10518"/>
                      <a:gd name="connsiteX1" fmla="*/ 997043 w 997043"/>
                      <a:gd name="connsiteY1" fmla="*/ 0 h 10518"/>
                    </a:gdLst>
                    <a:ahLst/>
                    <a:cxnLst>
                      <a:cxn ang="0">
                        <a:pos x="connsiteX0" y="connsiteY0"/>
                      </a:cxn>
                      <a:cxn ang="0">
                        <a:pos x="connsiteX1" y="connsiteY1"/>
                      </a:cxn>
                    </a:cxnLst>
                    <a:rect l="l" t="t" r="r" b="b"/>
                    <a:pathLst>
                      <a:path w="997043" h="10518">
                        <a:moveTo>
                          <a:pt x="0" y="0"/>
                        </a:moveTo>
                        <a:lnTo>
                          <a:pt x="997043" y="0"/>
                        </a:lnTo>
                      </a:path>
                    </a:pathLst>
                  </a:custGeom>
                  <a:noFill/>
                  <a:ln w="10515" cap="flat">
                    <a:solidFill>
                      <a:srgbClr val="0000FF"/>
                    </a:solid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AEDAB485-689F-D65F-B8D7-201A969F5B15}"/>
                      </a:ext>
                    </a:extLst>
                  </p:cNvPr>
                  <p:cNvSpPr/>
                  <p:nvPr/>
                </p:nvSpPr>
                <p:spPr>
                  <a:xfrm>
                    <a:off x="6571142" y="2405055"/>
                    <a:ext cx="984105" cy="10518"/>
                  </a:xfrm>
                  <a:custGeom>
                    <a:avLst/>
                    <a:gdLst>
                      <a:gd name="connsiteX0" fmla="*/ 0 w 984105"/>
                      <a:gd name="connsiteY0" fmla="*/ 0 h 10518"/>
                      <a:gd name="connsiteX1" fmla="*/ 984106 w 984105"/>
                      <a:gd name="connsiteY1" fmla="*/ 0 h 10518"/>
                    </a:gdLst>
                    <a:ahLst/>
                    <a:cxnLst>
                      <a:cxn ang="0">
                        <a:pos x="connsiteX0" y="connsiteY0"/>
                      </a:cxn>
                      <a:cxn ang="0">
                        <a:pos x="connsiteX1" y="connsiteY1"/>
                      </a:cxn>
                    </a:cxnLst>
                    <a:rect l="l" t="t" r="r" b="b"/>
                    <a:pathLst>
                      <a:path w="984105" h="10518">
                        <a:moveTo>
                          <a:pt x="0" y="0"/>
                        </a:moveTo>
                        <a:lnTo>
                          <a:pt x="984106" y="0"/>
                        </a:lnTo>
                      </a:path>
                    </a:pathLst>
                  </a:custGeom>
                  <a:noFill/>
                  <a:ln w="10515" cap="flat">
                    <a:solidFill>
                      <a:srgbClr val="0000FF"/>
                    </a:solid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471E0828-698C-35F2-87B5-A4EBBD33E36B}"/>
                      </a:ext>
                    </a:extLst>
                  </p:cNvPr>
                  <p:cNvSpPr/>
                  <p:nvPr/>
                </p:nvSpPr>
                <p:spPr>
                  <a:xfrm>
                    <a:off x="7859967" y="2207624"/>
                    <a:ext cx="794984" cy="10518"/>
                  </a:xfrm>
                  <a:custGeom>
                    <a:avLst/>
                    <a:gdLst>
                      <a:gd name="connsiteX0" fmla="*/ 0 w 794984"/>
                      <a:gd name="connsiteY0" fmla="*/ 0 h 10518"/>
                      <a:gd name="connsiteX1" fmla="*/ 794984 w 794984"/>
                      <a:gd name="connsiteY1" fmla="*/ 0 h 10518"/>
                    </a:gdLst>
                    <a:ahLst/>
                    <a:cxnLst>
                      <a:cxn ang="0">
                        <a:pos x="connsiteX0" y="connsiteY0"/>
                      </a:cxn>
                      <a:cxn ang="0">
                        <a:pos x="connsiteX1" y="connsiteY1"/>
                      </a:cxn>
                    </a:cxnLst>
                    <a:rect l="l" t="t" r="r" b="b"/>
                    <a:pathLst>
                      <a:path w="794984" h="10518">
                        <a:moveTo>
                          <a:pt x="0" y="0"/>
                        </a:moveTo>
                        <a:lnTo>
                          <a:pt x="794984" y="0"/>
                        </a:lnTo>
                      </a:path>
                    </a:pathLst>
                  </a:custGeom>
                  <a:noFill/>
                  <a:ln w="10515" cap="flat">
                    <a:solidFill>
                      <a:srgbClr val="0000FF"/>
                    </a:solid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EE6EB0DA-069A-F3A1-0381-790457EA3533}"/>
                      </a:ext>
                    </a:extLst>
                  </p:cNvPr>
                  <p:cNvSpPr/>
                  <p:nvPr/>
                </p:nvSpPr>
                <p:spPr>
                  <a:xfrm>
                    <a:off x="7712709" y="2307549"/>
                    <a:ext cx="805081" cy="10518"/>
                  </a:xfrm>
                  <a:custGeom>
                    <a:avLst/>
                    <a:gdLst>
                      <a:gd name="connsiteX0" fmla="*/ 0 w 805081"/>
                      <a:gd name="connsiteY0" fmla="*/ 0 h 10518"/>
                      <a:gd name="connsiteX1" fmla="*/ 805082 w 805081"/>
                      <a:gd name="connsiteY1" fmla="*/ 0 h 10518"/>
                    </a:gdLst>
                    <a:ahLst/>
                    <a:cxnLst>
                      <a:cxn ang="0">
                        <a:pos x="connsiteX0" y="connsiteY0"/>
                      </a:cxn>
                      <a:cxn ang="0">
                        <a:pos x="connsiteX1" y="connsiteY1"/>
                      </a:cxn>
                    </a:cxnLst>
                    <a:rect l="l" t="t" r="r" b="b"/>
                    <a:pathLst>
                      <a:path w="805081" h="10518">
                        <a:moveTo>
                          <a:pt x="0" y="0"/>
                        </a:moveTo>
                        <a:lnTo>
                          <a:pt x="805082" y="0"/>
                        </a:lnTo>
                      </a:path>
                    </a:pathLst>
                  </a:custGeom>
                  <a:noFill/>
                  <a:ln w="10515" cap="flat">
                    <a:solidFill>
                      <a:srgbClr val="0000FF"/>
                    </a:solid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E602EB1C-C08D-13C1-3D99-5B3114903416}"/>
                      </a:ext>
                    </a:extLst>
                  </p:cNvPr>
                  <p:cNvSpPr/>
                  <p:nvPr/>
                </p:nvSpPr>
                <p:spPr>
                  <a:xfrm>
                    <a:off x="7804430" y="2502982"/>
                    <a:ext cx="593661" cy="3471"/>
                  </a:xfrm>
                  <a:custGeom>
                    <a:avLst/>
                    <a:gdLst>
                      <a:gd name="connsiteX0" fmla="*/ 0 w 593661"/>
                      <a:gd name="connsiteY0" fmla="*/ 0 h 3471"/>
                      <a:gd name="connsiteX1" fmla="*/ 593661 w 593661"/>
                      <a:gd name="connsiteY1" fmla="*/ 3471 h 3471"/>
                    </a:gdLst>
                    <a:ahLst/>
                    <a:cxnLst>
                      <a:cxn ang="0">
                        <a:pos x="connsiteX0" y="connsiteY0"/>
                      </a:cxn>
                      <a:cxn ang="0">
                        <a:pos x="connsiteX1" y="connsiteY1"/>
                      </a:cxn>
                    </a:cxnLst>
                    <a:rect l="l" t="t" r="r" b="b"/>
                    <a:pathLst>
                      <a:path w="593661" h="3471">
                        <a:moveTo>
                          <a:pt x="0" y="0"/>
                        </a:moveTo>
                        <a:lnTo>
                          <a:pt x="593661" y="3471"/>
                        </a:lnTo>
                      </a:path>
                    </a:pathLst>
                  </a:custGeom>
                  <a:noFill/>
                  <a:ln w="10515" cap="flat">
                    <a:solidFill>
                      <a:srgbClr val="0000FF"/>
                    </a:solid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6BCF6A96-8B39-4FAF-D6E6-EB8A9D2F9A4F}"/>
                      </a:ext>
                    </a:extLst>
                  </p:cNvPr>
                  <p:cNvSpPr/>
                  <p:nvPr/>
                </p:nvSpPr>
                <p:spPr>
                  <a:xfrm>
                    <a:off x="7491822" y="2402022"/>
                    <a:ext cx="320497" cy="100987"/>
                  </a:xfrm>
                  <a:custGeom>
                    <a:avLst/>
                    <a:gdLst>
                      <a:gd name="connsiteX0" fmla="*/ 0 w 320497"/>
                      <a:gd name="connsiteY0" fmla="*/ 88 h 100987"/>
                      <a:gd name="connsiteX1" fmla="*/ 142420 w 320497"/>
                      <a:gd name="connsiteY1" fmla="*/ 51207 h 100987"/>
                      <a:gd name="connsiteX2" fmla="*/ 320497 w 320497"/>
                      <a:gd name="connsiteY2" fmla="*/ 100749 h 100987"/>
                    </a:gdLst>
                    <a:ahLst/>
                    <a:cxnLst>
                      <a:cxn ang="0">
                        <a:pos x="connsiteX0" y="connsiteY0"/>
                      </a:cxn>
                      <a:cxn ang="0">
                        <a:pos x="connsiteX1" y="connsiteY1"/>
                      </a:cxn>
                      <a:cxn ang="0">
                        <a:pos x="connsiteX2" y="connsiteY2"/>
                      </a:cxn>
                    </a:cxnLst>
                    <a:rect l="l" t="t" r="r" b="b"/>
                    <a:pathLst>
                      <a:path w="320497" h="100987">
                        <a:moveTo>
                          <a:pt x="0" y="88"/>
                        </a:moveTo>
                        <a:cubicBezTo>
                          <a:pt x="55401" y="-1385"/>
                          <a:pt x="102870" y="15655"/>
                          <a:pt x="142420" y="51207"/>
                        </a:cubicBezTo>
                        <a:cubicBezTo>
                          <a:pt x="182043" y="86689"/>
                          <a:pt x="241398" y="103203"/>
                          <a:pt x="320497" y="100749"/>
                        </a:cubicBezTo>
                      </a:path>
                    </a:pathLst>
                  </a:custGeom>
                  <a:noFill/>
                  <a:ln w="10515" cap="flat">
                    <a:solidFill>
                      <a:srgbClr val="0000FF"/>
                    </a:solid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C7F1ED7F-8D4E-19E4-62A3-ADDBF073287E}"/>
                      </a:ext>
                    </a:extLst>
                  </p:cNvPr>
                  <p:cNvSpPr/>
                  <p:nvPr/>
                </p:nvSpPr>
                <p:spPr>
                  <a:xfrm>
                    <a:off x="8390202" y="2404214"/>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10515" cap="flat">
                    <a:solidFill>
                      <a:srgbClr val="0000FF"/>
                    </a:solid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0F7C47D5-48E7-A15C-A1FB-05AA7504F528}"/>
                      </a:ext>
                    </a:extLst>
                  </p:cNvPr>
                  <p:cNvSpPr/>
                  <p:nvPr/>
                </p:nvSpPr>
                <p:spPr>
                  <a:xfrm>
                    <a:off x="8564282" y="2404319"/>
                    <a:ext cx="599762" cy="26927"/>
                  </a:xfrm>
                  <a:custGeom>
                    <a:avLst/>
                    <a:gdLst>
                      <a:gd name="connsiteX0" fmla="*/ 0 w 599762"/>
                      <a:gd name="connsiteY0" fmla="*/ 0 h 26927"/>
                      <a:gd name="connsiteX1" fmla="*/ 599762 w 599762"/>
                      <a:gd name="connsiteY1" fmla="*/ 26927 h 26927"/>
                    </a:gdLst>
                    <a:ahLst/>
                    <a:cxnLst>
                      <a:cxn ang="0">
                        <a:pos x="connsiteX0" y="connsiteY0"/>
                      </a:cxn>
                      <a:cxn ang="0">
                        <a:pos x="connsiteX1" y="connsiteY1"/>
                      </a:cxn>
                    </a:cxnLst>
                    <a:rect l="l" t="t" r="r" b="b"/>
                    <a:pathLst>
                      <a:path w="599762" h="26927">
                        <a:moveTo>
                          <a:pt x="0" y="0"/>
                        </a:moveTo>
                        <a:lnTo>
                          <a:pt x="599762" y="26927"/>
                        </a:lnTo>
                      </a:path>
                    </a:pathLst>
                  </a:custGeom>
                  <a:noFill/>
                  <a:ln w="10515" cap="flat">
                    <a:solidFill>
                      <a:srgbClr val="0000FF"/>
                    </a:solid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7AAB2CFC-DBE5-E6D5-E569-E3C1FDF1EA7A}"/>
                      </a:ext>
                    </a:extLst>
                  </p:cNvPr>
                  <p:cNvSpPr/>
                  <p:nvPr/>
                </p:nvSpPr>
                <p:spPr>
                  <a:xfrm>
                    <a:off x="8390202" y="2506453"/>
                    <a:ext cx="642466" cy="22825"/>
                  </a:xfrm>
                  <a:custGeom>
                    <a:avLst/>
                    <a:gdLst>
                      <a:gd name="connsiteX0" fmla="*/ 0 w 642466"/>
                      <a:gd name="connsiteY0" fmla="*/ 0 h 22825"/>
                      <a:gd name="connsiteX1" fmla="*/ 642467 w 642466"/>
                      <a:gd name="connsiteY1" fmla="*/ 22825 h 22825"/>
                    </a:gdLst>
                    <a:ahLst/>
                    <a:cxnLst>
                      <a:cxn ang="0">
                        <a:pos x="connsiteX0" y="connsiteY0"/>
                      </a:cxn>
                      <a:cxn ang="0">
                        <a:pos x="connsiteX1" y="connsiteY1"/>
                      </a:cxn>
                    </a:cxnLst>
                    <a:rect l="l" t="t" r="r" b="b"/>
                    <a:pathLst>
                      <a:path w="642466" h="22825">
                        <a:moveTo>
                          <a:pt x="0" y="0"/>
                        </a:moveTo>
                        <a:lnTo>
                          <a:pt x="642467" y="22825"/>
                        </a:lnTo>
                      </a:path>
                    </a:pathLst>
                  </a:custGeom>
                  <a:noFill/>
                  <a:ln w="10515" cap="flat">
                    <a:solidFill>
                      <a:srgbClr val="0000FF"/>
                    </a:solid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EABE6259-A70A-6C87-E2AC-1C91163C9566}"/>
                      </a:ext>
                    </a:extLst>
                  </p:cNvPr>
                  <p:cNvSpPr/>
                  <p:nvPr/>
                </p:nvSpPr>
                <p:spPr>
                  <a:xfrm>
                    <a:off x="8540511" y="2305551"/>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995DC9FA-CABB-07A3-A58F-4E8E658955DD}"/>
                      </a:ext>
                    </a:extLst>
                  </p:cNvPr>
                  <p:cNvSpPr/>
                  <p:nvPr/>
                </p:nvSpPr>
                <p:spPr>
                  <a:xfrm>
                    <a:off x="6571142" y="2205520"/>
                    <a:ext cx="300722" cy="200376"/>
                  </a:xfrm>
                  <a:custGeom>
                    <a:avLst/>
                    <a:gdLst>
                      <a:gd name="connsiteX0" fmla="*/ 0 w 300722"/>
                      <a:gd name="connsiteY0" fmla="*/ 200376 h 200376"/>
                      <a:gd name="connsiteX1" fmla="*/ 300722 w 300722"/>
                      <a:gd name="connsiteY1" fmla="*/ 0 h 200376"/>
                    </a:gdLst>
                    <a:ahLst/>
                    <a:cxnLst>
                      <a:cxn ang="0">
                        <a:pos x="connsiteX0" y="connsiteY0"/>
                      </a:cxn>
                      <a:cxn ang="0">
                        <a:pos x="connsiteX1" y="connsiteY1"/>
                      </a:cxn>
                    </a:cxnLst>
                    <a:rect l="l" t="t" r="r" b="b"/>
                    <a:pathLst>
                      <a:path w="300722" h="200376">
                        <a:moveTo>
                          <a:pt x="0" y="200376"/>
                        </a:moveTo>
                        <a:lnTo>
                          <a:pt x="300722" y="0"/>
                        </a:lnTo>
                      </a:path>
                    </a:pathLst>
                  </a:custGeom>
                  <a:noFill/>
                  <a:ln w="10515" cap="flat">
                    <a:solidFill>
                      <a:srgbClr val="0000FF"/>
                    </a:solid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6BDAA9E6-EB40-CA68-DB6A-ECAC25D8E9B6}"/>
                      </a:ext>
                    </a:extLst>
                  </p:cNvPr>
                  <p:cNvSpPr/>
                  <p:nvPr/>
                </p:nvSpPr>
                <p:spPr>
                  <a:xfrm>
                    <a:off x="8679565" y="2206467"/>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grpSp>
          </p:grpSp>
          <p:sp>
            <p:nvSpPr>
              <p:cNvPr id="262" name="Freeform: Shape 261">
                <a:extLst>
                  <a:ext uri="{FF2B5EF4-FFF2-40B4-BE49-F238E27FC236}">
                    <a16:creationId xmlns:a16="http://schemas.microsoft.com/office/drawing/2014/main" id="{383B8D6E-4B3B-DBB5-FF3B-4DDF858B8C12}"/>
                  </a:ext>
                </a:extLst>
              </p:cNvPr>
              <p:cNvSpPr/>
              <p:nvPr/>
            </p:nvSpPr>
            <p:spPr>
              <a:xfrm>
                <a:off x="9251749" y="2591677"/>
                <a:ext cx="305034" cy="201428"/>
              </a:xfrm>
              <a:custGeom>
                <a:avLst/>
                <a:gdLst>
                  <a:gd name="connsiteX0" fmla="*/ 0 w 305034"/>
                  <a:gd name="connsiteY0" fmla="*/ 201428 h 201428"/>
                  <a:gd name="connsiteX1" fmla="*/ 305035 w 305034"/>
                  <a:gd name="connsiteY1" fmla="*/ 0 h 201428"/>
                </a:gdLst>
                <a:ahLst/>
                <a:cxnLst>
                  <a:cxn ang="0">
                    <a:pos x="connsiteX0" y="connsiteY0"/>
                  </a:cxn>
                  <a:cxn ang="0">
                    <a:pos x="connsiteX1" y="connsiteY1"/>
                  </a:cxn>
                </a:cxnLst>
                <a:rect l="l" t="t" r="r" b="b"/>
                <a:pathLst>
                  <a:path w="305034" h="201428">
                    <a:moveTo>
                      <a:pt x="0" y="201428"/>
                    </a:moveTo>
                    <a:lnTo>
                      <a:pt x="305035" y="0"/>
                    </a:lnTo>
                  </a:path>
                </a:pathLst>
              </a:custGeom>
              <a:noFill/>
              <a:ln w="10515" cap="flat">
                <a:solidFill>
                  <a:srgbClr val="666666"/>
                </a:solidFill>
                <a:prstDash val="solid"/>
                <a:miter/>
              </a:ln>
            </p:spPr>
            <p:txBody>
              <a:bodyPr rtlCol="0" anchor="ctr"/>
              <a:lstStyle/>
              <a:p>
                <a:endParaRPr lang="en-US"/>
              </a:p>
            </p:txBody>
          </p:sp>
        </p:grpSp>
        <p:sp>
          <p:nvSpPr>
            <p:cNvPr id="3903" name="Freeform: Shape 3902">
              <a:extLst>
                <a:ext uri="{FF2B5EF4-FFF2-40B4-BE49-F238E27FC236}">
                  <a16:creationId xmlns:a16="http://schemas.microsoft.com/office/drawing/2014/main" id="{31A989F5-EA84-B58E-DB71-6CDA403D0E49}"/>
                </a:ext>
              </a:extLst>
            </p:cNvPr>
            <p:cNvSpPr/>
            <p:nvPr/>
          </p:nvSpPr>
          <p:spPr>
            <a:xfrm>
              <a:off x="6371245" y="4468282"/>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5" name="Freeform: Shape 3864">
              <a:extLst>
                <a:ext uri="{FF2B5EF4-FFF2-40B4-BE49-F238E27FC236}">
                  <a16:creationId xmlns:a16="http://schemas.microsoft.com/office/drawing/2014/main" id="{5E9369CE-134E-A75C-DBB0-D7A4E6EA86D3}"/>
                </a:ext>
              </a:extLst>
            </p:cNvPr>
            <p:cNvSpPr/>
            <p:nvPr/>
          </p:nvSpPr>
          <p:spPr>
            <a:xfrm>
              <a:off x="6461533" y="385822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4" name="Freeform: Shape 3863">
              <a:extLst>
                <a:ext uri="{FF2B5EF4-FFF2-40B4-BE49-F238E27FC236}">
                  <a16:creationId xmlns:a16="http://schemas.microsoft.com/office/drawing/2014/main" id="{140171F6-5C30-9032-E99B-900DB413A4B6}"/>
                </a:ext>
              </a:extLst>
            </p:cNvPr>
            <p:cNvSpPr/>
            <p:nvPr/>
          </p:nvSpPr>
          <p:spPr>
            <a:xfrm>
              <a:off x="6511881" y="3085861"/>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3" name="Freeform: Shape 3862">
              <a:extLst>
                <a:ext uri="{FF2B5EF4-FFF2-40B4-BE49-F238E27FC236}">
                  <a16:creationId xmlns:a16="http://schemas.microsoft.com/office/drawing/2014/main" id="{560E58CD-4190-94E6-09C6-AB72C564C814}"/>
                </a:ext>
              </a:extLst>
            </p:cNvPr>
            <p:cNvSpPr/>
            <p:nvPr/>
          </p:nvSpPr>
          <p:spPr>
            <a:xfrm>
              <a:off x="6345000" y="221385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144521D7-A27B-CAEA-6745-C3E3FC49D8A8}"/>
                </a:ext>
              </a:extLst>
            </p:cNvPr>
            <p:cNvSpPr/>
            <p:nvPr/>
          </p:nvSpPr>
          <p:spPr>
            <a:xfrm>
              <a:off x="367723" y="2829582"/>
              <a:ext cx="1214985" cy="2650227"/>
            </a:xfrm>
            <a:custGeom>
              <a:avLst/>
              <a:gdLst>
                <a:gd name="connsiteX0" fmla="*/ 0 w 1214985"/>
                <a:gd name="connsiteY0" fmla="*/ 196905 h 2650227"/>
                <a:gd name="connsiteX1" fmla="*/ 607440 w 1214985"/>
                <a:gd name="connsiteY1" fmla="*/ 0 h 2650227"/>
                <a:gd name="connsiteX2" fmla="*/ 1037014 w 1214985"/>
                <a:gd name="connsiteY2" fmla="*/ 57641 h 2650227"/>
                <a:gd name="connsiteX3" fmla="*/ 1214986 w 1214985"/>
                <a:gd name="connsiteY3" fmla="*/ 196905 h 2650227"/>
                <a:gd name="connsiteX4" fmla="*/ 1214986 w 1214985"/>
                <a:gd name="connsiteY4" fmla="*/ 2453322 h 2650227"/>
                <a:gd name="connsiteX5" fmla="*/ 1037014 w 1214985"/>
                <a:gd name="connsiteY5" fmla="*/ 2592586 h 2650227"/>
                <a:gd name="connsiteX6" fmla="*/ 607545 w 1214985"/>
                <a:gd name="connsiteY6" fmla="*/ 2650227 h 2650227"/>
                <a:gd name="connsiteX7" fmla="*/ 0 w 1214985"/>
                <a:gd name="connsiteY7" fmla="*/ 2453322 h 2650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4985" h="2650227">
                  <a:moveTo>
                    <a:pt x="0" y="196905"/>
                  </a:moveTo>
                  <a:cubicBezTo>
                    <a:pt x="0" y="88145"/>
                    <a:pt x="272007" y="0"/>
                    <a:pt x="607440" y="0"/>
                  </a:cubicBezTo>
                  <a:cubicBezTo>
                    <a:pt x="768583" y="0"/>
                    <a:pt x="923099" y="20721"/>
                    <a:pt x="1037014" y="57641"/>
                  </a:cubicBezTo>
                  <a:cubicBezTo>
                    <a:pt x="1151034" y="94666"/>
                    <a:pt x="1214986" y="144734"/>
                    <a:pt x="1214986" y="196905"/>
                  </a:cubicBezTo>
                  <a:lnTo>
                    <a:pt x="1214986" y="2453322"/>
                  </a:lnTo>
                  <a:cubicBezTo>
                    <a:pt x="1214986" y="2505494"/>
                    <a:pt x="1151034" y="2555561"/>
                    <a:pt x="1037014" y="2592586"/>
                  </a:cubicBezTo>
                  <a:cubicBezTo>
                    <a:pt x="923099" y="2629506"/>
                    <a:pt x="768583" y="2650227"/>
                    <a:pt x="607545" y="2650227"/>
                  </a:cubicBezTo>
                  <a:cubicBezTo>
                    <a:pt x="272007" y="2650227"/>
                    <a:pt x="0" y="2562083"/>
                    <a:pt x="0" y="2453322"/>
                  </a:cubicBezTo>
                  <a:close/>
                </a:path>
              </a:pathLst>
            </a:custGeom>
            <a:solidFill>
              <a:srgbClr val="B5FFF5"/>
            </a:solidFill>
            <a:ln w="10515" cap="flat">
              <a:solidFill>
                <a:srgbClr val="000000"/>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E2527485-D952-FAC1-17FD-7AC0DB2A5F8F}"/>
                </a:ext>
              </a:extLst>
            </p:cNvPr>
            <p:cNvSpPr/>
            <p:nvPr/>
          </p:nvSpPr>
          <p:spPr>
            <a:xfrm>
              <a:off x="367723" y="3026487"/>
              <a:ext cx="1214985" cy="197010"/>
            </a:xfrm>
            <a:custGeom>
              <a:avLst/>
              <a:gdLst>
                <a:gd name="connsiteX0" fmla="*/ 1214986 w 1214985"/>
                <a:gd name="connsiteY0" fmla="*/ 0 h 197010"/>
                <a:gd name="connsiteX1" fmla="*/ 1037014 w 1214985"/>
                <a:gd name="connsiteY1" fmla="*/ 139264 h 197010"/>
                <a:gd name="connsiteX2" fmla="*/ 607545 w 1214985"/>
                <a:gd name="connsiteY2" fmla="*/ 197011 h 197010"/>
                <a:gd name="connsiteX3" fmla="*/ 0 w 1214985"/>
                <a:gd name="connsiteY3" fmla="*/ 0 h 197010"/>
              </a:gdLst>
              <a:ahLst/>
              <a:cxnLst>
                <a:cxn ang="0">
                  <a:pos x="connsiteX0" y="connsiteY0"/>
                </a:cxn>
                <a:cxn ang="0">
                  <a:pos x="connsiteX1" y="connsiteY1"/>
                </a:cxn>
                <a:cxn ang="0">
                  <a:pos x="connsiteX2" y="connsiteY2"/>
                </a:cxn>
                <a:cxn ang="0">
                  <a:pos x="connsiteX3" y="connsiteY3"/>
                </a:cxn>
              </a:cxnLst>
              <a:rect l="l" t="t" r="r" b="b"/>
              <a:pathLst>
                <a:path w="1214985" h="197010">
                  <a:moveTo>
                    <a:pt x="1214986" y="0"/>
                  </a:moveTo>
                  <a:cubicBezTo>
                    <a:pt x="1214986" y="52277"/>
                    <a:pt x="1151034" y="102345"/>
                    <a:pt x="1037014" y="139264"/>
                  </a:cubicBezTo>
                  <a:cubicBezTo>
                    <a:pt x="923099" y="176289"/>
                    <a:pt x="768583" y="197011"/>
                    <a:pt x="607545" y="197011"/>
                  </a:cubicBezTo>
                  <a:cubicBezTo>
                    <a:pt x="272007" y="197011"/>
                    <a:pt x="0" y="108866"/>
                    <a:pt x="0" y="0"/>
                  </a:cubicBezTo>
                </a:path>
              </a:pathLst>
            </a:custGeom>
            <a:noFill/>
            <a:ln w="10515" cap="flat">
              <a:solidFill>
                <a:srgbClr val="000000"/>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B1F607F-3CA1-FF25-0040-E39796DB0990}"/>
                </a:ext>
              </a:extLst>
            </p:cNvPr>
            <p:cNvSpPr/>
            <p:nvPr/>
          </p:nvSpPr>
          <p:spPr>
            <a:xfrm>
              <a:off x="425680" y="2891325"/>
              <a:ext cx="1159553" cy="248445"/>
            </a:xfrm>
            <a:custGeom>
              <a:avLst/>
              <a:gdLst>
                <a:gd name="connsiteX0" fmla="*/ 0 w 1159553"/>
                <a:gd name="connsiteY0" fmla="*/ 0 h 248445"/>
                <a:gd name="connsiteX1" fmla="*/ 1159554 w 1159553"/>
                <a:gd name="connsiteY1" fmla="*/ 0 h 248445"/>
                <a:gd name="connsiteX2" fmla="*/ 1159554 w 1159553"/>
                <a:gd name="connsiteY2" fmla="*/ 248446 h 248445"/>
                <a:gd name="connsiteX3" fmla="*/ 0 w 1159553"/>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1159553" h="248445">
                  <a:moveTo>
                    <a:pt x="0" y="0"/>
                  </a:moveTo>
                  <a:lnTo>
                    <a:pt x="1159554" y="0"/>
                  </a:lnTo>
                  <a:lnTo>
                    <a:pt x="1159554" y="248446"/>
                  </a:lnTo>
                  <a:lnTo>
                    <a:pt x="0" y="248446"/>
                  </a:lnTo>
                  <a:close/>
                </a:path>
              </a:pathLst>
            </a:custGeom>
            <a:noFill/>
            <a:ln w="10515" cap="flat">
              <a:noFill/>
              <a:prstDash val="solid"/>
              <a:miter/>
            </a:ln>
          </p:spPr>
          <p:txBody>
            <a:bodyPr rtlCol="0" anchor="ctr"/>
            <a:lstStyle/>
            <a:p>
              <a:endParaRPr lang="en-US"/>
            </a:p>
          </p:txBody>
        </p:sp>
        <p:sp>
          <p:nvSpPr>
            <p:cNvPr id="12" name="TextBox 11">
              <a:extLst>
                <a:ext uri="{FF2B5EF4-FFF2-40B4-BE49-F238E27FC236}">
                  <a16:creationId xmlns:a16="http://schemas.microsoft.com/office/drawing/2014/main" id="{4F6978E6-7E1F-2487-DB52-14D891910206}"/>
                </a:ext>
              </a:extLst>
            </p:cNvPr>
            <p:cNvSpPr txBox="1"/>
            <p:nvPr/>
          </p:nvSpPr>
          <p:spPr>
            <a:xfrm>
              <a:off x="382835" y="2890940"/>
              <a:ext cx="1234724" cy="249216"/>
            </a:xfrm>
            <a:prstGeom prst="rect">
              <a:avLst/>
            </a:prstGeom>
            <a:noFill/>
          </p:spPr>
          <p:txBody>
            <a:bodyPr wrap="none" rtlCol="0">
              <a:spAutoFit/>
            </a:bodyPr>
            <a:lstStyle/>
            <a:p>
              <a:pPr algn="l"/>
              <a:r>
                <a:rPr lang="en-US" sz="900" b="1" spc="0" baseline="0">
                  <a:ln/>
                  <a:solidFill>
                    <a:srgbClr val="000000"/>
                  </a:solidFill>
                  <a:latin typeface="Times New Roman"/>
                  <a:cs typeface="Times New Roman"/>
                  <a:sym typeface="Times New Roman"/>
                  <a:rtl val="0"/>
                </a:rPr>
                <a:t>Road Network Map</a:t>
              </a:r>
            </a:p>
          </p:txBody>
        </p:sp>
        <p:sp>
          <p:nvSpPr>
            <p:cNvPr id="13" name="Freeform: Shape 12">
              <a:extLst>
                <a:ext uri="{FF2B5EF4-FFF2-40B4-BE49-F238E27FC236}">
                  <a16:creationId xmlns:a16="http://schemas.microsoft.com/office/drawing/2014/main" id="{E20602D0-568C-844E-6CF9-725ADE20EEE9}"/>
                </a:ext>
              </a:extLst>
            </p:cNvPr>
            <p:cNvSpPr/>
            <p:nvPr/>
          </p:nvSpPr>
          <p:spPr>
            <a:xfrm>
              <a:off x="1342726" y="3078028"/>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1DDF9CD-31D7-267C-A1AA-E833A1FA8810}"/>
                </a:ext>
              </a:extLst>
            </p:cNvPr>
            <p:cNvSpPr/>
            <p:nvPr/>
          </p:nvSpPr>
          <p:spPr>
            <a:xfrm>
              <a:off x="1308757" y="3814634"/>
              <a:ext cx="5129109" cy="767846"/>
            </a:xfrm>
            <a:custGeom>
              <a:avLst/>
              <a:gdLst>
                <a:gd name="connsiteX0" fmla="*/ 2144657 w 5129109"/>
                <a:gd name="connsiteY0" fmla="*/ 767846 h 767846"/>
                <a:gd name="connsiteX1" fmla="*/ 124064 w 5129109"/>
                <a:gd name="connsiteY1" fmla="*/ 767846 h 767846"/>
                <a:gd name="connsiteX2" fmla="*/ 67580 w 5129109"/>
                <a:gd name="connsiteY2" fmla="*/ 622376 h 767846"/>
                <a:gd name="connsiteX3" fmla="*/ 589084 w 5129109"/>
                <a:gd name="connsiteY3" fmla="*/ 145470 h 767846"/>
                <a:gd name="connsiteX4" fmla="*/ 963856 w 5129109"/>
                <a:gd name="connsiteY4" fmla="*/ 0 h 767846"/>
                <a:gd name="connsiteX5" fmla="*/ 5005043 w 5129109"/>
                <a:gd name="connsiteY5" fmla="*/ 0 h 767846"/>
                <a:gd name="connsiteX6" fmla="*/ 5061527 w 5129109"/>
                <a:gd name="connsiteY6" fmla="*/ 145470 h 767846"/>
                <a:gd name="connsiteX7" fmla="*/ 4540023 w 5129109"/>
                <a:gd name="connsiteY7" fmla="*/ 622376 h 767846"/>
                <a:gd name="connsiteX8" fmla="*/ 4165251 w 5129109"/>
                <a:gd name="connsiteY8" fmla="*/ 767846 h 767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29109" h="767846">
                  <a:moveTo>
                    <a:pt x="2144657" y="767846"/>
                  </a:moveTo>
                  <a:lnTo>
                    <a:pt x="124064" y="767846"/>
                  </a:lnTo>
                  <a:cubicBezTo>
                    <a:pt x="-19689" y="767846"/>
                    <a:pt x="-38517" y="719356"/>
                    <a:pt x="67580" y="622376"/>
                  </a:cubicBezTo>
                  <a:lnTo>
                    <a:pt x="589084" y="145470"/>
                  </a:lnTo>
                  <a:cubicBezTo>
                    <a:pt x="695184" y="48490"/>
                    <a:pt x="820101" y="0"/>
                    <a:pt x="963856" y="0"/>
                  </a:cubicBezTo>
                  <a:lnTo>
                    <a:pt x="5005043" y="0"/>
                  </a:lnTo>
                  <a:cubicBezTo>
                    <a:pt x="5148799" y="0"/>
                    <a:pt x="5167627" y="48490"/>
                    <a:pt x="5061527" y="145470"/>
                  </a:cubicBezTo>
                  <a:lnTo>
                    <a:pt x="4540023" y="622376"/>
                  </a:lnTo>
                  <a:cubicBezTo>
                    <a:pt x="4433924" y="719356"/>
                    <a:pt x="4309007" y="767846"/>
                    <a:pt x="4165251" y="767846"/>
                  </a:cubicBezTo>
                  <a:close/>
                </a:path>
              </a:pathLst>
            </a:custGeom>
            <a:solidFill>
              <a:srgbClr val="FFFEE0"/>
            </a:solidFill>
            <a:ln w="10515" cap="flat">
              <a:solidFill>
                <a:srgbClr val="FFE599"/>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C5E5B89-41C9-F88E-72F1-9EDE92FC4442}"/>
                </a:ext>
              </a:extLst>
            </p:cNvPr>
            <p:cNvSpPr/>
            <p:nvPr/>
          </p:nvSpPr>
          <p:spPr>
            <a:xfrm>
              <a:off x="400540" y="2166920"/>
              <a:ext cx="1159553" cy="616906"/>
            </a:xfrm>
            <a:custGeom>
              <a:avLst/>
              <a:gdLst>
                <a:gd name="connsiteX0" fmla="*/ 0 w 1159553"/>
                <a:gd name="connsiteY0" fmla="*/ 170399 h 616906"/>
                <a:gd name="connsiteX1" fmla="*/ 579777 w 1159553"/>
                <a:gd name="connsiteY1" fmla="*/ 0 h 616906"/>
                <a:gd name="connsiteX2" fmla="*/ 989786 w 1159553"/>
                <a:gd name="connsiteY2" fmla="*/ 49857 h 616906"/>
                <a:gd name="connsiteX3" fmla="*/ 1159554 w 1159553"/>
                <a:gd name="connsiteY3" fmla="*/ 170399 h 616906"/>
                <a:gd name="connsiteX4" fmla="*/ 1159554 w 1159553"/>
                <a:gd name="connsiteY4" fmla="*/ 446508 h 616906"/>
                <a:gd name="connsiteX5" fmla="*/ 579777 w 1159553"/>
                <a:gd name="connsiteY5" fmla="*/ 616907 h 616906"/>
                <a:gd name="connsiteX6" fmla="*/ 0 w 1159553"/>
                <a:gd name="connsiteY6" fmla="*/ 446508 h 616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9553" h="616906">
                  <a:moveTo>
                    <a:pt x="0" y="170399"/>
                  </a:moveTo>
                  <a:cubicBezTo>
                    <a:pt x="0" y="76259"/>
                    <a:pt x="259595" y="0"/>
                    <a:pt x="579777" y="0"/>
                  </a:cubicBezTo>
                  <a:cubicBezTo>
                    <a:pt x="733556" y="0"/>
                    <a:pt x="881025" y="17987"/>
                    <a:pt x="989786" y="49857"/>
                  </a:cubicBezTo>
                  <a:cubicBezTo>
                    <a:pt x="1098441" y="81834"/>
                    <a:pt x="1159554" y="125169"/>
                    <a:pt x="1159554" y="170399"/>
                  </a:cubicBezTo>
                  <a:lnTo>
                    <a:pt x="1159554" y="446508"/>
                  </a:lnTo>
                  <a:cubicBezTo>
                    <a:pt x="1159554" y="540648"/>
                    <a:pt x="899958" y="616907"/>
                    <a:pt x="579777" y="616907"/>
                  </a:cubicBezTo>
                  <a:cubicBezTo>
                    <a:pt x="259595" y="616907"/>
                    <a:pt x="0" y="540648"/>
                    <a:pt x="0" y="446508"/>
                  </a:cubicBezTo>
                  <a:close/>
                </a:path>
              </a:pathLst>
            </a:custGeom>
            <a:solidFill>
              <a:srgbClr val="B5FFF5"/>
            </a:solidFill>
            <a:ln w="10515" cap="flat">
              <a:solidFill>
                <a:srgbClr val="000000"/>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E670A549-6DBB-B0A8-2F1C-BB065C19B9C7}"/>
                </a:ext>
              </a:extLst>
            </p:cNvPr>
            <p:cNvSpPr/>
            <p:nvPr/>
          </p:nvSpPr>
          <p:spPr>
            <a:xfrm>
              <a:off x="400540" y="2337319"/>
              <a:ext cx="1159553" cy="170398"/>
            </a:xfrm>
            <a:custGeom>
              <a:avLst/>
              <a:gdLst>
                <a:gd name="connsiteX0" fmla="*/ 1159554 w 1159553"/>
                <a:gd name="connsiteY0" fmla="*/ 0 h 170398"/>
                <a:gd name="connsiteX1" fmla="*/ 579777 w 1159553"/>
                <a:gd name="connsiteY1" fmla="*/ 170399 h 170398"/>
                <a:gd name="connsiteX2" fmla="*/ 0 w 1159553"/>
                <a:gd name="connsiteY2" fmla="*/ 0 h 170398"/>
              </a:gdLst>
              <a:ahLst/>
              <a:cxnLst>
                <a:cxn ang="0">
                  <a:pos x="connsiteX0" y="connsiteY0"/>
                </a:cxn>
                <a:cxn ang="0">
                  <a:pos x="connsiteX1" y="connsiteY1"/>
                </a:cxn>
                <a:cxn ang="0">
                  <a:pos x="connsiteX2" y="connsiteY2"/>
                </a:cxn>
              </a:cxnLst>
              <a:rect l="l" t="t" r="r" b="b"/>
              <a:pathLst>
                <a:path w="1159553" h="170398">
                  <a:moveTo>
                    <a:pt x="1159554" y="0"/>
                  </a:moveTo>
                  <a:cubicBezTo>
                    <a:pt x="1159554" y="94140"/>
                    <a:pt x="899958" y="170399"/>
                    <a:pt x="579777" y="170399"/>
                  </a:cubicBezTo>
                  <a:cubicBezTo>
                    <a:pt x="259595" y="170399"/>
                    <a:pt x="0" y="94140"/>
                    <a:pt x="0" y="0"/>
                  </a:cubicBezTo>
                </a:path>
              </a:pathLst>
            </a:custGeom>
            <a:noFill/>
            <a:ln w="10515" cap="flat">
              <a:solidFill>
                <a:srgbClr val="000000"/>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BC51BCC3-5C18-435F-48DE-13763867F202}"/>
                </a:ext>
              </a:extLst>
            </p:cNvPr>
            <p:cNvSpPr/>
            <p:nvPr/>
          </p:nvSpPr>
          <p:spPr>
            <a:xfrm>
              <a:off x="620902" y="2212570"/>
              <a:ext cx="662556" cy="248445"/>
            </a:xfrm>
            <a:custGeom>
              <a:avLst/>
              <a:gdLst>
                <a:gd name="connsiteX0" fmla="*/ 0 w 662556"/>
                <a:gd name="connsiteY0" fmla="*/ 0 h 248445"/>
                <a:gd name="connsiteX1" fmla="*/ 662557 w 662556"/>
                <a:gd name="connsiteY1" fmla="*/ 0 h 248445"/>
                <a:gd name="connsiteX2" fmla="*/ 662557 w 662556"/>
                <a:gd name="connsiteY2" fmla="*/ 248446 h 248445"/>
                <a:gd name="connsiteX3" fmla="*/ 0 w 662556"/>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662556" h="248445">
                  <a:moveTo>
                    <a:pt x="0" y="0"/>
                  </a:moveTo>
                  <a:lnTo>
                    <a:pt x="662557" y="0"/>
                  </a:lnTo>
                  <a:lnTo>
                    <a:pt x="662557" y="248446"/>
                  </a:lnTo>
                  <a:lnTo>
                    <a:pt x="0" y="248446"/>
                  </a:lnTo>
                  <a:close/>
                </a:path>
              </a:pathLst>
            </a:custGeom>
            <a:noFill/>
            <a:ln w="10515" cap="flat">
              <a:noFill/>
              <a:prstDash val="solid"/>
              <a:miter/>
            </a:ln>
          </p:spPr>
          <p:txBody>
            <a:bodyPr rtlCol="0" anchor="ctr"/>
            <a:lstStyle/>
            <a:p>
              <a:endParaRPr lang="en-US"/>
            </a:p>
          </p:txBody>
        </p:sp>
        <p:sp>
          <p:nvSpPr>
            <p:cNvPr id="18" name="TextBox 17">
              <a:extLst>
                <a:ext uri="{FF2B5EF4-FFF2-40B4-BE49-F238E27FC236}">
                  <a16:creationId xmlns:a16="http://schemas.microsoft.com/office/drawing/2014/main" id="{8A18B401-D862-0D12-FE90-3CDB35C883A4}"/>
                </a:ext>
              </a:extLst>
            </p:cNvPr>
            <p:cNvSpPr txBox="1"/>
            <p:nvPr/>
          </p:nvSpPr>
          <p:spPr>
            <a:xfrm>
              <a:off x="576795" y="2212185"/>
              <a:ext cx="740357" cy="249216"/>
            </a:xfrm>
            <a:prstGeom prst="rect">
              <a:avLst/>
            </a:prstGeom>
            <a:noFill/>
          </p:spPr>
          <p:txBody>
            <a:bodyPr wrap="none" rtlCol="0">
              <a:spAutoFit/>
            </a:bodyPr>
            <a:lstStyle/>
            <a:p>
              <a:pPr algn="l"/>
              <a:r>
                <a:rPr lang="en-US" sz="900" b="1" spc="0" baseline="0">
                  <a:ln/>
                  <a:solidFill>
                    <a:srgbClr val="000000"/>
                  </a:solidFill>
                  <a:latin typeface="Times New Roman"/>
                  <a:cs typeface="Times New Roman"/>
                  <a:sym typeface="Times New Roman"/>
                  <a:rtl val="0"/>
                </a:rPr>
                <a:t>Road Grid</a:t>
              </a:r>
            </a:p>
          </p:txBody>
        </p:sp>
        <p:sp>
          <p:nvSpPr>
            <p:cNvPr id="19" name="Freeform: Shape 18">
              <a:extLst>
                <a:ext uri="{FF2B5EF4-FFF2-40B4-BE49-F238E27FC236}">
                  <a16:creationId xmlns:a16="http://schemas.microsoft.com/office/drawing/2014/main" id="{1B15606F-816B-9080-4EBE-E0B9E3C913DC}"/>
                </a:ext>
              </a:extLst>
            </p:cNvPr>
            <p:cNvSpPr/>
            <p:nvPr/>
          </p:nvSpPr>
          <p:spPr>
            <a:xfrm>
              <a:off x="1316984" y="2168498"/>
              <a:ext cx="3591582" cy="525922"/>
            </a:xfrm>
            <a:custGeom>
              <a:avLst/>
              <a:gdLst>
                <a:gd name="connsiteX0" fmla="*/ 1427592 w 3591582"/>
                <a:gd name="connsiteY0" fmla="*/ 525922 h 525922"/>
                <a:gd name="connsiteX1" fmla="*/ 57985 w 3591582"/>
                <a:gd name="connsiteY1" fmla="*/ 525922 h 525922"/>
                <a:gd name="connsiteX2" fmla="*/ 38421 w 3591582"/>
                <a:gd name="connsiteY2" fmla="*/ 464810 h 525922"/>
                <a:gd name="connsiteX3" fmla="*/ 603472 w 3591582"/>
                <a:gd name="connsiteY3" fmla="*/ 61112 h 525922"/>
                <a:gd name="connsiteX4" fmla="*/ 794276 w 3591582"/>
                <a:gd name="connsiteY4" fmla="*/ 0 h 525922"/>
                <a:gd name="connsiteX5" fmla="*/ 3533595 w 3591582"/>
                <a:gd name="connsiteY5" fmla="*/ 0 h 525922"/>
                <a:gd name="connsiteX6" fmla="*/ 3553160 w 3591582"/>
                <a:gd name="connsiteY6" fmla="*/ 61112 h 525922"/>
                <a:gd name="connsiteX7" fmla="*/ 2988109 w 3591582"/>
                <a:gd name="connsiteY7" fmla="*/ 464810 h 525922"/>
                <a:gd name="connsiteX8" fmla="*/ 2797304 w 3591582"/>
                <a:gd name="connsiteY8" fmla="*/ 525922 h 525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1582" h="525922">
                  <a:moveTo>
                    <a:pt x="1427592" y="525922"/>
                  </a:moveTo>
                  <a:lnTo>
                    <a:pt x="57985" y="525922"/>
                  </a:lnTo>
                  <a:cubicBezTo>
                    <a:pt x="-12138" y="525922"/>
                    <a:pt x="-18660" y="505551"/>
                    <a:pt x="38421" y="464810"/>
                  </a:cubicBezTo>
                  <a:lnTo>
                    <a:pt x="603472" y="61112"/>
                  </a:lnTo>
                  <a:cubicBezTo>
                    <a:pt x="660555" y="20371"/>
                    <a:pt x="724150" y="0"/>
                    <a:pt x="794276" y="0"/>
                  </a:cubicBezTo>
                  <a:lnTo>
                    <a:pt x="3533595" y="0"/>
                  </a:lnTo>
                  <a:cubicBezTo>
                    <a:pt x="3603722" y="0"/>
                    <a:pt x="3610243" y="20371"/>
                    <a:pt x="3553160" y="61112"/>
                  </a:cubicBezTo>
                  <a:lnTo>
                    <a:pt x="2988109" y="464810"/>
                  </a:lnTo>
                  <a:cubicBezTo>
                    <a:pt x="2931025" y="505551"/>
                    <a:pt x="2867431" y="525922"/>
                    <a:pt x="2797304" y="525922"/>
                  </a:cubicBezTo>
                  <a:close/>
                </a:path>
              </a:pathLst>
            </a:custGeom>
            <a:solidFill>
              <a:srgbClr val="E6FFE6"/>
            </a:solidFill>
            <a:ln w="10515" cap="flat">
              <a:solidFill>
                <a:srgbClr val="45FFE0"/>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31E477FE-FC66-64F5-A7E1-57324161B041}"/>
                </a:ext>
              </a:extLst>
            </p:cNvPr>
            <p:cNvSpPr/>
            <p:nvPr/>
          </p:nvSpPr>
          <p:spPr>
            <a:xfrm>
              <a:off x="496679" y="4734472"/>
              <a:ext cx="911002" cy="331331"/>
            </a:xfrm>
            <a:custGeom>
              <a:avLst/>
              <a:gdLst>
                <a:gd name="connsiteX0" fmla="*/ 861356 w 911002"/>
                <a:gd name="connsiteY0" fmla="*/ 0 h 331331"/>
                <a:gd name="connsiteX1" fmla="*/ 911003 w 911002"/>
                <a:gd name="connsiteY1" fmla="*/ 49647 h 331331"/>
                <a:gd name="connsiteX2" fmla="*/ 911003 w 911002"/>
                <a:gd name="connsiteY2" fmla="*/ 281684 h 331331"/>
                <a:gd name="connsiteX3" fmla="*/ 861356 w 911002"/>
                <a:gd name="connsiteY3" fmla="*/ 331331 h 331331"/>
                <a:gd name="connsiteX4" fmla="*/ 49647 w 911002"/>
                <a:gd name="connsiteY4" fmla="*/ 331331 h 331331"/>
                <a:gd name="connsiteX5" fmla="*/ 0 w 911002"/>
                <a:gd name="connsiteY5" fmla="*/ 281684 h 331331"/>
                <a:gd name="connsiteX6" fmla="*/ 0 w 911002"/>
                <a:gd name="connsiteY6" fmla="*/ 49647 h 331331"/>
                <a:gd name="connsiteX7" fmla="*/ 49647 w 911002"/>
                <a:gd name="connsiteY7" fmla="*/ 0 h 33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1002" h="331331">
                  <a:moveTo>
                    <a:pt x="861356" y="0"/>
                  </a:moveTo>
                  <a:cubicBezTo>
                    <a:pt x="888775" y="0"/>
                    <a:pt x="911003" y="22228"/>
                    <a:pt x="911003" y="49647"/>
                  </a:cubicBezTo>
                  <a:lnTo>
                    <a:pt x="911003" y="281684"/>
                  </a:lnTo>
                  <a:cubicBezTo>
                    <a:pt x="911003" y="309103"/>
                    <a:pt x="888775" y="331331"/>
                    <a:pt x="861356" y="331331"/>
                  </a:cubicBezTo>
                  <a:lnTo>
                    <a:pt x="49647" y="331331"/>
                  </a:lnTo>
                  <a:cubicBezTo>
                    <a:pt x="22228" y="331331"/>
                    <a:pt x="0" y="309103"/>
                    <a:pt x="0" y="281684"/>
                  </a:cubicBezTo>
                  <a:lnTo>
                    <a:pt x="0" y="49647"/>
                  </a:lnTo>
                  <a:cubicBezTo>
                    <a:pt x="0" y="22228"/>
                    <a:pt x="22228" y="0"/>
                    <a:pt x="49647" y="0"/>
                  </a:cubicBezTo>
                  <a:close/>
                </a:path>
              </a:pathLst>
            </a:custGeom>
            <a:solidFill>
              <a:srgbClr val="FFFFFF"/>
            </a:solidFill>
            <a:ln w="10515" cap="flat">
              <a:solidFill>
                <a:srgbClr val="000000"/>
              </a:solidFill>
              <a:prstDash val="solid"/>
              <a:miter/>
            </a:ln>
          </p:spPr>
          <p:txBody>
            <a:bodyPr rtlCol="0" anchor="ctr"/>
            <a:lstStyle/>
            <a:p>
              <a:endParaRPr lang="en-US"/>
            </a:p>
          </p:txBody>
        </p:sp>
        <p:sp>
          <p:nvSpPr>
            <p:cNvPr id="21" name="TextBox 20">
              <a:extLst>
                <a:ext uri="{FF2B5EF4-FFF2-40B4-BE49-F238E27FC236}">
                  <a16:creationId xmlns:a16="http://schemas.microsoft.com/office/drawing/2014/main" id="{B2BE52E8-07BF-E165-F40D-388AECDAD49A}"/>
                </a:ext>
              </a:extLst>
            </p:cNvPr>
            <p:cNvSpPr txBox="1"/>
            <p:nvPr/>
          </p:nvSpPr>
          <p:spPr>
            <a:xfrm>
              <a:off x="476870" y="4757122"/>
              <a:ext cx="940208"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Section Level</a:t>
              </a:r>
            </a:p>
          </p:txBody>
        </p:sp>
        <p:sp>
          <p:nvSpPr>
            <p:cNvPr id="22" name="Freeform: Shape 21">
              <a:extLst>
                <a:ext uri="{FF2B5EF4-FFF2-40B4-BE49-F238E27FC236}">
                  <a16:creationId xmlns:a16="http://schemas.microsoft.com/office/drawing/2014/main" id="{F286F8BD-EEBF-3F43-E351-7BEF79B3DB61}"/>
                </a:ext>
              </a:extLst>
            </p:cNvPr>
            <p:cNvSpPr/>
            <p:nvPr/>
          </p:nvSpPr>
          <p:spPr>
            <a:xfrm>
              <a:off x="496679" y="3964522"/>
              <a:ext cx="745442" cy="331331"/>
            </a:xfrm>
            <a:custGeom>
              <a:avLst/>
              <a:gdLst>
                <a:gd name="connsiteX0" fmla="*/ 695795 w 745442"/>
                <a:gd name="connsiteY0" fmla="*/ 0 h 331331"/>
                <a:gd name="connsiteX1" fmla="*/ 745442 w 745442"/>
                <a:gd name="connsiteY1" fmla="*/ 49647 h 331331"/>
                <a:gd name="connsiteX2" fmla="*/ 745442 w 745442"/>
                <a:gd name="connsiteY2" fmla="*/ 281684 h 331331"/>
                <a:gd name="connsiteX3" fmla="*/ 695795 w 745442"/>
                <a:gd name="connsiteY3" fmla="*/ 331331 h 331331"/>
                <a:gd name="connsiteX4" fmla="*/ 49647 w 745442"/>
                <a:gd name="connsiteY4" fmla="*/ 331331 h 331331"/>
                <a:gd name="connsiteX5" fmla="*/ 0 w 745442"/>
                <a:gd name="connsiteY5" fmla="*/ 281684 h 331331"/>
                <a:gd name="connsiteX6" fmla="*/ 0 w 745442"/>
                <a:gd name="connsiteY6" fmla="*/ 49647 h 331331"/>
                <a:gd name="connsiteX7" fmla="*/ 49647 w 745442"/>
                <a:gd name="connsiteY7" fmla="*/ 0 h 33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5442" h="331331">
                  <a:moveTo>
                    <a:pt x="695795" y="0"/>
                  </a:moveTo>
                  <a:cubicBezTo>
                    <a:pt x="723215" y="0"/>
                    <a:pt x="745442" y="22228"/>
                    <a:pt x="745442" y="49647"/>
                  </a:cubicBezTo>
                  <a:lnTo>
                    <a:pt x="745442" y="281684"/>
                  </a:lnTo>
                  <a:cubicBezTo>
                    <a:pt x="745442" y="309103"/>
                    <a:pt x="723215" y="331331"/>
                    <a:pt x="695795" y="331331"/>
                  </a:cubicBezTo>
                  <a:lnTo>
                    <a:pt x="49647" y="331331"/>
                  </a:lnTo>
                  <a:cubicBezTo>
                    <a:pt x="22228" y="331331"/>
                    <a:pt x="0" y="309103"/>
                    <a:pt x="0" y="281684"/>
                  </a:cubicBezTo>
                  <a:lnTo>
                    <a:pt x="0" y="49647"/>
                  </a:lnTo>
                  <a:cubicBezTo>
                    <a:pt x="0" y="22228"/>
                    <a:pt x="22228" y="0"/>
                    <a:pt x="49647" y="0"/>
                  </a:cubicBezTo>
                  <a:close/>
                </a:path>
              </a:pathLst>
            </a:custGeom>
            <a:solidFill>
              <a:srgbClr val="FFFFFF"/>
            </a:solidFill>
            <a:ln w="10515" cap="flat">
              <a:solidFill>
                <a:srgbClr val="000000"/>
              </a:solidFill>
              <a:prstDash val="solid"/>
              <a:miter/>
            </a:ln>
          </p:spPr>
          <p:txBody>
            <a:bodyPr rtlCol="0" anchor="ctr"/>
            <a:lstStyle/>
            <a:p>
              <a:endParaRPr lang="en-US"/>
            </a:p>
          </p:txBody>
        </p:sp>
        <p:sp>
          <p:nvSpPr>
            <p:cNvPr id="23" name="TextBox 22">
              <a:extLst>
                <a:ext uri="{FF2B5EF4-FFF2-40B4-BE49-F238E27FC236}">
                  <a16:creationId xmlns:a16="http://schemas.microsoft.com/office/drawing/2014/main" id="{D7489819-9574-B063-302D-15B5331844F9}"/>
                </a:ext>
              </a:extLst>
            </p:cNvPr>
            <p:cNvSpPr txBox="1"/>
            <p:nvPr/>
          </p:nvSpPr>
          <p:spPr>
            <a:xfrm>
              <a:off x="451836" y="3987172"/>
              <a:ext cx="824505"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Lane  Level</a:t>
              </a:r>
            </a:p>
          </p:txBody>
        </p:sp>
        <p:sp>
          <p:nvSpPr>
            <p:cNvPr id="24" name="Freeform: Shape 23">
              <a:extLst>
                <a:ext uri="{FF2B5EF4-FFF2-40B4-BE49-F238E27FC236}">
                  <a16:creationId xmlns:a16="http://schemas.microsoft.com/office/drawing/2014/main" id="{9CAF555E-4FDA-DC3C-713F-3BD3B4493347}"/>
                </a:ext>
              </a:extLst>
            </p:cNvPr>
            <p:cNvSpPr/>
            <p:nvPr/>
          </p:nvSpPr>
          <p:spPr>
            <a:xfrm>
              <a:off x="496679" y="3265572"/>
              <a:ext cx="828222" cy="331331"/>
            </a:xfrm>
            <a:custGeom>
              <a:avLst/>
              <a:gdLst>
                <a:gd name="connsiteX0" fmla="*/ 778575 w 828222"/>
                <a:gd name="connsiteY0" fmla="*/ 0 h 331331"/>
                <a:gd name="connsiteX1" fmla="*/ 828222 w 828222"/>
                <a:gd name="connsiteY1" fmla="*/ 49647 h 331331"/>
                <a:gd name="connsiteX2" fmla="*/ 828222 w 828222"/>
                <a:gd name="connsiteY2" fmla="*/ 281684 h 331331"/>
                <a:gd name="connsiteX3" fmla="*/ 778575 w 828222"/>
                <a:gd name="connsiteY3" fmla="*/ 331331 h 331331"/>
                <a:gd name="connsiteX4" fmla="*/ 49647 w 828222"/>
                <a:gd name="connsiteY4" fmla="*/ 331331 h 331331"/>
                <a:gd name="connsiteX5" fmla="*/ 0 w 828222"/>
                <a:gd name="connsiteY5" fmla="*/ 281684 h 331331"/>
                <a:gd name="connsiteX6" fmla="*/ 0 w 828222"/>
                <a:gd name="connsiteY6" fmla="*/ 49647 h 331331"/>
                <a:gd name="connsiteX7" fmla="*/ 49647 w 828222"/>
                <a:gd name="connsiteY7" fmla="*/ 0 h 33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8222" h="331331">
                  <a:moveTo>
                    <a:pt x="778575" y="0"/>
                  </a:moveTo>
                  <a:cubicBezTo>
                    <a:pt x="805995" y="0"/>
                    <a:pt x="828222" y="22228"/>
                    <a:pt x="828222" y="49647"/>
                  </a:cubicBezTo>
                  <a:lnTo>
                    <a:pt x="828222" y="281684"/>
                  </a:lnTo>
                  <a:cubicBezTo>
                    <a:pt x="828222" y="309103"/>
                    <a:pt x="805995" y="331331"/>
                    <a:pt x="778575" y="331331"/>
                  </a:cubicBezTo>
                  <a:lnTo>
                    <a:pt x="49647" y="331331"/>
                  </a:lnTo>
                  <a:cubicBezTo>
                    <a:pt x="22228" y="331331"/>
                    <a:pt x="0" y="309103"/>
                    <a:pt x="0" y="281684"/>
                  </a:cubicBezTo>
                  <a:lnTo>
                    <a:pt x="0" y="49647"/>
                  </a:lnTo>
                  <a:cubicBezTo>
                    <a:pt x="0" y="22228"/>
                    <a:pt x="22228" y="0"/>
                    <a:pt x="49647" y="0"/>
                  </a:cubicBezTo>
                  <a:close/>
                </a:path>
              </a:pathLst>
            </a:custGeom>
            <a:solidFill>
              <a:srgbClr val="FFFFFF"/>
            </a:solidFill>
            <a:ln w="10515" cap="flat">
              <a:solidFill>
                <a:srgbClr val="000000"/>
              </a:solidFill>
              <a:prstDash val="solid"/>
              <a:miter/>
            </a:ln>
          </p:spPr>
          <p:txBody>
            <a:bodyPr rtlCol="0" anchor="ctr"/>
            <a:lstStyle/>
            <a:p>
              <a:endParaRPr lang="en-US"/>
            </a:p>
          </p:txBody>
        </p:sp>
        <p:sp>
          <p:nvSpPr>
            <p:cNvPr id="25" name="TextBox 24">
              <a:extLst>
                <a:ext uri="{FF2B5EF4-FFF2-40B4-BE49-F238E27FC236}">
                  <a16:creationId xmlns:a16="http://schemas.microsoft.com/office/drawing/2014/main" id="{82965349-9502-06BA-E769-3F1CC450E6E2}"/>
                </a:ext>
              </a:extLst>
            </p:cNvPr>
            <p:cNvSpPr txBox="1"/>
            <p:nvPr/>
          </p:nvSpPr>
          <p:spPr>
            <a:xfrm>
              <a:off x="461723" y="3288221"/>
              <a:ext cx="887615"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Object Level</a:t>
              </a:r>
            </a:p>
          </p:txBody>
        </p:sp>
        <p:sp>
          <p:nvSpPr>
            <p:cNvPr id="26" name="Freeform: Shape 25">
              <a:extLst>
                <a:ext uri="{FF2B5EF4-FFF2-40B4-BE49-F238E27FC236}">
                  <a16:creationId xmlns:a16="http://schemas.microsoft.com/office/drawing/2014/main" id="{440CC2CE-38C7-454C-369B-163FB93834B0}"/>
                </a:ext>
              </a:extLst>
            </p:cNvPr>
            <p:cNvSpPr/>
            <p:nvPr/>
          </p:nvSpPr>
          <p:spPr>
            <a:xfrm>
              <a:off x="4161674" y="3151924"/>
              <a:ext cx="178077" cy="178067"/>
            </a:xfrm>
            <a:custGeom>
              <a:avLst/>
              <a:gdLst>
                <a:gd name="connsiteX0" fmla="*/ 178077 w 178077"/>
                <a:gd name="connsiteY0" fmla="*/ 89034 h 178067"/>
                <a:gd name="connsiteX1" fmla="*/ 89039 w 178077"/>
                <a:gd name="connsiteY1" fmla="*/ 178068 h 178067"/>
                <a:gd name="connsiteX2" fmla="*/ 0 w 178077"/>
                <a:gd name="connsiteY2" fmla="*/ 89034 h 178067"/>
                <a:gd name="connsiteX3" fmla="*/ 89039 w 178077"/>
                <a:gd name="connsiteY3" fmla="*/ 0 h 178067"/>
                <a:gd name="connsiteX4" fmla="*/ 178077 w 178077"/>
                <a:gd name="connsiteY4" fmla="*/ 89034 h 178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077" h="178067">
                  <a:moveTo>
                    <a:pt x="178077" y="89034"/>
                  </a:moveTo>
                  <a:cubicBezTo>
                    <a:pt x="178077" y="138206"/>
                    <a:pt x="138213" y="178068"/>
                    <a:pt x="89039" y="178068"/>
                  </a:cubicBezTo>
                  <a:cubicBezTo>
                    <a:pt x="39864" y="178068"/>
                    <a:pt x="0" y="138206"/>
                    <a:pt x="0" y="89034"/>
                  </a:cubicBezTo>
                  <a:cubicBezTo>
                    <a:pt x="0" y="39862"/>
                    <a:pt x="39864" y="0"/>
                    <a:pt x="89039" y="0"/>
                  </a:cubicBezTo>
                  <a:cubicBezTo>
                    <a:pt x="138213" y="0"/>
                    <a:pt x="178077" y="39862"/>
                    <a:pt x="178077" y="89034"/>
                  </a:cubicBezTo>
                  <a:close/>
                </a:path>
              </a:pathLst>
            </a:custGeom>
            <a:noFill/>
            <a:ln w="21030" cap="flat">
              <a:solidFill>
                <a:srgbClr val="FF0000"/>
              </a:solidFill>
              <a:prstDash val="solid"/>
              <a:miter/>
            </a:ln>
          </p:spPr>
          <p:txBody>
            <a:bodyPr rtlCol="0" anchor="ctr"/>
            <a:lstStyle/>
            <a:p>
              <a:endParaRPr lang="en-US"/>
            </a:p>
          </p:txBody>
        </p:sp>
        <p:sp>
          <p:nvSpPr>
            <p:cNvPr id="27" name="TextBox 26">
              <a:extLst>
                <a:ext uri="{FF2B5EF4-FFF2-40B4-BE49-F238E27FC236}">
                  <a16:creationId xmlns:a16="http://schemas.microsoft.com/office/drawing/2014/main" id="{97442127-FBBA-8557-AF7E-298D86742AFA}"/>
                </a:ext>
              </a:extLst>
            </p:cNvPr>
            <p:cNvSpPr txBox="1"/>
            <p:nvPr/>
          </p:nvSpPr>
          <p:spPr>
            <a:xfrm>
              <a:off x="4070918" y="3122030"/>
              <a:ext cx="340656" cy="207142"/>
            </a:xfrm>
            <a:prstGeom prst="rect">
              <a:avLst/>
            </a:prstGeom>
            <a:noFill/>
          </p:spPr>
          <p:txBody>
            <a:bodyPr wrap="none" rtlCol="0">
              <a:spAutoFit/>
            </a:bodyPr>
            <a:lstStyle/>
            <a:p>
              <a:pPr algn="l"/>
              <a:r>
                <a:rPr lang="en-US" sz="675" b="1" spc="0" baseline="0">
                  <a:ln/>
                  <a:solidFill>
                    <a:srgbClr val="000000"/>
                  </a:solidFill>
                  <a:latin typeface="Helvetica"/>
                  <a:cs typeface="Helvetica"/>
                  <a:sym typeface="Helvetica"/>
                  <a:rtl val="0"/>
                </a:rPr>
                <a:t>100</a:t>
              </a:r>
            </a:p>
          </p:txBody>
        </p:sp>
        <p:sp>
          <p:nvSpPr>
            <p:cNvPr id="28" name="Freeform: Shape 27">
              <a:extLst>
                <a:ext uri="{FF2B5EF4-FFF2-40B4-BE49-F238E27FC236}">
                  <a16:creationId xmlns:a16="http://schemas.microsoft.com/office/drawing/2014/main" id="{7BE01AEF-DFAC-D360-21EC-154A9E7F476F}"/>
                </a:ext>
              </a:extLst>
            </p:cNvPr>
            <p:cNvSpPr/>
            <p:nvPr/>
          </p:nvSpPr>
          <p:spPr>
            <a:xfrm>
              <a:off x="3783694" y="3551670"/>
              <a:ext cx="157355" cy="157362"/>
            </a:xfrm>
            <a:custGeom>
              <a:avLst/>
              <a:gdLst>
                <a:gd name="connsiteX0" fmla="*/ 157356 w 157355"/>
                <a:gd name="connsiteY0" fmla="*/ 78681 h 157362"/>
                <a:gd name="connsiteX1" fmla="*/ 78678 w 157355"/>
                <a:gd name="connsiteY1" fmla="*/ 157362 h 157362"/>
                <a:gd name="connsiteX2" fmla="*/ 0 w 157355"/>
                <a:gd name="connsiteY2" fmla="*/ 78681 h 157362"/>
                <a:gd name="connsiteX3" fmla="*/ 78678 w 157355"/>
                <a:gd name="connsiteY3" fmla="*/ 0 h 157362"/>
                <a:gd name="connsiteX4" fmla="*/ 157356 w 157355"/>
                <a:gd name="connsiteY4" fmla="*/ 78681 h 157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355" h="157362">
                  <a:moveTo>
                    <a:pt x="157356" y="78681"/>
                  </a:moveTo>
                  <a:cubicBezTo>
                    <a:pt x="157356" y="122135"/>
                    <a:pt x="122131" y="157362"/>
                    <a:pt x="78678" y="157362"/>
                  </a:cubicBezTo>
                  <a:cubicBezTo>
                    <a:pt x="35225" y="157362"/>
                    <a:pt x="0" y="122135"/>
                    <a:pt x="0" y="78681"/>
                  </a:cubicBezTo>
                  <a:cubicBezTo>
                    <a:pt x="0" y="35227"/>
                    <a:pt x="35225" y="0"/>
                    <a:pt x="78678" y="0"/>
                  </a:cubicBezTo>
                  <a:cubicBezTo>
                    <a:pt x="122131" y="0"/>
                    <a:pt x="157356" y="35227"/>
                    <a:pt x="157356" y="78681"/>
                  </a:cubicBezTo>
                  <a:close/>
                </a:path>
              </a:pathLst>
            </a:custGeom>
            <a:noFill/>
            <a:ln w="21030" cap="flat">
              <a:solidFill>
                <a:srgbClr val="FF0000"/>
              </a:solidFill>
              <a:prstDash val="solid"/>
              <a:miter/>
            </a:ln>
          </p:spPr>
          <p:txBody>
            <a:bodyPr rtlCol="0" anchor="ctr"/>
            <a:lstStyle/>
            <a:p>
              <a:endParaRPr lang="en-US"/>
            </a:p>
          </p:txBody>
        </p:sp>
        <p:sp>
          <p:nvSpPr>
            <p:cNvPr id="29" name="TextBox 28">
              <a:extLst>
                <a:ext uri="{FF2B5EF4-FFF2-40B4-BE49-F238E27FC236}">
                  <a16:creationId xmlns:a16="http://schemas.microsoft.com/office/drawing/2014/main" id="{F95318B9-5924-26B5-E029-715DE12D1E55}"/>
                </a:ext>
              </a:extLst>
            </p:cNvPr>
            <p:cNvSpPr txBox="1"/>
            <p:nvPr/>
          </p:nvSpPr>
          <p:spPr>
            <a:xfrm>
              <a:off x="3708031" y="3511212"/>
              <a:ext cx="288064" cy="207142"/>
            </a:xfrm>
            <a:prstGeom prst="rect">
              <a:avLst/>
            </a:prstGeom>
            <a:noFill/>
          </p:spPr>
          <p:txBody>
            <a:bodyPr wrap="none" rtlCol="0">
              <a:spAutoFit/>
            </a:bodyPr>
            <a:lstStyle/>
            <a:p>
              <a:pPr algn="l"/>
              <a:r>
                <a:rPr lang="en-US" sz="675" b="1" spc="0" baseline="0">
                  <a:ln/>
                  <a:solidFill>
                    <a:srgbClr val="000000"/>
                  </a:solidFill>
                  <a:latin typeface="Helvetica"/>
                  <a:cs typeface="Helvetica"/>
                  <a:sym typeface="Helvetica"/>
                  <a:rtl val="0"/>
                </a:rPr>
                <a:t>60</a:t>
              </a:r>
            </a:p>
          </p:txBody>
        </p:sp>
        <p:sp>
          <p:nvSpPr>
            <p:cNvPr id="30" name="Freeform: Shape 29">
              <a:extLst>
                <a:ext uri="{FF2B5EF4-FFF2-40B4-BE49-F238E27FC236}">
                  <a16:creationId xmlns:a16="http://schemas.microsoft.com/office/drawing/2014/main" id="{A99A3566-B374-F855-FCDD-BA4946359901}"/>
                </a:ext>
              </a:extLst>
            </p:cNvPr>
            <p:cNvSpPr/>
            <p:nvPr/>
          </p:nvSpPr>
          <p:spPr>
            <a:xfrm>
              <a:off x="3347178" y="4052246"/>
              <a:ext cx="405906" cy="358468"/>
            </a:xfrm>
            <a:custGeom>
              <a:avLst/>
              <a:gdLst>
                <a:gd name="connsiteX0" fmla="*/ 0 w 405906"/>
                <a:gd name="connsiteY0" fmla="*/ 358469 h 358468"/>
                <a:gd name="connsiteX1" fmla="*/ 405907 w 405906"/>
                <a:gd name="connsiteY1" fmla="*/ 0 h 358468"/>
              </a:gdLst>
              <a:ahLst/>
              <a:cxnLst>
                <a:cxn ang="0">
                  <a:pos x="connsiteX0" y="connsiteY0"/>
                </a:cxn>
                <a:cxn ang="0">
                  <a:pos x="connsiteX1" y="connsiteY1"/>
                </a:cxn>
              </a:cxnLst>
              <a:rect l="l" t="t" r="r" b="b"/>
              <a:pathLst>
                <a:path w="405906" h="358468">
                  <a:moveTo>
                    <a:pt x="0" y="358469"/>
                  </a:moveTo>
                  <a:lnTo>
                    <a:pt x="405907" y="0"/>
                  </a:lnTo>
                </a:path>
              </a:pathLst>
            </a:custGeom>
            <a:noFill/>
            <a:ln w="10515" cap="flat">
              <a:solidFill>
                <a:srgbClr val="666666"/>
              </a:solidFill>
              <a:prstDash val="sysDot"/>
              <a:miter/>
            </a:ln>
          </p:spPr>
          <p:txBody>
            <a:bodyPr rtlCol="0" anchor="ctr"/>
            <a:lstStyle/>
            <a:p>
              <a:endParaRPr lang="en-US"/>
            </a:p>
          </p:txBody>
        </p:sp>
        <p:sp>
          <p:nvSpPr>
            <p:cNvPr id="31" name="Freeform: Shape 30">
              <a:extLst>
                <a:ext uri="{FF2B5EF4-FFF2-40B4-BE49-F238E27FC236}">
                  <a16:creationId xmlns:a16="http://schemas.microsoft.com/office/drawing/2014/main" id="{A79C04BA-20A3-B1FE-8FD3-3036C360565A}"/>
                </a:ext>
              </a:extLst>
            </p:cNvPr>
            <p:cNvSpPr/>
            <p:nvPr/>
          </p:nvSpPr>
          <p:spPr>
            <a:xfrm>
              <a:off x="1964318" y="4050879"/>
              <a:ext cx="973482" cy="10518"/>
            </a:xfrm>
            <a:custGeom>
              <a:avLst/>
              <a:gdLst>
                <a:gd name="connsiteX0" fmla="*/ 0 w 973482"/>
                <a:gd name="connsiteY0" fmla="*/ 0 h 10518"/>
                <a:gd name="connsiteX1" fmla="*/ 973482 w 973482"/>
                <a:gd name="connsiteY1" fmla="*/ 0 h 10518"/>
              </a:gdLst>
              <a:ahLst/>
              <a:cxnLst>
                <a:cxn ang="0">
                  <a:pos x="connsiteX0" y="connsiteY0"/>
                </a:cxn>
                <a:cxn ang="0">
                  <a:pos x="connsiteX1" y="connsiteY1"/>
                </a:cxn>
              </a:cxnLst>
              <a:rect l="l" t="t" r="r" b="b"/>
              <a:pathLst>
                <a:path w="973482" h="10518">
                  <a:moveTo>
                    <a:pt x="0" y="0"/>
                  </a:moveTo>
                  <a:lnTo>
                    <a:pt x="973482" y="0"/>
                  </a:lnTo>
                </a:path>
              </a:pathLst>
            </a:custGeom>
            <a:noFill/>
            <a:ln w="21030" cap="flat">
              <a:solidFill>
                <a:srgbClr val="0000FF"/>
              </a:solidFill>
              <a:prstDash val="sysDot"/>
              <a:miter/>
            </a:ln>
          </p:spPr>
          <p:txBody>
            <a:bodyPr rtlCol="0" anchor="ctr"/>
            <a:lstStyle/>
            <a:p>
              <a:endParaRPr lang="en-US"/>
            </a:p>
          </p:txBody>
        </p:sp>
        <p:sp>
          <p:nvSpPr>
            <p:cNvPr id="32" name="Freeform: Shape 31">
              <a:extLst>
                <a:ext uri="{FF2B5EF4-FFF2-40B4-BE49-F238E27FC236}">
                  <a16:creationId xmlns:a16="http://schemas.microsoft.com/office/drawing/2014/main" id="{9C17171F-D945-279B-3D1F-650E85A07D5B}"/>
                </a:ext>
              </a:extLst>
            </p:cNvPr>
            <p:cNvSpPr/>
            <p:nvPr/>
          </p:nvSpPr>
          <p:spPr>
            <a:xfrm>
              <a:off x="1829787" y="4173734"/>
              <a:ext cx="973482" cy="10518"/>
            </a:xfrm>
            <a:custGeom>
              <a:avLst/>
              <a:gdLst>
                <a:gd name="connsiteX0" fmla="*/ 0 w 973482"/>
                <a:gd name="connsiteY0" fmla="*/ 0 h 10518"/>
                <a:gd name="connsiteX1" fmla="*/ 973482 w 973482"/>
                <a:gd name="connsiteY1" fmla="*/ 0 h 10518"/>
              </a:gdLst>
              <a:ahLst/>
              <a:cxnLst>
                <a:cxn ang="0">
                  <a:pos x="connsiteX0" y="connsiteY0"/>
                </a:cxn>
                <a:cxn ang="0">
                  <a:pos x="connsiteX1" y="connsiteY1"/>
                </a:cxn>
              </a:cxnLst>
              <a:rect l="l" t="t" r="r" b="b"/>
              <a:pathLst>
                <a:path w="973482" h="10518">
                  <a:moveTo>
                    <a:pt x="0" y="0"/>
                  </a:moveTo>
                  <a:lnTo>
                    <a:pt x="973482" y="0"/>
                  </a:lnTo>
                </a:path>
              </a:pathLst>
            </a:custGeom>
            <a:noFill/>
            <a:ln w="21030" cap="flat">
              <a:solidFill>
                <a:srgbClr val="0000FF"/>
              </a:solidFill>
              <a:prstDash val="sysDot"/>
              <a:miter/>
            </a:ln>
          </p:spPr>
          <p:txBody>
            <a:bodyPr rtlCol="0" anchor="ctr"/>
            <a:lstStyle/>
            <a:p>
              <a:endParaRPr lang="en-US"/>
            </a:p>
          </p:txBody>
        </p:sp>
        <p:sp>
          <p:nvSpPr>
            <p:cNvPr id="33" name="Freeform: Shape 32">
              <a:extLst>
                <a:ext uri="{FF2B5EF4-FFF2-40B4-BE49-F238E27FC236}">
                  <a16:creationId xmlns:a16="http://schemas.microsoft.com/office/drawing/2014/main" id="{67357712-91DD-011F-2A87-1C3BCD13B2C4}"/>
                </a:ext>
              </a:extLst>
            </p:cNvPr>
            <p:cNvSpPr/>
            <p:nvPr/>
          </p:nvSpPr>
          <p:spPr>
            <a:xfrm>
              <a:off x="1653393" y="4295222"/>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21030" cap="flat">
              <a:solidFill>
                <a:srgbClr val="0000FF"/>
              </a:solidFill>
              <a:prstDash val="sysDot"/>
              <a:miter/>
            </a:ln>
          </p:spPr>
          <p:txBody>
            <a:bodyPr rtlCol="0" anchor="ctr"/>
            <a:lstStyle/>
            <a:p>
              <a:endParaRPr lang="en-US"/>
            </a:p>
          </p:txBody>
        </p:sp>
        <p:sp>
          <p:nvSpPr>
            <p:cNvPr id="34" name="Freeform: Shape 33">
              <a:extLst>
                <a:ext uri="{FF2B5EF4-FFF2-40B4-BE49-F238E27FC236}">
                  <a16:creationId xmlns:a16="http://schemas.microsoft.com/office/drawing/2014/main" id="{FEAA8C7B-6932-9F41-9E09-D3D61C977A71}"/>
                </a:ext>
              </a:extLst>
            </p:cNvPr>
            <p:cNvSpPr/>
            <p:nvPr/>
          </p:nvSpPr>
          <p:spPr>
            <a:xfrm>
              <a:off x="2961467" y="4052351"/>
              <a:ext cx="775840" cy="10518"/>
            </a:xfrm>
            <a:custGeom>
              <a:avLst/>
              <a:gdLst>
                <a:gd name="connsiteX0" fmla="*/ 0 w 775840"/>
                <a:gd name="connsiteY0" fmla="*/ 0 h 10518"/>
                <a:gd name="connsiteX1" fmla="*/ 775841 w 775840"/>
                <a:gd name="connsiteY1" fmla="*/ 0 h 10518"/>
              </a:gdLst>
              <a:ahLst/>
              <a:cxnLst>
                <a:cxn ang="0">
                  <a:pos x="connsiteX0" y="connsiteY0"/>
                </a:cxn>
                <a:cxn ang="0">
                  <a:pos x="connsiteX1" y="connsiteY1"/>
                </a:cxn>
              </a:cxnLst>
              <a:rect l="l" t="t" r="r" b="b"/>
              <a:pathLst>
                <a:path w="775840" h="10518">
                  <a:moveTo>
                    <a:pt x="0" y="0"/>
                  </a:moveTo>
                  <a:lnTo>
                    <a:pt x="775841" y="0"/>
                  </a:lnTo>
                </a:path>
              </a:pathLst>
            </a:custGeom>
            <a:noFill/>
            <a:ln w="21030" cap="flat">
              <a:solidFill>
                <a:srgbClr val="0000FF"/>
              </a:solidFill>
              <a:prstDash val="sysDot"/>
              <a:miter/>
            </a:ln>
          </p:spPr>
          <p:txBody>
            <a:bodyPr rtlCol="0" anchor="ctr"/>
            <a:lstStyle/>
            <a:p>
              <a:endParaRPr lang="en-US"/>
            </a:p>
          </p:txBody>
        </p:sp>
        <p:sp>
          <p:nvSpPr>
            <p:cNvPr id="35" name="Freeform: Shape 34">
              <a:extLst>
                <a:ext uri="{FF2B5EF4-FFF2-40B4-BE49-F238E27FC236}">
                  <a16:creationId xmlns:a16="http://schemas.microsoft.com/office/drawing/2014/main" id="{36140BD0-E120-97AD-53FD-C022A06A7B0B}"/>
                </a:ext>
              </a:extLst>
            </p:cNvPr>
            <p:cNvSpPr/>
            <p:nvPr/>
          </p:nvSpPr>
          <p:spPr>
            <a:xfrm>
              <a:off x="2826936" y="4175207"/>
              <a:ext cx="783729" cy="10518"/>
            </a:xfrm>
            <a:custGeom>
              <a:avLst/>
              <a:gdLst>
                <a:gd name="connsiteX0" fmla="*/ 0 w 783729"/>
                <a:gd name="connsiteY0" fmla="*/ 0 h 10518"/>
                <a:gd name="connsiteX1" fmla="*/ 783729 w 783729"/>
                <a:gd name="connsiteY1" fmla="*/ 0 h 10518"/>
              </a:gdLst>
              <a:ahLst/>
              <a:cxnLst>
                <a:cxn ang="0">
                  <a:pos x="connsiteX0" y="connsiteY0"/>
                </a:cxn>
                <a:cxn ang="0">
                  <a:pos x="connsiteX1" y="connsiteY1"/>
                </a:cxn>
              </a:cxnLst>
              <a:rect l="l" t="t" r="r" b="b"/>
              <a:pathLst>
                <a:path w="783729" h="10518">
                  <a:moveTo>
                    <a:pt x="0" y="0"/>
                  </a:moveTo>
                  <a:lnTo>
                    <a:pt x="783729" y="0"/>
                  </a:lnTo>
                </a:path>
              </a:pathLst>
            </a:custGeom>
            <a:noFill/>
            <a:ln w="21030" cap="flat">
              <a:solidFill>
                <a:srgbClr val="0000FF"/>
              </a:solidFill>
              <a:prstDash val="sysDot"/>
              <a:miter/>
            </a:ln>
          </p:spPr>
          <p:txBody>
            <a:bodyPr rtlCol="0" anchor="ctr"/>
            <a:lstStyle/>
            <a:p>
              <a:endParaRPr lang="en-US"/>
            </a:p>
          </p:txBody>
        </p:sp>
        <p:sp>
          <p:nvSpPr>
            <p:cNvPr id="36" name="Freeform: Shape 35">
              <a:extLst>
                <a:ext uri="{FF2B5EF4-FFF2-40B4-BE49-F238E27FC236}">
                  <a16:creationId xmlns:a16="http://schemas.microsoft.com/office/drawing/2014/main" id="{E39DA6B5-322C-0989-56A6-094EF00A3830}"/>
                </a:ext>
              </a:extLst>
            </p:cNvPr>
            <p:cNvSpPr/>
            <p:nvPr/>
          </p:nvSpPr>
          <p:spPr>
            <a:xfrm>
              <a:off x="2650647" y="4296695"/>
              <a:ext cx="817493" cy="10518"/>
            </a:xfrm>
            <a:custGeom>
              <a:avLst/>
              <a:gdLst>
                <a:gd name="connsiteX0" fmla="*/ 0 w 817493"/>
                <a:gd name="connsiteY0" fmla="*/ 0 h 10518"/>
                <a:gd name="connsiteX1" fmla="*/ 817494 w 817493"/>
                <a:gd name="connsiteY1" fmla="*/ 0 h 10518"/>
              </a:gdLst>
              <a:ahLst/>
              <a:cxnLst>
                <a:cxn ang="0">
                  <a:pos x="connsiteX0" y="connsiteY0"/>
                </a:cxn>
                <a:cxn ang="0">
                  <a:pos x="connsiteX1" y="connsiteY1"/>
                </a:cxn>
              </a:cxnLst>
              <a:rect l="l" t="t" r="r" b="b"/>
              <a:pathLst>
                <a:path w="817493" h="10518">
                  <a:moveTo>
                    <a:pt x="0" y="0"/>
                  </a:moveTo>
                  <a:lnTo>
                    <a:pt x="817494" y="0"/>
                  </a:lnTo>
                </a:path>
              </a:pathLst>
            </a:custGeom>
            <a:noFill/>
            <a:ln w="21030" cap="flat">
              <a:solidFill>
                <a:srgbClr val="0000FF"/>
              </a:solidFill>
              <a:prstDash val="sysDot"/>
              <a:miter/>
            </a:ln>
          </p:spPr>
          <p:txBody>
            <a:bodyPr rtlCol="0" anchor="ctr"/>
            <a:lstStyle/>
            <a:p>
              <a:endParaRPr lang="en-US"/>
            </a:p>
          </p:txBody>
        </p:sp>
        <p:sp>
          <p:nvSpPr>
            <p:cNvPr id="37" name="Freeform: Shape 36">
              <a:extLst>
                <a:ext uri="{FF2B5EF4-FFF2-40B4-BE49-F238E27FC236}">
                  <a16:creationId xmlns:a16="http://schemas.microsoft.com/office/drawing/2014/main" id="{B593D81A-012A-E612-AFD8-ED280C495291}"/>
                </a:ext>
              </a:extLst>
            </p:cNvPr>
            <p:cNvSpPr/>
            <p:nvPr/>
          </p:nvSpPr>
          <p:spPr>
            <a:xfrm>
              <a:off x="2897304" y="4415658"/>
              <a:ext cx="593556" cy="4312"/>
            </a:xfrm>
            <a:custGeom>
              <a:avLst/>
              <a:gdLst>
                <a:gd name="connsiteX0" fmla="*/ 0 w 593556"/>
                <a:gd name="connsiteY0" fmla="*/ 0 h 4312"/>
                <a:gd name="connsiteX1" fmla="*/ 593556 w 593556"/>
                <a:gd name="connsiteY1" fmla="*/ 4313 h 4312"/>
              </a:gdLst>
              <a:ahLst/>
              <a:cxnLst>
                <a:cxn ang="0">
                  <a:pos x="connsiteX0" y="connsiteY0"/>
                </a:cxn>
                <a:cxn ang="0">
                  <a:pos x="connsiteX1" y="connsiteY1"/>
                </a:cxn>
              </a:cxnLst>
              <a:rect l="l" t="t" r="r" b="b"/>
              <a:pathLst>
                <a:path w="593556" h="4312">
                  <a:moveTo>
                    <a:pt x="0" y="0"/>
                  </a:moveTo>
                  <a:lnTo>
                    <a:pt x="593556" y="4313"/>
                  </a:lnTo>
                </a:path>
              </a:pathLst>
            </a:custGeom>
            <a:noFill/>
            <a:ln w="21030" cap="flat">
              <a:solidFill>
                <a:srgbClr val="0000FF"/>
              </a:solidFill>
              <a:prstDash val="sysDot"/>
              <a:miter/>
            </a:ln>
          </p:spPr>
          <p:txBody>
            <a:bodyPr rtlCol="0" anchor="ctr"/>
            <a:lstStyle/>
            <a:p>
              <a:endParaRPr lang="en-US"/>
            </a:p>
          </p:txBody>
        </p:sp>
        <p:sp>
          <p:nvSpPr>
            <p:cNvPr id="38" name="Freeform: Shape 37">
              <a:extLst>
                <a:ext uri="{FF2B5EF4-FFF2-40B4-BE49-F238E27FC236}">
                  <a16:creationId xmlns:a16="http://schemas.microsoft.com/office/drawing/2014/main" id="{2FE6A6E6-B2D8-E2A4-1F0F-8EF97EFFCC83}"/>
                </a:ext>
              </a:extLst>
            </p:cNvPr>
            <p:cNvSpPr/>
            <p:nvPr/>
          </p:nvSpPr>
          <p:spPr>
            <a:xfrm>
              <a:off x="2580699" y="4288911"/>
              <a:ext cx="324493" cy="126736"/>
            </a:xfrm>
            <a:custGeom>
              <a:avLst/>
              <a:gdLst>
                <a:gd name="connsiteX0" fmla="*/ 0 w 324493"/>
                <a:gd name="connsiteY0" fmla="*/ 0 h 126736"/>
                <a:gd name="connsiteX1" fmla="*/ 146417 w 324493"/>
                <a:gd name="connsiteY1" fmla="*/ 65530 h 126736"/>
                <a:gd name="connsiteX2" fmla="*/ 324494 w 324493"/>
                <a:gd name="connsiteY2" fmla="*/ 126432 h 126736"/>
              </a:gdLst>
              <a:ahLst/>
              <a:cxnLst>
                <a:cxn ang="0">
                  <a:pos x="connsiteX0" y="connsiteY0"/>
                </a:cxn>
                <a:cxn ang="0">
                  <a:pos x="connsiteX1" y="connsiteY1"/>
                </a:cxn>
                <a:cxn ang="0">
                  <a:pos x="connsiteX2" y="connsiteY2"/>
                </a:cxn>
              </a:cxnLst>
              <a:rect l="l" t="t" r="r" b="b"/>
              <a:pathLst>
                <a:path w="324493" h="126736">
                  <a:moveTo>
                    <a:pt x="0" y="0"/>
                  </a:moveTo>
                  <a:cubicBezTo>
                    <a:pt x="57988" y="0"/>
                    <a:pt x="106794" y="21847"/>
                    <a:pt x="146417" y="65530"/>
                  </a:cubicBezTo>
                  <a:cubicBezTo>
                    <a:pt x="185966" y="109213"/>
                    <a:pt x="245322" y="129514"/>
                    <a:pt x="324494" y="126432"/>
                  </a:cubicBezTo>
                </a:path>
              </a:pathLst>
            </a:custGeom>
            <a:noFill/>
            <a:ln w="21030" cap="flat">
              <a:solidFill>
                <a:srgbClr val="0000FF"/>
              </a:solidFill>
              <a:prstDash val="sysDot"/>
              <a:miter/>
            </a:ln>
          </p:spPr>
          <p:txBody>
            <a:bodyPr rtlCol="0" anchor="ctr"/>
            <a:lstStyle/>
            <a:p>
              <a:endParaRPr lang="en-US"/>
            </a:p>
          </p:txBody>
        </p:sp>
        <p:sp>
          <p:nvSpPr>
            <p:cNvPr id="39" name="Freeform: Shape 38">
              <a:extLst>
                <a:ext uri="{FF2B5EF4-FFF2-40B4-BE49-F238E27FC236}">
                  <a16:creationId xmlns:a16="http://schemas.microsoft.com/office/drawing/2014/main" id="{8B19B323-612B-7CC8-A8C7-2F7BB2AB4C88}"/>
                </a:ext>
              </a:extLst>
            </p:cNvPr>
            <p:cNvSpPr/>
            <p:nvPr/>
          </p:nvSpPr>
          <p:spPr>
            <a:xfrm>
              <a:off x="3482971" y="4294170"/>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21030" cap="flat">
              <a:solidFill>
                <a:srgbClr val="0000FF"/>
              </a:solidFill>
              <a:prstDash val="sysDot"/>
              <a:miter/>
            </a:ln>
          </p:spPr>
          <p:txBody>
            <a:bodyPr rtlCol="0" anchor="ctr"/>
            <a:lstStyle/>
            <a:p>
              <a:endParaRPr lang="en-US"/>
            </a:p>
          </p:txBody>
        </p:sp>
        <p:sp>
          <p:nvSpPr>
            <p:cNvPr id="40" name="Freeform: Shape 39">
              <a:extLst>
                <a:ext uri="{FF2B5EF4-FFF2-40B4-BE49-F238E27FC236}">
                  <a16:creationId xmlns:a16="http://schemas.microsoft.com/office/drawing/2014/main" id="{F2EB7EDA-3FD9-1191-CF2D-221A34318ED6}"/>
                </a:ext>
              </a:extLst>
            </p:cNvPr>
            <p:cNvSpPr/>
            <p:nvPr/>
          </p:nvSpPr>
          <p:spPr>
            <a:xfrm>
              <a:off x="3657157" y="4294381"/>
              <a:ext cx="599656" cy="33027"/>
            </a:xfrm>
            <a:custGeom>
              <a:avLst/>
              <a:gdLst>
                <a:gd name="connsiteX0" fmla="*/ 0 w 599656"/>
                <a:gd name="connsiteY0" fmla="*/ 0 h 33027"/>
                <a:gd name="connsiteX1" fmla="*/ 599657 w 599656"/>
                <a:gd name="connsiteY1" fmla="*/ 33028 h 33027"/>
              </a:gdLst>
              <a:ahLst/>
              <a:cxnLst>
                <a:cxn ang="0">
                  <a:pos x="connsiteX0" y="connsiteY0"/>
                </a:cxn>
                <a:cxn ang="0">
                  <a:pos x="connsiteX1" y="connsiteY1"/>
                </a:cxn>
              </a:cxnLst>
              <a:rect l="l" t="t" r="r" b="b"/>
              <a:pathLst>
                <a:path w="599656" h="33027">
                  <a:moveTo>
                    <a:pt x="0" y="0"/>
                  </a:moveTo>
                  <a:lnTo>
                    <a:pt x="599657" y="33028"/>
                  </a:lnTo>
                </a:path>
              </a:pathLst>
            </a:custGeom>
            <a:noFill/>
            <a:ln w="21030" cap="flat">
              <a:solidFill>
                <a:srgbClr val="0000FF"/>
              </a:solidFill>
              <a:prstDash val="sysDot"/>
              <a:miter/>
            </a:ln>
          </p:spPr>
          <p:txBody>
            <a:bodyPr rtlCol="0" anchor="ctr"/>
            <a:lstStyle/>
            <a:p>
              <a:endParaRPr lang="en-US"/>
            </a:p>
          </p:txBody>
        </p:sp>
        <p:sp>
          <p:nvSpPr>
            <p:cNvPr id="41" name="Freeform: Shape 40">
              <a:extLst>
                <a:ext uri="{FF2B5EF4-FFF2-40B4-BE49-F238E27FC236}">
                  <a16:creationId xmlns:a16="http://schemas.microsoft.com/office/drawing/2014/main" id="{55F7416A-F1B8-2A03-82D2-8350329AE4E3}"/>
                </a:ext>
              </a:extLst>
            </p:cNvPr>
            <p:cNvSpPr/>
            <p:nvPr/>
          </p:nvSpPr>
          <p:spPr>
            <a:xfrm>
              <a:off x="3482971" y="4419971"/>
              <a:ext cx="642571" cy="28084"/>
            </a:xfrm>
            <a:custGeom>
              <a:avLst/>
              <a:gdLst>
                <a:gd name="connsiteX0" fmla="*/ 0 w 642571"/>
                <a:gd name="connsiteY0" fmla="*/ 0 h 28084"/>
                <a:gd name="connsiteX1" fmla="*/ 642572 w 642571"/>
                <a:gd name="connsiteY1" fmla="*/ 28084 h 28084"/>
              </a:gdLst>
              <a:ahLst/>
              <a:cxnLst>
                <a:cxn ang="0">
                  <a:pos x="connsiteX0" y="connsiteY0"/>
                </a:cxn>
                <a:cxn ang="0">
                  <a:pos x="connsiteX1" y="connsiteY1"/>
                </a:cxn>
              </a:cxnLst>
              <a:rect l="l" t="t" r="r" b="b"/>
              <a:pathLst>
                <a:path w="642571" h="28084">
                  <a:moveTo>
                    <a:pt x="0" y="0"/>
                  </a:moveTo>
                  <a:lnTo>
                    <a:pt x="642572" y="28084"/>
                  </a:lnTo>
                </a:path>
              </a:pathLst>
            </a:custGeom>
            <a:noFill/>
            <a:ln w="21030" cap="flat">
              <a:solidFill>
                <a:srgbClr val="0000FF"/>
              </a:solidFill>
              <a:prstDash val="sysDot"/>
              <a:miter/>
            </a:ln>
          </p:spPr>
          <p:txBody>
            <a:bodyPr rtlCol="0" anchor="ctr"/>
            <a:lstStyle/>
            <a:p>
              <a:endParaRPr lang="en-US"/>
            </a:p>
          </p:txBody>
        </p:sp>
        <p:sp>
          <p:nvSpPr>
            <p:cNvPr id="42" name="Freeform: Shape 41">
              <a:extLst>
                <a:ext uri="{FF2B5EF4-FFF2-40B4-BE49-F238E27FC236}">
                  <a16:creationId xmlns:a16="http://schemas.microsoft.com/office/drawing/2014/main" id="{33E70D6A-119B-FA74-9D5A-677240CFEF23}"/>
                </a:ext>
              </a:extLst>
            </p:cNvPr>
            <p:cNvSpPr/>
            <p:nvPr/>
          </p:nvSpPr>
          <p:spPr>
            <a:xfrm>
              <a:off x="3633385" y="4172787"/>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21030" cap="flat">
              <a:solidFill>
                <a:srgbClr val="0000FF"/>
              </a:solidFill>
              <a:prstDash val="sysDot"/>
              <a:miter/>
            </a:ln>
          </p:spPr>
          <p:txBody>
            <a:bodyPr rtlCol="0" anchor="ctr"/>
            <a:lstStyle/>
            <a:p>
              <a:endParaRPr lang="en-US"/>
            </a:p>
          </p:txBody>
        </p:sp>
        <p:sp>
          <p:nvSpPr>
            <p:cNvPr id="43" name="Freeform: Shape 42">
              <a:extLst>
                <a:ext uri="{FF2B5EF4-FFF2-40B4-BE49-F238E27FC236}">
                  <a16:creationId xmlns:a16="http://schemas.microsoft.com/office/drawing/2014/main" id="{B4ED7FE4-43B4-2335-3931-BF43B2D451D6}"/>
                </a:ext>
              </a:extLst>
            </p:cNvPr>
            <p:cNvSpPr/>
            <p:nvPr/>
          </p:nvSpPr>
          <p:spPr>
            <a:xfrm>
              <a:off x="2650647" y="4050879"/>
              <a:ext cx="300722" cy="254441"/>
            </a:xfrm>
            <a:custGeom>
              <a:avLst/>
              <a:gdLst>
                <a:gd name="connsiteX0" fmla="*/ 0 w 300722"/>
                <a:gd name="connsiteY0" fmla="*/ 254441 h 254441"/>
                <a:gd name="connsiteX1" fmla="*/ 300722 w 300722"/>
                <a:gd name="connsiteY1" fmla="*/ 0 h 254441"/>
              </a:gdLst>
              <a:ahLst/>
              <a:cxnLst>
                <a:cxn ang="0">
                  <a:pos x="connsiteX0" y="connsiteY0"/>
                </a:cxn>
                <a:cxn ang="0">
                  <a:pos x="connsiteX1" y="connsiteY1"/>
                </a:cxn>
              </a:cxnLst>
              <a:rect l="l" t="t" r="r" b="b"/>
              <a:pathLst>
                <a:path w="300722" h="254441">
                  <a:moveTo>
                    <a:pt x="0" y="254441"/>
                  </a:moveTo>
                  <a:lnTo>
                    <a:pt x="300722" y="0"/>
                  </a:lnTo>
                </a:path>
              </a:pathLst>
            </a:custGeom>
            <a:noFill/>
            <a:ln w="10515" cap="flat">
              <a:solidFill>
                <a:srgbClr val="666666"/>
              </a:solidFill>
              <a:prstDash val="sysDot"/>
              <a:miter/>
            </a:ln>
          </p:spPr>
          <p:txBody>
            <a:bodyPr rtlCol="0" anchor="ctr"/>
            <a:lstStyle/>
            <a:p>
              <a:endParaRPr lang="en-US"/>
            </a:p>
          </p:txBody>
        </p:sp>
        <p:sp>
          <p:nvSpPr>
            <p:cNvPr id="44" name="Freeform: Shape 43">
              <a:extLst>
                <a:ext uri="{FF2B5EF4-FFF2-40B4-BE49-F238E27FC236}">
                  <a16:creationId xmlns:a16="http://schemas.microsoft.com/office/drawing/2014/main" id="{F2EFAE90-0D49-8580-7D13-72F2FA96843D}"/>
                </a:ext>
              </a:extLst>
            </p:cNvPr>
            <p:cNvSpPr/>
            <p:nvPr/>
          </p:nvSpPr>
          <p:spPr>
            <a:xfrm>
              <a:off x="3772439" y="4050879"/>
              <a:ext cx="815179" cy="10518"/>
            </a:xfrm>
            <a:custGeom>
              <a:avLst/>
              <a:gdLst>
                <a:gd name="connsiteX0" fmla="*/ 0 w 815179"/>
                <a:gd name="connsiteY0" fmla="*/ 0 h 10518"/>
                <a:gd name="connsiteX1" fmla="*/ 815180 w 815179"/>
                <a:gd name="connsiteY1" fmla="*/ 0 h 10518"/>
              </a:gdLst>
              <a:ahLst/>
              <a:cxnLst>
                <a:cxn ang="0">
                  <a:pos x="connsiteX0" y="connsiteY0"/>
                </a:cxn>
                <a:cxn ang="0">
                  <a:pos x="connsiteX1" y="connsiteY1"/>
                </a:cxn>
              </a:cxnLst>
              <a:rect l="l" t="t" r="r" b="b"/>
              <a:pathLst>
                <a:path w="815179" h="10518">
                  <a:moveTo>
                    <a:pt x="0" y="0"/>
                  </a:moveTo>
                  <a:lnTo>
                    <a:pt x="815180" y="0"/>
                  </a:lnTo>
                </a:path>
              </a:pathLst>
            </a:custGeom>
            <a:noFill/>
            <a:ln w="21030" cap="flat">
              <a:solidFill>
                <a:srgbClr val="0000FF"/>
              </a:solidFill>
              <a:prstDash val="sysDot"/>
              <a:miter/>
            </a:ln>
          </p:spPr>
          <p:txBody>
            <a:bodyPr rtlCol="0" anchor="ctr"/>
            <a:lstStyle/>
            <a:p>
              <a:endParaRPr lang="en-US"/>
            </a:p>
          </p:txBody>
        </p:sp>
        <p:sp>
          <p:nvSpPr>
            <p:cNvPr id="45" name="Freeform: Shape 44">
              <a:extLst>
                <a:ext uri="{FF2B5EF4-FFF2-40B4-BE49-F238E27FC236}">
                  <a16:creationId xmlns:a16="http://schemas.microsoft.com/office/drawing/2014/main" id="{CE227588-BE2F-3D60-8072-2486BA88CF1B}"/>
                </a:ext>
              </a:extLst>
            </p:cNvPr>
            <p:cNvSpPr/>
            <p:nvPr/>
          </p:nvSpPr>
          <p:spPr>
            <a:xfrm>
              <a:off x="4294259" y="4043200"/>
              <a:ext cx="281788" cy="254441"/>
            </a:xfrm>
            <a:custGeom>
              <a:avLst/>
              <a:gdLst>
                <a:gd name="connsiteX0" fmla="*/ 0 w 281788"/>
                <a:gd name="connsiteY0" fmla="*/ 254441 h 254441"/>
                <a:gd name="connsiteX1" fmla="*/ 281789 w 281788"/>
                <a:gd name="connsiteY1" fmla="*/ 0 h 254441"/>
              </a:gdLst>
              <a:ahLst/>
              <a:cxnLst>
                <a:cxn ang="0">
                  <a:pos x="connsiteX0" y="connsiteY0"/>
                </a:cxn>
                <a:cxn ang="0">
                  <a:pos x="connsiteX1" y="connsiteY1"/>
                </a:cxn>
              </a:cxnLst>
              <a:rect l="l" t="t" r="r" b="b"/>
              <a:pathLst>
                <a:path w="281788" h="254441">
                  <a:moveTo>
                    <a:pt x="0" y="254441"/>
                  </a:moveTo>
                  <a:lnTo>
                    <a:pt x="281789" y="0"/>
                  </a:lnTo>
                </a:path>
              </a:pathLst>
            </a:custGeom>
            <a:noFill/>
            <a:ln w="10515" cap="flat">
              <a:solidFill>
                <a:srgbClr val="666666"/>
              </a:solidFill>
              <a:prstDash val="sysDot"/>
              <a:miter/>
            </a:ln>
          </p:spPr>
          <p:txBody>
            <a:bodyPr rtlCol="0" anchor="ctr"/>
            <a:lstStyle/>
            <a:p>
              <a:endParaRPr lang="en-US"/>
            </a:p>
          </p:txBody>
        </p:sp>
        <p:sp>
          <p:nvSpPr>
            <p:cNvPr id="46" name="Freeform: Shape 45">
              <a:extLst>
                <a:ext uri="{FF2B5EF4-FFF2-40B4-BE49-F238E27FC236}">
                  <a16:creationId xmlns:a16="http://schemas.microsoft.com/office/drawing/2014/main" id="{8102A060-044C-27A9-2414-EEF8F007F8DD}"/>
                </a:ext>
              </a:extLst>
            </p:cNvPr>
            <p:cNvSpPr/>
            <p:nvPr/>
          </p:nvSpPr>
          <p:spPr>
            <a:xfrm>
              <a:off x="1653393" y="4050879"/>
              <a:ext cx="300827" cy="254546"/>
            </a:xfrm>
            <a:custGeom>
              <a:avLst/>
              <a:gdLst>
                <a:gd name="connsiteX0" fmla="*/ 0 w 300827"/>
                <a:gd name="connsiteY0" fmla="*/ 254546 h 254546"/>
                <a:gd name="connsiteX1" fmla="*/ 300828 w 300827"/>
                <a:gd name="connsiteY1" fmla="*/ 0 h 254546"/>
              </a:gdLst>
              <a:ahLst/>
              <a:cxnLst>
                <a:cxn ang="0">
                  <a:pos x="connsiteX0" y="connsiteY0"/>
                </a:cxn>
                <a:cxn ang="0">
                  <a:pos x="connsiteX1" y="connsiteY1"/>
                </a:cxn>
              </a:cxnLst>
              <a:rect l="l" t="t" r="r" b="b"/>
              <a:pathLst>
                <a:path w="300827" h="254546">
                  <a:moveTo>
                    <a:pt x="0" y="254546"/>
                  </a:moveTo>
                  <a:lnTo>
                    <a:pt x="300828" y="0"/>
                  </a:lnTo>
                </a:path>
              </a:pathLst>
            </a:custGeom>
            <a:noFill/>
            <a:ln w="10515" cap="flat">
              <a:solidFill>
                <a:srgbClr val="666666"/>
              </a:solidFill>
              <a:prstDash val="sysDot"/>
              <a:miter/>
            </a:ln>
          </p:spPr>
          <p:txBody>
            <a:bodyPr rtlCol="0" anchor="ctr"/>
            <a:lstStyle/>
            <a:p>
              <a:endParaRPr lang="en-US"/>
            </a:p>
          </p:txBody>
        </p:sp>
        <p:sp>
          <p:nvSpPr>
            <p:cNvPr id="47" name="Freeform: Shape 46">
              <a:extLst>
                <a:ext uri="{FF2B5EF4-FFF2-40B4-BE49-F238E27FC236}">
                  <a16:creationId xmlns:a16="http://schemas.microsoft.com/office/drawing/2014/main" id="{A03857DC-0FEE-D0CE-C264-BFA45D563F2E}"/>
                </a:ext>
              </a:extLst>
            </p:cNvPr>
            <p:cNvSpPr/>
            <p:nvPr/>
          </p:nvSpPr>
          <p:spPr>
            <a:xfrm>
              <a:off x="4112185" y="4324989"/>
              <a:ext cx="136950" cy="119173"/>
            </a:xfrm>
            <a:custGeom>
              <a:avLst/>
              <a:gdLst>
                <a:gd name="connsiteX0" fmla="*/ 0 w 136950"/>
                <a:gd name="connsiteY0" fmla="*/ 119174 h 119173"/>
                <a:gd name="connsiteX1" fmla="*/ 136950 w 136950"/>
                <a:gd name="connsiteY1" fmla="*/ 0 h 119173"/>
              </a:gdLst>
              <a:ahLst/>
              <a:cxnLst>
                <a:cxn ang="0">
                  <a:pos x="connsiteX0" y="connsiteY0"/>
                </a:cxn>
                <a:cxn ang="0">
                  <a:pos x="connsiteX1" y="connsiteY1"/>
                </a:cxn>
              </a:cxnLst>
              <a:rect l="l" t="t" r="r" b="b"/>
              <a:pathLst>
                <a:path w="136950" h="119173">
                  <a:moveTo>
                    <a:pt x="0" y="119174"/>
                  </a:moveTo>
                  <a:lnTo>
                    <a:pt x="136950" y="0"/>
                  </a:lnTo>
                </a:path>
              </a:pathLst>
            </a:custGeom>
            <a:noFill/>
            <a:ln w="10515" cap="flat">
              <a:solidFill>
                <a:srgbClr val="666666"/>
              </a:solidFill>
              <a:prstDash val="sysDot"/>
              <a:miter/>
            </a:ln>
          </p:spPr>
          <p:txBody>
            <a:bodyPr rtlCol="0" anchor="ctr"/>
            <a:lstStyle/>
            <a:p>
              <a:endParaRPr lang="en-US"/>
            </a:p>
          </p:txBody>
        </p:sp>
        <p:sp>
          <p:nvSpPr>
            <p:cNvPr id="48" name="Freeform: Shape 47">
              <a:extLst>
                <a:ext uri="{FF2B5EF4-FFF2-40B4-BE49-F238E27FC236}">
                  <a16:creationId xmlns:a16="http://schemas.microsoft.com/office/drawing/2014/main" id="{E01834E4-2042-DA14-4DED-8BA4EF6A06EE}"/>
                </a:ext>
              </a:extLst>
            </p:cNvPr>
            <p:cNvSpPr/>
            <p:nvPr/>
          </p:nvSpPr>
          <p:spPr>
            <a:xfrm>
              <a:off x="2396205" y="3770878"/>
              <a:ext cx="2070556" cy="248445"/>
            </a:xfrm>
            <a:custGeom>
              <a:avLst/>
              <a:gdLst>
                <a:gd name="connsiteX0" fmla="*/ 0 w 2070556"/>
                <a:gd name="connsiteY0" fmla="*/ 0 h 248445"/>
                <a:gd name="connsiteX1" fmla="*/ 2070556 w 2070556"/>
                <a:gd name="connsiteY1" fmla="*/ 0 h 248445"/>
                <a:gd name="connsiteX2" fmla="*/ 2070556 w 2070556"/>
                <a:gd name="connsiteY2" fmla="*/ 248446 h 248445"/>
                <a:gd name="connsiteX3" fmla="*/ 0 w 2070556"/>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2070556" h="248445">
                  <a:moveTo>
                    <a:pt x="0" y="0"/>
                  </a:moveTo>
                  <a:lnTo>
                    <a:pt x="2070556" y="0"/>
                  </a:lnTo>
                  <a:lnTo>
                    <a:pt x="2070556" y="248446"/>
                  </a:lnTo>
                  <a:lnTo>
                    <a:pt x="0" y="248446"/>
                  </a:lnTo>
                  <a:close/>
                </a:path>
              </a:pathLst>
            </a:custGeom>
            <a:noFill/>
            <a:ln w="10515" cap="flat">
              <a:noFill/>
              <a:prstDash val="solid"/>
              <a:miter/>
            </a:ln>
          </p:spPr>
          <p:txBody>
            <a:bodyPr rtlCol="0" anchor="ctr"/>
            <a:lstStyle/>
            <a:p>
              <a:endParaRPr lang="en-US"/>
            </a:p>
          </p:txBody>
        </p:sp>
        <p:sp>
          <p:nvSpPr>
            <p:cNvPr id="49" name="TextBox 48">
              <a:extLst>
                <a:ext uri="{FF2B5EF4-FFF2-40B4-BE49-F238E27FC236}">
                  <a16:creationId xmlns:a16="http://schemas.microsoft.com/office/drawing/2014/main" id="{7D4D5008-FB9C-E0C9-1E99-D868CE626899}"/>
                </a:ext>
              </a:extLst>
            </p:cNvPr>
            <p:cNvSpPr txBox="1"/>
            <p:nvPr/>
          </p:nvSpPr>
          <p:spPr>
            <a:xfrm>
              <a:off x="2319596" y="3805729"/>
              <a:ext cx="2265532" cy="207142"/>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Lanes Elements Geometry Representation</a:t>
              </a:r>
            </a:p>
          </p:txBody>
        </p:sp>
        <p:sp>
          <p:nvSpPr>
            <p:cNvPr id="50" name="Freeform: Shape 49">
              <a:extLst>
                <a:ext uri="{FF2B5EF4-FFF2-40B4-BE49-F238E27FC236}">
                  <a16:creationId xmlns:a16="http://schemas.microsoft.com/office/drawing/2014/main" id="{258AEFD3-B269-5F59-877F-81A1B2E9BF01}"/>
                </a:ext>
              </a:extLst>
            </p:cNvPr>
            <p:cNvSpPr/>
            <p:nvPr/>
          </p:nvSpPr>
          <p:spPr>
            <a:xfrm>
              <a:off x="4972278" y="3787076"/>
              <a:ext cx="1420410" cy="248445"/>
            </a:xfrm>
            <a:custGeom>
              <a:avLst/>
              <a:gdLst>
                <a:gd name="connsiteX0" fmla="*/ 0 w 1420410"/>
                <a:gd name="connsiteY0" fmla="*/ 0 h 248445"/>
                <a:gd name="connsiteX1" fmla="*/ 1420411 w 1420410"/>
                <a:gd name="connsiteY1" fmla="*/ 0 h 248445"/>
                <a:gd name="connsiteX2" fmla="*/ 1420411 w 1420410"/>
                <a:gd name="connsiteY2" fmla="*/ 248446 h 248445"/>
                <a:gd name="connsiteX3" fmla="*/ 0 w 1420410"/>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1420410" h="248445">
                  <a:moveTo>
                    <a:pt x="0" y="0"/>
                  </a:moveTo>
                  <a:lnTo>
                    <a:pt x="1420411" y="0"/>
                  </a:lnTo>
                  <a:lnTo>
                    <a:pt x="1420411" y="248446"/>
                  </a:lnTo>
                  <a:lnTo>
                    <a:pt x="0" y="248446"/>
                  </a:lnTo>
                  <a:close/>
                </a:path>
              </a:pathLst>
            </a:custGeom>
            <a:noFill/>
            <a:ln w="10515" cap="flat">
              <a:noFill/>
              <a:prstDash val="solid"/>
              <a:miter/>
            </a:ln>
          </p:spPr>
          <p:txBody>
            <a:bodyPr rtlCol="0" anchor="ctr"/>
            <a:lstStyle/>
            <a:p>
              <a:endParaRPr lang="en-US"/>
            </a:p>
          </p:txBody>
        </p:sp>
        <p:sp>
          <p:nvSpPr>
            <p:cNvPr id="51" name="TextBox 50">
              <a:extLst>
                <a:ext uri="{FF2B5EF4-FFF2-40B4-BE49-F238E27FC236}">
                  <a16:creationId xmlns:a16="http://schemas.microsoft.com/office/drawing/2014/main" id="{D163569B-EBD6-C69B-7443-306F4FC341B1}"/>
                </a:ext>
              </a:extLst>
            </p:cNvPr>
            <p:cNvSpPr txBox="1"/>
            <p:nvPr/>
          </p:nvSpPr>
          <p:spPr>
            <a:xfrm>
              <a:off x="4896616" y="3816247"/>
              <a:ext cx="1466130" cy="207142"/>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Lanes Graph Relationship</a:t>
              </a:r>
            </a:p>
          </p:txBody>
        </p:sp>
        <p:sp>
          <p:nvSpPr>
            <p:cNvPr id="72" name="Freeform: Shape 71">
              <a:extLst>
                <a:ext uri="{FF2B5EF4-FFF2-40B4-BE49-F238E27FC236}">
                  <a16:creationId xmlns:a16="http://schemas.microsoft.com/office/drawing/2014/main" id="{85AF58DB-35FC-BA30-1082-D5D99C0D42A0}"/>
                </a:ext>
              </a:extLst>
            </p:cNvPr>
            <p:cNvSpPr/>
            <p:nvPr/>
          </p:nvSpPr>
          <p:spPr>
            <a:xfrm>
              <a:off x="521713" y="5591305"/>
              <a:ext cx="662556" cy="331331"/>
            </a:xfrm>
            <a:custGeom>
              <a:avLst/>
              <a:gdLst>
                <a:gd name="connsiteX0" fmla="*/ 612910 w 662556"/>
                <a:gd name="connsiteY0" fmla="*/ 0 h 331331"/>
                <a:gd name="connsiteX1" fmla="*/ 662557 w 662556"/>
                <a:gd name="connsiteY1" fmla="*/ 49647 h 331331"/>
                <a:gd name="connsiteX2" fmla="*/ 662557 w 662556"/>
                <a:gd name="connsiteY2" fmla="*/ 281684 h 331331"/>
                <a:gd name="connsiteX3" fmla="*/ 612910 w 662556"/>
                <a:gd name="connsiteY3" fmla="*/ 331331 h 331331"/>
                <a:gd name="connsiteX4" fmla="*/ 49647 w 662556"/>
                <a:gd name="connsiteY4" fmla="*/ 331331 h 331331"/>
                <a:gd name="connsiteX5" fmla="*/ 0 w 662556"/>
                <a:gd name="connsiteY5" fmla="*/ 281684 h 331331"/>
                <a:gd name="connsiteX6" fmla="*/ 0 w 662556"/>
                <a:gd name="connsiteY6" fmla="*/ 49647 h 331331"/>
                <a:gd name="connsiteX7" fmla="*/ 49647 w 662556"/>
                <a:gd name="connsiteY7" fmla="*/ 0 h 33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556" h="331331">
                  <a:moveTo>
                    <a:pt x="612910" y="0"/>
                  </a:moveTo>
                  <a:cubicBezTo>
                    <a:pt x="640329" y="0"/>
                    <a:pt x="662557" y="22228"/>
                    <a:pt x="662557" y="49647"/>
                  </a:cubicBezTo>
                  <a:lnTo>
                    <a:pt x="662557" y="281684"/>
                  </a:lnTo>
                  <a:cubicBezTo>
                    <a:pt x="662557" y="309103"/>
                    <a:pt x="640329" y="331331"/>
                    <a:pt x="612910" y="331331"/>
                  </a:cubicBezTo>
                  <a:lnTo>
                    <a:pt x="49647" y="331331"/>
                  </a:lnTo>
                  <a:cubicBezTo>
                    <a:pt x="22228" y="331331"/>
                    <a:pt x="0" y="309103"/>
                    <a:pt x="0" y="281684"/>
                  </a:cubicBezTo>
                  <a:lnTo>
                    <a:pt x="0" y="49647"/>
                  </a:lnTo>
                  <a:cubicBezTo>
                    <a:pt x="0" y="22228"/>
                    <a:pt x="22228" y="0"/>
                    <a:pt x="49647" y="0"/>
                  </a:cubicBezTo>
                  <a:close/>
                </a:path>
              </a:pathLst>
            </a:custGeom>
            <a:solidFill>
              <a:srgbClr val="CDEB8B"/>
            </a:solidFill>
            <a:ln w="10515" cap="flat">
              <a:solidFill>
                <a:srgbClr val="36393D"/>
              </a:solidFill>
              <a:prstDash val="solid"/>
              <a:miter/>
            </a:ln>
          </p:spPr>
          <p:txBody>
            <a:bodyPr rtlCol="0" anchor="ctr"/>
            <a:lstStyle/>
            <a:p>
              <a:endParaRPr lang="en-US"/>
            </a:p>
          </p:txBody>
        </p:sp>
        <p:sp>
          <p:nvSpPr>
            <p:cNvPr id="73" name="TextBox 72">
              <a:extLst>
                <a:ext uri="{FF2B5EF4-FFF2-40B4-BE49-F238E27FC236}">
                  <a16:creationId xmlns:a16="http://schemas.microsoft.com/office/drawing/2014/main" id="{68146D0C-2925-FDD0-2D47-6D64C19D26FC}"/>
                </a:ext>
              </a:extLst>
            </p:cNvPr>
            <p:cNvSpPr txBox="1"/>
            <p:nvPr/>
          </p:nvSpPr>
          <p:spPr>
            <a:xfrm>
              <a:off x="461828" y="5613955"/>
              <a:ext cx="771912"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True Road</a:t>
              </a:r>
            </a:p>
          </p:txBody>
        </p:sp>
        <p:sp>
          <p:nvSpPr>
            <p:cNvPr id="82" name="Freeform: Shape 81">
              <a:extLst>
                <a:ext uri="{FF2B5EF4-FFF2-40B4-BE49-F238E27FC236}">
                  <a16:creationId xmlns:a16="http://schemas.microsoft.com/office/drawing/2014/main" id="{EEB2D199-9333-9CD6-B537-A19D93583628}"/>
                </a:ext>
              </a:extLst>
            </p:cNvPr>
            <p:cNvSpPr/>
            <p:nvPr/>
          </p:nvSpPr>
          <p:spPr>
            <a:xfrm>
              <a:off x="1263384" y="4680828"/>
              <a:ext cx="5136969" cy="662556"/>
            </a:xfrm>
            <a:custGeom>
              <a:avLst/>
              <a:gdLst>
                <a:gd name="connsiteX0" fmla="*/ 2152059 w 5136969"/>
                <a:gd name="connsiteY0" fmla="*/ 662557 h 662556"/>
                <a:gd name="connsiteX1" fmla="*/ 58993 w 5136969"/>
                <a:gd name="connsiteY1" fmla="*/ 662557 h 662556"/>
                <a:gd name="connsiteX2" fmla="*/ 36168 w 5136969"/>
                <a:gd name="connsiteY2" fmla="*/ 597027 h 662556"/>
                <a:gd name="connsiteX3" fmla="*/ 704300 w 5136969"/>
                <a:gd name="connsiteY3" fmla="*/ 65530 h 662556"/>
                <a:gd name="connsiteX4" fmla="*/ 891844 w 5136969"/>
                <a:gd name="connsiteY4" fmla="*/ 0 h 662556"/>
                <a:gd name="connsiteX5" fmla="*/ 5077975 w 5136969"/>
                <a:gd name="connsiteY5" fmla="*/ 0 h 662556"/>
                <a:gd name="connsiteX6" fmla="*/ 5100800 w 5136969"/>
                <a:gd name="connsiteY6" fmla="*/ 65530 h 662556"/>
                <a:gd name="connsiteX7" fmla="*/ 4432668 w 5136969"/>
                <a:gd name="connsiteY7" fmla="*/ 597027 h 662556"/>
                <a:gd name="connsiteX8" fmla="*/ 4245125 w 5136969"/>
                <a:gd name="connsiteY8" fmla="*/ 662557 h 66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36969" h="662556">
                  <a:moveTo>
                    <a:pt x="2152059" y="662557"/>
                  </a:moveTo>
                  <a:lnTo>
                    <a:pt x="58993" y="662557"/>
                  </a:lnTo>
                  <a:cubicBezTo>
                    <a:pt x="-11130" y="662557"/>
                    <a:pt x="-18738" y="640710"/>
                    <a:pt x="36168" y="597027"/>
                  </a:cubicBezTo>
                  <a:lnTo>
                    <a:pt x="704300" y="65530"/>
                  </a:lnTo>
                  <a:cubicBezTo>
                    <a:pt x="759206" y="21847"/>
                    <a:pt x="821717" y="0"/>
                    <a:pt x="891844" y="0"/>
                  </a:cubicBezTo>
                  <a:lnTo>
                    <a:pt x="5077975" y="0"/>
                  </a:lnTo>
                  <a:cubicBezTo>
                    <a:pt x="5148102" y="0"/>
                    <a:pt x="5155706" y="21847"/>
                    <a:pt x="5100800" y="65530"/>
                  </a:cubicBezTo>
                  <a:lnTo>
                    <a:pt x="4432668" y="597027"/>
                  </a:lnTo>
                  <a:cubicBezTo>
                    <a:pt x="4377762" y="640710"/>
                    <a:pt x="4315251" y="662557"/>
                    <a:pt x="4245125" y="662557"/>
                  </a:cubicBezTo>
                  <a:close/>
                </a:path>
              </a:pathLst>
            </a:custGeom>
            <a:solidFill>
              <a:srgbClr val="FFE599"/>
            </a:solidFill>
            <a:ln w="10515" cap="flat">
              <a:solidFill>
                <a:srgbClr val="6C8EBF"/>
              </a:solid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2C516DE5-423B-102A-C08A-33F3602D840D}"/>
                </a:ext>
              </a:extLst>
            </p:cNvPr>
            <p:cNvSpPr/>
            <p:nvPr/>
          </p:nvSpPr>
          <p:spPr>
            <a:xfrm>
              <a:off x="2746364" y="5176037"/>
              <a:ext cx="1371815" cy="64057"/>
            </a:xfrm>
            <a:custGeom>
              <a:avLst/>
              <a:gdLst>
                <a:gd name="connsiteX0" fmla="*/ 0 w 1371815"/>
                <a:gd name="connsiteY0" fmla="*/ 0 h 64057"/>
                <a:gd name="connsiteX1" fmla="*/ 669184 w 1371815"/>
                <a:gd name="connsiteY1" fmla="*/ 5154 h 64057"/>
                <a:gd name="connsiteX2" fmla="*/ 879027 w 1371815"/>
                <a:gd name="connsiteY2" fmla="*/ 16198 h 64057"/>
                <a:gd name="connsiteX3" fmla="*/ 1371816 w 1371815"/>
                <a:gd name="connsiteY3" fmla="*/ 64057 h 64057"/>
              </a:gdLst>
              <a:ahLst/>
              <a:cxnLst>
                <a:cxn ang="0">
                  <a:pos x="connsiteX0" y="connsiteY0"/>
                </a:cxn>
                <a:cxn ang="0">
                  <a:pos x="connsiteX1" y="connsiteY1"/>
                </a:cxn>
                <a:cxn ang="0">
                  <a:pos x="connsiteX2" y="connsiteY2"/>
                </a:cxn>
                <a:cxn ang="0">
                  <a:pos x="connsiteX3" y="connsiteY3"/>
                </a:cxn>
              </a:cxnLst>
              <a:rect l="l" t="t" r="r" b="b"/>
              <a:pathLst>
                <a:path w="1371815" h="64057">
                  <a:moveTo>
                    <a:pt x="0" y="0"/>
                  </a:moveTo>
                  <a:lnTo>
                    <a:pt x="669184" y="5154"/>
                  </a:lnTo>
                  <a:cubicBezTo>
                    <a:pt x="739310" y="5712"/>
                    <a:pt x="809258" y="9393"/>
                    <a:pt x="879027" y="16198"/>
                  </a:cubicBezTo>
                  <a:lnTo>
                    <a:pt x="1371816" y="64057"/>
                  </a:lnTo>
                </a:path>
              </a:pathLst>
            </a:custGeom>
            <a:noFill/>
            <a:ln w="10515" cap="flat">
              <a:solidFill>
                <a:srgbClr val="1A1A1A"/>
              </a:solid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E3C95DA0-C1B3-AC8B-AF84-EB468304FAE4}"/>
                </a:ext>
              </a:extLst>
            </p:cNvPr>
            <p:cNvSpPr/>
            <p:nvPr/>
          </p:nvSpPr>
          <p:spPr>
            <a:xfrm>
              <a:off x="4116813" y="5226210"/>
              <a:ext cx="43230" cy="27873"/>
            </a:xfrm>
            <a:custGeom>
              <a:avLst/>
              <a:gdLst>
                <a:gd name="connsiteX0" fmla="*/ 43231 w 43230"/>
                <a:gd name="connsiteY0" fmla="*/ 17986 h 27873"/>
                <a:gd name="connsiteX1" fmla="*/ 0 w 43230"/>
                <a:gd name="connsiteY1" fmla="*/ 27874 h 27873"/>
                <a:gd name="connsiteX2" fmla="*/ 2735 w 43230"/>
                <a:gd name="connsiteY2" fmla="*/ 0 h 27873"/>
              </a:gdLst>
              <a:ahLst/>
              <a:cxnLst>
                <a:cxn ang="0">
                  <a:pos x="connsiteX0" y="connsiteY0"/>
                </a:cxn>
                <a:cxn ang="0">
                  <a:pos x="connsiteX1" y="connsiteY1"/>
                </a:cxn>
                <a:cxn ang="0">
                  <a:pos x="connsiteX2" y="connsiteY2"/>
                </a:cxn>
              </a:cxnLst>
              <a:rect l="l" t="t" r="r" b="b"/>
              <a:pathLst>
                <a:path w="43230" h="27873">
                  <a:moveTo>
                    <a:pt x="43231" y="17986"/>
                  </a:moveTo>
                  <a:lnTo>
                    <a:pt x="0" y="27874"/>
                  </a:lnTo>
                  <a:lnTo>
                    <a:pt x="2735" y="0"/>
                  </a:lnTo>
                  <a:close/>
                </a:path>
              </a:pathLst>
            </a:custGeom>
            <a:solidFill>
              <a:srgbClr val="1A1A1A"/>
            </a:solidFill>
            <a:ln w="10515" cap="flat">
              <a:solidFill>
                <a:srgbClr val="1A1A1A"/>
              </a:solid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B2BA8E98-54BF-1DB8-8407-C3A377227767}"/>
                </a:ext>
              </a:extLst>
            </p:cNvPr>
            <p:cNvSpPr/>
            <p:nvPr/>
          </p:nvSpPr>
          <p:spPr>
            <a:xfrm>
              <a:off x="2290495" y="4070548"/>
              <a:ext cx="129376" cy="82780"/>
            </a:xfrm>
            <a:custGeom>
              <a:avLst/>
              <a:gdLst>
                <a:gd name="connsiteX0" fmla="*/ 0 w 129376"/>
                <a:gd name="connsiteY0" fmla="*/ 0 h 82780"/>
                <a:gd name="connsiteX1" fmla="*/ 129377 w 129376"/>
                <a:gd name="connsiteY1" fmla="*/ 0 h 82780"/>
                <a:gd name="connsiteX2" fmla="*/ 129377 w 129376"/>
                <a:gd name="connsiteY2" fmla="*/ 82780 h 82780"/>
                <a:gd name="connsiteX3" fmla="*/ 0 w 129376"/>
                <a:gd name="connsiteY3" fmla="*/ 82780 h 82780"/>
              </a:gdLst>
              <a:ahLst/>
              <a:cxnLst>
                <a:cxn ang="0">
                  <a:pos x="connsiteX0" y="connsiteY0"/>
                </a:cxn>
                <a:cxn ang="0">
                  <a:pos x="connsiteX1" y="connsiteY1"/>
                </a:cxn>
                <a:cxn ang="0">
                  <a:pos x="connsiteX2" y="connsiteY2"/>
                </a:cxn>
                <a:cxn ang="0">
                  <a:pos x="connsiteX3" y="connsiteY3"/>
                </a:cxn>
              </a:cxnLst>
              <a:rect l="l" t="t" r="r" b="b"/>
              <a:pathLst>
                <a:path w="129376" h="82780">
                  <a:moveTo>
                    <a:pt x="0" y="0"/>
                  </a:moveTo>
                  <a:lnTo>
                    <a:pt x="129377" y="0"/>
                  </a:lnTo>
                  <a:lnTo>
                    <a:pt x="129377" y="82780"/>
                  </a:lnTo>
                  <a:lnTo>
                    <a:pt x="0" y="82780"/>
                  </a:lnTo>
                  <a:close/>
                </a:path>
              </a:pathLst>
            </a:custGeom>
            <a:noFill/>
            <a:ln w="10515" cap="flat">
              <a:noFill/>
              <a:prstDash val="solid"/>
              <a:miter/>
            </a:ln>
          </p:spPr>
          <p:txBody>
            <a:bodyPr rtlCol="0" anchor="ctr"/>
            <a:lstStyle/>
            <a:p>
              <a:endParaRPr lang="en-US"/>
            </a:p>
          </p:txBody>
        </p:sp>
        <p:sp>
          <p:nvSpPr>
            <p:cNvPr id="86" name="TextBox 85">
              <a:extLst>
                <a:ext uri="{FF2B5EF4-FFF2-40B4-BE49-F238E27FC236}">
                  <a16:creationId xmlns:a16="http://schemas.microsoft.com/office/drawing/2014/main" id="{3052D09E-3BE8-C424-1C1B-E52B8929EF96}"/>
                </a:ext>
              </a:extLst>
            </p:cNvPr>
            <p:cNvSpPr txBox="1"/>
            <p:nvPr/>
          </p:nvSpPr>
          <p:spPr>
            <a:xfrm>
              <a:off x="2214412" y="3995061"/>
              <a:ext cx="267027"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A</a:t>
              </a:r>
            </a:p>
          </p:txBody>
        </p:sp>
        <p:sp>
          <p:nvSpPr>
            <p:cNvPr id="87" name="Freeform: Shape 86">
              <a:extLst>
                <a:ext uri="{FF2B5EF4-FFF2-40B4-BE49-F238E27FC236}">
                  <a16:creationId xmlns:a16="http://schemas.microsoft.com/office/drawing/2014/main" id="{3BD3918A-2B3F-FACB-8255-0FD719BF587F}"/>
                </a:ext>
              </a:extLst>
            </p:cNvPr>
            <p:cNvSpPr/>
            <p:nvPr/>
          </p:nvSpPr>
          <p:spPr>
            <a:xfrm>
              <a:off x="2161118" y="4160481"/>
              <a:ext cx="129376" cy="156409"/>
            </a:xfrm>
            <a:custGeom>
              <a:avLst/>
              <a:gdLst>
                <a:gd name="connsiteX0" fmla="*/ 0 w 129376"/>
                <a:gd name="connsiteY0" fmla="*/ 0 h 156409"/>
                <a:gd name="connsiteX1" fmla="*/ 129377 w 129376"/>
                <a:gd name="connsiteY1" fmla="*/ 0 h 156409"/>
                <a:gd name="connsiteX2" fmla="*/ 129377 w 129376"/>
                <a:gd name="connsiteY2" fmla="*/ 156409 h 156409"/>
                <a:gd name="connsiteX3" fmla="*/ 0 w 129376"/>
                <a:gd name="connsiteY3" fmla="*/ 156409 h 156409"/>
              </a:gdLst>
              <a:ahLst/>
              <a:cxnLst>
                <a:cxn ang="0">
                  <a:pos x="connsiteX0" y="connsiteY0"/>
                </a:cxn>
                <a:cxn ang="0">
                  <a:pos x="connsiteX1" y="connsiteY1"/>
                </a:cxn>
                <a:cxn ang="0">
                  <a:pos x="connsiteX2" y="connsiteY2"/>
                </a:cxn>
                <a:cxn ang="0">
                  <a:pos x="connsiteX3" y="connsiteY3"/>
                </a:cxn>
              </a:cxnLst>
              <a:rect l="l" t="t" r="r" b="b"/>
              <a:pathLst>
                <a:path w="129376" h="156409">
                  <a:moveTo>
                    <a:pt x="0" y="0"/>
                  </a:moveTo>
                  <a:lnTo>
                    <a:pt x="129377" y="0"/>
                  </a:lnTo>
                  <a:lnTo>
                    <a:pt x="129377" y="156409"/>
                  </a:lnTo>
                  <a:lnTo>
                    <a:pt x="0" y="156409"/>
                  </a:lnTo>
                  <a:close/>
                </a:path>
              </a:pathLst>
            </a:custGeom>
            <a:noFill/>
            <a:ln w="10515" cap="flat">
              <a:noFill/>
              <a:prstDash val="solid"/>
              <a:miter/>
            </a:ln>
          </p:spPr>
          <p:txBody>
            <a:bodyPr rtlCol="0" anchor="ctr"/>
            <a:lstStyle/>
            <a:p>
              <a:endParaRPr lang="en-US"/>
            </a:p>
          </p:txBody>
        </p:sp>
        <p:sp>
          <p:nvSpPr>
            <p:cNvPr id="88" name="TextBox 87">
              <a:extLst>
                <a:ext uri="{FF2B5EF4-FFF2-40B4-BE49-F238E27FC236}">
                  <a16:creationId xmlns:a16="http://schemas.microsoft.com/office/drawing/2014/main" id="{281F2142-32A7-78F4-00F8-BFB43F720B10}"/>
                </a:ext>
              </a:extLst>
            </p:cNvPr>
            <p:cNvSpPr txBox="1"/>
            <p:nvPr/>
          </p:nvSpPr>
          <p:spPr>
            <a:xfrm>
              <a:off x="2093450" y="4121282"/>
              <a:ext cx="256509"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B</a:t>
              </a:r>
            </a:p>
          </p:txBody>
        </p:sp>
        <p:sp>
          <p:nvSpPr>
            <p:cNvPr id="89" name="Freeform: Shape 88">
              <a:extLst>
                <a:ext uri="{FF2B5EF4-FFF2-40B4-BE49-F238E27FC236}">
                  <a16:creationId xmlns:a16="http://schemas.microsoft.com/office/drawing/2014/main" id="{77FC474C-A54D-DCDF-1BF7-F1E64396A276}"/>
                </a:ext>
              </a:extLst>
            </p:cNvPr>
            <p:cNvSpPr/>
            <p:nvPr/>
          </p:nvSpPr>
          <p:spPr>
            <a:xfrm>
              <a:off x="3165524" y="4070443"/>
              <a:ext cx="129376" cy="82780"/>
            </a:xfrm>
            <a:custGeom>
              <a:avLst/>
              <a:gdLst>
                <a:gd name="connsiteX0" fmla="*/ 0 w 129376"/>
                <a:gd name="connsiteY0" fmla="*/ 0 h 82780"/>
                <a:gd name="connsiteX1" fmla="*/ 129377 w 129376"/>
                <a:gd name="connsiteY1" fmla="*/ 0 h 82780"/>
                <a:gd name="connsiteX2" fmla="*/ 129377 w 129376"/>
                <a:gd name="connsiteY2" fmla="*/ 82780 h 82780"/>
                <a:gd name="connsiteX3" fmla="*/ 0 w 129376"/>
                <a:gd name="connsiteY3" fmla="*/ 82780 h 82780"/>
              </a:gdLst>
              <a:ahLst/>
              <a:cxnLst>
                <a:cxn ang="0">
                  <a:pos x="connsiteX0" y="connsiteY0"/>
                </a:cxn>
                <a:cxn ang="0">
                  <a:pos x="connsiteX1" y="connsiteY1"/>
                </a:cxn>
                <a:cxn ang="0">
                  <a:pos x="connsiteX2" y="connsiteY2"/>
                </a:cxn>
                <a:cxn ang="0">
                  <a:pos x="connsiteX3" y="connsiteY3"/>
                </a:cxn>
              </a:cxnLst>
              <a:rect l="l" t="t" r="r" b="b"/>
              <a:pathLst>
                <a:path w="129376" h="82780">
                  <a:moveTo>
                    <a:pt x="0" y="0"/>
                  </a:moveTo>
                  <a:lnTo>
                    <a:pt x="129377" y="0"/>
                  </a:lnTo>
                  <a:lnTo>
                    <a:pt x="129377" y="82780"/>
                  </a:lnTo>
                  <a:lnTo>
                    <a:pt x="0" y="82780"/>
                  </a:lnTo>
                  <a:close/>
                </a:path>
              </a:pathLst>
            </a:custGeom>
            <a:noFill/>
            <a:ln w="10515" cap="flat">
              <a:noFill/>
              <a:prstDash val="solid"/>
              <a:miter/>
            </a:ln>
          </p:spPr>
          <p:txBody>
            <a:bodyPr rtlCol="0" anchor="ctr"/>
            <a:lstStyle/>
            <a:p>
              <a:endParaRPr lang="en-US"/>
            </a:p>
          </p:txBody>
        </p:sp>
        <p:sp>
          <p:nvSpPr>
            <p:cNvPr id="90" name="TextBox 89">
              <a:extLst>
                <a:ext uri="{FF2B5EF4-FFF2-40B4-BE49-F238E27FC236}">
                  <a16:creationId xmlns:a16="http://schemas.microsoft.com/office/drawing/2014/main" id="{6545065E-B2E2-D526-D97A-AB946D129F2F}"/>
                </a:ext>
              </a:extLst>
            </p:cNvPr>
            <p:cNvSpPr txBox="1"/>
            <p:nvPr/>
          </p:nvSpPr>
          <p:spPr>
            <a:xfrm>
              <a:off x="3092702" y="3995061"/>
              <a:ext cx="256509"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C</a:t>
              </a:r>
            </a:p>
          </p:txBody>
        </p:sp>
        <p:sp>
          <p:nvSpPr>
            <p:cNvPr id="91" name="Freeform: Shape 90">
              <a:extLst>
                <a:ext uri="{FF2B5EF4-FFF2-40B4-BE49-F238E27FC236}">
                  <a16:creationId xmlns:a16="http://schemas.microsoft.com/office/drawing/2014/main" id="{83D76182-0AEA-7224-72F6-B8B6AA148324}"/>
                </a:ext>
              </a:extLst>
            </p:cNvPr>
            <p:cNvSpPr/>
            <p:nvPr/>
          </p:nvSpPr>
          <p:spPr>
            <a:xfrm>
              <a:off x="3036148" y="4160376"/>
              <a:ext cx="129376" cy="156409"/>
            </a:xfrm>
            <a:custGeom>
              <a:avLst/>
              <a:gdLst>
                <a:gd name="connsiteX0" fmla="*/ 0 w 129376"/>
                <a:gd name="connsiteY0" fmla="*/ 0 h 156409"/>
                <a:gd name="connsiteX1" fmla="*/ 129377 w 129376"/>
                <a:gd name="connsiteY1" fmla="*/ 0 h 156409"/>
                <a:gd name="connsiteX2" fmla="*/ 129377 w 129376"/>
                <a:gd name="connsiteY2" fmla="*/ 156409 h 156409"/>
                <a:gd name="connsiteX3" fmla="*/ 0 w 129376"/>
                <a:gd name="connsiteY3" fmla="*/ 156409 h 156409"/>
              </a:gdLst>
              <a:ahLst/>
              <a:cxnLst>
                <a:cxn ang="0">
                  <a:pos x="connsiteX0" y="connsiteY0"/>
                </a:cxn>
                <a:cxn ang="0">
                  <a:pos x="connsiteX1" y="connsiteY1"/>
                </a:cxn>
                <a:cxn ang="0">
                  <a:pos x="connsiteX2" y="connsiteY2"/>
                </a:cxn>
                <a:cxn ang="0">
                  <a:pos x="connsiteX3" y="connsiteY3"/>
                </a:cxn>
              </a:cxnLst>
              <a:rect l="l" t="t" r="r" b="b"/>
              <a:pathLst>
                <a:path w="129376" h="156409">
                  <a:moveTo>
                    <a:pt x="0" y="0"/>
                  </a:moveTo>
                  <a:lnTo>
                    <a:pt x="129377" y="0"/>
                  </a:lnTo>
                  <a:lnTo>
                    <a:pt x="129377" y="156409"/>
                  </a:lnTo>
                  <a:lnTo>
                    <a:pt x="0" y="156409"/>
                  </a:lnTo>
                  <a:close/>
                </a:path>
              </a:pathLst>
            </a:custGeom>
            <a:noFill/>
            <a:ln w="10515" cap="flat">
              <a:noFill/>
              <a:prstDash val="solid"/>
              <a:miter/>
            </a:ln>
          </p:spPr>
          <p:txBody>
            <a:bodyPr rtlCol="0" anchor="ctr"/>
            <a:lstStyle/>
            <a:p>
              <a:endParaRPr lang="en-US"/>
            </a:p>
          </p:txBody>
        </p:sp>
        <p:sp>
          <p:nvSpPr>
            <p:cNvPr id="92" name="TextBox 91">
              <a:extLst>
                <a:ext uri="{FF2B5EF4-FFF2-40B4-BE49-F238E27FC236}">
                  <a16:creationId xmlns:a16="http://schemas.microsoft.com/office/drawing/2014/main" id="{D77C1FB9-0C80-225E-9B0A-6F8794F5CE79}"/>
                </a:ext>
              </a:extLst>
            </p:cNvPr>
            <p:cNvSpPr txBox="1"/>
            <p:nvPr/>
          </p:nvSpPr>
          <p:spPr>
            <a:xfrm>
              <a:off x="2961222" y="4121282"/>
              <a:ext cx="267027"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D</a:t>
              </a:r>
            </a:p>
          </p:txBody>
        </p:sp>
        <p:sp>
          <p:nvSpPr>
            <p:cNvPr id="93" name="Freeform: Shape 92">
              <a:extLst>
                <a:ext uri="{FF2B5EF4-FFF2-40B4-BE49-F238E27FC236}">
                  <a16:creationId xmlns:a16="http://schemas.microsoft.com/office/drawing/2014/main" id="{85CC8A69-0261-BCE3-650A-E90F3F2AF1D1}"/>
                </a:ext>
              </a:extLst>
            </p:cNvPr>
            <p:cNvSpPr/>
            <p:nvPr/>
          </p:nvSpPr>
          <p:spPr>
            <a:xfrm>
              <a:off x="2921181" y="4287964"/>
              <a:ext cx="129376" cy="156409"/>
            </a:xfrm>
            <a:custGeom>
              <a:avLst/>
              <a:gdLst>
                <a:gd name="connsiteX0" fmla="*/ 0 w 129376"/>
                <a:gd name="connsiteY0" fmla="*/ 0 h 156409"/>
                <a:gd name="connsiteX1" fmla="*/ 129377 w 129376"/>
                <a:gd name="connsiteY1" fmla="*/ 0 h 156409"/>
                <a:gd name="connsiteX2" fmla="*/ 129377 w 129376"/>
                <a:gd name="connsiteY2" fmla="*/ 156409 h 156409"/>
                <a:gd name="connsiteX3" fmla="*/ 0 w 129376"/>
                <a:gd name="connsiteY3" fmla="*/ 156409 h 156409"/>
              </a:gdLst>
              <a:ahLst/>
              <a:cxnLst>
                <a:cxn ang="0">
                  <a:pos x="connsiteX0" y="connsiteY0"/>
                </a:cxn>
                <a:cxn ang="0">
                  <a:pos x="connsiteX1" y="connsiteY1"/>
                </a:cxn>
                <a:cxn ang="0">
                  <a:pos x="connsiteX2" y="connsiteY2"/>
                </a:cxn>
                <a:cxn ang="0">
                  <a:pos x="connsiteX3" y="connsiteY3"/>
                </a:cxn>
              </a:cxnLst>
              <a:rect l="l" t="t" r="r" b="b"/>
              <a:pathLst>
                <a:path w="129376" h="156409">
                  <a:moveTo>
                    <a:pt x="0" y="0"/>
                  </a:moveTo>
                  <a:lnTo>
                    <a:pt x="129377" y="0"/>
                  </a:lnTo>
                  <a:lnTo>
                    <a:pt x="129377" y="156409"/>
                  </a:lnTo>
                  <a:lnTo>
                    <a:pt x="0" y="156409"/>
                  </a:lnTo>
                  <a:close/>
                </a:path>
              </a:pathLst>
            </a:custGeom>
            <a:noFill/>
            <a:ln w="10515" cap="flat">
              <a:noFill/>
              <a:prstDash val="solid"/>
              <a:miter/>
            </a:ln>
          </p:spPr>
          <p:txBody>
            <a:bodyPr rtlCol="0" anchor="ctr"/>
            <a:lstStyle/>
            <a:p>
              <a:endParaRPr lang="en-US"/>
            </a:p>
          </p:txBody>
        </p:sp>
        <p:sp>
          <p:nvSpPr>
            <p:cNvPr id="94" name="TextBox 93">
              <a:extLst>
                <a:ext uri="{FF2B5EF4-FFF2-40B4-BE49-F238E27FC236}">
                  <a16:creationId xmlns:a16="http://schemas.microsoft.com/office/drawing/2014/main" id="{9127A316-E20E-A7CD-BE3E-6BF597EFC140}"/>
                </a:ext>
              </a:extLst>
            </p:cNvPr>
            <p:cNvSpPr txBox="1"/>
            <p:nvPr/>
          </p:nvSpPr>
          <p:spPr>
            <a:xfrm>
              <a:off x="2850778" y="4247504"/>
              <a:ext cx="256509"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E</a:t>
              </a:r>
            </a:p>
          </p:txBody>
        </p:sp>
        <p:sp>
          <p:nvSpPr>
            <p:cNvPr id="95" name="Freeform: Shape 94">
              <a:extLst>
                <a:ext uri="{FF2B5EF4-FFF2-40B4-BE49-F238E27FC236}">
                  <a16:creationId xmlns:a16="http://schemas.microsoft.com/office/drawing/2014/main" id="{68B287A5-9092-0875-D9B9-A0B1A1387BF4}"/>
                </a:ext>
              </a:extLst>
            </p:cNvPr>
            <p:cNvSpPr/>
            <p:nvPr/>
          </p:nvSpPr>
          <p:spPr>
            <a:xfrm>
              <a:off x="4017624" y="4067077"/>
              <a:ext cx="129376" cy="82780"/>
            </a:xfrm>
            <a:custGeom>
              <a:avLst/>
              <a:gdLst>
                <a:gd name="connsiteX0" fmla="*/ 0 w 129376"/>
                <a:gd name="connsiteY0" fmla="*/ 0 h 82780"/>
                <a:gd name="connsiteX1" fmla="*/ 129377 w 129376"/>
                <a:gd name="connsiteY1" fmla="*/ 0 h 82780"/>
                <a:gd name="connsiteX2" fmla="*/ 129377 w 129376"/>
                <a:gd name="connsiteY2" fmla="*/ 82780 h 82780"/>
                <a:gd name="connsiteX3" fmla="*/ 0 w 129376"/>
                <a:gd name="connsiteY3" fmla="*/ 82780 h 82780"/>
              </a:gdLst>
              <a:ahLst/>
              <a:cxnLst>
                <a:cxn ang="0">
                  <a:pos x="connsiteX0" y="connsiteY0"/>
                </a:cxn>
                <a:cxn ang="0">
                  <a:pos x="connsiteX1" y="connsiteY1"/>
                </a:cxn>
                <a:cxn ang="0">
                  <a:pos x="connsiteX2" y="connsiteY2"/>
                </a:cxn>
                <a:cxn ang="0">
                  <a:pos x="connsiteX3" y="connsiteY3"/>
                </a:cxn>
              </a:cxnLst>
              <a:rect l="l" t="t" r="r" b="b"/>
              <a:pathLst>
                <a:path w="129376" h="82780">
                  <a:moveTo>
                    <a:pt x="0" y="0"/>
                  </a:moveTo>
                  <a:lnTo>
                    <a:pt x="129377" y="0"/>
                  </a:lnTo>
                  <a:lnTo>
                    <a:pt x="129377" y="82780"/>
                  </a:lnTo>
                  <a:lnTo>
                    <a:pt x="0" y="82780"/>
                  </a:lnTo>
                  <a:close/>
                </a:path>
              </a:pathLst>
            </a:custGeom>
            <a:noFill/>
            <a:ln w="10515" cap="flat">
              <a:noFill/>
              <a:prstDash val="solid"/>
              <a:miter/>
            </a:ln>
          </p:spPr>
          <p:txBody>
            <a:bodyPr rtlCol="0" anchor="ctr"/>
            <a:lstStyle/>
            <a:p>
              <a:endParaRPr lang="en-US"/>
            </a:p>
          </p:txBody>
        </p:sp>
        <p:sp>
          <p:nvSpPr>
            <p:cNvPr id="96" name="TextBox 95">
              <a:extLst>
                <a:ext uri="{FF2B5EF4-FFF2-40B4-BE49-F238E27FC236}">
                  <a16:creationId xmlns:a16="http://schemas.microsoft.com/office/drawing/2014/main" id="{F97D4011-8501-4DEA-0C90-B255342FC433}"/>
                </a:ext>
              </a:extLst>
            </p:cNvPr>
            <p:cNvSpPr txBox="1"/>
            <p:nvPr/>
          </p:nvSpPr>
          <p:spPr>
            <a:xfrm>
              <a:off x="3949955" y="3984542"/>
              <a:ext cx="245990"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F</a:t>
              </a:r>
            </a:p>
          </p:txBody>
        </p:sp>
        <p:sp>
          <p:nvSpPr>
            <p:cNvPr id="97" name="Freeform: Shape 96">
              <a:extLst>
                <a:ext uri="{FF2B5EF4-FFF2-40B4-BE49-F238E27FC236}">
                  <a16:creationId xmlns:a16="http://schemas.microsoft.com/office/drawing/2014/main" id="{1ECCC04A-EE30-1C0E-B1F0-211B49E5CAF2}"/>
                </a:ext>
              </a:extLst>
            </p:cNvPr>
            <p:cNvSpPr/>
            <p:nvPr/>
          </p:nvSpPr>
          <p:spPr>
            <a:xfrm>
              <a:off x="3888247" y="4157010"/>
              <a:ext cx="129376" cy="156409"/>
            </a:xfrm>
            <a:custGeom>
              <a:avLst/>
              <a:gdLst>
                <a:gd name="connsiteX0" fmla="*/ 0 w 129376"/>
                <a:gd name="connsiteY0" fmla="*/ 0 h 156409"/>
                <a:gd name="connsiteX1" fmla="*/ 129377 w 129376"/>
                <a:gd name="connsiteY1" fmla="*/ 0 h 156409"/>
                <a:gd name="connsiteX2" fmla="*/ 129377 w 129376"/>
                <a:gd name="connsiteY2" fmla="*/ 156409 h 156409"/>
                <a:gd name="connsiteX3" fmla="*/ 0 w 129376"/>
                <a:gd name="connsiteY3" fmla="*/ 156409 h 156409"/>
              </a:gdLst>
              <a:ahLst/>
              <a:cxnLst>
                <a:cxn ang="0">
                  <a:pos x="connsiteX0" y="connsiteY0"/>
                </a:cxn>
                <a:cxn ang="0">
                  <a:pos x="connsiteX1" y="connsiteY1"/>
                </a:cxn>
                <a:cxn ang="0">
                  <a:pos x="connsiteX2" y="connsiteY2"/>
                </a:cxn>
                <a:cxn ang="0">
                  <a:pos x="connsiteX3" y="connsiteY3"/>
                </a:cxn>
              </a:cxnLst>
              <a:rect l="l" t="t" r="r" b="b"/>
              <a:pathLst>
                <a:path w="129376" h="156409">
                  <a:moveTo>
                    <a:pt x="0" y="0"/>
                  </a:moveTo>
                  <a:lnTo>
                    <a:pt x="129377" y="0"/>
                  </a:lnTo>
                  <a:lnTo>
                    <a:pt x="129377" y="156409"/>
                  </a:lnTo>
                  <a:lnTo>
                    <a:pt x="0" y="156409"/>
                  </a:lnTo>
                  <a:close/>
                </a:path>
              </a:pathLst>
            </a:custGeom>
            <a:noFill/>
            <a:ln w="10515" cap="flat">
              <a:noFill/>
              <a:prstDash val="solid"/>
              <a:miter/>
            </a:ln>
          </p:spPr>
          <p:txBody>
            <a:bodyPr rtlCol="0" anchor="ctr"/>
            <a:lstStyle/>
            <a:p>
              <a:endParaRPr lang="en-US"/>
            </a:p>
          </p:txBody>
        </p:sp>
        <p:sp>
          <p:nvSpPr>
            <p:cNvPr id="98" name="TextBox 97">
              <a:extLst>
                <a:ext uri="{FF2B5EF4-FFF2-40B4-BE49-F238E27FC236}">
                  <a16:creationId xmlns:a16="http://schemas.microsoft.com/office/drawing/2014/main" id="{67683AA8-B72F-365B-F49F-6658E7DBB536}"/>
                </a:ext>
              </a:extLst>
            </p:cNvPr>
            <p:cNvSpPr txBox="1"/>
            <p:nvPr/>
          </p:nvSpPr>
          <p:spPr>
            <a:xfrm>
              <a:off x="3818475" y="4110764"/>
              <a:ext cx="256509"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G</a:t>
              </a:r>
            </a:p>
          </p:txBody>
        </p:sp>
        <p:sp>
          <p:nvSpPr>
            <p:cNvPr id="99" name="Freeform: Shape 98">
              <a:extLst>
                <a:ext uri="{FF2B5EF4-FFF2-40B4-BE49-F238E27FC236}">
                  <a16:creationId xmlns:a16="http://schemas.microsoft.com/office/drawing/2014/main" id="{8702FD0F-4C2C-B172-33FB-C8435E63F860}"/>
                </a:ext>
              </a:extLst>
            </p:cNvPr>
            <p:cNvSpPr/>
            <p:nvPr/>
          </p:nvSpPr>
          <p:spPr>
            <a:xfrm>
              <a:off x="3773175" y="4284493"/>
              <a:ext cx="129376" cy="156409"/>
            </a:xfrm>
            <a:custGeom>
              <a:avLst/>
              <a:gdLst>
                <a:gd name="connsiteX0" fmla="*/ 0 w 129376"/>
                <a:gd name="connsiteY0" fmla="*/ 0 h 156409"/>
                <a:gd name="connsiteX1" fmla="*/ 129377 w 129376"/>
                <a:gd name="connsiteY1" fmla="*/ 0 h 156409"/>
                <a:gd name="connsiteX2" fmla="*/ 129377 w 129376"/>
                <a:gd name="connsiteY2" fmla="*/ 156409 h 156409"/>
                <a:gd name="connsiteX3" fmla="*/ 0 w 129376"/>
                <a:gd name="connsiteY3" fmla="*/ 156409 h 156409"/>
              </a:gdLst>
              <a:ahLst/>
              <a:cxnLst>
                <a:cxn ang="0">
                  <a:pos x="connsiteX0" y="connsiteY0"/>
                </a:cxn>
                <a:cxn ang="0">
                  <a:pos x="connsiteX1" y="connsiteY1"/>
                </a:cxn>
                <a:cxn ang="0">
                  <a:pos x="connsiteX2" y="connsiteY2"/>
                </a:cxn>
                <a:cxn ang="0">
                  <a:pos x="connsiteX3" y="connsiteY3"/>
                </a:cxn>
              </a:cxnLst>
              <a:rect l="l" t="t" r="r" b="b"/>
              <a:pathLst>
                <a:path w="129376" h="156409">
                  <a:moveTo>
                    <a:pt x="0" y="0"/>
                  </a:moveTo>
                  <a:lnTo>
                    <a:pt x="129377" y="0"/>
                  </a:lnTo>
                  <a:lnTo>
                    <a:pt x="129377" y="156409"/>
                  </a:lnTo>
                  <a:lnTo>
                    <a:pt x="0" y="156409"/>
                  </a:lnTo>
                  <a:close/>
                </a:path>
              </a:pathLst>
            </a:custGeom>
            <a:noFill/>
            <a:ln w="10515" cap="flat">
              <a:noFill/>
              <a:prstDash val="solid"/>
              <a:miter/>
            </a:ln>
          </p:spPr>
          <p:txBody>
            <a:bodyPr rtlCol="0" anchor="ctr"/>
            <a:lstStyle/>
            <a:p>
              <a:endParaRPr lang="en-US"/>
            </a:p>
          </p:txBody>
        </p:sp>
        <p:sp>
          <p:nvSpPr>
            <p:cNvPr id="100" name="TextBox 99">
              <a:extLst>
                <a:ext uri="{FF2B5EF4-FFF2-40B4-BE49-F238E27FC236}">
                  <a16:creationId xmlns:a16="http://schemas.microsoft.com/office/drawing/2014/main" id="{6B98DD3B-46CD-3FEE-8619-441EF799A101}"/>
                </a:ext>
              </a:extLst>
            </p:cNvPr>
            <p:cNvSpPr txBox="1"/>
            <p:nvPr/>
          </p:nvSpPr>
          <p:spPr>
            <a:xfrm>
              <a:off x="3697513" y="4236985"/>
              <a:ext cx="267027" cy="217661"/>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H</a:t>
              </a:r>
            </a:p>
          </p:txBody>
        </p:sp>
        <p:sp>
          <p:nvSpPr>
            <p:cNvPr id="101" name="Freeform: Shape 100">
              <a:extLst>
                <a:ext uri="{FF2B5EF4-FFF2-40B4-BE49-F238E27FC236}">
                  <a16:creationId xmlns:a16="http://schemas.microsoft.com/office/drawing/2014/main" id="{C84DA43A-B7BA-4391-399A-F365F18E2543}"/>
                </a:ext>
              </a:extLst>
            </p:cNvPr>
            <p:cNvSpPr/>
            <p:nvPr/>
          </p:nvSpPr>
          <p:spPr>
            <a:xfrm>
              <a:off x="4832909" y="4010067"/>
              <a:ext cx="175552" cy="67528"/>
            </a:xfrm>
            <a:custGeom>
              <a:avLst/>
              <a:gdLst>
                <a:gd name="connsiteX0" fmla="*/ 0 w 175552"/>
                <a:gd name="connsiteY0" fmla="*/ 0 h 67528"/>
                <a:gd name="connsiteX1" fmla="*/ 175553 w 175552"/>
                <a:gd name="connsiteY1" fmla="*/ 0 h 67528"/>
                <a:gd name="connsiteX2" fmla="*/ 175553 w 175552"/>
                <a:gd name="connsiteY2" fmla="*/ 67528 h 67528"/>
                <a:gd name="connsiteX3" fmla="*/ 0 w 175552"/>
                <a:gd name="connsiteY3" fmla="*/ 67528 h 67528"/>
              </a:gdLst>
              <a:ahLst/>
              <a:cxnLst>
                <a:cxn ang="0">
                  <a:pos x="connsiteX0" y="connsiteY0"/>
                </a:cxn>
                <a:cxn ang="0">
                  <a:pos x="connsiteX1" y="connsiteY1"/>
                </a:cxn>
                <a:cxn ang="0">
                  <a:pos x="connsiteX2" y="connsiteY2"/>
                </a:cxn>
                <a:cxn ang="0">
                  <a:pos x="connsiteX3" y="connsiteY3"/>
                </a:cxn>
              </a:cxnLst>
              <a:rect l="l" t="t" r="r" b="b"/>
              <a:pathLst>
                <a:path w="175552" h="67528">
                  <a:moveTo>
                    <a:pt x="0" y="0"/>
                  </a:moveTo>
                  <a:lnTo>
                    <a:pt x="175553" y="0"/>
                  </a:lnTo>
                  <a:lnTo>
                    <a:pt x="175553" y="67528"/>
                  </a:lnTo>
                  <a:lnTo>
                    <a:pt x="0" y="67528"/>
                  </a:lnTo>
                  <a:close/>
                </a:path>
              </a:pathLst>
            </a:custGeom>
            <a:noFill/>
            <a:ln w="10515" cap="flat">
              <a:noFill/>
              <a:prstDash val="solid"/>
              <a:miter/>
            </a:ln>
          </p:spPr>
          <p:txBody>
            <a:bodyPr rtlCol="0" anchor="ctr"/>
            <a:lstStyle/>
            <a:p>
              <a:endParaRPr lang="en-US"/>
            </a:p>
          </p:txBody>
        </p:sp>
        <p:sp>
          <p:nvSpPr>
            <p:cNvPr id="102" name="TextBox 101">
              <a:extLst>
                <a:ext uri="{FF2B5EF4-FFF2-40B4-BE49-F238E27FC236}">
                  <a16:creationId xmlns:a16="http://schemas.microsoft.com/office/drawing/2014/main" id="{FFA2B4E7-C551-F712-8B87-A65AF3E37401}"/>
                </a:ext>
              </a:extLst>
            </p:cNvPr>
            <p:cNvSpPr txBox="1"/>
            <p:nvPr/>
          </p:nvSpPr>
          <p:spPr>
            <a:xfrm>
              <a:off x="4770394" y="3910913"/>
              <a:ext cx="288064"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A</a:t>
              </a:r>
            </a:p>
          </p:txBody>
        </p:sp>
        <p:sp>
          <p:nvSpPr>
            <p:cNvPr id="103" name="Freeform: Shape 102">
              <a:extLst>
                <a:ext uri="{FF2B5EF4-FFF2-40B4-BE49-F238E27FC236}">
                  <a16:creationId xmlns:a16="http://schemas.microsoft.com/office/drawing/2014/main" id="{04B68DCC-FB65-A263-89E2-CF778E98D16D}"/>
                </a:ext>
              </a:extLst>
            </p:cNvPr>
            <p:cNvSpPr/>
            <p:nvPr/>
          </p:nvSpPr>
          <p:spPr>
            <a:xfrm>
              <a:off x="4594245" y="4186461"/>
              <a:ext cx="175552" cy="127693"/>
            </a:xfrm>
            <a:custGeom>
              <a:avLst/>
              <a:gdLst>
                <a:gd name="connsiteX0" fmla="*/ 0 w 175552"/>
                <a:gd name="connsiteY0" fmla="*/ 0 h 127693"/>
                <a:gd name="connsiteX1" fmla="*/ 175553 w 175552"/>
                <a:gd name="connsiteY1" fmla="*/ 0 h 127693"/>
                <a:gd name="connsiteX2" fmla="*/ 175553 w 175552"/>
                <a:gd name="connsiteY2" fmla="*/ 127694 h 127693"/>
                <a:gd name="connsiteX3" fmla="*/ 0 w 175552"/>
                <a:gd name="connsiteY3" fmla="*/ 127694 h 127693"/>
              </a:gdLst>
              <a:ahLst/>
              <a:cxnLst>
                <a:cxn ang="0">
                  <a:pos x="connsiteX0" y="connsiteY0"/>
                </a:cxn>
                <a:cxn ang="0">
                  <a:pos x="connsiteX1" y="connsiteY1"/>
                </a:cxn>
                <a:cxn ang="0">
                  <a:pos x="connsiteX2" y="connsiteY2"/>
                </a:cxn>
                <a:cxn ang="0">
                  <a:pos x="connsiteX3" y="connsiteY3"/>
                </a:cxn>
              </a:cxnLst>
              <a:rect l="l" t="t" r="r" b="b"/>
              <a:pathLst>
                <a:path w="175552" h="127693">
                  <a:moveTo>
                    <a:pt x="0" y="0"/>
                  </a:moveTo>
                  <a:lnTo>
                    <a:pt x="175553" y="0"/>
                  </a:lnTo>
                  <a:lnTo>
                    <a:pt x="175553" y="127694"/>
                  </a:lnTo>
                  <a:lnTo>
                    <a:pt x="0" y="127694"/>
                  </a:lnTo>
                  <a:close/>
                </a:path>
              </a:pathLst>
            </a:custGeom>
            <a:noFill/>
            <a:ln w="10515" cap="flat">
              <a:noFill/>
              <a:prstDash val="solid"/>
              <a:miter/>
            </a:ln>
          </p:spPr>
          <p:txBody>
            <a:bodyPr rtlCol="0" anchor="ctr"/>
            <a:lstStyle/>
            <a:p>
              <a:endParaRPr lang="en-US"/>
            </a:p>
          </p:txBody>
        </p:sp>
        <p:sp>
          <p:nvSpPr>
            <p:cNvPr id="104" name="TextBox 103">
              <a:extLst>
                <a:ext uri="{FF2B5EF4-FFF2-40B4-BE49-F238E27FC236}">
                  <a16:creationId xmlns:a16="http://schemas.microsoft.com/office/drawing/2014/main" id="{9FD2DDA5-29AE-C566-A37E-B104DC592FA9}"/>
                </a:ext>
              </a:extLst>
            </p:cNvPr>
            <p:cNvSpPr txBox="1"/>
            <p:nvPr/>
          </p:nvSpPr>
          <p:spPr>
            <a:xfrm>
              <a:off x="4538988" y="4110764"/>
              <a:ext cx="267027"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B</a:t>
              </a:r>
            </a:p>
          </p:txBody>
        </p:sp>
        <p:sp>
          <p:nvSpPr>
            <p:cNvPr id="105" name="Freeform: Shape 104">
              <a:extLst>
                <a:ext uri="{FF2B5EF4-FFF2-40B4-BE49-F238E27FC236}">
                  <a16:creationId xmlns:a16="http://schemas.microsoft.com/office/drawing/2014/main" id="{A4B3CD8A-480C-1E2B-8E7A-B61B29E7E285}"/>
                </a:ext>
              </a:extLst>
            </p:cNvPr>
            <p:cNvSpPr/>
            <p:nvPr/>
          </p:nvSpPr>
          <p:spPr>
            <a:xfrm>
              <a:off x="5354203" y="4012802"/>
              <a:ext cx="175552" cy="67528"/>
            </a:xfrm>
            <a:custGeom>
              <a:avLst/>
              <a:gdLst>
                <a:gd name="connsiteX0" fmla="*/ 0 w 175552"/>
                <a:gd name="connsiteY0" fmla="*/ 0 h 67528"/>
                <a:gd name="connsiteX1" fmla="*/ 175553 w 175552"/>
                <a:gd name="connsiteY1" fmla="*/ 0 h 67528"/>
                <a:gd name="connsiteX2" fmla="*/ 175553 w 175552"/>
                <a:gd name="connsiteY2" fmla="*/ 67528 h 67528"/>
                <a:gd name="connsiteX3" fmla="*/ 0 w 175552"/>
                <a:gd name="connsiteY3" fmla="*/ 67528 h 67528"/>
              </a:gdLst>
              <a:ahLst/>
              <a:cxnLst>
                <a:cxn ang="0">
                  <a:pos x="connsiteX0" y="connsiteY0"/>
                </a:cxn>
                <a:cxn ang="0">
                  <a:pos x="connsiteX1" y="connsiteY1"/>
                </a:cxn>
                <a:cxn ang="0">
                  <a:pos x="connsiteX2" y="connsiteY2"/>
                </a:cxn>
                <a:cxn ang="0">
                  <a:pos x="connsiteX3" y="connsiteY3"/>
                </a:cxn>
              </a:cxnLst>
              <a:rect l="l" t="t" r="r" b="b"/>
              <a:pathLst>
                <a:path w="175552" h="67528">
                  <a:moveTo>
                    <a:pt x="0" y="0"/>
                  </a:moveTo>
                  <a:lnTo>
                    <a:pt x="175553" y="0"/>
                  </a:lnTo>
                  <a:lnTo>
                    <a:pt x="175553" y="67528"/>
                  </a:lnTo>
                  <a:lnTo>
                    <a:pt x="0" y="67528"/>
                  </a:lnTo>
                  <a:close/>
                </a:path>
              </a:pathLst>
            </a:custGeom>
            <a:noFill/>
            <a:ln w="10515" cap="flat">
              <a:noFill/>
              <a:prstDash val="solid"/>
              <a:miter/>
            </a:ln>
          </p:spPr>
          <p:txBody>
            <a:bodyPr rtlCol="0" anchor="ctr"/>
            <a:lstStyle/>
            <a:p>
              <a:endParaRPr lang="en-US"/>
            </a:p>
          </p:txBody>
        </p:sp>
        <p:sp>
          <p:nvSpPr>
            <p:cNvPr id="106" name="TextBox 105">
              <a:extLst>
                <a:ext uri="{FF2B5EF4-FFF2-40B4-BE49-F238E27FC236}">
                  <a16:creationId xmlns:a16="http://schemas.microsoft.com/office/drawing/2014/main" id="{A526B0FB-FF7F-44F6-7ACD-6889661B8AFB}"/>
                </a:ext>
              </a:extLst>
            </p:cNvPr>
            <p:cNvSpPr txBox="1"/>
            <p:nvPr/>
          </p:nvSpPr>
          <p:spPr>
            <a:xfrm>
              <a:off x="5306835" y="3910913"/>
              <a:ext cx="267027"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C</a:t>
              </a:r>
            </a:p>
          </p:txBody>
        </p:sp>
        <p:sp>
          <p:nvSpPr>
            <p:cNvPr id="107" name="Freeform: Shape 106">
              <a:extLst>
                <a:ext uri="{FF2B5EF4-FFF2-40B4-BE49-F238E27FC236}">
                  <a16:creationId xmlns:a16="http://schemas.microsoft.com/office/drawing/2014/main" id="{3051A633-8107-A8C7-9B08-90E5692943B9}"/>
                </a:ext>
              </a:extLst>
            </p:cNvPr>
            <p:cNvSpPr/>
            <p:nvPr/>
          </p:nvSpPr>
          <p:spPr>
            <a:xfrm>
              <a:off x="5115539" y="4189301"/>
              <a:ext cx="175552" cy="127693"/>
            </a:xfrm>
            <a:custGeom>
              <a:avLst/>
              <a:gdLst>
                <a:gd name="connsiteX0" fmla="*/ 0 w 175552"/>
                <a:gd name="connsiteY0" fmla="*/ 0 h 127693"/>
                <a:gd name="connsiteX1" fmla="*/ 175553 w 175552"/>
                <a:gd name="connsiteY1" fmla="*/ 0 h 127693"/>
                <a:gd name="connsiteX2" fmla="*/ 175553 w 175552"/>
                <a:gd name="connsiteY2" fmla="*/ 127694 h 127693"/>
                <a:gd name="connsiteX3" fmla="*/ 0 w 175552"/>
                <a:gd name="connsiteY3" fmla="*/ 127694 h 127693"/>
              </a:gdLst>
              <a:ahLst/>
              <a:cxnLst>
                <a:cxn ang="0">
                  <a:pos x="connsiteX0" y="connsiteY0"/>
                </a:cxn>
                <a:cxn ang="0">
                  <a:pos x="connsiteX1" y="connsiteY1"/>
                </a:cxn>
                <a:cxn ang="0">
                  <a:pos x="connsiteX2" y="connsiteY2"/>
                </a:cxn>
                <a:cxn ang="0">
                  <a:pos x="connsiteX3" y="connsiteY3"/>
                </a:cxn>
              </a:cxnLst>
              <a:rect l="l" t="t" r="r" b="b"/>
              <a:pathLst>
                <a:path w="175552" h="127693">
                  <a:moveTo>
                    <a:pt x="0" y="0"/>
                  </a:moveTo>
                  <a:lnTo>
                    <a:pt x="175553" y="0"/>
                  </a:lnTo>
                  <a:lnTo>
                    <a:pt x="175553" y="127694"/>
                  </a:lnTo>
                  <a:lnTo>
                    <a:pt x="0" y="127694"/>
                  </a:lnTo>
                  <a:close/>
                </a:path>
              </a:pathLst>
            </a:custGeom>
            <a:noFill/>
            <a:ln w="10515" cap="flat">
              <a:noFill/>
              <a:prstDash val="solid"/>
              <a:miter/>
            </a:ln>
          </p:spPr>
          <p:txBody>
            <a:bodyPr rtlCol="0" anchor="ctr"/>
            <a:lstStyle/>
            <a:p>
              <a:endParaRPr lang="en-US"/>
            </a:p>
          </p:txBody>
        </p:sp>
        <p:sp>
          <p:nvSpPr>
            <p:cNvPr id="108" name="TextBox 107">
              <a:extLst>
                <a:ext uri="{FF2B5EF4-FFF2-40B4-BE49-F238E27FC236}">
                  <a16:creationId xmlns:a16="http://schemas.microsoft.com/office/drawing/2014/main" id="{0A34759C-8891-856C-8D7D-B1126955B0EE}"/>
                </a:ext>
              </a:extLst>
            </p:cNvPr>
            <p:cNvSpPr txBox="1"/>
            <p:nvPr/>
          </p:nvSpPr>
          <p:spPr>
            <a:xfrm>
              <a:off x="5059652" y="4121282"/>
              <a:ext cx="277546"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D</a:t>
              </a:r>
            </a:p>
          </p:txBody>
        </p:sp>
        <p:sp>
          <p:nvSpPr>
            <p:cNvPr id="109" name="Freeform: Shape 108">
              <a:extLst>
                <a:ext uri="{FF2B5EF4-FFF2-40B4-BE49-F238E27FC236}">
                  <a16:creationId xmlns:a16="http://schemas.microsoft.com/office/drawing/2014/main" id="{17C436A4-C5B2-2D2E-CE11-D781A4069131}"/>
                </a:ext>
              </a:extLst>
            </p:cNvPr>
            <p:cNvSpPr/>
            <p:nvPr/>
          </p:nvSpPr>
          <p:spPr>
            <a:xfrm>
              <a:off x="4871616" y="4400301"/>
              <a:ext cx="175552" cy="127693"/>
            </a:xfrm>
            <a:custGeom>
              <a:avLst/>
              <a:gdLst>
                <a:gd name="connsiteX0" fmla="*/ 0 w 175552"/>
                <a:gd name="connsiteY0" fmla="*/ 0 h 127693"/>
                <a:gd name="connsiteX1" fmla="*/ 175553 w 175552"/>
                <a:gd name="connsiteY1" fmla="*/ 0 h 127693"/>
                <a:gd name="connsiteX2" fmla="*/ 175553 w 175552"/>
                <a:gd name="connsiteY2" fmla="*/ 127694 h 127693"/>
                <a:gd name="connsiteX3" fmla="*/ 0 w 175552"/>
                <a:gd name="connsiteY3" fmla="*/ 127694 h 127693"/>
              </a:gdLst>
              <a:ahLst/>
              <a:cxnLst>
                <a:cxn ang="0">
                  <a:pos x="connsiteX0" y="connsiteY0"/>
                </a:cxn>
                <a:cxn ang="0">
                  <a:pos x="connsiteX1" y="connsiteY1"/>
                </a:cxn>
                <a:cxn ang="0">
                  <a:pos x="connsiteX2" y="connsiteY2"/>
                </a:cxn>
                <a:cxn ang="0">
                  <a:pos x="connsiteX3" y="connsiteY3"/>
                </a:cxn>
              </a:cxnLst>
              <a:rect l="l" t="t" r="r" b="b"/>
              <a:pathLst>
                <a:path w="175552" h="127693">
                  <a:moveTo>
                    <a:pt x="0" y="0"/>
                  </a:moveTo>
                  <a:lnTo>
                    <a:pt x="175553" y="0"/>
                  </a:lnTo>
                  <a:lnTo>
                    <a:pt x="175553" y="127694"/>
                  </a:lnTo>
                  <a:lnTo>
                    <a:pt x="0" y="127694"/>
                  </a:lnTo>
                  <a:close/>
                </a:path>
              </a:pathLst>
            </a:custGeom>
            <a:noFill/>
            <a:ln w="10515" cap="flat">
              <a:noFill/>
              <a:prstDash val="solid"/>
              <a:miter/>
            </a:ln>
          </p:spPr>
          <p:txBody>
            <a:bodyPr rtlCol="0" anchor="ctr"/>
            <a:lstStyle/>
            <a:p>
              <a:endParaRPr lang="en-US"/>
            </a:p>
          </p:txBody>
        </p:sp>
        <p:sp>
          <p:nvSpPr>
            <p:cNvPr id="110" name="TextBox 109">
              <a:extLst>
                <a:ext uri="{FF2B5EF4-FFF2-40B4-BE49-F238E27FC236}">
                  <a16:creationId xmlns:a16="http://schemas.microsoft.com/office/drawing/2014/main" id="{81FBF14A-5AA4-E8AD-8B6B-DD712D7DF8BE}"/>
                </a:ext>
              </a:extLst>
            </p:cNvPr>
            <p:cNvSpPr txBox="1"/>
            <p:nvPr/>
          </p:nvSpPr>
          <p:spPr>
            <a:xfrm>
              <a:off x="4828246" y="4331651"/>
              <a:ext cx="256509"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E</a:t>
              </a:r>
            </a:p>
          </p:txBody>
        </p:sp>
        <p:sp>
          <p:nvSpPr>
            <p:cNvPr id="111" name="Freeform: Shape 110">
              <a:extLst>
                <a:ext uri="{FF2B5EF4-FFF2-40B4-BE49-F238E27FC236}">
                  <a16:creationId xmlns:a16="http://schemas.microsoft.com/office/drawing/2014/main" id="{56E2514F-65E3-8BFE-C22F-92D665C2F44C}"/>
                </a:ext>
              </a:extLst>
            </p:cNvPr>
            <p:cNvSpPr/>
            <p:nvPr/>
          </p:nvSpPr>
          <p:spPr>
            <a:xfrm>
              <a:off x="5889802" y="4012907"/>
              <a:ext cx="175552" cy="67528"/>
            </a:xfrm>
            <a:custGeom>
              <a:avLst/>
              <a:gdLst>
                <a:gd name="connsiteX0" fmla="*/ 0 w 175552"/>
                <a:gd name="connsiteY0" fmla="*/ 0 h 67528"/>
                <a:gd name="connsiteX1" fmla="*/ 175553 w 175552"/>
                <a:gd name="connsiteY1" fmla="*/ 0 h 67528"/>
                <a:gd name="connsiteX2" fmla="*/ 175553 w 175552"/>
                <a:gd name="connsiteY2" fmla="*/ 67528 h 67528"/>
                <a:gd name="connsiteX3" fmla="*/ 0 w 175552"/>
                <a:gd name="connsiteY3" fmla="*/ 67528 h 67528"/>
              </a:gdLst>
              <a:ahLst/>
              <a:cxnLst>
                <a:cxn ang="0">
                  <a:pos x="connsiteX0" y="connsiteY0"/>
                </a:cxn>
                <a:cxn ang="0">
                  <a:pos x="connsiteX1" y="connsiteY1"/>
                </a:cxn>
                <a:cxn ang="0">
                  <a:pos x="connsiteX2" y="connsiteY2"/>
                </a:cxn>
                <a:cxn ang="0">
                  <a:pos x="connsiteX3" y="connsiteY3"/>
                </a:cxn>
              </a:cxnLst>
              <a:rect l="l" t="t" r="r" b="b"/>
              <a:pathLst>
                <a:path w="175552" h="67528">
                  <a:moveTo>
                    <a:pt x="0" y="0"/>
                  </a:moveTo>
                  <a:lnTo>
                    <a:pt x="175553" y="0"/>
                  </a:lnTo>
                  <a:lnTo>
                    <a:pt x="175553" y="67528"/>
                  </a:lnTo>
                  <a:lnTo>
                    <a:pt x="0" y="67528"/>
                  </a:lnTo>
                  <a:close/>
                </a:path>
              </a:pathLst>
            </a:custGeom>
            <a:noFill/>
            <a:ln w="10515" cap="flat">
              <a:noFill/>
              <a:prstDash val="solid"/>
              <a:miter/>
            </a:ln>
          </p:spPr>
          <p:txBody>
            <a:bodyPr rtlCol="0" anchor="ctr"/>
            <a:lstStyle/>
            <a:p>
              <a:endParaRPr lang="en-US"/>
            </a:p>
          </p:txBody>
        </p:sp>
        <p:sp>
          <p:nvSpPr>
            <p:cNvPr id="112" name="TextBox 111">
              <a:extLst>
                <a:ext uri="{FF2B5EF4-FFF2-40B4-BE49-F238E27FC236}">
                  <a16:creationId xmlns:a16="http://schemas.microsoft.com/office/drawing/2014/main" id="{75B0CD60-72AA-17A7-70A6-837993F6BD14}"/>
                </a:ext>
              </a:extLst>
            </p:cNvPr>
            <p:cNvSpPr txBox="1"/>
            <p:nvPr/>
          </p:nvSpPr>
          <p:spPr>
            <a:xfrm>
              <a:off x="5848535" y="3910913"/>
              <a:ext cx="256509"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F</a:t>
              </a:r>
            </a:p>
          </p:txBody>
        </p:sp>
        <p:sp>
          <p:nvSpPr>
            <p:cNvPr id="113" name="Freeform: Shape 112">
              <a:extLst>
                <a:ext uri="{FF2B5EF4-FFF2-40B4-BE49-F238E27FC236}">
                  <a16:creationId xmlns:a16="http://schemas.microsoft.com/office/drawing/2014/main" id="{38E5F4AB-47F3-36D3-E8FB-10497B8E3050}"/>
                </a:ext>
              </a:extLst>
            </p:cNvPr>
            <p:cNvSpPr/>
            <p:nvPr/>
          </p:nvSpPr>
          <p:spPr>
            <a:xfrm>
              <a:off x="5651244" y="4189301"/>
              <a:ext cx="175552" cy="127693"/>
            </a:xfrm>
            <a:custGeom>
              <a:avLst/>
              <a:gdLst>
                <a:gd name="connsiteX0" fmla="*/ 0 w 175552"/>
                <a:gd name="connsiteY0" fmla="*/ 0 h 127693"/>
                <a:gd name="connsiteX1" fmla="*/ 175553 w 175552"/>
                <a:gd name="connsiteY1" fmla="*/ 0 h 127693"/>
                <a:gd name="connsiteX2" fmla="*/ 175553 w 175552"/>
                <a:gd name="connsiteY2" fmla="*/ 127694 h 127693"/>
                <a:gd name="connsiteX3" fmla="*/ 0 w 175552"/>
                <a:gd name="connsiteY3" fmla="*/ 127694 h 127693"/>
              </a:gdLst>
              <a:ahLst/>
              <a:cxnLst>
                <a:cxn ang="0">
                  <a:pos x="connsiteX0" y="connsiteY0"/>
                </a:cxn>
                <a:cxn ang="0">
                  <a:pos x="connsiteX1" y="connsiteY1"/>
                </a:cxn>
                <a:cxn ang="0">
                  <a:pos x="connsiteX2" y="connsiteY2"/>
                </a:cxn>
                <a:cxn ang="0">
                  <a:pos x="connsiteX3" y="connsiteY3"/>
                </a:cxn>
              </a:cxnLst>
              <a:rect l="l" t="t" r="r" b="b"/>
              <a:pathLst>
                <a:path w="175552" h="127693">
                  <a:moveTo>
                    <a:pt x="0" y="0"/>
                  </a:moveTo>
                  <a:lnTo>
                    <a:pt x="175553" y="0"/>
                  </a:lnTo>
                  <a:lnTo>
                    <a:pt x="175553" y="127694"/>
                  </a:lnTo>
                  <a:lnTo>
                    <a:pt x="0" y="127694"/>
                  </a:lnTo>
                  <a:close/>
                </a:path>
              </a:pathLst>
            </a:custGeom>
            <a:noFill/>
            <a:ln w="10515" cap="flat">
              <a:noFill/>
              <a:prstDash val="solid"/>
              <a:miter/>
            </a:ln>
          </p:spPr>
          <p:txBody>
            <a:bodyPr rtlCol="0" anchor="ctr"/>
            <a:lstStyle/>
            <a:p>
              <a:endParaRPr lang="en-US"/>
            </a:p>
          </p:txBody>
        </p:sp>
        <p:sp>
          <p:nvSpPr>
            <p:cNvPr id="114" name="TextBox 113">
              <a:extLst>
                <a:ext uri="{FF2B5EF4-FFF2-40B4-BE49-F238E27FC236}">
                  <a16:creationId xmlns:a16="http://schemas.microsoft.com/office/drawing/2014/main" id="{38865184-507F-4ED0-2D84-435559DC7DC1}"/>
                </a:ext>
              </a:extLst>
            </p:cNvPr>
            <p:cNvSpPr txBox="1"/>
            <p:nvPr/>
          </p:nvSpPr>
          <p:spPr>
            <a:xfrm>
              <a:off x="5601352" y="4121282"/>
              <a:ext cx="267027"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G</a:t>
              </a:r>
            </a:p>
          </p:txBody>
        </p:sp>
        <p:sp>
          <p:nvSpPr>
            <p:cNvPr id="115" name="Freeform: Shape 114">
              <a:extLst>
                <a:ext uri="{FF2B5EF4-FFF2-40B4-BE49-F238E27FC236}">
                  <a16:creationId xmlns:a16="http://schemas.microsoft.com/office/drawing/2014/main" id="{06040A21-429D-67BE-8A38-34639EA44C34}"/>
                </a:ext>
              </a:extLst>
            </p:cNvPr>
            <p:cNvSpPr/>
            <p:nvPr/>
          </p:nvSpPr>
          <p:spPr>
            <a:xfrm>
              <a:off x="5407216" y="4400301"/>
              <a:ext cx="175552" cy="127693"/>
            </a:xfrm>
            <a:custGeom>
              <a:avLst/>
              <a:gdLst>
                <a:gd name="connsiteX0" fmla="*/ 0 w 175552"/>
                <a:gd name="connsiteY0" fmla="*/ 0 h 127693"/>
                <a:gd name="connsiteX1" fmla="*/ 175553 w 175552"/>
                <a:gd name="connsiteY1" fmla="*/ 0 h 127693"/>
                <a:gd name="connsiteX2" fmla="*/ 175553 w 175552"/>
                <a:gd name="connsiteY2" fmla="*/ 127694 h 127693"/>
                <a:gd name="connsiteX3" fmla="*/ 0 w 175552"/>
                <a:gd name="connsiteY3" fmla="*/ 127694 h 127693"/>
              </a:gdLst>
              <a:ahLst/>
              <a:cxnLst>
                <a:cxn ang="0">
                  <a:pos x="connsiteX0" y="connsiteY0"/>
                </a:cxn>
                <a:cxn ang="0">
                  <a:pos x="connsiteX1" y="connsiteY1"/>
                </a:cxn>
                <a:cxn ang="0">
                  <a:pos x="connsiteX2" y="connsiteY2"/>
                </a:cxn>
                <a:cxn ang="0">
                  <a:pos x="connsiteX3" y="connsiteY3"/>
                </a:cxn>
              </a:cxnLst>
              <a:rect l="l" t="t" r="r" b="b"/>
              <a:pathLst>
                <a:path w="175552" h="127693">
                  <a:moveTo>
                    <a:pt x="0" y="0"/>
                  </a:moveTo>
                  <a:lnTo>
                    <a:pt x="175553" y="0"/>
                  </a:lnTo>
                  <a:lnTo>
                    <a:pt x="175553" y="127694"/>
                  </a:lnTo>
                  <a:lnTo>
                    <a:pt x="0" y="127694"/>
                  </a:lnTo>
                  <a:close/>
                </a:path>
              </a:pathLst>
            </a:custGeom>
            <a:noFill/>
            <a:ln w="10515" cap="flat">
              <a:noFill/>
              <a:prstDash val="solid"/>
              <a:miter/>
            </a:ln>
          </p:spPr>
          <p:txBody>
            <a:bodyPr rtlCol="0" anchor="ctr"/>
            <a:lstStyle/>
            <a:p>
              <a:endParaRPr lang="en-US"/>
            </a:p>
          </p:txBody>
        </p:sp>
        <p:sp>
          <p:nvSpPr>
            <p:cNvPr id="116" name="TextBox 115">
              <a:extLst>
                <a:ext uri="{FF2B5EF4-FFF2-40B4-BE49-F238E27FC236}">
                  <a16:creationId xmlns:a16="http://schemas.microsoft.com/office/drawing/2014/main" id="{AB6958A8-C48F-0322-987F-9DD4B3145F3F}"/>
                </a:ext>
              </a:extLst>
            </p:cNvPr>
            <p:cNvSpPr txBox="1"/>
            <p:nvPr/>
          </p:nvSpPr>
          <p:spPr>
            <a:xfrm>
              <a:off x="5354168" y="4331651"/>
              <a:ext cx="277546"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H</a:t>
              </a:r>
            </a:p>
          </p:txBody>
        </p:sp>
        <p:sp>
          <p:nvSpPr>
            <p:cNvPr id="117" name="Freeform: Shape 116">
              <a:extLst>
                <a:ext uri="{FF2B5EF4-FFF2-40B4-BE49-F238E27FC236}">
                  <a16:creationId xmlns:a16="http://schemas.microsoft.com/office/drawing/2014/main" id="{491C45B5-9EC7-3B61-A0C8-8B537E83D371}"/>
                </a:ext>
              </a:extLst>
            </p:cNvPr>
            <p:cNvSpPr/>
            <p:nvPr/>
          </p:nvSpPr>
          <p:spPr>
            <a:xfrm>
              <a:off x="5008356" y="4043831"/>
              <a:ext cx="302510" cy="2419"/>
            </a:xfrm>
            <a:custGeom>
              <a:avLst/>
              <a:gdLst>
                <a:gd name="connsiteX0" fmla="*/ 0 w 302510"/>
                <a:gd name="connsiteY0" fmla="*/ 0 h 2419"/>
                <a:gd name="connsiteX1" fmla="*/ 302511 w 302510"/>
                <a:gd name="connsiteY1" fmla="*/ 2419 h 2419"/>
              </a:gdLst>
              <a:ahLst/>
              <a:cxnLst>
                <a:cxn ang="0">
                  <a:pos x="connsiteX0" y="connsiteY0"/>
                </a:cxn>
                <a:cxn ang="0">
                  <a:pos x="connsiteX1" y="connsiteY1"/>
                </a:cxn>
              </a:cxnLst>
              <a:rect l="l" t="t" r="r" b="b"/>
              <a:pathLst>
                <a:path w="302510" h="2419">
                  <a:moveTo>
                    <a:pt x="0" y="0"/>
                  </a:moveTo>
                  <a:lnTo>
                    <a:pt x="302511" y="2419"/>
                  </a:lnTo>
                </a:path>
              </a:pathLst>
            </a:custGeom>
            <a:noFill/>
            <a:ln w="10515" cap="flat">
              <a:solidFill>
                <a:srgbClr val="00FF00"/>
              </a:solid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2848A24C-70D1-174C-D4BA-EF51387AB09B}"/>
                </a:ext>
              </a:extLst>
            </p:cNvPr>
            <p:cNvSpPr/>
            <p:nvPr/>
          </p:nvSpPr>
          <p:spPr>
            <a:xfrm>
              <a:off x="5310867" y="4035732"/>
              <a:ext cx="31555" cy="21036"/>
            </a:xfrm>
            <a:custGeom>
              <a:avLst/>
              <a:gdLst>
                <a:gd name="connsiteX0" fmla="*/ 31555 w 31555"/>
                <a:gd name="connsiteY0" fmla="*/ 10834 h 21036"/>
                <a:gd name="connsiteX1" fmla="*/ 0 w 31555"/>
                <a:gd name="connsiteY1" fmla="*/ 21037 h 21036"/>
                <a:gd name="connsiteX2" fmla="*/ 105 w 31555"/>
                <a:gd name="connsiteY2" fmla="*/ 0 h 21036"/>
              </a:gdLst>
              <a:ahLst/>
              <a:cxnLst>
                <a:cxn ang="0">
                  <a:pos x="connsiteX0" y="connsiteY0"/>
                </a:cxn>
                <a:cxn ang="0">
                  <a:pos x="connsiteX1" y="connsiteY1"/>
                </a:cxn>
                <a:cxn ang="0">
                  <a:pos x="connsiteX2" y="connsiteY2"/>
                </a:cxn>
              </a:cxnLst>
              <a:rect l="l" t="t" r="r" b="b"/>
              <a:pathLst>
                <a:path w="31555" h="21036">
                  <a:moveTo>
                    <a:pt x="31555" y="10834"/>
                  </a:moveTo>
                  <a:lnTo>
                    <a:pt x="0" y="21037"/>
                  </a:lnTo>
                  <a:lnTo>
                    <a:pt x="105"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5CB5CE0A-7945-9227-A843-066D6E40C5F4}"/>
                </a:ext>
              </a:extLst>
            </p:cNvPr>
            <p:cNvSpPr/>
            <p:nvPr/>
          </p:nvSpPr>
          <p:spPr>
            <a:xfrm>
              <a:off x="5558261" y="4053087"/>
              <a:ext cx="302510" cy="2419"/>
            </a:xfrm>
            <a:custGeom>
              <a:avLst/>
              <a:gdLst>
                <a:gd name="connsiteX0" fmla="*/ 0 w 302510"/>
                <a:gd name="connsiteY0" fmla="*/ 0 h 2419"/>
                <a:gd name="connsiteX1" fmla="*/ 302510 w 302510"/>
                <a:gd name="connsiteY1" fmla="*/ 2419 h 2419"/>
              </a:gdLst>
              <a:ahLst/>
              <a:cxnLst>
                <a:cxn ang="0">
                  <a:pos x="connsiteX0" y="connsiteY0"/>
                </a:cxn>
                <a:cxn ang="0">
                  <a:pos x="connsiteX1" y="connsiteY1"/>
                </a:cxn>
              </a:cxnLst>
              <a:rect l="l" t="t" r="r" b="b"/>
              <a:pathLst>
                <a:path w="302510" h="2419">
                  <a:moveTo>
                    <a:pt x="0" y="0"/>
                  </a:moveTo>
                  <a:lnTo>
                    <a:pt x="302510" y="2419"/>
                  </a:lnTo>
                </a:path>
              </a:pathLst>
            </a:custGeom>
            <a:noFill/>
            <a:ln w="10515" cap="flat">
              <a:solidFill>
                <a:srgbClr val="00FF00"/>
              </a:solid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3FCCB55B-0852-0D71-0BA5-281B591D84FB}"/>
                </a:ext>
              </a:extLst>
            </p:cNvPr>
            <p:cNvSpPr/>
            <p:nvPr/>
          </p:nvSpPr>
          <p:spPr>
            <a:xfrm>
              <a:off x="5860666" y="4044988"/>
              <a:ext cx="31659" cy="21036"/>
            </a:xfrm>
            <a:custGeom>
              <a:avLst/>
              <a:gdLst>
                <a:gd name="connsiteX0" fmla="*/ 31660 w 31659"/>
                <a:gd name="connsiteY0" fmla="*/ 10729 h 21036"/>
                <a:gd name="connsiteX1" fmla="*/ 0 w 31659"/>
                <a:gd name="connsiteY1" fmla="*/ 21037 h 21036"/>
                <a:gd name="connsiteX2" fmla="*/ 210 w 31659"/>
                <a:gd name="connsiteY2" fmla="*/ 0 h 21036"/>
              </a:gdLst>
              <a:ahLst/>
              <a:cxnLst>
                <a:cxn ang="0">
                  <a:pos x="connsiteX0" y="connsiteY0"/>
                </a:cxn>
                <a:cxn ang="0">
                  <a:pos x="connsiteX1" y="connsiteY1"/>
                </a:cxn>
                <a:cxn ang="0">
                  <a:pos x="connsiteX2" y="connsiteY2"/>
                </a:cxn>
              </a:cxnLst>
              <a:rect l="l" t="t" r="r" b="b"/>
              <a:pathLst>
                <a:path w="31659" h="21036">
                  <a:moveTo>
                    <a:pt x="31660" y="10729"/>
                  </a:moveTo>
                  <a:lnTo>
                    <a:pt x="0" y="21037"/>
                  </a:lnTo>
                  <a:lnTo>
                    <a:pt x="210"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1F18AE31-AACC-2085-0048-65C8D98FFFBC}"/>
                </a:ext>
              </a:extLst>
            </p:cNvPr>
            <p:cNvSpPr/>
            <p:nvPr/>
          </p:nvSpPr>
          <p:spPr>
            <a:xfrm>
              <a:off x="5305397" y="4269136"/>
              <a:ext cx="302510" cy="2419"/>
            </a:xfrm>
            <a:custGeom>
              <a:avLst/>
              <a:gdLst>
                <a:gd name="connsiteX0" fmla="*/ 0 w 302510"/>
                <a:gd name="connsiteY0" fmla="*/ 0 h 2419"/>
                <a:gd name="connsiteX1" fmla="*/ 302510 w 302510"/>
                <a:gd name="connsiteY1" fmla="*/ 2419 h 2419"/>
              </a:gdLst>
              <a:ahLst/>
              <a:cxnLst>
                <a:cxn ang="0">
                  <a:pos x="connsiteX0" y="connsiteY0"/>
                </a:cxn>
                <a:cxn ang="0">
                  <a:pos x="connsiteX1" y="connsiteY1"/>
                </a:cxn>
              </a:cxnLst>
              <a:rect l="l" t="t" r="r" b="b"/>
              <a:pathLst>
                <a:path w="302510" h="2419">
                  <a:moveTo>
                    <a:pt x="0" y="0"/>
                  </a:moveTo>
                  <a:lnTo>
                    <a:pt x="302510" y="2419"/>
                  </a:lnTo>
                </a:path>
              </a:pathLst>
            </a:custGeom>
            <a:noFill/>
            <a:ln w="10515" cap="flat">
              <a:solidFill>
                <a:srgbClr val="00FF00"/>
              </a:solid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9D3C697E-BF8E-4266-8EAA-6DF5DF53BF57}"/>
                </a:ext>
              </a:extLst>
            </p:cNvPr>
            <p:cNvSpPr/>
            <p:nvPr/>
          </p:nvSpPr>
          <p:spPr>
            <a:xfrm>
              <a:off x="5607908" y="4261037"/>
              <a:ext cx="31555" cy="21036"/>
            </a:xfrm>
            <a:custGeom>
              <a:avLst/>
              <a:gdLst>
                <a:gd name="connsiteX0" fmla="*/ 31555 w 31555"/>
                <a:gd name="connsiteY0" fmla="*/ 10834 h 21036"/>
                <a:gd name="connsiteX1" fmla="*/ 0 w 31555"/>
                <a:gd name="connsiteY1" fmla="*/ 21037 h 21036"/>
                <a:gd name="connsiteX2" fmla="*/ 105 w 31555"/>
                <a:gd name="connsiteY2" fmla="*/ 0 h 21036"/>
              </a:gdLst>
              <a:ahLst/>
              <a:cxnLst>
                <a:cxn ang="0">
                  <a:pos x="connsiteX0" y="connsiteY0"/>
                </a:cxn>
                <a:cxn ang="0">
                  <a:pos x="connsiteX1" y="connsiteY1"/>
                </a:cxn>
                <a:cxn ang="0">
                  <a:pos x="connsiteX2" y="connsiteY2"/>
                </a:cxn>
              </a:cxnLst>
              <a:rect l="l" t="t" r="r" b="b"/>
              <a:pathLst>
                <a:path w="31555" h="21036">
                  <a:moveTo>
                    <a:pt x="31555" y="10834"/>
                  </a:moveTo>
                  <a:lnTo>
                    <a:pt x="0" y="21037"/>
                  </a:lnTo>
                  <a:lnTo>
                    <a:pt x="105"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96735E3A-3EB5-CF1F-D39F-EE0A0A1C0A7B}"/>
                </a:ext>
              </a:extLst>
            </p:cNvPr>
            <p:cNvSpPr/>
            <p:nvPr/>
          </p:nvSpPr>
          <p:spPr>
            <a:xfrm>
              <a:off x="4769798" y="4269031"/>
              <a:ext cx="302510" cy="2524"/>
            </a:xfrm>
            <a:custGeom>
              <a:avLst/>
              <a:gdLst>
                <a:gd name="connsiteX0" fmla="*/ 0 w 302510"/>
                <a:gd name="connsiteY0" fmla="*/ 0 h 2524"/>
                <a:gd name="connsiteX1" fmla="*/ 302511 w 302510"/>
                <a:gd name="connsiteY1" fmla="*/ 2524 h 2524"/>
              </a:gdLst>
              <a:ahLst/>
              <a:cxnLst>
                <a:cxn ang="0">
                  <a:pos x="connsiteX0" y="connsiteY0"/>
                </a:cxn>
                <a:cxn ang="0">
                  <a:pos x="connsiteX1" y="connsiteY1"/>
                </a:cxn>
              </a:cxnLst>
              <a:rect l="l" t="t" r="r" b="b"/>
              <a:pathLst>
                <a:path w="302510" h="2524">
                  <a:moveTo>
                    <a:pt x="0" y="0"/>
                  </a:moveTo>
                  <a:lnTo>
                    <a:pt x="302511" y="2524"/>
                  </a:lnTo>
                </a:path>
              </a:pathLst>
            </a:custGeom>
            <a:noFill/>
            <a:ln w="10515" cap="flat">
              <a:solidFill>
                <a:srgbClr val="00FF00"/>
              </a:solid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7430155E-302C-7B0C-44B4-1FEC19C90F2B}"/>
                </a:ext>
              </a:extLst>
            </p:cNvPr>
            <p:cNvSpPr/>
            <p:nvPr/>
          </p:nvSpPr>
          <p:spPr>
            <a:xfrm>
              <a:off x="5072203" y="4261037"/>
              <a:ext cx="31660" cy="21036"/>
            </a:xfrm>
            <a:custGeom>
              <a:avLst/>
              <a:gdLst>
                <a:gd name="connsiteX0" fmla="*/ 31661 w 31660"/>
                <a:gd name="connsiteY0" fmla="*/ 10729 h 21036"/>
                <a:gd name="connsiteX1" fmla="*/ 0 w 31660"/>
                <a:gd name="connsiteY1" fmla="*/ 21037 h 21036"/>
                <a:gd name="connsiteX2" fmla="*/ 210 w 31660"/>
                <a:gd name="connsiteY2" fmla="*/ 0 h 21036"/>
              </a:gdLst>
              <a:ahLst/>
              <a:cxnLst>
                <a:cxn ang="0">
                  <a:pos x="connsiteX0" y="connsiteY0"/>
                </a:cxn>
                <a:cxn ang="0">
                  <a:pos x="connsiteX1" y="connsiteY1"/>
                </a:cxn>
                <a:cxn ang="0">
                  <a:pos x="connsiteX2" y="connsiteY2"/>
                </a:cxn>
              </a:cxnLst>
              <a:rect l="l" t="t" r="r" b="b"/>
              <a:pathLst>
                <a:path w="31660" h="21036">
                  <a:moveTo>
                    <a:pt x="31661" y="10729"/>
                  </a:moveTo>
                  <a:lnTo>
                    <a:pt x="0" y="21037"/>
                  </a:lnTo>
                  <a:lnTo>
                    <a:pt x="210"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58A782E7-E0AC-93D7-DC3E-3847DA9C13A2}"/>
                </a:ext>
              </a:extLst>
            </p:cNvPr>
            <p:cNvSpPr/>
            <p:nvPr/>
          </p:nvSpPr>
          <p:spPr>
            <a:xfrm>
              <a:off x="5047169" y="4467830"/>
              <a:ext cx="302510" cy="2419"/>
            </a:xfrm>
            <a:custGeom>
              <a:avLst/>
              <a:gdLst>
                <a:gd name="connsiteX0" fmla="*/ 0 w 302510"/>
                <a:gd name="connsiteY0" fmla="*/ 0 h 2419"/>
                <a:gd name="connsiteX1" fmla="*/ 302511 w 302510"/>
                <a:gd name="connsiteY1" fmla="*/ 2419 h 2419"/>
              </a:gdLst>
              <a:ahLst/>
              <a:cxnLst>
                <a:cxn ang="0">
                  <a:pos x="connsiteX0" y="connsiteY0"/>
                </a:cxn>
                <a:cxn ang="0">
                  <a:pos x="connsiteX1" y="connsiteY1"/>
                </a:cxn>
              </a:cxnLst>
              <a:rect l="l" t="t" r="r" b="b"/>
              <a:pathLst>
                <a:path w="302510" h="2419">
                  <a:moveTo>
                    <a:pt x="0" y="0"/>
                  </a:moveTo>
                  <a:lnTo>
                    <a:pt x="302511" y="2419"/>
                  </a:lnTo>
                </a:path>
              </a:pathLst>
            </a:custGeom>
            <a:noFill/>
            <a:ln w="10515" cap="flat">
              <a:solidFill>
                <a:srgbClr val="00FF00"/>
              </a:solid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B354B225-4213-E375-EC2E-58378E607BAF}"/>
                </a:ext>
              </a:extLst>
            </p:cNvPr>
            <p:cNvSpPr/>
            <p:nvPr/>
          </p:nvSpPr>
          <p:spPr>
            <a:xfrm>
              <a:off x="5349575" y="4459731"/>
              <a:ext cx="31660" cy="21036"/>
            </a:xfrm>
            <a:custGeom>
              <a:avLst/>
              <a:gdLst>
                <a:gd name="connsiteX0" fmla="*/ 31661 w 31660"/>
                <a:gd name="connsiteY0" fmla="*/ 10729 h 21036"/>
                <a:gd name="connsiteX1" fmla="*/ 0 w 31660"/>
                <a:gd name="connsiteY1" fmla="*/ 21037 h 21036"/>
                <a:gd name="connsiteX2" fmla="*/ 105 w 31660"/>
                <a:gd name="connsiteY2" fmla="*/ 0 h 21036"/>
              </a:gdLst>
              <a:ahLst/>
              <a:cxnLst>
                <a:cxn ang="0">
                  <a:pos x="connsiteX0" y="connsiteY0"/>
                </a:cxn>
                <a:cxn ang="0">
                  <a:pos x="connsiteX1" y="connsiteY1"/>
                </a:cxn>
                <a:cxn ang="0">
                  <a:pos x="connsiteX2" y="connsiteY2"/>
                </a:cxn>
              </a:cxnLst>
              <a:rect l="l" t="t" r="r" b="b"/>
              <a:pathLst>
                <a:path w="31660" h="21036">
                  <a:moveTo>
                    <a:pt x="31661" y="10729"/>
                  </a:moveTo>
                  <a:lnTo>
                    <a:pt x="0" y="21037"/>
                  </a:lnTo>
                  <a:lnTo>
                    <a:pt x="105"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24823A4-6D29-4F77-4936-572E48847FDE}"/>
                </a:ext>
              </a:extLst>
            </p:cNvPr>
            <p:cNvSpPr/>
            <p:nvPr/>
          </p:nvSpPr>
          <p:spPr>
            <a:xfrm>
              <a:off x="4762014" y="4137130"/>
              <a:ext cx="79098" cy="62164"/>
            </a:xfrm>
            <a:custGeom>
              <a:avLst/>
              <a:gdLst>
                <a:gd name="connsiteX0" fmla="*/ 0 w 79098"/>
                <a:gd name="connsiteY0" fmla="*/ 62164 h 62164"/>
                <a:gd name="connsiteX1" fmla="*/ 79099 w 79098"/>
                <a:gd name="connsiteY1" fmla="*/ 0 h 62164"/>
              </a:gdLst>
              <a:ahLst/>
              <a:cxnLst>
                <a:cxn ang="0">
                  <a:pos x="connsiteX0" y="connsiteY0"/>
                </a:cxn>
                <a:cxn ang="0">
                  <a:pos x="connsiteX1" y="connsiteY1"/>
                </a:cxn>
              </a:cxnLst>
              <a:rect l="l" t="t" r="r" b="b"/>
              <a:pathLst>
                <a:path w="79098" h="62164">
                  <a:moveTo>
                    <a:pt x="0" y="62164"/>
                  </a:moveTo>
                  <a:lnTo>
                    <a:pt x="79099" y="0"/>
                  </a:lnTo>
                </a:path>
              </a:pathLst>
            </a:custGeom>
            <a:noFill/>
            <a:ln w="10515" cap="flat">
              <a:solidFill>
                <a:srgbClr val="00FF00"/>
              </a:solid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2AFEC7F-0310-4F7D-92CB-04C698500FE6}"/>
                </a:ext>
              </a:extLst>
            </p:cNvPr>
            <p:cNvSpPr/>
            <p:nvPr/>
          </p:nvSpPr>
          <p:spPr>
            <a:xfrm>
              <a:off x="4737191" y="4191089"/>
              <a:ext cx="31345" cy="27768"/>
            </a:xfrm>
            <a:custGeom>
              <a:avLst/>
              <a:gdLst>
                <a:gd name="connsiteX0" fmla="*/ 0 w 31345"/>
                <a:gd name="connsiteY0" fmla="*/ 27769 h 27768"/>
                <a:gd name="connsiteX1" fmla="*/ 18407 w 31345"/>
                <a:gd name="connsiteY1" fmla="*/ 0 h 27768"/>
                <a:gd name="connsiteX2" fmla="*/ 31345 w 31345"/>
                <a:gd name="connsiteY2" fmla="*/ 16514 h 27768"/>
              </a:gdLst>
              <a:ahLst/>
              <a:cxnLst>
                <a:cxn ang="0">
                  <a:pos x="connsiteX0" y="connsiteY0"/>
                </a:cxn>
                <a:cxn ang="0">
                  <a:pos x="connsiteX1" y="connsiteY1"/>
                </a:cxn>
                <a:cxn ang="0">
                  <a:pos x="connsiteX2" y="connsiteY2"/>
                </a:cxn>
              </a:cxnLst>
              <a:rect l="l" t="t" r="r" b="b"/>
              <a:pathLst>
                <a:path w="31345" h="27768">
                  <a:moveTo>
                    <a:pt x="0" y="27769"/>
                  </a:moveTo>
                  <a:lnTo>
                    <a:pt x="18407" y="0"/>
                  </a:lnTo>
                  <a:lnTo>
                    <a:pt x="31345" y="16514"/>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6528CDF6-8425-F659-9626-1AE4F22DD6F3}"/>
                </a:ext>
              </a:extLst>
            </p:cNvPr>
            <p:cNvSpPr/>
            <p:nvPr/>
          </p:nvSpPr>
          <p:spPr>
            <a:xfrm>
              <a:off x="4834592" y="4117671"/>
              <a:ext cx="31345" cy="27768"/>
            </a:xfrm>
            <a:custGeom>
              <a:avLst/>
              <a:gdLst>
                <a:gd name="connsiteX0" fmla="*/ 31345 w 31345"/>
                <a:gd name="connsiteY0" fmla="*/ 0 h 27768"/>
                <a:gd name="connsiteX1" fmla="*/ 13043 w 31345"/>
                <a:gd name="connsiteY1" fmla="*/ 27769 h 27768"/>
                <a:gd name="connsiteX2" fmla="*/ 0 w 31345"/>
                <a:gd name="connsiteY2" fmla="*/ 11255 h 27768"/>
              </a:gdLst>
              <a:ahLst/>
              <a:cxnLst>
                <a:cxn ang="0">
                  <a:pos x="connsiteX0" y="connsiteY0"/>
                </a:cxn>
                <a:cxn ang="0">
                  <a:pos x="connsiteX1" y="connsiteY1"/>
                </a:cxn>
                <a:cxn ang="0">
                  <a:pos x="connsiteX2" y="connsiteY2"/>
                </a:cxn>
              </a:cxnLst>
              <a:rect l="l" t="t" r="r" b="b"/>
              <a:pathLst>
                <a:path w="31345" h="27768">
                  <a:moveTo>
                    <a:pt x="31345" y="0"/>
                  </a:moveTo>
                  <a:lnTo>
                    <a:pt x="13043" y="27769"/>
                  </a:lnTo>
                  <a:lnTo>
                    <a:pt x="0" y="11255"/>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E569FF4E-E0E1-531C-63DB-B4DA3083C003}"/>
                </a:ext>
              </a:extLst>
            </p:cNvPr>
            <p:cNvSpPr/>
            <p:nvPr/>
          </p:nvSpPr>
          <p:spPr>
            <a:xfrm>
              <a:off x="5277418" y="4137235"/>
              <a:ext cx="79098" cy="62164"/>
            </a:xfrm>
            <a:custGeom>
              <a:avLst/>
              <a:gdLst>
                <a:gd name="connsiteX0" fmla="*/ 0 w 79098"/>
                <a:gd name="connsiteY0" fmla="*/ 62164 h 62164"/>
                <a:gd name="connsiteX1" fmla="*/ 79099 w 79098"/>
                <a:gd name="connsiteY1" fmla="*/ 0 h 62164"/>
              </a:gdLst>
              <a:ahLst/>
              <a:cxnLst>
                <a:cxn ang="0">
                  <a:pos x="connsiteX0" y="connsiteY0"/>
                </a:cxn>
                <a:cxn ang="0">
                  <a:pos x="connsiteX1" y="connsiteY1"/>
                </a:cxn>
              </a:cxnLst>
              <a:rect l="l" t="t" r="r" b="b"/>
              <a:pathLst>
                <a:path w="79098" h="62164">
                  <a:moveTo>
                    <a:pt x="0" y="62164"/>
                  </a:moveTo>
                  <a:lnTo>
                    <a:pt x="79099" y="0"/>
                  </a:lnTo>
                </a:path>
              </a:pathLst>
            </a:custGeom>
            <a:noFill/>
            <a:ln w="10515" cap="flat">
              <a:solidFill>
                <a:srgbClr val="00FF00"/>
              </a:solid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7F147BC7-2055-67B4-B7FC-A5EFC853DB53}"/>
                </a:ext>
              </a:extLst>
            </p:cNvPr>
            <p:cNvSpPr/>
            <p:nvPr/>
          </p:nvSpPr>
          <p:spPr>
            <a:xfrm>
              <a:off x="5252595" y="4191089"/>
              <a:ext cx="31345" cy="27768"/>
            </a:xfrm>
            <a:custGeom>
              <a:avLst/>
              <a:gdLst>
                <a:gd name="connsiteX0" fmla="*/ 0 w 31345"/>
                <a:gd name="connsiteY0" fmla="*/ 27769 h 27768"/>
                <a:gd name="connsiteX1" fmla="*/ 18302 w 31345"/>
                <a:gd name="connsiteY1" fmla="*/ 0 h 27768"/>
                <a:gd name="connsiteX2" fmla="*/ 31345 w 31345"/>
                <a:gd name="connsiteY2" fmla="*/ 16514 h 27768"/>
              </a:gdLst>
              <a:ahLst/>
              <a:cxnLst>
                <a:cxn ang="0">
                  <a:pos x="connsiteX0" y="connsiteY0"/>
                </a:cxn>
                <a:cxn ang="0">
                  <a:pos x="connsiteX1" y="connsiteY1"/>
                </a:cxn>
                <a:cxn ang="0">
                  <a:pos x="connsiteX2" y="connsiteY2"/>
                </a:cxn>
              </a:cxnLst>
              <a:rect l="l" t="t" r="r" b="b"/>
              <a:pathLst>
                <a:path w="31345" h="27768">
                  <a:moveTo>
                    <a:pt x="0" y="27769"/>
                  </a:moveTo>
                  <a:lnTo>
                    <a:pt x="18302" y="0"/>
                  </a:lnTo>
                  <a:lnTo>
                    <a:pt x="31345" y="16514"/>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7E99B20-74B8-95DD-C586-8D465FC06829}"/>
                </a:ext>
              </a:extLst>
            </p:cNvPr>
            <p:cNvSpPr/>
            <p:nvPr/>
          </p:nvSpPr>
          <p:spPr>
            <a:xfrm>
              <a:off x="5349995" y="4117671"/>
              <a:ext cx="31239" cy="27768"/>
            </a:xfrm>
            <a:custGeom>
              <a:avLst/>
              <a:gdLst>
                <a:gd name="connsiteX0" fmla="*/ 31240 w 31239"/>
                <a:gd name="connsiteY0" fmla="*/ 0 h 27768"/>
                <a:gd name="connsiteX1" fmla="*/ 12938 w 31239"/>
                <a:gd name="connsiteY1" fmla="*/ 27769 h 27768"/>
                <a:gd name="connsiteX2" fmla="*/ 0 w 31239"/>
                <a:gd name="connsiteY2" fmla="*/ 11255 h 27768"/>
              </a:gdLst>
              <a:ahLst/>
              <a:cxnLst>
                <a:cxn ang="0">
                  <a:pos x="connsiteX0" y="connsiteY0"/>
                </a:cxn>
                <a:cxn ang="0">
                  <a:pos x="connsiteX1" y="connsiteY1"/>
                </a:cxn>
                <a:cxn ang="0">
                  <a:pos x="connsiteX2" y="connsiteY2"/>
                </a:cxn>
              </a:cxnLst>
              <a:rect l="l" t="t" r="r" b="b"/>
              <a:pathLst>
                <a:path w="31239" h="27768">
                  <a:moveTo>
                    <a:pt x="31240" y="0"/>
                  </a:moveTo>
                  <a:lnTo>
                    <a:pt x="12938" y="27769"/>
                  </a:lnTo>
                  <a:lnTo>
                    <a:pt x="0" y="11255"/>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98EF5908-ACE6-C347-27EA-271A92623848}"/>
                </a:ext>
              </a:extLst>
            </p:cNvPr>
            <p:cNvSpPr/>
            <p:nvPr/>
          </p:nvSpPr>
          <p:spPr>
            <a:xfrm>
              <a:off x="5035494" y="4347499"/>
              <a:ext cx="79098" cy="62164"/>
            </a:xfrm>
            <a:custGeom>
              <a:avLst/>
              <a:gdLst>
                <a:gd name="connsiteX0" fmla="*/ 0 w 79098"/>
                <a:gd name="connsiteY0" fmla="*/ 62164 h 62164"/>
                <a:gd name="connsiteX1" fmla="*/ 79099 w 79098"/>
                <a:gd name="connsiteY1" fmla="*/ 0 h 62164"/>
              </a:gdLst>
              <a:ahLst/>
              <a:cxnLst>
                <a:cxn ang="0">
                  <a:pos x="connsiteX0" y="connsiteY0"/>
                </a:cxn>
                <a:cxn ang="0">
                  <a:pos x="connsiteX1" y="connsiteY1"/>
                </a:cxn>
              </a:cxnLst>
              <a:rect l="l" t="t" r="r" b="b"/>
              <a:pathLst>
                <a:path w="79098" h="62164">
                  <a:moveTo>
                    <a:pt x="0" y="62164"/>
                  </a:moveTo>
                  <a:lnTo>
                    <a:pt x="79099" y="0"/>
                  </a:lnTo>
                </a:path>
              </a:pathLst>
            </a:custGeom>
            <a:noFill/>
            <a:ln w="10515" cap="flat">
              <a:solidFill>
                <a:srgbClr val="00FF00"/>
              </a:solid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1FB48375-0A2D-F99A-8DAD-959577DAE451}"/>
                </a:ext>
              </a:extLst>
            </p:cNvPr>
            <p:cNvSpPr/>
            <p:nvPr/>
          </p:nvSpPr>
          <p:spPr>
            <a:xfrm>
              <a:off x="5010670" y="4401353"/>
              <a:ext cx="31345" cy="27768"/>
            </a:xfrm>
            <a:custGeom>
              <a:avLst/>
              <a:gdLst>
                <a:gd name="connsiteX0" fmla="*/ 0 w 31345"/>
                <a:gd name="connsiteY0" fmla="*/ 27769 h 27768"/>
                <a:gd name="connsiteX1" fmla="*/ 18302 w 31345"/>
                <a:gd name="connsiteY1" fmla="*/ 0 h 27768"/>
                <a:gd name="connsiteX2" fmla="*/ 31345 w 31345"/>
                <a:gd name="connsiteY2" fmla="*/ 16619 h 27768"/>
              </a:gdLst>
              <a:ahLst/>
              <a:cxnLst>
                <a:cxn ang="0">
                  <a:pos x="connsiteX0" y="connsiteY0"/>
                </a:cxn>
                <a:cxn ang="0">
                  <a:pos x="connsiteX1" y="connsiteY1"/>
                </a:cxn>
                <a:cxn ang="0">
                  <a:pos x="connsiteX2" y="connsiteY2"/>
                </a:cxn>
              </a:cxnLst>
              <a:rect l="l" t="t" r="r" b="b"/>
              <a:pathLst>
                <a:path w="31345" h="27768">
                  <a:moveTo>
                    <a:pt x="0" y="27769"/>
                  </a:moveTo>
                  <a:lnTo>
                    <a:pt x="18302" y="0"/>
                  </a:lnTo>
                  <a:lnTo>
                    <a:pt x="31345" y="16619"/>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836CFEAD-EF00-06AE-33F8-34A826A55C08}"/>
                </a:ext>
              </a:extLst>
            </p:cNvPr>
            <p:cNvSpPr/>
            <p:nvPr/>
          </p:nvSpPr>
          <p:spPr>
            <a:xfrm>
              <a:off x="5108071" y="4328040"/>
              <a:ext cx="31345" cy="27768"/>
            </a:xfrm>
            <a:custGeom>
              <a:avLst/>
              <a:gdLst>
                <a:gd name="connsiteX0" fmla="*/ 31345 w 31345"/>
                <a:gd name="connsiteY0" fmla="*/ 0 h 27768"/>
                <a:gd name="connsiteX1" fmla="*/ 13043 w 31345"/>
                <a:gd name="connsiteY1" fmla="*/ 27769 h 27768"/>
                <a:gd name="connsiteX2" fmla="*/ 0 w 31345"/>
                <a:gd name="connsiteY2" fmla="*/ 11255 h 27768"/>
              </a:gdLst>
              <a:ahLst/>
              <a:cxnLst>
                <a:cxn ang="0">
                  <a:pos x="connsiteX0" y="connsiteY0"/>
                </a:cxn>
                <a:cxn ang="0">
                  <a:pos x="connsiteX1" y="connsiteY1"/>
                </a:cxn>
                <a:cxn ang="0">
                  <a:pos x="connsiteX2" y="connsiteY2"/>
                </a:cxn>
              </a:cxnLst>
              <a:rect l="l" t="t" r="r" b="b"/>
              <a:pathLst>
                <a:path w="31345" h="27768">
                  <a:moveTo>
                    <a:pt x="31345" y="0"/>
                  </a:moveTo>
                  <a:lnTo>
                    <a:pt x="13043" y="27769"/>
                  </a:lnTo>
                  <a:lnTo>
                    <a:pt x="0" y="11255"/>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63AA3AB-B298-BB7B-CA09-572E3B0E9979}"/>
                </a:ext>
              </a:extLst>
            </p:cNvPr>
            <p:cNvSpPr/>
            <p:nvPr/>
          </p:nvSpPr>
          <p:spPr>
            <a:xfrm>
              <a:off x="2163853" y="4876997"/>
              <a:ext cx="171661" cy="107288"/>
            </a:xfrm>
            <a:custGeom>
              <a:avLst/>
              <a:gdLst>
                <a:gd name="connsiteX0" fmla="*/ 0 w 171661"/>
                <a:gd name="connsiteY0" fmla="*/ 0 h 107288"/>
                <a:gd name="connsiteX1" fmla="*/ 171661 w 171661"/>
                <a:gd name="connsiteY1" fmla="*/ 0 h 107288"/>
                <a:gd name="connsiteX2" fmla="*/ 171661 w 171661"/>
                <a:gd name="connsiteY2" fmla="*/ 107288 h 107288"/>
                <a:gd name="connsiteX3" fmla="*/ 0 w 171661"/>
                <a:gd name="connsiteY3" fmla="*/ 107288 h 107288"/>
              </a:gdLst>
              <a:ahLst/>
              <a:cxnLst>
                <a:cxn ang="0">
                  <a:pos x="connsiteX0" y="connsiteY0"/>
                </a:cxn>
                <a:cxn ang="0">
                  <a:pos x="connsiteX1" y="connsiteY1"/>
                </a:cxn>
                <a:cxn ang="0">
                  <a:pos x="connsiteX2" y="connsiteY2"/>
                </a:cxn>
                <a:cxn ang="0">
                  <a:pos x="connsiteX3" y="connsiteY3"/>
                </a:cxn>
              </a:cxnLst>
              <a:rect l="l" t="t" r="r" b="b"/>
              <a:pathLst>
                <a:path w="171661" h="107288">
                  <a:moveTo>
                    <a:pt x="0" y="0"/>
                  </a:moveTo>
                  <a:lnTo>
                    <a:pt x="171661" y="0"/>
                  </a:lnTo>
                  <a:lnTo>
                    <a:pt x="171661" y="107288"/>
                  </a:lnTo>
                  <a:lnTo>
                    <a:pt x="0" y="107288"/>
                  </a:lnTo>
                  <a:close/>
                </a:path>
              </a:pathLst>
            </a:custGeom>
            <a:noFill/>
            <a:ln w="10515" cap="flat">
              <a:noFill/>
              <a:prstDash val="solid"/>
              <a:miter/>
            </a:ln>
          </p:spPr>
          <p:txBody>
            <a:bodyPr rtlCol="0" anchor="ctr"/>
            <a:lstStyle/>
            <a:p>
              <a:endParaRPr lang="en-US"/>
            </a:p>
          </p:txBody>
        </p:sp>
        <p:sp>
          <p:nvSpPr>
            <p:cNvPr id="137" name="TextBox 136">
              <a:extLst>
                <a:ext uri="{FF2B5EF4-FFF2-40B4-BE49-F238E27FC236}">
                  <a16:creationId xmlns:a16="http://schemas.microsoft.com/office/drawing/2014/main" id="{9C2A874D-A020-BBF8-C081-A2EA93BB26F9}"/>
                </a:ext>
              </a:extLst>
            </p:cNvPr>
            <p:cNvSpPr txBox="1"/>
            <p:nvPr/>
          </p:nvSpPr>
          <p:spPr>
            <a:xfrm>
              <a:off x="2119746" y="4794463"/>
              <a:ext cx="245990"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1</a:t>
              </a:r>
            </a:p>
          </p:txBody>
        </p:sp>
        <p:sp>
          <p:nvSpPr>
            <p:cNvPr id="138" name="Freeform: Shape 137">
              <a:extLst>
                <a:ext uri="{FF2B5EF4-FFF2-40B4-BE49-F238E27FC236}">
                  <a16:creationId xmlns:a16="http://schemas.microsoft.com/office/drawing/2014/main" id="{CCBC8B66-CE2D-D523-A82D-F1D2368877AE}"/>
                </a:ext>
              </a:extLst>
            </p:cNvPr>
            <p:cNvSpPr/>
            <p:nvPr/>
          </p:nvSpPr>
          <p:spPr>
            <a:xfrm>
              <a:off x="4833014" y="5048238"/>
              <a:ext cx="293254" cy="1788"/>
            </a:xfrm>
            <a:custGeom>
              <a:avLst/>
              <a:gdLst>
                <a:gd name="connsiteX0" fmla="*/ 0 w 293254"/>
                <a:gd name="connsiteY0" fmla="*/ 1788 h 1788"/>
                <a:gd name="connsiteX1" fmla="*/ 293254 w 293254"/>
                <a:gd name="connsiteY1" fmla="*/ 0 h 1788"/>
              </a:gdLst>
              <a:ahLst/>
              <a:cxnLst>
                <a:cxn ang="0">
                  <a:pos x="connsiteX0" y="connsiteY0"/>
                </a:cxn>
                <a:cxn ang="0">
                  <a:pos x="connsiteX1" y="connsiteY1"/>
                </a:cxn>
              </a:cxnLst>
              <a:rect l="l" t="t" r="r" b="b"/>
              <a:pathLst>
                <a:path w="293254" h="1788">
                  <a:moveTo>
                    <a:pt x="0" y="1788"/>
                  </a:moveTo>
                  <a:lnTo>
                    <a:pt x="293254" y="0"/>
                  </a:lnTo>
                </a:path>
              </a:pathLst>
            </a:custGeom>
            <a:noFill/>
            <a:ln w="10515" cap="flat">
              <a:solidFill>
                <a:srgbClr val="00FF00"/>
              </a:solid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1B0212B6-E7BF-9920-D2EB-5AABC53C43C7}"/>
                </a:ext>
              </a:extLst>
            </p:cNvPr>
            <p:cNvSpPr/>
            <p:nvPr/>
          </p:nvSpPr>
          <p:spPr>
            <a:xfrm>
              <a:off x="5126268" y="5037719"/>
              <a:ext cx="31555" cy="21036"/>
            </a:xfrm>
            <a:custGeom>
              <a:avLst/>
              <a:gdLst>
                <a:gd name="connsiteX0" fmla="*/ 31555 w 31555"/>
                <a:gd name="connsiteY0" fmla="*/ 10413 h 21036"/>
                <a:gd name="connsiteX1" fmla="*/ 105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413"/>
                  </a:moveTo>
                  <a:lnTo>
                    <a:pt x="105" y="21037"/>
                  </a:lnTo>
                  <a:lnTo>
                    <a:pt x="0"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8F1AC67B-D167-816C-2ACA-1AA8F84AB19E}"/>
                </a:ext>
              </a:extLst>
            </p:cNvPr>
            <p:cNvSpPr/>
            <p:nvPr/>
          </p:nvSpPr>
          <p:spPr>
            <a:xfrm>
              <a:off x="5205998" y="5049079"/>
              <a:ext cx="302510" cy="2419"/>
            </a:xfrm>
            <a:custGeom>
              <a:avLst/>
              <a:gdLst>
                <a:gd name="connsiteX0" fmla="*/ 0 w 302510"/>
                <a:gd name="connsiteY0" fmla="*/ 0 h 2419"/>
                <a:gd name="connsiteX1" fmla="*/ 302511 w 302510"/>
                <a:gd name="connsiteY1" fmla="*/ 2419 h 2419"/>
              </a:gdLst>
              <a:ahLst/>
              <a:cxnLst>
                <a:cxn ang="0">
                  <a:pos x="connsiteX0" y="connsiteY0"/>
                </a:cxn>
                <a:cxn ang="0">
                  <a:pos x="connsiteX1" y="connsiteY1"/>
                </a:cxn>
              </a:cxnLst>
              <a:rect l="l" t="t" r="r" b="b"/>
              <a:pathLst>
                <a:path w="302510" h="2419">
                  <a:moveTo>
                    <a:pt x="0" y="0"/>
                  </a:moveTo>
                  <a:lnTo>
                    <a:pt x="302511" y="2419"/>
                  </a:lnTo>
                </a:path>
              </a:pathLst>
            </a:custGeom>
            <a:noFill/>
            <a:ln w="10515" cap="flat">
              <a:solidFill>
                <a:srgbClr val="00FF00"/>
              </a:solid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16629C3-7768-BCA4-1CEC-BCD4C53CACF3}"/>
                </a:ext>
              </a:extLst>
            </p:cNvPr>
            <p:cNvSpPr/>
            <p:nvPr/>
          </p:nvSpPr>
          <p:spPr>
            <a:xfrm>
              <a:off x="5508403" y="5040980"/>
              <a:ext cx="31660" cy="21036"/>
            </a:xfrm>
            <a:custGeom>
              <a:avLst/>
              <a:gdLst>
                <a:gd name="connsiteX0" fmla="*/ 31661 w 31660"/>
                <a:gd name="connsiteY0" fmla="*/ 10834 h 21036"/>
                <a:gd name="connsiteX1" fmla="*/ 0 w 31660"/>
                <a:gd name="connsiteY1" fmla="*/ 21037 h 21036"/>
                <a:gd name="connsiteX2" fmla="*/ 210 w 31660"/>
                <a:gd name="connsiteY2" fmla="*/ 0 h 21036"/>
              </a:gdLst>
              <a:ahLst/>
              <a:cxnLst>
                <a:cxn ang="0">
                  <a:pos x="connsiteX0" y="connsiteY0"/>
                </a:cxn>
                <a:cxn ang="0">
                  <a:pos x="connsiteX1" y="connsiteY1"/>
                </a:cxn>
                <a:cxn ang="0">
                  <a:pos x="connsiteX2" y="connsiteY2"/>
                </a:cxn>
              </a:cxnLst>
              <a:rect l="l" t="t" r="r" b="b"/>
              <a:pathLst>
                <a:path w="31660" h="21036">
                  <a:moveTo>
                    <a:pt x="31661" y="10834"/>
                  </a:moveTo>
                  <a:lnTo>
                    <a:pt x="0" y="21037"/>
                  </a:lnTo>
                  <a:lnTo>
                    <a:pt x="210"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AC38077D-56E8-459E-5921-DF67A3F40346}"/>
                </a:ext>
              </a:extLst>
            </p:cNvPr>
            <p:cNvSpPr/>
            <p:nvPr/>
          </p:nvSpPr>
          <p:spPr>
            <a:xfrm>
              <a:off x="5208838" y="5057284"/>
              <a:ext cx="184914" cy="92036"/>
            </a:xfrm>
            <a:custGeom>
              <a:avLst/>
              <a:gdLst>
                <a:gd name="connsiteX0" fmla="*/ 0 w 184914"/>
                <a:gd name="connsiteY0" fmla="*/ 0 h 92036"/>
                <a:gd name="connsiteX1" fmla="*/ 184914 w 184914"/>
                <a:gd name="connsiteY1" fmla="*/ 92036 h 92036"/>
              </a:gdLst>
              <a:ahLst/>
              <a:cxnLst>
                <a:cxn ang="0">
                  <a:pos x="connsiteX0" y="connsiteY0"/>
                </a:cxn>
                <a:cxn ang="0">
                  <a:pos x="connsiteX1" y="connsiteY1"/>
                </a:cxn>
              </a:cxnLst>
              <a:rect l="l" t="t" r="r" b="b"/>
              <a:pathLst>
                <a:path w="184914" h="92036">
                  <a:moveTo>
                    <a:pt x="0" y="0"/>
                  </a:moveTo>
                  <a:lnTo>
                    <a:pt x="184914" y="92036"/>
                  </a:lnTo>
                </a:path>
              </a:pathLst>
            </a:custGeom>
            <a:noFill/>
            <a:ln w="10515" cap="flat">
              <a:solidFill>
                <a:srgbClr val="00FF00"/>
              </a:solid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93AB171F-6580-617C-DD1B-AEB9D48FE8C8}"/>
                </a:ext>
              </a:extLst>
            </p:cNvPr>
            <p:cNvSpPr/>
            <p:nvPr/>
          </p:nvSpPr>
          <p:spPr>
            <a:xfrm>
              <a:off x="5389124" y="5139853"/>
              <a:ext cx="32922" cy="23456"/>
            </a:xfrm>
            <a:custGeom>
              <a:avLst/>
              <a:gdLst>
                <a:gd name="connsiteX0" fmla="*/ 32923 w 32922"/>
                <a:gd name="connsiteY0" fmla="*/ 23456 h 23456"/>
                <a:gd name="connsiteX1" fmla="*/ 0 w 32922"/>
                <a:gd name="connsiteY1" fmla="*/ 18828 h 23456"/>
                <a:gd name="connsiteX2" fmla="*/ 9361 w 32922"/>
                <a:gd name="connsiteY2" fmla="*/ 0 h 23456"/>
              </a:gdLst>
              <a:ahLst/>
              <a:cxnLst>
                <a:cxn ang="0">
                  <a:pos x="connsiteX0" y="connsiteY0"/>
                </a:cxn>
                <a:cxn ang="0">
                  <a:pos x="connsiteX1" y="connsiteY1"/>
                </a:cxn>
                <a:cxn ang="0">
                  <a:pos x="connsiteX2" y="connsiteY2"/>
                </a:cxn>
              </a:cxnLst>
              <a:rect l="l" t="t" r="r" b="b"/>
              <a:pathLst>
                <a:path w="32922" h="23456">
                  <a:moveTo>
                    <a:pt x="32923" y="23456"/>
                  </a:moveTo>
                  <a:lnTo>
                    <a:pt x="0" y="18828"/>
                  </a:lnTo>
                  <a:lnTo>
                    <a:pt x="9361" y="0"/>
                  </a:lnTo>
                  <a:close/>
                </a:path>
              </a:pathLst>
            </a:custGeom>
            <a:solidFill>
              <a:srgbClr val="00FF00"/>
            </a:solidFill>
            <a:ln w="10515" cap="flat">
              <a:solidFill>
                <a:srgbClr val="00FF00"/>
              </a:solid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BF6F071B-2E28-71B0-CF1F-738DEF968B6E}"/>
                </a:ext>
              </a:extLst>
            </p:cNvPr>
            <p:cNvSpPr/>
            <p:nvPr/>
          </p:nvSpPr>
          <p:spPr>
            <a:xfrm>
              <a:off x="4882871" y="4920018"/>
              <a:ext cx="171661" cy="107288"/>
            </a:xfrm>
            <a:custGeom>
              <a:avLst/>
              <a:gdLst>
                <a:gd name="connsiteX0" fmla="*/ 0 w 171661"/>
                <a:gd name="connsiteY0" fmla="*/ 0 h 107288"/>
                <a:gd name="connsiteX1" fmla="*/ 171661 w 171661"/>
                <a:gd name="connsiteY1" fmla="*/ 0 h 107288"/>
                <a:gd name="connsiteX2" fmla="*/ 171661 w 171661"/>
                <a:gd name="connsiteY2" fmla="*/ 107288 h 107288"/>
                <a:gd name="connsiteX3" fmla="*/ 0 w 171661"/>
                <a:gd name="connsiteY3" fmla="*/ 107288 h 107288"/>
              </a:gdLst>
              <a:ahLst/>
              <a:cxnLst>
                <a:cxn ang="0">
                  <a:pos x="connsiteX0" y="connsiteY0"/>
                </a:cxn>
                <a:cxn ang="0">
                  <a:pos x="connsiteX1" y="connsiteY1"/>
                </a:cxn>
                <a:cxn ang="0">
                  <a:pos x="connsiteX2" y="connsiteY2"/>
                </a:cxn>
                <a:cxn ang="0">
                  <a:pos x="connsiteX3" y="connsiteY3"/>
                </a:cxn>
              </a:cxnLst>
              <a:rect l="l" t="t" r="r" b="b"/>
              <a:pathLst>
                <a:path w="171661" h="107288">
                  <a:moveTo>
                    <a:pt x="0" y="0"/>
                  </a:moveTo>
                  <a:lnTo>
                    <a:pt x="171661" y="0"/>
                  </a:lnTo>
                  <a:lnTo>
                    <a:pt x="171661" y="107288"/>
                  </a:lnTo>
                  <a:lnTo>
                    <a:pt x="0" y="107288"/>
                  </a:lnTo>
                  <a:close/>
                </a:path>
              </a:pathLst>
            </a:custGeom>
            <a:noFill/>
            <a:ln w="10515" cap="flat">
              <a:noFill/>
              <a:prstDash val="solid"/>
              <a:miter/>
            </a:ln>
          </p:spPr>
          <p:txBody>
            <a:bodyPr rtlCol="0" anchor="ctr"/>
            <a:lstStyle/>
            <a:p>
              <a:endParaRPr lang="en-US"/>
            </a:p>
          </p:txBody>
        </p:sp>
        <p:sp>
          <p:nvSpPr>
            <p:cNvPr id="145" name="TextBox 144">
              <a:extLst>
                <a:ext uri="{FF2B5EF4-FFF2-40B4-BE49-F238E27FC236}">
                  <a16:creationId xmlns:a16="http://schemas.microsoft.com/office/drawing/2014/main" id="{3649334C-619F-1A90-C444-B1D3C2E8FD26}"/>
                </a:ext>
              </a:extLst>
            </p:cNvPr>
            <p:cNvSpPr txBox="1"/>
            <p:nvPr/>
          </p:nvSpPr>
          <p:spPr>
            <a:xfrm>
              <a:off x="4844023" y="4836536"/>
              <a:ext cx="245990"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1</a:t>
              </a:r>
            </a:p>
          </p:txBody>
        </p:sp>
        <p:sp>
          <p:nvSpPr>
            <p:cNvPr id="146" name="Freeform: Shape 145">
              <a:extLst>
                <a:ext uri="{FF2B5EF4-FFF2-40B4-BE49-F238E27FC236}">
                  <a16:creationId xmlns:a16="http://schemas.microsoft.com/office/drawing/2014/main" id="{D8A59B27-C8EA-1771-6981-3717413C32B2}"/>
                </a:ext>
              </a:extLst>
            </p:cNvPr>
            <p:cNvSpPr/>
            <p:nvPr/>
          </p:nvSpPr>
          <p:spPr>
            <a:xfrm>
              <a:off x="5315600" y="4920123"/>
              <a:ext cx="171661" cy="107288"/>
            </a:xfrm>
            <a:custGeom>
              <a:avLst/>
              <a:gdLst>
                <a:gd name="connsiteX0" fmla="*/ 0 w 171661"/>
                <a:gd name="connsiteY0" fmla="*/ 0 h 107288"/>
                <a:gd name="connsiteX1" fmla="*/ 171661 w 171661"/>
                <a:gd name="connsiteY1" fmla="*/ 0 h 107288"/>
                <a:gd name="connsiteX2" fmla="*/ 171661 w 171661"/>
                <a:gd name="connsiteY2" fmla="*/ 107288 h 107288"/>
                <a:gd name="connsiteX3" fmla="*/ 0 w 171661"/>
                <a:gd name="connsiteY3" fmla="*/ 107288 h 107288"/>
              </a:gdLst>
              <a:ahLst/>
              <a:cxnLst>
                <a:cxn ang="0">
                  <a:pos x="connsiteX0" y="connsiteY0"/>
                </a:cxn>
                <a:cxn ang="0">
                  <a:pos x="connsiteX1" y="connsiteY1"/>
                </a:cxn>
                <a:cxn ang="0">
                  <a:pos x="connsiteX2" y="connsiteY2"/>
                </a:cxn>
                <a:cxn ang="0">
                  <a:pos x="connsiteX3" y="connsiteY3"/>
                </a:cxn>
              </a:cxnLst>
              <a:rect l="l" t="t" r="r" b="b"/>
              <a:pathLst>
                <a:path w="171661" h="107288">
                  <a:moveTo>
                    <a:pt x="0" y="0"/>
                  </a:moveTo>
                  <a:lnTo>
                    <a:pt x="171661" y="0"/>
                  </a:lnTo>
                  <a:lnTo>
                    <a:pt x="171661" y="107288"/>
                  </a:lnTo>
                  <a:lnTo>
                    <a:pt x="0" y="107288"/>
                  </a:lnTo>
                  <a:close/>
                </a:path>
              </a:pathLst>
            </a:custGeom>
            <a:noFill/>
            <a:ln w="10515" cap="flat">
              <a:noFill/>
              <a:prstDash val="solid"/>
              <a:miter/>
            </a:ln>
          </p:spPr>
          <p:txBody>
            <a:bodyPr rtlCol="0" anchor="ctr"/>
            <a:lstStyle/>
            <a:p>
              <a:endParaRPr lang="en-US"/>
            </a:p>
          </p:txBody>
        </p:sp>
        <p:sp>
          <p:nvSpPr>
            <p:cNvPr id="147" name="TextBox 146">
              <a:extLst>
                <a:ext uri="{FF2B5EF4-FFF2-40B4-BE49-F238E27FC236}">
                  <a16:creationId xmlns:a16="http://schemas.microsoft.com/office/drawing/2014/main" id="{A18CD7ED-C247-003C-5D84-CE48ED7987F1}"/>
                </a:ext>
              </a:extLst>
            </p:cNvPr>
            <p:cNvSpPr txBox="1"/>
            <p:nvPr/>
          </p:nvSpPr>
          <p:spPr>
            <a:xfrm>
              <a:off x="5275280" y="4836536"/>
              <a:ext cx="245990"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2</a:t>
              </a:r>
            </a:p>
          </p:txBody>
        </p:sp>
        <p:sp>
          <p:nvSpPr>
            <p:cNvPr id="148" name="Freeform: Shape 147">
              <a:extLst>
                <a:ext uri="{FF2B5EF4-FFF2-40B4-BE49-F238E27FC236}">
                  <a16:creationId xmlns:a16="http://schemas.microsoft.com/office/drawing/2014/main" id="{99FAE597-B6A3-9573-22C9-AE53B085137E}"/>
                </a:ext>
              </a:extLst>
            </p:cNvPr>
            <p:cNvSpPr/>
            <p:nvPr/>
          </p:nvSpPr>
          <p:spPr>
            <a:xfrm>
              <a:off x="5250386" y="5122182"/>
              <a:ext cx="171661" cy="107288"/>
            </a:xfrm>
            <a:custGeom>
              <a:avLst/>
              <a:gdLst>
                <a:gd name="connsiteX0" fmla="*/ 0 w 171661"/>
                <a:gd name="connsiteY0" fmla="*/ 0 h 107288"/>
                <a:gd name="connsiteX1" fmla="*/ 171661 w 171661"/>
                <a:gd name="connsiteY1" fmla="*/ 0 h 107288"/>
                <a:gd name="connsiteX2" fmla="*/ 171661 w 171661"/>
                <a:gd name="connsiteY2" fmla="*/ 107288 h 107288"/>
                <a:gd name="connsiteX3" fmla="*/ 0 w 171661"/>
                <a:gd name="connsiteY3" fmla="*/ 107288 h 107288"/>
              </a:gdLst>
              <a:ahLst/>
              <a:cxnLst>
                <a:cxn ang="0">
                  <a:pos x="connsiteX0" y="connsiteY0"/>
                </a:cxn>
                <a:cxn ang="0">
                  <a:pos x="connsiteX1" y="connsiteY1"/>
                </a:cxn>
                <a:cxn ang="0">
                  <a:pos x="connsiteX2" y="connsiteY2"/>
                </a:cxn>
                <a:cxn ang="0">
                  <a:pos x="connsiteX3" y="connsiteY3"/>
                </a:cxn>
              </a:cxnLst>
              <a:rect l="l" t="t" r="r" b="b"/>
              <a:pathLst>
                <a:path w="171661" h="107288">
                  <a:moveTo>
                    <a:pt x="0" y="0"/>
                  </a:moveTo>
                  <a:lnTo>
                    <a:pt x="171661" y="0"/>
                  </a:lnTo>
                  <a:lnTo>
                    <a:pt x="171661" y="107288"/>
                  </a:lnTo>
                  <a:lnTo>
                    <a:pt x="0" y="107288"/>
                  </a:lnTo>
                  <a:close/>
                </a:path>
              </a:pathLst>
            </a:custGeom>
            <a:noFill/>
            <a:ln w="10515" cap="flat">
              <a:noFill/>
              <a:prstDash val="solid"/>
              <a:miter/>
            </a:ln>
          </p:spPr>
          <p:txBody>
            <a:bodyPr rtlCol="0" anchor="ctr"/>
            <a:lstStyle/>
            <a:p>
              <a:endParaRPr lang="en-US"/>
            </a:p>
          </p:txBody>
        </p:sp>
        <p:sp>
          <p:nvSpPr>
            <p:cNvPr id="149" name="TextBox 148">
              <a:extLst>
                <a:ext uri="{FF2B5EF4-FFF2-40B4-BE49-F238E27FC236}">
                  <a16:creationId xmlns:a16="http://schemas.microsoft.com/office/drawing/2014/main" id="{A39BDF6A-66B0-7FF1-6DD5-BC4ED1055DBF}"/>
                </a:ext>
              </a:extLst>
            </p:cNvPr>
            <p:cNvSpPr txBox="1"/>
            <p:nvPr/>
          </p:nvSpPr>
          <p:spPr>
            <a:xfrm>
              <a:off x="5212169" y="5036387"/>
              <a:ext cx="245990"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3</a:t>
              </a:r>
            </a:p>
          </p:txBody>
        </p:sp>
        <p:sp>
          <p:nvSpPr>
            <p:cNvPr id="150" name="Freeform: Shape 149">
              <a:extLst>
                <a:ext uri="{FF2B5EF4-FFF2-40B4-BE49-F238E27FC236}">
                  <a16:creationId xmlns:a16="http://schemas.microsoft.com/office/drawing/2014/main" id="{84300E9B-9AE3-D3C6-EC4D-5E9ACC00086B}"/>
                </a:ext>
              </a:extLst>
            </p:cNvPr>
            <p:cNvSpPr/>
            <p:nvPr/>
          </p:nvSpPr>
          <p:spPr>
            <a:xfrm>
              <a:off x="1986512" y="3383378"/>
              <a:ext cx="523713" cy="84147"/>
            </a:xfrm>
            <a:custGeom>
              <a:avLst/>
              <a:gdLst>
                <a:gd name="connsiteX0" fmla="*/ 0 w 523713"/>
                <a:gd name="connsiteY0" fmla="*/ 73629 h 84147"/>
                <a:gd name="connsiteX1" fmla="*/ 81939 w 523713"/>
                <a:gd name="connsiteY1" fmla="*/ 0 h 84147"/>
                <a:gd name="connsiteX2" fmla="*/ 450084 w 523713"/>
                <a:gd name="connsiteY2" fmla="*/ 0 h 84147"/>
                <a:gd name="connsiteX3" fmla="*/ 523713 w 523713"/>
                <a:gd name="connsiteY3" fmla="*/ 84148 h 84147"/>
              </a:gdLst>
              <a:ahLst/>
              <a:cxnLst>
                <a:cxn ang="0">
                  <a:pos x="connsiteX0" y="connsiteY0"/>
                </a:cxn>
                <a:cxn ang="0">
                  <a:pos x="connsiteX1" y="connsiteY1"/>
                </a:cxn>
                <a:cxn ang="0">
                  <a:pos x="connsiteX2" y="connsiteY2"/>
                </a:cxn>
                <a:cxn ang="0">
                  <a:pos x="connsiteX3" y="connsiteY3"/>
                </a:cxn>
              </a:cxnLst>
              <a:rect l="l" t="t" r="r" b="b"/>
              <a:pathLst>
                <a:path w="523713" h="84147">
                  <a:moveTo>
                    <a:pt x="0" y="73629"/>
                  </a:moveTo>
                  <a:lnTo>
                    <a:pt x="81939" y="0"/>
                  </a:lnTo>
                  <a:lnTo>
                    <a:pt x="450084" y="0"/>
                  </a:lnTo>
                  <a:lnTo>
                    <a:pt x="523713" y="84148"/>
                  </a:lnTo>
                </a:path>
              </a:pathLst>
            </a:custGeom>
            <a:noFill/>
            <a:ln w="21030" cap="flat">
              <a:solidFill>
                <a:srgbClr val="333333"/>
              </a:solid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90D33DB1-EF7E-57A4-1B24-3DB9A8C23E79}"/>
                </a:ext>
              </a:extLst>
            </p:cNvPr>
            <p:cNvSpPr/>
            <p:nvPr/>
          </p:nvSpPr>
          <p:spPr>
            <a:xfrm>
              <a:off x="2041208" y="3238855"/>
              <a:ext cx="516350" cy="63846"/>
            </a:xfrm>
            <a:custGeom>
              <a:avLst/>
              <a:gdLst>
                <a:gd name="connsiteX0" fmla="*/ 0 w 516350"/>
                <a:gd name="connsiteY0" fmla="*/ 0 h 63846"/>
                <a:gd name="connsiteX1" fmla="*/ 74891 w 516350"/>
                <a:gd name="connsiteY1" fmla="*/ 63847 h 63846"/>
                <a:gd name="connsiteX2" fmla="*/ 443037 w 516350"/>
                <a:gd name="connsiteY2" fmla="*/ 63847 h 63846"/>
                <a:gd name="connsiteX3" fmla="*/ 516351 w 516350"/>
                <a:gd name="connsiteY3" fmla="*/ 0 h 63846"/>
              </a:gdLst>
              <a:ahLst/>
              <a:cxnLst>
                <a:cxn ang="0">
                  <a:pos x="connsiteX0" y="connsiteY0"/>
                </a:cxn>
                <a:cxn ang="0">
                  <a:pos x="connsiteX1" y="connsiteY1"/>
                </a:cxn>
                <a:cxn ang="0">
                  <a:pos x="connsiteX2" y="connsiteY2"/>
                </a:cxn>
                <a:cxn ang="0">
                  <a:pos x="connsiteX3" y="connsiteY3"/>
                </a:cxn>
              </a:cxnLst>
              <a:rect l="l" t="t" r="r" b="b"/>
              <a:pathLst>
                <a:path w="516350" h="63846">
                  <a:moveTo>
                    <a:pt x="0" y="0"/>
                  </a:moveTo>
                  <a:lnTo>
                    <a:pt x="74891" y="63847"/>
                  </a:lnTo>
                  <a:lnTo>
                    <a:pt x="443037" y="63847"/>
                  </a:lnTo>
                  <a:lnTo>
                    <a:pt x="516351" y="0"/>
                  </a:lnTo>
                </a:path>
              </a:pathLst>
            </a:custGeom>
            <a:noFill/>
            <a:ln w="21030" cap="flat">
              <a:solidFill>
                <a:srgbClr val="333333"/>
              </a:solid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F2E83278-8B53-C973-0EF0-C2A7BE3F5252}"/>
                </a:ext>
              </a:extLst>
            </p:cNvPr>
            <p:cNvSpPr/>
            <p:nvPr/>
          </p:nvSpPr>
          <p:spPr>
            <a:xfrm>
              <a:off x="1808540" y="5013737"/>
              <a:ext cx="932565" cy="10518"/>
            </a:xfrm>
            <a:custGeom>
              <a:avLst/>
              <a:gdLst>
                <a:gd name="connsiteX0" fmla="*/ 0 w 932565"/>
                <a:gd name="connsiteY0" fmla="*/ 0 h 10518"/>
                <a:gd name="connsiteX1" fmla="*/ 932566 w 932565"/>
                <a:gd name="connsiteY1" fmla="*/ 0 h 10518"/>
              </a:gdLst>
              <a:ahLst/>
              <a:cxnLst>
                <a:cxn ang="0">
                  <a:pos x="connsiteX0" y="connsiteY0"/>
                </a:cxn>
                <a:cxn ang="0">
                  <a:pos x="connsiteX1" y="connsiteY1"/>
                </a:cxn>
              </a:cxnLst>
              <a:rect l="l" t="t" r="r" b="b"/>
              <a:pathLst>
                <a:path w="932565" h="10518">
                  <a:moveTo>
                    <a:pt x="0" y="0"/>
                  </a:moveTo>
                  <a:lnTo>
                    <a:pt x="932566" y="0"/>
                  </a:lnTo>
                </a:path>
              </a:pathLst>
            </a:custGeom>
            <a:noFill/>
            <a:ln w="10515" cap="flat">
              <a:solidFill>
                <a:srgbClr val="1A1A1A"/>
              </a:solid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321C719C-27D6-6273-F38B-9AC0055FE511}"/>
                </a:ext>
              </a:extLst>
            </p:cNvPr>
            <p:cNvSpPr/>
            <p:nvPr/>
          </p:nvSpPr>
          <p:spPr>
            <a:xfrm>
              <a:off x="2741105" y="4999748"/>
              <a:ext cx="42073" cy="27978"/>
            </a:xfrm>
            <a:custGeom>
              <a:avLst/>
              <a:gdLst>
                <a:gd name="connsiteX0" fmla="*/ 42074 w 42073"/>
                <a:gd name="connsiteY0" fmla="*/ 13989 h 27978"/>
                <a:gd name="connsiteX1" fmla="*/ 0 w 42073"/>
                <a:gd name="connsiteY1" fmla="*/ 27979 h 27978"/>
                <a:gd name="connsiteX2" fmla="*/ 0 w 42073"/>
                <a:gd name="connsiteY2" fmla="*/ 0 h 27978"/>
              </a:gdLst>
              <a:ahLst/>
              <a:cxnLst>
                <a:cxn ang="0">
                  <a:pos x="connsiteX0" y="connsiteY0"/>
                </a:cxn>
                <a:cxn ang="0">
                  <a:pos x="connsiteX1" y="connsiteY1"/>
                </a:cxn>
                <a:cxn ang="0">
                  <a:pos x="connsiteX2" y="connsiteY2"/>
                </a:cxn>
              </a:cxnLst>
              <a:rect l="l" t="t" r="r" b="b"/>
              <a:pathLst>
                <a:path w="42073" h="27978">
                  <a:moveTo>
                    <a:pt x="42074" y="13989"/>
                  </a:moveTo>
                  <a:lnTo>
                    <a:pt x="0" y="27979"/>
                  </a:lnTo>
                  <a:lnTo>
                    <a:pt x="0" y="0"/>
                  </a:lnTo>
                  <a:close/>
                </a:path>
              </a:pathLst>
            </a:custGeom>
            <a:solidFill>
              <a:srgbClr val="1A1A1A"/>
            </a:solidFill>
            <a:ln w="10515" cap="flat">
              <a:solidFill>
                <a:srgbClr val="1A1A1A"/>
              </a:solid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A6B34B9-BA5A-34B7-025F-D890EE9872F5}"/>
                </a:ext>
              </a:extLst>
            </p:cNvPr>
            <p:cNvSpPr/>
            <p:nvPr/>
          </p:nvSpPr>
          <p:spPr>
            <a:xfrm>
              <a:off x="5169620" y="5027306"/>
              <a:ext cx="41411" cy="41442"/>
            </a:xfrm>
            <a:custGeom>
              <a:avLst/>
              <a:gdLst>
                <a:gd name="connsiteX0" fmla="*/ 41411 w 41411"/>
                <a:gd name="connsiteY0" fmla="*/ 20721 h 41442"/>
                <a:gd name="connsiteX1" fmla="*/ 20705 w 41411"/>
                <a:gd name="connsiteY1" fmla="*/ 41443 h 41442"/>
                <a:gd name="connsiteX2" fmla="*/ 0 w 41411"/>
                <a:gd name="connsiteY2" fmla="*/ 20721 h 41442"/>
                <a:gd name="connsiteX3" fmla="*/ 20705 w 41411"/>
                <a:gd name="connsiteY3" fmla="*/ 0 h 41442"/>
                <a:gd name="connsiteX4" fmla="*/ 41411 w 41411"/>
                <a:gd name="connsiteY4" fmla="*/ 20721 h 414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11" h="41442">
                  <a:moveTo>
                    <a:pt x="41411" y="20721"/>
                  </a:moveTo>
                  <a:cubicBezTo>
                    <a:pt x="41411" y="32166"/>
                    <a:pt x="32141" y="41443"/>
                    <a:pt x="20705" y="41443"/>
                  </a:cubicBezTo>
                  <a:cubicBezTo>
                    <a:pt x="9270" y="41443"/>
                    <a:pt x="0" y="32166"/>
                    <a:pt x="0" y="20721"/>
                  </a:cubicBezTo>
                  <a:cubicBezTo>
                    <a:pt x="0" y="9277"/>
                    <a:pt x="9270" y="0"/>
                    <a:pt x="20705" y="0"/>
                  </a:cubicBezTo>
                  <a:cubicBezTo>
                    <a:pt x="32141" y="0"/>
                    <a:pt x="41411" y="9277"/>
                    <a:pt x="41411" y="20721"/>
                  </a:cubicBezTo>
                  <a:close/>
                </a:path>
              </a:pathLst>
            </a:custGeom>
            <a:solidFill>
              <a:srgbClr val="000000"/>
            </a:solidFill>
            <a:ln w="10515" cap="flat">
              <a:solidFill>
                <a:srgbClr val="000000"/>
              </a:solid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AB724215-4608-BA69-4F12-074D77FCD106}"/>
                </a:ext>
              </a:extLst>
            </p:cNvPr>
            <p:cNvSpPr/>
            <p:nvPr/>
          </p:nvSpPr>
          <p:spPr>
            <a:xfrm>
              <a:off x="2905403" y="4653165"/>
              <a:ext cx="1276203" cy="248445"/>
            </a:xfrm>
            <a:custGeom>
              <a:avLst/>
              <a:gdLst>
                <a:gd name="connsiteX0" fmla="*/ 0 w 1276203"/>
                <a:gd name="connsiteY0" fmla="*/ 0 h 248445"/>
                <a:gd name="connsiteX1" fmla="*/ 1276203 w 1276203"/>
                <a:gd name="connsiteY1" fmla="*/ 0 h 248445"/>
                <a:gd name="connsiteX2" fmla="*/ 1276203 w 1276203"/>
                <a:gd name="connsiteY2" fmla="*/ 248446 h 248445"/>
                <a:gd name="connsiteX3" fmla="*/ 0 w 1276203"/>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1276203" h="248445">
                  <a:moveTo>
                    <a:pt x="0" y="0"/>
                  </a:moveTo>
                  <a:lnTo>
                    <a:pt x="1276203" y="0"/>
                  </a:lnTo>
                  <a:lnTo>
                    <a:pt x="1276203" y="248446"/>
                  </a:lnTo>
                  <a:lnTo>
                    <a:pt x="0" y="248446"/>
                  </a:lnTo>
                  <a:close/>
                </a:path>
              </a:pathLst>
            </a:custGeom>
            <a:noFill/>
            <a:ln w="10515" cap="flat">
              <a:noFill/>
              <a:prstDash val="solid"/>
              <a:miter/>
            </a:ln>
          </p:spPr>
          <p:txBody>
            <a:bodyPr rtlCol="0" anchor="ctr"/>
            <a:lstStyle/>
            <a:p>
              <a:endParaRPr lang="en-US"/>
            </a:p>
          </p:txBody>
        </p:sp>
        <p:sp>
          <p:nvSpPr>
            <p:cNvPr id="156" name="TextBox 155">
              <a:extLst>
                <a:ext uri="{FF2B5EF4-FFF2-40B4-BE49-F238E27FC236}">
                  <a16:creationId xmlns:a16="http://schemas.microsoft.com/office/drawing/2014/main" id="{34E3C80C-F629-D972-FCEE-DEAB1928104B}"/>
                </a:ext>
              </a:extLst>
            </p:cNvPr>
            <p:cNvSpPr txBox="1"/>
            <p:nvPr/>
          </p:nvSpPr>
          <p:spPr>
            <a:xfrm>
              <a:off x="2835000" y="4689278"/>
              <a:ext cx="1392501" cy="207142"/>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Section Reference Lines</a:t>
              </a:r>
            </a:p>
          </p:txBody>
        </p:sp>
        <p:sp>
          <p:nvSpPr>
            <p:cNvPr id="157" name="Freeform: Shape 156">
              <a:extLst>
                <a:ext uri="{FF2B5EF4-FFF2-40B4-BE49-F238E27FC236}">
                  <a16:creationId xmlns:a16="http://schemas.microsoft.com/office/drawing/2014/main" id="{56A987AA-306E-CB1F-A49F-FD8FA5BC354A}"/>
                </a:ext>
              </a:extLst>
            </p:cNvPr>
            <p:cNvSpPr/>
            <p:nvPr/>
          </p:nvSpPr>
          <p:spPr>
            <a:xfrm>
              <a:off x="4700166" y="4671572"/>
              <a:ext cx="1475632" cy="248445"/>
            </a:xfrm>
            <a:custGeom>
              <a:avLst/>
              <a:gdLst>
                <a:gd name="connsiteX0" fmla="*/ 0 w 1475632"/>
                <a:gd name="connsiteY0" fmla="*/ 0 h 248445"/>
                <a:gd name="connsiteX1" fmla="*/ 1475633 w 1475632"/>
                <a:gd name="connsiteY1" fmla="*/ 0 h 248445"/>
                <a:gd name="connsiteX2" fmla="*/ 1475633 w 1475632"/>
                <a:gd name="connsiteY2" fmla="*/ 248446 h 248445"/>
                <a:gd name="connsiteX3" fmla="*/ 0 w 1475632"/>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1475632" h="248445">
                  <a:moveTo>
                    <a:pt x="0" y="0"/>
                  </a:moveTo>
                  <a:lnTo>
                    <a:pt x="1475633" y="0"/>
                  </a:lnTo>
                  <a:lnTo>
                    <a:pt x="1475633" y="248446"/>
                  </a:lnTo>
                  <a:lnTo>
                    <a:pt x="0" y="248446"/>
                  </a:lnTo>
                  <a:close/>
                </a:path>
              </a:pathLst>
            </a:custGeom>
            <a:noFill/>
            <a:ln w="10515" cap="flat">
              <a:noFill/>
              <a:prstDash val="solid"/>
              <a:miter/>
            </a:ln>
          </p:spPr>
          <p:txBody>
            <a:bodyPr rtlCol="0" anchor="ctr"/>
            <a:lstStyle/>
            <a:p>
              <a:endParaRPr lang="en-US"/>
            </a:p>
          </p:txBody>
        </p:sp>
        <p:sp>
          <p:nvSpPr>
            <p:cNvPr id="158" name="TextBox 157">
              <a:extLst>
                <a:ext uri="{FF2B5EF4-FFF2-40B4-BE49-F238E27FC236}">
                  <a16:creationId xmlns:a16="http://schemas.microsoft.com/office/drawing/2014/main" id="{83A1F365-A8F5-FD43-E1FE-7B9AEC4117D2}"/>
                </a:ext>
              </a:extLst>
            </p:cNvPr>
            <p:cNvSpPr txBox="1"/>
            <p:nvPr/>
          </p:nvSpPr>
          <p:spPr>
            <a:xfrm>
              <a:off x="4623136" y="4699797"/>
              <a:ext cx="1550278" cy="207142"/>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Section Graph Relationship</a:t>
              </a:r>
            </a:p>
          </p:txBody>
        </p:sp>
        <p:sp>
          <p:nvSpPr>
            <p:cNvPr id="159" name="Freeform: Shape 158">
              <a:extLst>
                <a:ext uri="{FF2B5EF4-FFF2-40B4-BE49-F238E27FC236}">
                  <a16:creationId xmlns:a16="http://schemas.microsoft.com/office/drawing/2014/main" id="{9984A8DB-D27D-7A41-5205-8EAB0156A09A}"/>
                </a:ext>
              </a:extLst>
            </p:cNvPr>
            <p:cNvSpPr/>
            <p:nvPr/>
          </p:nvSpPr>
          <p:spPr>
            <a:xfrm>
              <a:off x="3468140" y="4866479"/>
              <a:ext cx="171661" cy="107288"/>
            </a:xfrm>
            <a:custGeom>
              <a:avLst/>
              <a:gdLst>
                <a:gd name="connsiteX0" fmla="*/ 0 w 171661"/>
                <a:gd name="connsiteY0" fmla="*/ 0 h 107288"/>
                <a:gd name="connsiteX1" fmla="*/ 171661 w 171661"/>
                <a:gd name="connsiteY1" fmla="*/ 0 h 107288"/>
                <a:gd name="connsiteX2" fmla="*/ 171661 w 171661"/>
                <a:gd name="connsiteY2" fmla="*/ 107288 h 107288"/>
                <a:gd name="connsiteX3" fmla="*/ 0 w 171661"/>
                <a:gd name="connsiteY3" fmla="*/ 107288 h 107288"/>
              </a:gdLst>
              <a:ahLst/>
              <a:cxnLst>
                <a:cxn ang="0">
                  <a:pos x="connsiteX0" y="connsiteY0"/>
                </a:cxn>
                <a:cxn ang="0">
                  <a:pos x="connsiteX1" y="connsiteY1"/>
                </a:cxn>
                <a:cxn ang="0">
                  <a:pos x="connsiteX2" y="connsiteY2"/>
                </a:cxn>
                <a:cxn ang="0">
                  <a:pos x="connsiteX3" y="connsiteY3"/>
                </a:cxn>
              </a:cxnLst>
              <a:rect l="l" t="t" r="r" b="b"/>
              <a:pathLst>
                <a:path w="171661" h="107288">
                  <a:moveTo>
                    <a:pt x="0" y="0"/>
                  </a:moveTo>
                  <a:lnTo>
                    <a:pt x="171661" y="0"/>
                  </a:lnTo>
                  <a:lnTo>
                    <a:pt x="171661" y="107288"/>
                  </a:lnTo>
                  <a:lnTo>
                    <a:pt x="0" y="107288"/>
                  </a:lnTo>
                  <a:close/>
                </a:path>
              </a:pathLst>
            </a:custGeom>
            <a:noFill/>
            <a:ln w="10515" cap="flat">
              <a:noFill/>
              <a:prstDash val="solid"/>
              <a:miter/>
            </a:ln>
          </p:spPr>
          <p:txBody>
            <a:bodyPr rtlCol="0" anchor="ctr"/>
            <a:lstStyle/>
            <a:p>
              <a:endParaRPr lang="en-US"/>
            </a:p>
          </p:txBody>
        </p:sp>
        <p:sp>
          <p:nvSpPr>
            <p:cNvPr id="160" name="TextBox 159">
              <a:extLst>
                <a:ext uri="{FF2B5EF4-FFF2-40B4-BE49-F238E27FC236}">
                  <a16:creationId xmlns:a16="http://schemas.microsoft.com/office/drawing/2014/main" id="{69F94BB6-9D9C-2D60-0C02-D32D30F9808C}"/>
                </a:ext>
              </a:extLst>
            </p:cNvPr>
            <p:cNvSpPr txBox="1"/>
            <p:nvPr/>
          </p:nvSpPr>
          <p:spPr>
            <a:xfrm>
              <a:off x="3424033" y="4783944"/>
              <a:ext cx="245990"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2</a:t>
              </a:r>
            </a:p>
          </p:txBody>
        </p:sp>
        <p:sp>
          <p:nvSpPr>
            <p:cNvPr id="161" name="Freeform: Shape 160">
              <a:extLst>
                <a:ext uri="{FF2B5EF4-FFF2-40B4-BE49-F238E27FC236}">
                  <a16:creationId xmlns:a16="http://schemas.microsoft.com/office/drawing/2014/main" id="{9C2BC9FA-8B5B-AE2A-ED98-5C2DA039F279}"/>
                </a:ext>
              </a:extLst>
            </p:cNvPr>
            <p:cNvSpPr/>
            <p:nvPr/>
          </p:nvSpPr>
          <p:spPr>
            <a:xfrm>
              <a:off x="3236734" y="5203069"/>
              <a:ext cx="171661" cy="107288"/>
            </a:xfrm>
            <a:custGeom>
              <a:avLst/>
              <a:gdLst>
                <a:gd name="connsiteX0" fmla="*/ 0 w 171661"/>
                <a:gd name="connsiteY0" fmla="*/ 0 h 107288"/>
                <a:gd name="connsiteX1" fmla="*/ 171661 w 171661"/>
                <a:gd name="connsiteY1" fmla="*/ 0 h 107288"/>
                <a:gd name="connsiteX2" fmla="*/ 171661 w 171661"/>
                <a:gd name="connsiteY2" fmla="*/ 107288 h 107288"/>
                <a:gd name="connsiteX3" fmla="*/ 0 w 171661"/>
                <a:gd name="connsiteY3" fmla="*/ 107288 h 107288"/>
              </a:gdLst>
              <a:ahLst/>
              <a:cxnLst>
                <a:cxn ang="0">
                  <a:pos x="connsiteX0" y="connsiteY0"/>
                </a:cxn>
                <a:cxn ang="0">
                  <a:pos x="connsiteX1" y="connsiteY1"/>
                </a:cxn>
                <a:cxn ang="0">
                  <a:pos x="connsiteX2" y="connsiteY2"/>
                </a:cxn>
                <a:cxn ang="0">
                  <a:pos x="connsiteX3" y="connsiteY3"/>
                </a:cxn>
              </a:cxnLst>
              <a:rect l="l" t="t" r="r" b="b"/>
              <a:pathLst>
                <a:path w="171661" h="107288">
                  <a:moveTo>
                    <a:pt x="0" y="0"/>
                  </a:moveTo>
                  <a:lnTo>
                    <a:pt x="171661" y="0"/>
                  </a:lnTo>
                  <a:lnTo>
                    <a:pt x="171661" y="107288"/>
                  </a:lnTo>
                  <a:lnTo>
                    <a:pt x="0" y="107288"/>
                  </a:lnTo>
                  <a:close/>
                </a:path>
              </a:pathLst>
            </a:custGeom>
            <a:noFill/>
            <a:ln w="10515" cap="flat">
              <a:noFill/>
              <a:prstDash val="solid"/>
              <a:miter/>
            </a:ln>
          </p:spPr>
          <p:txBody>
            <a:bodyPr rtlCol="0" anchor="ctr"/>
            <a:lstStyle/>
            <a:p>
              <a:endParaRPr lang="en-US"/>
            </a:p>
          </p:txBody>
        </p:sp>
        <p:sp>
          <p:nvSpPr>
            <p:cNvPr id="162" name="TextBox 161">
              <a:extLst>
                <a:ext uri="{FF2B5EF4-FFF2-40B4-BE49-F238E27FC236}">
                  <a16:creationId xmlns:a16="http://schemas.microsoft.com/office/drawing/2014/main" id="{B7E81AE1-8B78-72D2-23A9-C43B211D86C6}"/>
                </a:ext>
              </a:extLst>
            </p:cNvPr>
            <p:cNvSpPr txBox="1"/>
            <p:nvPr/>
          </p:nvSpPr>
          <p:spPr>
            <a:xfrm>
              <a:off x="3192627" y="5120534"/>
              <a:ext cx="245990" cy="249216"/>
            </a:xfrm>
            <a:prstGeom prst="rect">
              <a:avLst/>
            </a:prstGeom>
            <a:noFill/>
          </p:spPr>
          <p:txBody>
            <a:bodyPr wrap="none" rtlCol="0">
              <a:spAutoFit/>
            </a:bodyPr>
            <a:lstStyle/>
            <a:p>
              <a:pPr algn="l"/>
              <a:r>
                <a:rPr lang="en-US" sz="975" spc="0" baseline="0">
                  <a:ln/>
                  <a:solidFill>
                    <a:srgbClr val="000000"/>
                  </a:solidFill>
                  <a:latin typeface="Times New Roman"/>
                  <a:cs typeface="Times New Roman"/>
                  <a:sym typeface="Times New Roman"/>
                  <a:rtl val="0"/>
                </a:rPr>
                <a:t>3</a:t>
              </a:r>
            </a:p>
          </p:txBody>
        </p:sp>
        <p:sp>
          <p:nvSpPr>
            <p:cNvPr id="163" name="Freeform: Shape 162">
              <a:extLst>
                <a:ext uri="{FF2B5EF4-FFF2-40B4-BE49-F238E27FC236}">
                  <a16:creationId xmlns:a16="http://schemas.microsoft.com/office/drawing/2014/main" id="{641C716A-099D-BD5D-3140-B9135CEA0967}"/>
                </a:ext>
              </a:extLst>
            </p:cNvPr>
            <p:cNvSpPr/>
            <p:nvPr/>
          </p:nvSpPr>
          <p:spPr>
            <a:xfrm>
              <a:off x="2858070" y="5013737"/>
              <a:ext cx="1565986" cy="10518"/>
            </a:xfrm>
            <a:custGeom>
              <a:avLst/>
              <a:gdLst>
                <a:gd name="connsiteX0" fmla="*/ 0 w 1565986"/>
                <a:gd name="connsiteY0" fmla="*/ 0 h 10518"/>
                <a:gd name="connsiteX1" fmla="*/ 1565986 w 1565986"/>
                <a:gd name="connsiteY1" fmla="*/ 0 h 10518"/>
              </a:gdLst>
              <a:ahLst/>
              <a:cxnLst>
                <a:cxn ang="0">
                  <a:pos x="connsiteX0" y="connsiteY0"/>
                </a:cxn>
                <a:cxn ang="0">
                  <a:pos x="connsiteX1" y="connsiteY1"/>
                </a:cxn>
              </a:cxnLst>
              <a:rect l="l" t="t" r="r" b="b"/>
              <a:pathLst>
                <a:path w="1565986" h="10518">
                  <a:moveTo>
                    <a:pt x="0" y="0"/>
                  </a:moveTo>
                  <a:lnTo>
                    <a:pt x="1565986" y="0"/>
                  </a:lnTo>
                </a:path>
              </a:pathLst>
            </a:custGeom>
            <a:noFill/>
            <a:ln w="10515" cap="flat">
              <a:solidFill>
                <a:srgbClr val="1A1A1A"/>
              </a:solid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A3A89468-1579-5DB9-D8F4-640D71E7CE8B}"/>
                </a:ext>
              </a:extLst>
            </p:cNvPr>
            <p:cNvSpPr/>
            <p:nvPr/>
          </p:nvSpPr>
          <p:spPr>
            <a:xfrm>
              <a:off x="4424057" y="4999748"/>
              <a:ext cx="42073" cy="27978"/>
            </a:xfrm>
            <a:custGeom>
              <a:avLst/>
              <a:gdLst>
                <a:gd name="connsiteX0" fmla="*/ 42074 w 42073"/>
                <a:gd name="connsiteY0" fmla="*/ 13989 h 27978"/>
                <a:gd name="connsiteX1" fmla="*/ 0 w 42073"/>
                <a:gd name="connsiteY1" fmla="*/ 27979 h 27978"/>
                <a:gd name="connsiteX2" fmla="*/ 0 w 42073"/>
                <a:gd name="connsiteY2" fmla="*/ 0 h 27978"/>
              </a:gdLst>
              <a:ahLst/>
              <a:cxnLst>
                <a:cxn ang="0">
                  <a:pos x="connsiteX0" y="connsiteY0"/>
                </a:cxn>
                <a:cxn ang="0">
                  <a:pos x="connsiteX1" y="connsiteY1"/>
                </a:cxn>
                <a:cxn ang="0">
                  <a:pos x="connsiteX2" y="connsiteY2"/>
                </a:cxn>
              </a:cxnLst>
              <a:rect l="l" t="t" r="r" b="b"/>
              <a:pathLst>
                <a:path w="42073" h="27978">
                  <a:moveTo>
                    <a:pt x="42074" y="13989"/>
                  </a:moveTo>
                  <a:lnTo>
                    <a:pt x="0" y="27979"/>
                  </a:lnTo>
                  <a:lnTo>
                    <a:pt x="0" y="0"/>
                  </a:lnTo>
                  <a:close/>
                </a:path>
              </a:pathLst>
            </a:custGeom>
            <a:solidFill>
              <a:srgbClr val="1A1A1A"/>
            </a:solidFill>
            <a:ln w="10515" cap="flat">
              <a:solidFill>
                <a:srgbClr val="1A1A1A"/>
              </a:solid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2BCBAE50-3408-84CF-20AF-88C4C165FF43}"/>
                </a:ext>
              </a:extLst>
            </p:cNvPr>
            <p:cNvSpPr/>
            <p:nvPr/>
          </p:nvSpPr>
          <p:spPr>
            <a:xfrm rot="5400000">
              <a:off x="3130393" y="3658435"/>
              <a:ext cx="2651700" cy="10518"/>
            </a:xfrm>
            <a:custGeom>
              <a:avLst/>
              <a:gdLst>
                <a:gd name="connsiteX0" fmla="*/ 0 w 2651700"/>
                <a:gd name="connsiteY0" fmla="*/ 0 h 10518"/>
                <a:gd name="connsiteX1" fmla="*/ 2651700 w 2651700"/>
                <a:gd name="connsiteY1" fmla="*/ 0 h 10518"/>
              </a:gdLst>
              <a:ahLst/>
              <a:cxnLst>
                <a:cxn ang="0">
                  <a:pos x="connsiteX0" y="connsiteY0"/>
                </a:cxn>
                <a:cxn ang="0">
                  <a:pos x="connsiteX1" y="connsiteY1"/>
                </a:cxn>
              </a:cxnLst>
              <a:rect l="l" t="t" r="r" b="b"/>
              <a:pathLst>
                <a:path w="2651700" h="10518">
                  <a:moveTo>
                    <a:pt x="0" y="0"/>
                  </a:moveTo>
                  <a:lnTo>
                    <a:pt x="2651700" y="0"/>
                  </a:lnTo>
                </a:path>
              </a:pathLst>
            </a:custGeom>
            <a:noFill/>
            <a:ln w="10515" cap="flat">
              <a:solidFill>
                <a:srgbClr val="66FFFF"/>
              </a:solidFill>
              <a:custDash>
                <a:ds d="75000" sp="150000"/>
              </a:custDash>
              <a:miter/>
            </a:ln>
          </p:spPr>
          <p:txBody>
            <a:bodyPr rtlCol="0" anchor="ctr"/>
            <a:lstStyle/>
            <a:p>
              <a:endParaRPr lang="en-US"/>
            </a:p>
          </p:txBody>
        </p:sp>
        <p:sp>
          <p:nvSpPr>
            <p:cNvPr id="166" name="Freeform: Shape 165">
              <a:extLst>
                <a:ext uri="{FF2B5EF4-FFF2-40B4-BE49-F238E27FC236}">
                  <a16:creationId xmlns:a16="http://schemas.microsoft.com/office/drawing/2014/main" id="{A7001A2C-8402-58B9-7D54-E52B0F522689}"/>
                </a:ext>
              </a:extLst>
            </p:cNvPr>
            <p:cNvSpPr/>
            <p:nvPr/>
          </p:nvSpPr>
          <p:spPr>
            <a:xfrm rot="5400000">
              <a:off x="2421187" y="4588003"/>
              <a:ext cx="789619" cy="10518"/>
            </a:xfrm>
            <a:custGeom>
              <a:avLst/>
              <a:gdLst>
                <a:gd name="connsiteX0" fmla="*/ 0 w 789619"/>
                <a:gd name="connsiteY0" fmla="*/ 0 h 10518"/>
                <a:gd name="connsiteX1" fmla="*/ 789620 w 789619"/>
                <a:gd name="connsiteY1" fmla="*/ 0 h 10518"/>
              </a:gdLst>
              <a:ahLst/>
              <a:cxnLst>
                <a:cxn ang="0">
                  <a:pos x="connsiteX0" y="connsiteY0"/>
                </a:cxn>
                <a:cxn ang="0">
                  <a:pos x="connsiteX1" y="connsiteY1"/>
                </a:cxn>
              </a:cxnLst>
              <a:rect l="l" t="t" r="r" b="b"/>
              <a:pathLst>
                <a:path w="789619" h="10518">
                  <a:moveTo>
                    <a:pt x="0" y="0"/>
                  </a:moveTo>
                  <a:lnTo>
                    <a:pt x="789620" y="0"/>
                  </a:lnTo>
                </a:path>
              </a:pathLst>
            </a:custGeom>
            <a:noFill/>
            <a:ln w="10515" cap="flat">
              <a:solidFill>
                <a:srgbClr val="66FFFF"/>
              </a:solidFill>
              <a:custDash>
                <a:ds d="75000" sp="150000"/>
              </a:custDash>
              <a:miter/>
            </a:ln>
          </p:spPr>
          <p:txBody>
            <a:bodyPr rtlCol="0" anchor="ctr"/>
            <a:lstStyle/>
            <a:p>
              <a:endParaRPr lang="en-US"/>
            </a:p>
          </p:txBody>
        </p:sp>
        <p:sp>
          <p:nvSpPr>
            <p:cNvPr id="167" name="Freeform: Shape 166">
              <a:extLst>
                <a:ext uri="{FF2B5EF4-FFF2-40B4-BE49-F238E27FC236}">
                  <a16:creationId xmlns:a16="http://schemas.microsoft.com/office/drawing/2014/main" id="{5D6A4014-0002-7C75-4B62-2C0EAF293A11}"/>
                </a:ext>
              </a:extLst>
            </p:cNvPr>
            <p:cNvSpPr/>
            <p:nvPr/>
          </p:nvSpPr>
          <p:spPr>
            <a:xfrm rot="5400000">
              <a:off x="2804321" y="3866806"/>
              <a:ext cx="2737109" cy="10518"/>
            </a:xfrm>
            <a:custGeom>
              <a:avLst/>
              <a:gdLst>
                <a:gd name="connsiteX0" fmla="*/ 0 w 2737109"/>
                <a:gd name="connsiteY0" fmla="*/ 0 h 10518"/>
                <a:gd name="connsiteX1" fmla="*/ 2737110 w 2737109"/>
                <a:gd name="connsiteY1" fmla="*/ 0 h 10518"/>
              </a:gdLst>
              <a:ahLst/>
              <a:cxnLst>
                <a:cxn ang="0">
                  <a:pos x="connsiteX0" y="connsiteY0"/>
                </a:cxn>
                <a:cxn ang="0">
                  <a:pos x="connsiteX1" y="connsiteY1"/>
                </a:cxn>
              </a:cxnLst>
              <a:rect l="l" t="t" r="r" b="b"/>
              <a:pathLst>
                <a:path w="2737109" h="10518">
                  <a:moveTo>
                    <a:pt x="0" y="0"/>
                  </a:moveTo>
                  <a:lnTo>
                    <a:pt x="2737110" y="0"/>
                  </a:lnTo>
                </a:path>
              </a:pathLst>
            </a:custGeom>
            <a:noFill/>
            <a:ln w="10515" cap="flat">
              <a:solidFill>
                <a:srgbClr val="66FFFF"/>
              </a:solidFill>
              <a:custDash>
                <a:ds d="75000" sp="150000"/>
              </a:custDash>
              <a:miter/>
            </a:ln>
          </p:spPr>
          <p:txBody>
            <a:bodyPr rtlCol="0" anchor="ctr"/>
            <a:lstStyle/>
            <a:p>
              <a:endParaRPr lang="en-US"/>
            </a:p>
          </p:txBody>
        </p:sp>
        <p:sp>
          <p:nvSpPr>
            <p:cNvPr id="168" name="Freeform: Shape 167">
              <a:extLst>
                <a:ext uri="{FF2B5EF4-FFF2-40B4-BE49-F238E27FC236}">
                  <a16:creationId xmlns:a16="http://schemas.microsoft.com/office/drawing/2014/main" id="{A36DF493-B937-5BBF-B132-4C28D8B1E24E}"/>
                </a:ext>
              </a:extLst>
            </p:cNvPr>
            <p:cNvSpPr/>
            <p:nvPr/>
          </p:nvSpPr>
          <p:spPr>
            <a:xfrm rot="5400000">
              <a:off x="2358076" y="4798372"/>
              <a:ext cx="789619" cy="10518"/>
            </a:xfrm>
            <a:custGeom>
              <a:avLst/>
              <a:gdLst>
                <a:gd name="connsiteX0" fmla="*/ 0 w 789619"/>
                <a:gd name="connsiteY0" fmla="*/ 0 h 10518"/>
                <a:gd name="connsiteX1" fmla="*/ 789620 w 789619"/>
                <a:gd name="connsiteY1" fmla="*/ 0 h 10518"/>
              </a:gdLst>
              <a:ahLst/>
              <a:cxnLst>
                <a:cxn ang="0">
                  <a:pos x="connsiteX0" y="connsiteY0"/>
                </a:cxn>
                <a:cxn ang="0">
                  <a:pos x="connsiteX1" y="connsiteY1"/>
                </a:cxn>
              </a:cxnLst>
              <a:rect l="l" t="t" r="r" b="b"/>
              <a:pathLst>
                <a:path w="789619" h="10518">
                  <a:moveTo>
                    <a:pt x="0" y="0"/>
                  </a:moveTo>
                  <a:lnTo>
                    <a:pt x="789620" y="0"/>
                  </a:lnTo>
                </a:path>
              </a:pathLst>
            </a:custGeom>
            <a:noFill/>
            <a:ln w="10515" cap="flat">
              <a:solidFill>
                <a:srgbClr val="66FFFF"/>
              </a:solidFill>
              <a:custDash>
                <a:ds d="75000" sp="150000"/>
              </a:custDash>
              <a:miter/>
            </a:ln>
          </p:spPr>
          <p:txBody>
            <a:bodyPr rtlCol="0" anchor="ctr"/>
            <a:lstStyle/>
            <a:p>
              <a:endParaRPr lang="en-US"/>
            </a:p>
          </p:txBody>
        </p:sp>
        <p:sp>
          <p:nvSpPr>
            <p:cNvPr id="169" name="Freeform: Shape 168">
              <a:extLst>
                <a:ext uri="{FF2B5EF4-FFF2-40B4-BE49-F238E27FC236}">
                  <a16:creationId xmlns:a16="http://schemas.microsoft.com/office/drawing/2014/main" id="{449F207D-1151-5511-D70C-5CA22EDADAD5}"/>
                </a:ext>
              </a:extLst>
            </p:cNvPr>
            <p:cNvSpPr/>
            <p:nvPr/>
          </p:nvSpPr>
          <p:spPr>
            <a:xfrm rot="5400000">
              <a:off x="2421187" y="4588003"/>
              <a:ext cx="789619" cy="10518"/>
            </a:xfrm>
            <a:custGeom>
              <a:avLst/>
              <a:gdLst>
                <a:gd name="connsiteX0" fmla="*/ 0 w 789619"/>
                <a:gd name="connsiteY0" fmla="*/ 0 h 10518"/>
                <a:gd name="connsiteX1" fmla="*/ 789620 w 789619"/>
                <a:gd name="connsiteY1" fmla="*/ 0 h 10518"/>
              </a:gdLst>
              <a:ahLst/>
              <a:cxnLst>
                <a:cxn ang="0">
                  <a:pos x="connsiteX0" y="connsiteY0"/>
                </a:cxn>
                <a:cxn ang="0">
                  <a:pos x="connsiteX1" y="connsiteY1"/>
                </a:cxn>
              </a:cxnLst>
              <a:rect l="l" t="t" r="r" b="b"/>
              <a:pathLst>
                <a:path w="789619" h="10518">
                  <a:moveTo>
                    <a:pt x="0" y="0"/>
                  </a:moveTo>
                  <a:lnTo>
                    <a:pt x="789620" y="0"/>
                  </a:lnTo>
                </a:path>
              </a:pathLst>
            </a:custGeom>
            <a:noFill/>
            <a:ln w="10515" cap="flat">
              <a:solidFill>
                <a:srgbClr val="66FFFF"/>
              </a:solidFill>
              <a:custDash>
                <a:ds d="75000" sp="150000"/>
              </a:custDash>
              <a:miter/>
            </a:ln>
          </p:spPr>
          <p:txBody>
            <a:bodyPr rtlCol="0" anchor="ctr"/>
            <a:lstStyle/>
            <a:p>
              <a:endParaRPr lang="en-US"/>
            </a:p>
          </p:txBody>
        </p:sp>
        <p:sp>
          <p:nvSpPr>
            <p:cNvPr id="170" name="Freeform: Shape 169">
              <a:extLst>
                <a:ext uri="{FF2B5EF4-FFF2-40B4-BE49-F238E27FC236}">
                  <a16:creationId xmlns:a16="http://schemas.microsoft.com/office/drawing/2014/main" id="{57447717-0223-BC8C-0323-13487F03503F}"/>
                </a:ext>
              </a:extLst>
            </p:cNvPr>
            <p:cNvSpPr/>
            <p:nvPr/>
          </p:nvSpPr>
          <p:spPr>
            <a:xfrm rot="5400000">
              <a:off x="475274" y="3641448"/>
              <a:ext cx="2703977" cy="10518"/>
            </a:xfrm>
            <a:custGeom>
              <a:avLst/>
              <a:gdLst>
                <a:gd name="connsiteX0" fmla="*/ 0 w 2703977"/>
                <a:gd name="connsiteY0" fmla="*/ 0 h 10518"/>
                <a:gd name="connsiteX1" fmla="*/ 2703977 w 2703977"/>
                <a:gd name="connsiteY1" fmla="*/ 0 h 10518"/>
              </a:gdLst>
              <a:ahLst/>
              <a:cxnLst>
                <a:cxn ang="0">
                  <a:pos x="connsiteX0" y="connsiteY0"/>
                </a:cxn>
                <a:cxn ang="0">
                  <a:pos x="connsiteX1" y="connsiteY1"/>
                </a:cxn>
              </a:cxnLst>
              <a:rect l="l" t="t" r="r" b="b"/>
              <a:pathLst>
                <a:path w="2703977" h="10518">
                  <a:moveTo>
                    <a:pt x="0" y="0"/>
                  </a:moveTo>
                  <a:lnTo>
                    <a:pt x="2703977" y="0"/>
                  </a:lnTo>
                </a:path>
              </a:pathLst>
            </a:custGeom>
            <a:noFill/>
            <a:ln w="10515" cap="flat">
              <a:solidFill>
                <a:srgbClr val="66FFFF"/>
              </a:solidFill>
              <a:custDash>
                <a:ds d="75000" sp="150000"/>
              </a:custDash>
              <a:miter/>
            </a:ln>
          </p:spPr>
          <p:txBody>
            <a:bodyPr rtlCol="0" anchor="ctr"/>
            <a:lstStyle/>
            <a:p>
              <a:endParaRPr lang="en-US"/>
            </a:p>
          </p:txBody>
        </p:sp>
        <p:sp>
          <p:nvSpPr>
            <p:cNvPr id="171" name="Freeform: Shape 170">
              <a:extLst>
                <a:ext uri="{FF2B5EF4-FFF2-40B4-BE49-F238E27FC236}">
                  <a16:creationId xmlns:a16="http://schemas.microsoft.com/office/drawing/2014/main" id="{467AE557-6297-9E1A-EAD1-57E77DB021F5}"/>
                </a:ext>
              </a:extLst>
            </p:cNvPr>
            <p:cNvSpPr/>
            <p:nvPr/>
          </p:nvSpPr>
          <p:spPr>
            <a:xfrm>
              <a:off x="4133222" y="2492887"/>
              <a:ext cx="136844" cy="96874"/>
            </a:xfrm>
            <a:custGeom>
              <a:avLst/>
              <a:gdLst>
                <a:gd name="connsiteX0" fmla="*/ 0 w 136844"/>
                <a:gd name="connsiteY0" fmla="*/ 96875 h 96874"/>
                <a:gd name="connsiteX1" fmla="*/ 136845 w 136844"/>
                <a:gd name="connsiteY1" fmla="*/ 0 h 96874"/>
              </a:gdLst>
              <a:ahLst/>
              <a:cxnLst>
                <a:cxn ang="0">
                  <a:pos x="connsiteX0" y="connsiteY0"/>
                </a:cxn>
                <a:cxn ang="0">
                  <a:pos x="connsiteX1" y="connsiteY1"/>
                </a:cxn>
              </a:cxnLst>
              <a:rect l="l" t="t" r="r" b="b"/>
              <a:pathLst>
                <a:path w="136844" h="96874">
                  <a:moveTo>
                    <a:pt x="0" y="96875"/>
                  </a:moveTo>
                  <a:lnTo>
                    <a:pt x="136845" y="0"/>
                  </a:lnTo>
                </a:path>
              </a:pathLst>
            </a:custGeom>
            <a:noFill/>
            <a:ln w="10515" cap="flat">
              <a:solidFill>
                <a:srgbClr val="666666"/>
              </a:solid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FFF7BAE0-3FF3-DAFA-856D-6D992EABD6E1}"/>
                </a:ext>
              </a:extLst>
            </p:cNvPr>
            <p:cNvSpPr/>
            <p:nvPr/>
          </p:nvSpPr>
          <p:spPr>
            <a:xfrm>
              <a:off x="3341919" y="2269159"/>
              <a:ext cx="441774" cy="299144"/>
            </a:xfrm>
            <a:custGeom>
              <a:avLst/>
              <a:gdLst>
                <a:gd name="connsiteX0" fmla="*/ 0 w 441774"/>
                <a:gd name="connsiteY0" fmla="*/ 299145 h 299144"/>
                <a:gd name="connsiteX1" fmla="*/ 441775 w 441774"/>
                <a:gd name="connsiteY1" fmla="*/ 0 h 299144"/>
              </a:gdLst>
              <a:ahLst/>
              <a:cxnLst>
                <a:cxn ang="0">
                  <a:pos x="connsiteX0" y="connsiteY0"/>
                </a:cxn>
                <a:cxn ang="0">
                  <a:pos x="connsiteX1" y="connsiteY1"/>
                </a:cxn>
              </a:cxnLst>
              <a:rect l="l" t="t" r="r" b="b"/>
              <a:pathLst>
                <a:path w="441774" h="299144">
                  <a:moveTo>
                    <a:pt x="0" y="299145"/>
                  </a:moveTo>
                  <a:lnTo>
                    <a:pt x="441775" y="0"/>
                  </a:lnTo>
                </a:path>
              </a:pathLst>
            </a:custGeom>
            <a:noFill/>
            <a:ln w="10515" cap="flat">
              <a:solidFill>
                <a:srgbClr val="666666"/>
              </a:solid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1DCA1EF2-C224-5E93-4C29-59FFF917B8F4}"/>
                </a:ext>
              </a:extLst>
            </p:cNvPr>
            <p:cNvSpPr/>
            <p:nvPr/>
          </p:nvSpPr>
          <p:spPr>
            <a:xfrm>
              <a:off x="1985250" y="2270106"/>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10515" cap="flat">
              <a:solidFill>
                <a:srgbClr val="0000FF"/>
              </a:solid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7A1A47AF-63B8-2BA5-6397-C77AE9716F0D}"/>
                </a:ext>
              </a:extLst>
            </p:cNvPr>
            <p:cNvSpPr/>
            <p:nvPr/>
          </p:nvSpPr>
          <p:spPr>
            <a:xfrm>
              <a:off x="1827263" y="2369926"/>
              <a:ext cx="997043" cy="10518"/>
            </a:xfrm>
            <a:custGeom>
              <a:avLst/>
              <a:gdLst>
                <a:gd name="connsiteX0" fmla="*/ 0 w 997043"/>
                <a:gd name="connsiteY0" fmla="*/ 0 h 10518"/>
                <a:gd name="connsiteX1" fmla="*/ 997043 w 997043"/>
                <a:gd name="connsiteY1" fmla="*/ 0 h 10518"/>
              </a:gdLst>
              <a:ahLst/>
              <a:cxnLst>
                <a:cxn ang="0">
                  <a:pos x="connsiteX0" y="connsiteY0"/>
                </a:cxn>
                <a:cxn ang="0">
                  <a:pos x="connsiteX1" y="connsiteY1"/>
                </a:cxn>
              </a:cxnLst>
              <a:rect l="l" t="t" r="r" b="b"/>
              <a:pathLst>
                <a:path w="997043" h="10518">
                  <a:moveTo>
                    <a:pt x="0" y="0"/>
                  </a:moveTo>
                  <a:lnTo>
                    <a:pt x="997043" y="0"/>
                  </a:lnTo>
                </a:path>
              </a:pathLst>
            </a:custGeom>
            <a:noFill/>
            <a:ln w="10515" cap="flat">
              <a:solidFill>
                <a:srgbClr val="0000FF"/>
              </a:solid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DA74934-6345-56E4-39F4-FBFF614116AA}"/>
                </a:ext>
              </a:extLst>
            </p:cNvPr>
            <p:cNvSpPr/>
            <p:nvPr/>
          </p:nvSpPr>
          <p:spPr>
            <a:xfrm>
              <a:off x="1684948" y="2468694"/>
              <a:ext cx="984105" cy="10518"/>
            </a:xfrm>
            <a:custGeom>
              <a:avLst/>
              <a:gdLst>
                <a:gd name="connsiteX0" fmla="*/ 0 w 984105"/>
                <a:gd name="connsiteY0" fmla="*/ 0 h 10518"/>
                <a:gd name="connsiteX1" fmla="*/ 984106 w 984105"/>
                <a:gd name="connsiteY1" fmla="*/ 0 h 10518"/>
              </a:gdLst>
              <a:ahLst/>
              <a:cxnLst>
                <a:cxn ang="0">
                  <a:pos x="connsiteX0" y="connsiteY0"/>
                </a:cxn>
                <a:cxn ang="0">
                  <a:pos x="connsiteX1" y="connsiteY1"/>
                </a:cxn>
              </a:cxnLst>
              <a:rect l="l" t="t" r="r" b="b"/>
              <a:pathLst>
                <a:path w="984105" h="10518">
                  <a:moveTo>
                    <a:pt x="0" y="0"/>
                  </a:moveTo>
                  <a:lnTo>
                    <a:pt x="984106" y="0"/>
                  </a:lnTo>
                </a:path>
              </a:pathLst>
            </a:custGeom>
            <a:noFill/>
            <a:ln w="10515" cap="flat">
              <a:solidFill>
                <a:srgbClr val="0000FF"/>
              </a:solid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CEA8E2C9-4FE3-A8C5-A4E4-49D970EC0299}"/>
                </a:ext>
              </a:extLst>
            </p:cNvPr>
            <p:cNvSpPr/>
            <p:nvPr/>
          </p:nvSpPr>
          <p:spPr>
            <a:xfrm>
              <a:off x="2973773" y="2271263"/>
              <a:ext cx="794984" cy="10518"/>
            </a:xfrm>
            <a:custGeom>
              <a:avLst/>
              <a:gdLst>
                <a:gd name="connsiteX0" fmla="*/ 0 w 794984"/>
                <a:gd name="connsiteY0" fmla="*/ 0 h 10518"/>
                <a:gd name="connsiteX1" fmla="*/ 794984 w 794984"/>
                <a:gd name="connsiteY1" fmla="*/ 0 h 10518"/>
              </a:gdLst>
              <a:ahLst/>
              <a:cxnLst>
                <a:cxn ang="0">
                  <a:pos x="connsiteX0" y="connsiteY0"/>
                </a:cxn>
                <a:cxn ang="0">
                  <a:pos x="connsiteX1" y="connsiteY1"/>
                </a:cxn>
              </a:cxnLst>
              <a:rect l="l" t="t" r="r" b="b"/>
              <a:pathLst>
                <a:path w="794984" h="10518">
                  <a:moveTo>
                    <a:pt x="0" y="0"/>
                  </a:moveTo>
                  <a:lnTo>
                    <a:pt x="794984" y="0"/>
                  </a:lnTo>
                </a:path>
              </a:pathLst>
            </a:custGeom>
            <a:noFill/>
            <a:ln w="10515" cap="flat">
              <a:solidFill>
                <a:srgbClr val="0000FF"/>
              </a:solid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0251B8B2-FC1E-A7D8-57CE-F34277281E2A}"/>
                </a:ext>
              </a:extLst>
            </p:cNvPr>
            <p:cNvSpPr/>
            <p:nvPr/>
          </p:nvSpPr>
          <p:spPr>
            <a:xfrm>
              <a:off x="2826515" y="2371188"/>
              <a:ext cx="805081" cy="10518"/>
            </a:xfrm>
            <a:custGeom>
              <a:avLst/>
              <a:gdLst>
                <a:gd name="connsiteX0" fmla="*/ 0 w 805081"/>
                <a:gd name="connsiteY0" fmla="*/ 0 h 10518"/>
                <a:gd name="connsiteX1" fmla="*/ 805082 w 805081"/>
                <a:gd name="connsiteY1" fmla="*/ 0 h 10518"/>
              </a:gdLst>
              <a:ahLst/>
              <a:cxnLst>
                <a:cxn ang="0">
                  <a:pos x="connsiteX0" y="connsiteY0"/>
                </a:cxn>
                <a:cxn ang="0">
                  <a:pos x="connsiteX1" y="connsiteY1"/>
                </a:cxn>
              </a:cxnLst>
              <a:rect l="l" t="t" r="r" b="b"/>
              <a:pathLst>
                <a:path w="805081" h="10518">
                  <a:moveTo>
                    <a:pt x="0" y="0"/>
                  </a:moveTo>
                  <a:lnTo>
                    <a:pt x="805082" y="0"/>
                  </a:lnTo>
                </a:path>
              </a:pathLst>
            </a:custGeom>
            <a:noFill/>
            <a:ln w="10515" cap="flat">
              <a:solidFill>
                <a:srgbClr val="0000FF"/>
              </a:solid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594470D-57E1-F051-209E-F4A7DC028AAF}"/>
                </a:ext>
              </a:extLst>
            </p:cNvPr>
            <p:cNvSpPr/>
            <p:nvPr/>
          </p:nvSpPr>
          <p:spPr>
            <a:xfrm>
              <a:off x="2671578" y="2469851"/>
              <a:ext cx="817598" cy="10518"/>
            </a:xfrm>
            <a:custGeom>
              <a:avLst/>
              <a:gdLst>
                <a:gd name="connsiteX0" fmla="*/ 0 w 817598"/>
                <a:gd name="connsiteY0" fmla="*/ 0 h 10518"/>
                <a:gd name="connsiteX1" fmla="*/ 817599 w 817598"/>
                <a:gd name="connsiteY1" fmla="*/ 0 h 10518"/>
              </a:gdLst>
              <a:ahLst/>
              <a:cxnLst>
                <a:cxn ang="0">
                  <a:pos x="connsiteX0" y="connsiteY0"/>
                </a:cxn>
                <a:cxn ang="0">
                  <a:pos x="connsiteX1" y="connsiteY1"/>
                </a:cxn>
              </a:cxnLst>
              <a:rect l="l" t="t" r="r" b="b"/>
              <a:pathLst>
                <a:path w="817598" h="10518">
                  <a:moveTo>
                    <a:pt x="0" y="0"/>
                  </a:moveTo>
                  <a:lnTo>
                    <a:pt x="817599" y="0"/>
                  </a:lnTo>
                </a:path>
              </a:pathLst>
            </a:custGeom>
            <a:noFill/>
            <a:ln w="10515" cap="flat">
              <a:solidFill>
                <a:srgbClr val="0000FF"/>
              </a:solid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F222452B-BCF7-0358-4405-ACECDA1A0C3E}"/>
                </a:ext>
              </a:extLst>
            </p:cNvPr>
            <p:cNvSpPr/>
            <p:nvPr/>
          </p:nvSpPr>
          <p:spPr>
            <a:xfrm>
              <a:off x="2918236" y="2566621"/>
              <a:ext cx="593661" cy="3471"/>
            </a:xfrm>
            <a:custGeom>
              <a:avLst/>
              <a:gdLst>
                <a:gd name="connsiteX0" fmla="*/ 0 w 593661"/>
                <a:gd name="connsiteY0" fmla="*/ 0 h 3471"/>
                <a:gd name="connsiteX1" fmla="*/ 593661 w 593661"/>
                <a:gd name="connsiteY1" fmla="*/ 3471 h 3471"/>
              </a:gdLst>
              <a:ahLst/>
              <a:cxnLst>
                <a:cxn ang="0">
                  <a:pos x="connsiteX0" y="connsiteY0"/>
                </a:cxn>
                <a:cxn ang="0">
                  <a:pos x="connsiteX1" y="connsiteY1"/>
                </a:cxn>
              </a:cxnLst>
              <a:rect l="l" t="t" r="r" b="b"/>
              <a:pathLst>
                <a:path w="593661" h="3471">
                  <a:moveTo>
                    <a:pt x="0" y="0"/>
                  </a:moveTo>
                  <a:lnTo>
                    <a:pt x="593661" y="3471"/>
                  </a:lnTo>
                </a:path>
              </a:pathLst>
            </a:custGeom>
            <a:noFill/>
            <a:ln w="10515" cap="flat">
              <a:solidFill>
                <a:srgbClr val="0000FF"/>
              </a:solid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840431AF-C84D-28EB-30F8-CE59A35F566F}"/>
                </a:ext>
              </a:extLst>
            </p:cNvPr>
            <p:cNvSpPr/>
            <p:nvPr/>
          </p:nvSpPr>
          <p:spPr>
            <a:xfrm>
              <a:off x="2605628" y="2465661"/>
              <a:ext cx="320497" cy="100987"/>
            </a:xfrm>
            <a:custGeom>
              <a:avLst/>
              <a:gdLst>
                <a:gd name="connsiteX0" fmla="*/ 0 w 320497"/>
                <a:gd name="connsiteY0" fmla="*/ 88 h 100987"/>
                <a:gd name="connsiteX1" fmla="*/ 142420 w 320497"/>
                <a:gd name="connsiteY1" fmla="*/ 51207 h 100987"/>
                <a:gd name="connsiteX2" fmla="*/ 320497 w 320497"/>
                <a:gd name="connsiteY2" fmla="*/ 100749 h 100987"/>
              </a:gdLst>
              <a:ahLst/>
              <a:cxnLst>
                <a:cxn ang="0">
                  <a:pos x="connsiteX0" y="connsiteY0"/>
                </a:cxn>
                <a:cxn ang="0">
                  <a:pos x="connsiteX1" y="connsiteY1"/>
                </a:cxn>
                <a:cxn ang="0">
                  <a:pos x="connsiteX2" y="connsiteY2"/>
                </a:cxn>
              </a:cxnLst>
              <a:rect l="l" t="t" r="r" b="b"/>
              <a:pathLst>
                <a:path w="320497" h="100987">
                  <a:moveTo>
                    <a:pt x="0" y="88"/>
                  </a:moveTo>
                  <a:cubicBezTo>
                    <a:pt x="55401" y="-1385"/>
                    <a:pt x="102870" y="15655"/>
                    <a:pt x="142420" y="51207"/>
                  </a:cubicBezTo>
                  <a:cubicBezTo>
                    <a:pt x="182043" y="86689"/>
                    <a:pt x="241398" y="103203"/>
                    <a:pt x="320497" y="100749"/>
                  </a:cubicBezTo>
                </a:path>
              </a:pathLst>
            </a:custGeom>
            <a:noFill/>
            <a:ln w="10515" cap="flat">
              <a:solidFill>
                <a:srgbClr val="0000FF"/>
              </a:solid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A22A32CD-02B6-86A8-7435-EC9AD0699E3E}"/>
                </a:ext>
              </a:extLst>
            </p:cNvPr>
            <p:cNvSpPr/>
            <p:nvPr/>
          </p:nvSpPr>
          <p:spPr>
            <a:xfrm>
              <a:off x="3504008" y="2467853"/>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10515" cap="flat">
              <a:solidFill>
                <a:srgbClr val="0000FF"/>
              </a:solid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3CCB68F-2584-5BED-1850-2528DA3EE79E}"/>
                </a:ext>
              </a:extLst>
            </p:cNvPr>
            <p:cNvSpPr/>
            <p:nvPr/>
          </p:nvSpPr>
          <p:spPr>
            <a:xfrm>
              <a:off x="3678088" y="2467958"/>
              <a:ext cx="599762" cy="26927"/>
            </a:xfrm>
            <a:custGeom>
              <a:avLst/>
              <a:gdLst>
                <a:gd name="connsiteX0" fmla="*/ 0 w 599762"/>
                <a:gd name="connsiteY0" fmla="*/ 0 h 26927"/>
                <a:gd name="connsiteX1" fmla="*/ 599762 w 599762"/>
                <a:gd name="connsiteY1" fmla="*/ 26927 h 26927"/>
              </a:gdLst>
              <a:ahLst/>
              <a:cxnLst>
                <a:cxn ang="0">
                  <a:pos x="connsiteX0" y="connsiteY0"/>
                </a:cxn>
                <a:cxn ang="0">
                  <a:pos x="connsiteX1" y="connsiteY1"/>
                </a:cxn>
              </a:cxnLst>
              <a:rect l="l" t="t" r="r" b="b"/>
              <a:pathLst>
                <a:path w="599762" h="26927">
                  <a:moveTo>
                    <a:pt x="0" y="0"/>
                  </a:moveTo>
                  <a:lnTo>
                    <a:pt x="599762" y="26927"/>
                  </a:lnTo>
                </a:path>
              </a:pathLst>
            </a:custGeom>
            <a:noFill/>
            <a:ln w="10515" cap="flat">
              <a:solidFill>
                <a:srgbClr val="0000FF"/>
              </a:solid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067794CE-3A47-A0AD-B90B-D9563EBABAE5}"/>
                </a:ext>
              </a:extLst>
            </p:cNvPr>
            <p:cNvSpPr/>
            <p:nvPr/>
          </p:nvSpPr>
          <p:spPr>
            <a:xfrm>
              <a:off x="3504008" y="2570092"/>
              <a:ext cx="642466" cy="22825"/>
            </a:xfrm>
            <a:custGeom>
              <a:avLst/>
              <a:gdLst>
                <a:gd name="connsiteX0" fmla="*/ 0 w 642466"/>
                <a:gd name="connsiteY0" fmla="*/ 0 h 22825"/>
                <a:gd name="connsiteX1" fmla="*/ 642467 w 642466"/>
                <a:gd name="connsiteY1" fmla="*/ 22825 h 22825"/>
              </a:gdLst>
              <a:ahLst/>
              <a:cxnLst>
                <a:cxn ang="0">
                  <a:pos x="connsiteX0" y="connsiteY0"/>
                </a:cxn>
                <a:cxn ang="0">
                  <a:pos x="connsiteX1" y="connsiteY1"/>
                </a:cxn>
              </a:cxnLst>
              <a:rect l="l" t="t" r="r" b="b"/>
              <a:pathLst>
                <a:path w="642466" h="22825">
                  <a:moveTo>
                    <a:pt x="0" y="0"/>
                  </a:moveTo>
                  <a:lnTo>
                    <a:pt x="642467" y="22825"/>
                  </a:lnTo>
                </a:path>
              </a:pathLst>
            </a:custGeom>
            <a:noFill/>
            <a:ln w="10515" cap="flat">
              <a:solidFill>
                <a:srgbClr val="0000FF"/>
              </a:solid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FEE03755-D6DB-01D2-45E2-BC2028F180F4}"/>
                </a:ext>
              </a:extLst>
            </p:cNvPr>
            <p:cNvSpPr/>
            <p:nvPr/>
          </p:nvSpPr>
          <p:spPr>
            <a:xfrm>
              <a:off x="3654317" y="2369190"/>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910383F9-D76A-C58C-0014-5C0300A71550}"/>
                </a:ext>
              </a:extLst>
            </p:cNvPr>
            <p:cNvSpPr/>
            <p:nvPr/>
          </p:nvSpPr>
          <p:spPr>
            <a:xfrm>
              <a:off x="1684948" y="2269159"/>
              <a:ext cx="300722" cy="200376"/>
            </a:xfrm>
            <a:custGeom>
              <a:avLst/>
              <a:gdLst>
                <a:gd name="connsiteX0" fmla="*/ 0 w 300722"/>
                <a:gd name="connsiteY0" fmla="*/ 200376 h 200376"/>
                <a:gd name="connsiteX1" fmla="*/ 300722 w 300722"/>
                <a:gd name="connsiteY1" fmla="*/ 0 h 200376"/>
              </a:gdLst>
              <a:ahLst/>
              <a:cxnLst>
                <a:cxn ang="0">
                  <a:pos x="connsiteX0" y="connsiteY0"/>
                </a:cxn>
                <a:cxn ang="0">
                  <a:pos x="connsiteX1" y="connsiteY1"/>
                </a:cxn>
              </a:cxnLst>
              <a:rect l="l" t="t" r="r" b="b"/>
              <a:pathLst>
                <a:path w="300722" h="200376">
                  <a:moveTo>
                    <a:pt x="0" y="200376"/>
                  </a:moveTo>
                  <a:lnTo>
                    <a:pt x="300722" y="0"/>
                  </a:lnTo>
                </a:path>
              </a:pathLst>
            </a:custGeom>
            <a:noFill/>
            <a:ln w="10515" cap="flat">
              <a:solidFill>
                <a:srgbClr val="0000FF"/>
              </a:solid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88934722-BE2A-358C-8744-892D8EADCBAD}"/>
                </a:ext>
              </a:extLst>
            </p:cNvPr>
            <p:cNvSpPr/>
            <p:nvPr/>
          </p:nvSpPr>
          <p:spPr>
            <a:xfrm>
              <a:off x="2634027" y="2261586"/>
              <a:ext cx="300827" cy="206897"/>
            </a:xfrm>
            <a:custGeom>
              <a:avLst/>
              <a:gdLst>
                <a:gd name="connsiteX0" fmla="*/ 0 w 300827"/>
                <a:gd name="connsiteY0" fmla="*/ 206898 h 206897"/>
                <a:gd name="connsiteX1" fmla="*/ 300828 w 300827"/>
                <a:gd name="connsiteY1" fmla="*/ 0 h 206897"/>
              </a:gdLst>
              <a:ahLst/>
              <a:cxnLst>
                <a:cxn ang="0">
                  <a:pos x="connsiteX0" y="connsiteY0"/>
                </a:cxn>
                <a:cxn ang="0">
                  <a:pos x="connsiteX1" y="connsiteY1"/>
                </a:cxn>
              </a:cxnLst>
              <a:rect l="l" t="t" r="r" b="b"/>
              <a:pathLst>
                <a:path w="300827" h="206897">
                  <a:moveTo>
                    <a:pt x="0" y="206898"/>
                  </a:moveTo>
                  <a:lnTo>
                    <a:pt x="300828" y="0"/>
                  </a:lnTo>
                </a:path>
              </a:pathLst>
            </a:custGeom>
            <a:noFill/>
            <a:ln w="10515" cap="flat">
              <a:solidFill>
                <a:srgbClr val="666666"/>
              </a:solid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53C0A0EC-E447-5BA4-FD50-135BE3E94183}"/>
                </a:ext>
              </a:extLst>
            </p:cNvPr>
            <p:cNvSpPr/>
            <p:nvPr/>
          </p:nvSpPr>
          <p:spPr>
            <a:xfrm>
              <a:off x="3793371" y="2270106"/>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FB0A2498-4FFB-147C-E4D0-6234B77D7F98}"/>
                </a:ext>
              </a:extLst>
            </p:cNvPr>
            <p:cNvSpPr/>
            <p:nvPr/>
          </p:nvSpPr>
          <p:spPr>
            <a:xfrm>
              <a:off x="4309616" y="2269159"/>
              <a:ext cx="305034" cy="201428"/>
            </a:xfrm>
            <a:custGeom>
              <a:avLst/>
              <a:gdLst>
                <a:gd name="connsiteX0" fmla="*/ 0 w 305034"/>
                <a:gd name="connsiteY0" fmla="*/ 201428 h 201428"/>
                <a:gd name="connsiteX1" fmla="*/ 305035 w 305034"/>
                <a:gd name="connsiteY1" fmla="*/ 0 h 201428"/>
              </a:gdLst>
              <a:ahLst/>
              <a:cxnLst>
                <a:cxn ang="0">
                  <a:pos x="connsiteX0" y="connsiteY0"/>
                </a:cxn>
                <a:cxn ang="0">
                  <a:pos x="connsiteX1" y="connsiteY1"/>
                </a:cxn>
              </a:cxnLst>
              <a:rect l="l" t="t" r="r" b="b"/>
              <a:pathLst>
                <a:path w="305034" h="201428">
                  <a:moveTo>
                    <a:pt x="0" y="201428"/>
                  </a:moveTo>
                  <a:lnTo>
                    <a:pt x="305035" y="0"/>
                  </a:lnTo>
                </a:path>
              </a:pathLst>
            </a:custGeom>
            <a:noFill/>
            <a:ln w="10515" cap="flat">
              <a:solidFill>
                <a:srgbClr val="666666"/>
              </a:solid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AD3E5198-2856-C77D-1E65-5250F0663FE6}"/>
                </a:ext>
              </a:extLst>
            </p:cNvPr>
            <p:cNvSpPr/>
            <p:nvPr/>
          </p:nvSpPr>
          <p:spPr>
            <a:xfrm>
              <a:off x="1922875" y="2304291"/>
              <a:ext cx="2650332" cy="10518"/>
            </a:xfrm>
            <a:custGeom>
              <a:avLst/>
              <a:gdLst>
                <a:gd name="connsiteX0" fmla="*/ 0 w 2650332"/>
                <a:gd name="connsiteY0" fmla="*/ 0 h 10518"/>
                <a:gd name="connsiteX1" fmla="*/ 2650333 w 2650332"/>
                <a:gd name="connsiteY1" fmla="*/ 0 h 10518"/>
              </a:gdLst>
              <a:ahLst/>
              <a:cxnLst>
                <a:cxn ang="0">
                  <a:pos x="connsiteX0" y="connsiteY0"/>
                </a:cxn>
                <a:cxn ang="0">
                  <a:pos x="connsiteX1" y="connsiteY1"/>
                </a:cxn>
              </a:cxnLst>
              <a:rect l="l" t="t" r="r" b="b"/>
              <a:pathLst>
                <a:path w="2650332" h="10518">
                  <a:moveTo>
                    <a:pt x="0" y="0"/>
                  </a:moveTo>
                  <a:lnTo>
                    <a:pt x="2650333" y="0"/>
                  </a:lnTo>
                </a:path>
              </a:pathLst>
            </a:custGeom>
            <a:noFill/>
            <a:ln w="10515" cap="flat">
              <a:solidFill>
                <a:srgbClr val="FF0000"/>
              </a:solid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9A8F6114-12DE-21E9-84CB-34756C933DC3}"/>
                </a:ext>
              </a:extLst>
            </p:cNvPr>
            <p:cNvSpPr/>
            <p:nvPr/>
          </p:nvSpPr>
          <p:spPr>
            <a:xfrm>
              <a:off x="1879539" y="2337424"/>
              <a:ext cx="2607522" cy="10518"/>
            </a:xfrm>
            <a:custGeom>
              <a:avLst/>
              <a:gdLst>
                <a:gd name="connsiteX0" fmla="*/ 0 w 2607522"/>
                <a:gd name="connsiteY0" fmla="*/ 0 h 10518"/>
                <a:gd name="connsiteX1" fmla="*/ 2607523 w 2607522"/>
                <a:gd name="connsiteY1" fmla="*/ 0 h 10518"/>
              </a:gdLst>
              <a:ahLst/>
              <a:cxnLst>
                <a:cxn ang="0">
                  <a:pos x="connsiteX0" y="connsiteY0"/>
                </a:cxn>
                <a:cxn ang="0">
                  <a:pos x="connsiteX1" y="connsiteY1"/>
                </a:cxn>
              </a:cxnLst>
              <a:rect l="l" t="t" r="r" b="b"/>
              <a:pathLst>
                <a:path w="2607522" h="10518">
                  <a:moveTo>
                    <a:pt x="0" y="0"/>
                  </a:moveTo>
                  <a:lnTo>
                    <a:pt x="2607523" y="0"/>
                  </a:lnTo>
                </a:path>
              </a:pathLst>
            </a:custGeom>
            <a:noFill/>
            <a:ln w="10515" cap="flat">
              <a:solidFill>
                <a:srgbClr val="FF0000"/>
              </a:solid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F7BD9B0B-D80B-CEDC-52F5-52702F1FC145}"/>
                </a:ext>
              </a:extLst>
            </p:cNvPr>
            <p:cNvSpPr/>
            <p:nvPr/>
          </p:nvSpPr>
          <p:spPr>
            <a:xfrm>
              <a:off x="1784873" y="2405899"/>
              <a:ext cx="2607522" cy="10518"/>
            </a:xfrm>
            <a:custGeom>
              <a:avLst/>
              <a:gdLst>
                <a:gd name="connsiteX0" fmla="*/ 0 w 2607522"/>
                <a:gd name="connsiteY0" fmla="*/ 0 h 10518"/>
                <a:gd name="connsiteX1" fmla="*/ 2607523 w 2607522"/>
                <a:gd name="connsiteY1" fmla="*/ 0 h 10518"/>
              </a:gdLst>
              <a:ahLst/>
              <a:cxnLst>
                <a:cxn ang="0">
                  <a:pos x="connsiteX0" y="connsiteY0"/>
                </a:cxn>
                <a:cxn ang="0">
                  <a:pos x="connsiteX1" y="connsiteY1"/>
                </a:cxn>
              </a:cxnLst>
              <a:rect l="l" t="t" r="r" b="b"/>
              <a:pathLst>
                <a:path w="2607522" h="10518">
                  <a:moveTo>
                    <a:pt x="0" y="0"/>
                  </a:moveTo>
                  <a:lnTo>
                    <a:pt x="2607523" y="0"/>
                  </a:lnTo>
                </a:path>
              </a:pathLst>
            </a:custGeom>
            <a:noFill/>
            <a:ln w="10515" cap="flat">
              <a:solidFill>
                <a:srgbClr val="FF0000"/>
              </a:solid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F30C3C85-10DE-11BA-231C-AB927EA2F20B}"/>
                </a:ext>
              </a:extLst>
            </p:cNvPr>
            <p:cNvSpPr/>
            <p:nvPr/>
          </p:nvSpPr>
          <p:spPr>
            <a:xfrm>
              <a:off x="1741432" y="2438927"/>
              <a:ext cx="2607628" cy="10518"/>
            </a:xfrm>
            <a:custGeom>
              <a:avLst/>
              <a:gdLst>
                <a:gd name="connsiteX0" fmla="*/ 0 w 2607628"/>
                <a:gd name="connsiteY0" fmla="*/ 0 h 10518"/>
                <a:gd name="connsiteX1" fmla="*/ 2607628 w 2607628"/>
                <a:gd name="connsiteY1" fmla="*/ 0 h 10518"/>
              </a:gdLst>
              <a:ahLst/>
              <a:cxnLst>
                <a:cxn ang="0">
                  <a:pos x="connsiteX0" y="connsiteY0"/>
                </a:cxn>
                <a:cxn ang="0">
                  <a:pos x="connsiteX1" y="connsiteY1"/>
                </a:cxn>
              </a:cxnLst>
              <a:rect l="l" t="t" r="r" b="b"/>
              <a:pathLst>
                <a:path w="2607628" h="10518">
                  <a:moveTo>
                    <a:pt x="0" y="0"/>
                  </a:moveTo>
                  <a:lnTo>
                    <a:pt x="2607628" y="0"/>
                  </a:lnTo>
                </a:path>
              </a:pathLst>
            </a:custGeom>
            <a:noFill/>
            <a:ln w="10515" cap="flat">
              <a:solidFill>
                <a:srgbClr val="FF0000"/>
              </a:solid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7E871FEF-744D-FC86-2065-B00987341CAA}"/>
                </a:ext>
              </a:extLst>
            </p:cNvPr>
            <p:cNvSpPr/>
            <p:nvPr/>
          </p:nvSpPr>
          <p:spPr>
            <a:xfrm>
              <a:off x="1890373" y="2269159"/>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F3075A58-2DE4-2D8D-60CB-0DA461CF11C8}"/>
                </a:ext>
              </a:extLst>
            </p:cNvPr>
            <p:cNvSpPr/>
            <p:nvPr/>
          </p:nvSpPr>
          <p:spPr>
            <a:xfrm>
              <a:off x="1785294" y="2269159"/>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BBA12F7-0A82-2AD9-9577-0C30D2171FAA}"/>
                </a:ext>
              </a:extLst>
            </p:cNvPr>
            <p:cNvSpPr/>
            <p:nvPr/>
          </p:nvSpPr>
          <p:spPr>
            <a:xfrm>
              <a:off x="2100321" y="2270211"/>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234C315F-FE5F-BC5C-F04B-5146E8AC99E7}"/>
                </a:ext>
              </a:extLst>
            </p:cNvPr>
            <p:cNvSpPr/>
            <p:nvPr/>
          </p:nvSpPr>
          <p:spPr>
            <a:xfrm>
              <a:off x="1995137" y="2270211"/>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55BF202-F5E2-BE10-E63F-04FE8A85DE99}"/>
                </a:ext>
              </a:extLst>
            </p:cNvPr>
            <p:cNvSpPr/>
            <p:nvPr/>
          </p:nvSpPr>
          <p:spPr>
            <a:xfrm>
              <a:off x="2309849" y="2268002"/>
              <a:ext cx="294516" cy="196694"/>
            </a:xfrm>
            <a:custGeom>
              <a:avLst/>
              <a:gdLst>
                <a:gd name="connsiteX0" fmla="*/ 0 w 294516"/>
                <a:gd name="connsiteY0" fmla="*/ 196695 h 196694"/>
                <a:gd name="connsiteX1" fmla="*/ 294517 w 294516"/>
                <a:gd name="connsiteY1" fmla="*/ 0 h 196694"/>
              </a:gdLst>
              <a:ahLst/>
              <a:cxnLst>
                <a:cxn ang="0">
                  <a:pos x="connsiteX0" y="connsiteY0"/>
                </a:cxn>
                <a:cxn ang="0">
                  <a:pos x="connsiteX1" y="connsiteY1"/>
                </a:cxn>
              </a:cxnLst>
              <a:rect l="l" t="t" r="r" b="b"/>
              <a:pathLst>
                <a:path w="294516" h="196694">
                  <a:moveTo>
                    <a:pt x="0" y="196695"/>
                  </a:moveTo>
                  <a:lnTo>
                    <a:pt x="294517" y="0"/>
                  </a:lnTo>
                </a:path>
              </a:pathLst>
            </a:custGeom>
            <a:noFill/>
            <a:ln w="10515" cap="flat">
              <a:solidFill>
                <a:srgbClr val="FF3333"/>
              </a:solid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D84BB1B9-D056-7DAA-E177-C7FE0E4F0998}"/>
                </a:ext>
              </a:extLst>
            </p:cNvPr>
            <p:cNvSpPr/>
            <p:nvPr/>
          </p:nvSpPr>
          <p:spPr>
            <a:xfrm>
              <a:off x="2204664" y="2268107"/>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62481A6F-E940-CC75-1709-A085CFE8F1FE}"/>
                </a:ext>
              </a:extLst>
            </p:cNvPr>
            <p:cNvSpPr/>
            <p:nvPr/>
          </p:nvSpPr>
          <p:spPr>
            <a:xfrm>
              <a:off x="2519692" y="2269054"/>
              <a:ext cx="294516" cy="196694"/>
            </a:xfrm>
            <a:custGeom>
              <a:avLst/>
              <a:gdLst>
                <a:gd name="connsiteX0" fmla="*/ 0 w 294516"/>
                <a:gd name="connsiteY0" fmla="*/ 196695 h 196694"/>
                <a:gd name="connsiteX1" fmla="*/ 294517 w 294516"/>
                <a:gd name="connsiteY1" fmla="*/ 0 h 196694"/>
              </a:gdLst>
              <a:ahLst/>
              <a:cxnLst>
                <a:cxn ang="0">
                  <a:pos x="connsiteX0" y="connsiteY0"/>
                </a:cxn>
                <a:cxn ang="0">
                  <a:pos x="connsiteX1" y="connsiteY1"/>
                </a:cxn>
              </a:cxnLst>
              <a:rect l="l" t="t" r="r" b="b"/>
              <a:pathLst>
                <a:path w="294516" h="196694">
                  <a:moveTo>
                    <a:pt x="0" y="196695"/>
                  </a:moveTo>
                  <a:lnTo>
                    <a:pt x="294517" y="0"/>
                  </a:lnTo>
                </a:path>
              </a:pathLst>
            </a:custGeom>
            <a:noFill/>
            <a:ln w="10515" cap="flat">
              <a:solidFill>
                <a:srgbClr val="FF3333"/>
              </a:solid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4081B8EC-53A1-6F22-67C7-E83852DD8761}"/>
                </a:ext>
              </a:extLst>
            </p:cNvPr>
            <p:cNvSpPr/>
            <p:nvPr/>
          </p:nvSpPr>
          <p:spPr>
            <a:xfrm>
              <a:off x="2414507" y="2269159"/>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184B9C8E-51E1-813A-A78A-1587F72D29A2}"/>
                </a:ext>
              </a:extLst>
            </p:cNvPr>
            <p:cNvSpPr/>
            <p:nvPr/>
          </p:nvSpPr>
          <p:spPr>
            <a:xfrm>
              <a:off x="2763404" y="2271158"/>
              <a:ext cx="378664" cy="256124"/>
            </a:xfrm>
            <a:custGeom>
              <a:avLst/>
              <a:gdLst>
                <a:gd name="connsiteX0" fmla="*/ 0 w 378664"/>
                <a:gd name="connsiteY0" fmla="*/ 256124 h 256124"/>
                <a:gd name="connsiteX1" fmla="*/ 378664 w 378664"/>
                <a:gd name="connsiteY1" fmla="*/ 0 h 256124"/>
              </a:gdLst>
              <a:ahLst/>
              <a:cxnLst>
                <a:cxn ang="0">
                  <a:pos x="connsiteX0" y="connsiteY0"/>
                </a:cxn>
                <a:cxn ang="0">
                  <a:pos x="connsiteX1" y="connsiteY1"/>
                </a:cxn>
              </a:cxnLst>
              <a:rect l="l" t="t" r="r" b="b"/>
              <a:pathLst>
                <a:path w="378664" h="256124">
                  <a:moveTo>
                    <a:pt x="0" y="256124"/>
                  </a:moveTo>
                  <a:lnTo>
                    <a:pt x="378664" y="0"/>
                  </a:lnTo>
                </a:path>
              </a:pathLst>
            </a:custGeom>
            <a:noFill/>
            <a:ln w="10515" cap="flat">
              <a:solidFill>
                <a:srgbClr val="FF3333"/>
              </a:solid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E01F27A6-1633-04BF-5DA3-7195573C8F4B}"/>
                </a:ext>
              </a:extLst>
            </p:cNvPr>
            <p:cNvSpPr/>
            <p:nvPr/>
          </p:nvSpPr>
          <p:spPr>
            <a:xfrm>
              <a:off x="2742367" y="2271263"/>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2CDBA3EF-4086-13F5-2756-831A5D935D51}"/>
                </a:ext>
              </a:extLst>
            </p:cNvPr>
            <p:cNvSpPr/>
            <p:nvPr/>
          </p:nvSpPr>
          <p:spPr>
            <a:xfrm>
              <a:off x="2931699" y="2272210"/>
              <a:ext cx="430730" cy="286627"/>
            </a:xfrm>
            <a:custGeom>
              <a:avLst/>
              <a:gdLst>
                <a:gd name="connsiteX0" fmla="*/ 0 w 430730"/>
                <a:gd name="connsiteY0" fmla="*/ 286628 h 286627"/>
                <a:gd name="connsiteX1" fmla="*/ 430731 w 430730"/>
                <a:gd name="connsiteY1" fmla="*/ 0 h 286627"/>
              </a:gdLst>
              <a:ahLst/>
              <a:cxnLst>
                <a:cxn ang="0">
                  <a:pos x="connsiteX0" y="connsiteY0"/>
                </a:cxn>
                <a:cxn ang="0">
                  <a:pos x="connsiteX1" y="connsiteY1"/>
                </a:cxn>
              </a:cxnLst>
              <a:rect l="l" t="t" r="r" b="b"/>
              <a:pathLst>
                <a:path w="430730" h="286627">
                  <a:moveTo>
                    <a:pt x="0" y="286628"/>
                  </a:moveTo>
                  <a:lnTo>
                    <a:pt x="430731" y="0"/>
                  </a:lnTo>
                </a:path>
              </a:pathLst>
            </a:custGeom>
            <a:noFill/>
            <a:ln w="10515" cap="flat">
              <a:solidFill>
                <a:srgbClr val="FF3333"/>
              </a:solid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64372472-15F7-53A0-4626-CBC631D26FF1}"/>
                </a:ext>
              </a:extLst>
            </p:cNvPr>
            <p:cNvSpPr/>
            <p:nvPr/>
          </p:nvSpPr>
          <p:spPr>
            <a:xfrm>
              <a:off x="2826515" y="2272315"/>
              <a:ext cx="430730" cy="286522"/>
            </a:xfrm>
            <a:custGeom>
              <a:avLst/>
              <a:gdLst>
                <a:gd name="connsiteX0" fmla="*/ 0 w 430730"/>
                <a:gd name="connsiteY0" fmla="*/ 286522 h 286522"/>
                <a:gd name="connsiteX1" fmla="*/ 430731 w 430730"/>
                <a:gd name="connsiteY1" fmla="*/ 0 h 286522"/>
              </a:gdLst>
              <a:ahLst/>
              <a:cxnLst>
                <a:cxn ang="0">
                  <a:pos x="connsiteX0" y="connsiteY0"/>
                </a:cxn>
                <a:cxn ang="0">
                  <a:pos x="connsiteX1" y="connsiteY1"/>
                </a:cxn>
              </a:cxnLst>
              <a:rect l="l" t="t" r="r" b="b"/>
              <a:pathLst>
                <a:path w="430730" h="286522">
                  <a:moveTo>
                    <a:pt x="0" y="286522"/>
                  </a:moveTo>
                  <a:lnTo>
                    <a:pt x="430731" y="0"/>
                  </a:lnTo>
                </a:path>
              </a:pathLst>
            </a:custGeom>
            <a:noFill/>
            <a:ln w="10515" cap="flat">
              <a:solidFill>
                <a:srgbClr val="FF3333"/>
              </a:solid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91391891-E50C-1380-CFA2-A354DBE615BA}"/>
                </a:ext>
              </a:extLst>
            </p:cNvPr>
            <p:cNvSpPr/>
            <p:nvPr/>
          </p:nvSpPr>
          <p:spPr>
            <a:xfrm>
              <a:off x="3142068" y="2270106"/>
              <a:ext cx="429888" cy="288731"/>
            </a:xfrm>
            <a:custGeom>
              <a:avLst/>
              <a:gdLst>
                <a:gd name="connsiteX0" fmla="*/ 0 w 429888"/>
                <a:gd name="connsiteY0" fmla="*/ 288731 h 288731"/>
                <a:gd name="connsiteX1" fmla="*/ 429889 w 429888"/>
                <a:gd name="connsiteY1" fmla="*/ 0 h 288731"/>
              </a:gdLst>
              <a:ahLst/>
              <a:cxnLst>
                <a:cxn ang="0">
                  <a:pos x="connsiteX0" y="connsiteY0"/>
                </a:cxn>
                <a:cxn ang="0">
                  <a:pos x="connsiteX1" y="connsiteY1"/>
                </a:cxn>
              </a:cxnLst>
              <a:rect l="l" t="t" r="r" b="b"/>
              <a:pathLst>
                <a:path w="429888" h="288731">
                  <a:moveTo>
                    <a:pt x="0" y="288731"/>
                  </a:moveTo>
                  <a:lnTo>
                    <a:pt x="429889" y="0"/>
                  </a:lnTo>
                </a:path>
              </a:pathLst>
            </a:custGeom>
            <a:noFill/>
            <a:ln w="10515" cap="flat">
              <a:solidFill>
                <a:srgbClr val="FF3333"/>
              </a:solid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0340A442-CCD5-D8C0-E724-FF3B98F8934C}"/>
                </a:ext>
              </a:extLst>
            </p:cNvPr>
            <p:cNvSpPr/>
            <p:nvPr/>
          </p:nvSpPr>
          <p:spPr>
            <a:xfrm>
              <a:off x="3015847" y="2270106"/>
              <a:ext cx="450925" cy="299249"/>
            </a:xfrm>
            <a:custGeom>
              <a:avLst/>
              <a:gdLst>
                <a:gd name="connsiteX0" fmla="*/ 0 w 450925"/>
                <a:gd name="connsiteY0" fmla="*/ 299250 h 299249"/>
                <a:gd name="connsiteX1" fmla="*/ 450926 w 450925"/>
                <a:gd name="connsiteY1" fmla="*/ 0 h 299249"/>
              </a:gdLst>
              <a:ahLst/>
              <a:cxnLst>
                <a:cxn ang="0">
                  <a:pos x="connsiteX0" y="connsiteY0"/>
                </a:cxn>
                <a:cxn ang="0">
                  <a:pos x="connsiteX1" y="connsiteY1"/>
                </a:cxn>
              </a:cxnLst>
              <a:rect l="l" t="t" r="r" b="b"/>
              <a:pathLst>
                <a:path w="450925" h="299249">
                  <a:moveTo>
                    <a:pt x="0" y="299250"/>
                  </a:moveTo>
                  <a:lnTo>
                    <a:pt x="450926" y="0"/>
                  </a:lnTo>
                </a:path>
              </a:pathLst>
            </a:custGeom>
            <a:noFill/>
            <a:ln w="10515" cap="flat">
              <a:solidFill>
                <a:srgbClr val="FF3333"/>
              </a:solid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458C437B-CC59-23AB-7B1F-F37A573B9BA1}"/>
                </a:ext>
              </a:extLst>
            </p:cNvPr>
            <p:cNvSpPr/>
            <p:nvPr/>
          </p:nvSpPr>
          <p:spPr>
            <a:xfrm>
              <a:off x="3336344" y="2271158"/>
              <a:ext cx="445456" cy="298197"/>
            </a:xfrm>
            <a:custGeom>
              <a:avLst/>
              <a:gdLst>
                <a:gd name="connsiteX0" fmla="*/ 0 w 445456"/>
                <a:gd name="connsiteY0" fmla="*/ 298198 h 298197"/>
                <a:gd name="connsiteX1" fmla="*/ 445456 w 445456"/>
                <a:gd name="connsiteY1" fmla="*/ 0 h 298197"/>
              </a:gdLst>
              <a:ahLst/>
              <a:cxnLst>
                <a:cxn ang="0">
                  <a:pos x="connsiteX0" y="connsiteY0"/>
                </a:cxn>
                <a:cxn ang="0">
                  <a:pos x="connsiteX1" y="connsiteY1"/>
                </a:cxn>
              </a:cxnLst>
              <a:rect l="l" t="t" r="r" b="b"/>
              <a:pathLst>
                <a:path w="445456" h="298197">
                  <a:moveTo>
                    <a:pt x="0" y="298198"/>
                  </a:moveTo>
                  <a:lnTo>
                    <a:pt x="445456" y="0"/>
                  </a:lnTo>
                </a:path>
              </a:pathLst>
            </a:custGeom>
            <a:noFill/>
            <a:ln w="10515" cap="flat">
              <a:solidFill>
                <a:srgbClr val="FF3333"/>
              </a:solid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8FD79B9A-1A0F-EBD0-582D-C2A65FDD89BB}"/>
                </a:ext>
              </a:extLst>
            </p:cNvPr>
            <p:cNvSpPr/>
            <p:nvPr/>
          </p:nvSpPr>
          <p:spPr>
            <a:xfrm>
              <a:off x="3236734" y="2271263"/>
              <a:ext cx="439986" cy="298092"/>
            </a:xfrm>
            <a:custGeom>
              <a:avLst/>
              <a:gdLst>
                <a:gd name="connsiteX0" fmla="*/ 0 w 439986"/>
                <a:gd name="connsiteY0" fmla="*/ 298093 h 298092"/>
                <a:gd name="connsiteX1" fmla="*/ 439986 w 439986"/>
                <a:gd name="connsiteY1" fmla="*/ 0 h 298092"/>
              </a:gdLst>
              <a:ahLst/>
              <a:cxnLst>
                <a:cxn ang="0">
                  <a:pos x="connsiteX0" y="connsiteY0"/>
                </a:cxn>
                <a:cxn ang="0">
                  <a:pos x="connsiteX1" y="connsiteY1"/>
                </a:cxn>
              </a:cxnLst>
              <a:rect l="l" t="t" r="r" b="b"/>
              <a:pathLst>
                <a:path w="439986" h="298092">
                  <a:moveTo>
                    <a:pt x="0" y="298093"/>
                  </a:moveTo>
                  <a:lnTo>
                    <a:pt x="439986" y="0"/>
                  </a:lnTo>
                </a:path>
              </a:pathLst>
            </a:custGeom>
            <a:noFill/>
            <a:ln w="10515" cap="flat">
              <a:solidFill>
                <a:srgbClr val="FF3333"/>
              </a:solid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E899EF4C-9393-04EA-ED19-FADA4B0B6A19}"/>
                </a:ext>
              </a:extLst>
            </p:cNvPr>
            <p:cNvSpPr/>
            <p:nvPr/>
          </p:nvSpPr>
          <p:spPr>
            <a:xfrm>
              <a:off x="3562806" y="2271263"/>
              <a:ext cx="441669" cy="298092"/>
            </a:xfrm>
            <a:custGeom>
              <a:avLst/>
              <a:gdLst>
                <a:gd name="connsiteX0" fmla="*/ 0 w 441669"/>
                <a:gd name="connsiteY0" fmla="*/ 298093 h 298092"/>
                <a:gd name="connsiteX1" fmla="*/ 441669 w 441669"/>
                <a:gd name="connsiteY1" fmla="*/ 0 h 298092"/>
              </a:gdLst>
              <a:ahLst/>
              <a:cxnLst>
                <a:cxn ang="0">
                  <a:pos x="connsiteX0" y="connsiteY0"/>
                </a:cxn>
                <a:cxn ang="0">
                  <a:pos x="connsiteX1" y="connsiteY1"/>
                </a:cxn>
              </a:cxnLst>
              <a:rect l="l" t="t" r="r" b="b"/>
              <a:pathLst>
                <a:path w="441669" h="298092">
                  <a:moveTo>
                    <a:pt x="0" y="298093"/>
                  </a:moveTo>
                  <a:lnTo>
                    <a:pt x="441669" y="0"/>
                  </a:lnTo>
                </a:path>
              </a:pathLst>
            </a:custGeom>
            <a:noFill/>
            <a:ln w="10515" cap="flat">
              <a:solidFill>
                <a:srgbClr val="FF3333"/>
              </a:solid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0B65C68D-6209-703D-0330-689B6AE3D3EC}"/>
                </a:ext>
              </a:extLst>
            </p:cNvPr>
            <p:cNvSpPr/>
            <p:nvPr/>
          </p:nvSpPr>
          <p:spPr>
            <a:xfrm>
              <a:off x="3457622" y="2271263"/>
              <a:ext cx="441774" cy="298092"/>
            </a:xfrm>
            <a:custGeom>
              <a:avLst/>
              <a:gdLst>
                <a:gd name="connsiteX0" fmla="*/ 0 w 441774"/>
                <a:gd name="connsiteY0" fmla="*/ 298093 h 298092"/>
                <a:gd name="connsiteX1" fmla="*/ 441775 w 441774"/>
                <a:gd name="connsiteY1" fmla="*/ 0 h 298092"/>
              </a:gdLst>
              <a:ahLst/>
              <a:cxnLst>
                <a:cxn ang="0">
                  <a:pos x="connsiteX0" y="connsiteY0"/>
                </a:cxn>
                <a:cxn ang="0">
                  <a:pos x="connsiteX1" y="connsiteY1"/>
                </a:cxn>
              </a:cxnLst>
              <a:rect l="l" t="t" r="r" b="b"/>
              <a:pathLst>
                <a:path w="441774" h="298092">
                  <a:moveTo>
                    <a:pt x="0" y="298093"/>
                  </a:moveTo>
                  <a:lnTo>
                    <a:pt x="441775" y="0"/>
                  </a:lnTo>
                </a:path>
              </a:pathLst>
            </a:custGeom>
            <a:noFill/>
            <a:ln w="10515" cap="flat">
              <a:solidFill>
                <a:srgbClr val="FF3333"/>
              </a:solid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F7B768E4-147B-D7A7-C517-B24059165D6E}"/>
                </a:ext>
              </a:extLst>
            </p:cNvPr>
            <p:cNvSpPr/>
            <p:nvPr/>
          </p:nvSpPr>
          <p:spPr>
            <a:xfrm>
              <a:off x="3919487" y="2269159"/>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727AF799-8231-A9D3-0681-D30D3A3F6BB7}"/>
                </a:ext>
              </a:extLst>
            </p:cNvPr>
            <p:cNvSpPr/>
            <p:nvPr/>
          </p:nvSpPr>
          <p:spPr>
            <a:xfrm>
              <a:off x="3814408" y="2269159"/>
              <a:ext cx="294516" cy="196694"/>
            </a:xfrm>
            <a:custGeom>
              <a:avLst/>
              <a:gdLst>
                <a:gd name="connsiteX0" fmla="*/ 0 w 294516"/>
                <a:gd name="connsiteY0" fmla="*/ 196695 h 196694"/>
                <a:gd name="connsiteX1" fmla="*/ 294517 w 294516"/>
                <a:gd name="connsiteY1" fmla="*/ 0 h 196694"/>
              </a:gdLst>
              <a:ahLst/>
              <a:cxnLst>
                <a:cxn ang="0">
                  <a:pos x="connsiteX0" y="connsiteY0"/>
                </a:cxn>
                <a:cxn ang="0">
                  <a:pos x="connsiteX1" y="connsiteY1"/>
                </a:cxn>
              </a:cxnLst>
              <a:rect l="l" t="t" r="r" b="b"/>
              <a:pathLst>
                <a:path w="294516" h="196694">
                  <a:moveTo>
                    <a:pt x="0" y="196695"/>
                  </a:moveTo>
                  <a:lnTo>
                    <a:pt x="294517" y="0"/>
                  </a:lnTo>
                </a:path>
              </a:pathLst>
            </a:custGeom>
            <a:noFill/>
            <a:ln w="10515" cap="flat">
              <a:solidFill>
                <a:srgbClr val="FF3333"/>
              </a:solid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3FA1A25B-B545-CE57-2DE0-29CDD0A81D27}"/>
                </a:ext>
              </a:extLst>
            </p:cNvPr>
            <p:cNvSpPr/>
            <p:nvPr/>
          </p:nvSpPr>
          <p:spPr>
            <a:xfrm>
              <a:off x="4024250" y="2270211"/>
              <a:ext cx="294516" cy="196694"/>
            </a:xfrm>
            <a:custGeom>
              <a:avLst/>
              <a:gdLst>
                <a:gd name="connsiteX0" fmla="*/ 0 w 294516"/>
                <a:gd name="connsiteY0" fmla="*/ 196695 h 196694"/>
                <a:gd name="connsiteX1" fmla="*/ 294517 w 294516"/>
                <a:gd name="connsiteY1" fmla="*/ 0 h 196694"/>
              </a:gdLst>
              <a:ahLst/>
              <a:cxnLst>
                <a:cxn ang="0">
                  <a:pos x="connsiteX0" y="connsiteY0"/>
                </a:cxn>
                <a:cxn ang="0">
                  <a:pos x="connsiteX1" y="connsiteY1"/>
                </a:cxn>
              </a:cxnLst>
              <a:rect l="l" t="t" r="r" b="b"/>
              <a:pathLst>
                <a:path w="294516" h="196694">
                  <a:moveTo>
                    <a:pt x="0" y="196695"/>
                  </a:moveTo>
                  <a:lnTo>
                    <a:pt x="294517" y="0"/>
                  </a:lnTo>
                </a:path>
              </a:pathLst>
            </a:custGeom>
            <a:noFill/>
            <a:ln w="10515" cap="flat">
              <a:solidFill>
                <a:srgbClr val="FF3333"/>
              </a:solid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AF7D2E0D-9FFD-C5D6-9C04-65E50733D130}"/>
                </a:ext>
              </a:extLst>
            </p:cNvPr>
            <p:cNvSpPr/>
            <p:nvPr/>
          </p:nvSpPr>
          <p:spPr>
            <a:xfrm>
              <a:off x="4225468" y="2262638"/>
              <a:ext cx="294516" cy="196694"/>
            </a:xfrm>
            <a:custGeom>
              <a:avLst/>
              <a:gdLst>
                <a:gd name="connsiteX0" fmla="*/ 0 w 294516"/>
                <a:gd name="connsiteY0" fmla="*/ 196695 h 196694"/>
                <a:gd name="connsiteX1" fmla="*/ 294517 w 294516"/>
                <a:gd name="connsiteY1" fmla="*/ 0 h 196694"/>
              </a:gdLst>
              <a:ahLst/>
              <a:cxnLst>
                <a:cxn ang="0">
                  <a:pos x="connsiteX0" y="connsiteY0"/>
                </a:cxn>
                <a:cxn ang="0">
                  <a:pos x="connsiteX1" y="connsiteY1"/>
                </a:cxn>
              </a:cxnLst>
              <a:rect l="l" t="t" r="r" b="b"/>
              <a:pathLst>
                <a:path w="294516" h="196694">
                  <a:moveTo>
                    <a:pt x="0" y="196695"/>
                  </a:moveTo>
                  <a:lnTo>
                    <a:pt x="294517" y="0"/>
                  </a:lnTo>
                </a:path>
              </a:pathLst>
            </a:custGeom>
            <a:noFill/>
            <a:ln w="10515" cap="flat">
              <a:solidFill>
                <a:srgbClr val="FF3333"/>
              </a:solid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9C5E9DA5-5846-7610-5E38-177334417E4C}"/>
                </a:ext>
              </a:extLst>
            </p:cNvPr>
            <p:cNvSpPr/>
            <p:nvPr/>
          </p:nvSpPr>
          <p:spPr>
            <a:xfrm>
              <a:off x="4120284" y="2262743"/>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EE0CBE47-B043-7EBB-8D5B-F6B4200911A9}"/>
                </a:ext>
              </a:extLst>
            </p:cNvPr>
            <p:cNvSpPr/>
            <p:nvPr/>
          </p:nvSpPr>
          <p:spPr>
            <a:xfrm>
              <a:off x="4319293" y="2269159"/>
              <a:ext cx="294516" cy="196589"/>
            </a:xfrm>
            <a:custGeom>
              <a:avLst/>
              <a:gdLst>
                <a:gd name="connsiteX0" fmla="*/ 0 w 294516"/>
                <a:gd name="connsiteY0" fmla="*/ 196590 h 196589"/>
                <a:gd name="connsiteX1" fmla="*/ 294517 w 294516"/>
                <a:gd name="connsiteY1" fmla="*/ 0 h 196589"/>
              </a:gdLst>
              <a:ahLst/>
              <a:cxnLst>
                <a:cxn ang="0">
                  <a:pos x="connsiteX0" y="connsiteY0"/>
                </a:cxn>
                <a:cxn ang="0">
                  <a:pos x="connsiteX1" y="connsiteY1"/>
                </a:cxn>
              </a:cxnLst>
              <a:rect l="l" t="t" r="r" b="b"/>
              <a:pathLst>
                <a:path w="294516" h="196589">
                  <a:moveTo>
                    <a:pt x="0" y="196590"/>
                  </a:moveTo>
                  <a:lnTo>
                    <a:pt x="294517" y="0"/>
                  </a:lnTo>
                </a:path>
              </a:pathLst>
            </a:custGeom>
            <a:noFill/>
            <a:ln w="10515" cap="flat">
              <a:solidFill>
                <a:srgbClr val="FF3333"/>
              </a:solid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545E48C1-2DAC-ABF7-8459-2B71A510A08C}"/>
                </a:ext>
              </a:extLst>
            </p:cNvPr>
            <p:cNvSpPr/>
            <p:nvPr/>
          </p:nvSpPr>
          <p:spPr>
            <a:xfrm>
              <a:off x="3457622" y="2495727"/>
              <a:ext cx="757328" cy="31555"/>
            </a:xfrm>
            <a:custGeom>
              <a:avLst/>
              <a:gdLst>
                <a:gd name="connsiteX0" fmla="*/ 0 w 757328"/>
                <a:gd name="connsiteY0" fmla="*/ 0 h 31555"/>
                <a:gd name="connsiteX1" fmla="*/ 757328 w 757328"/>
                <a:gd name="connsiteY1" fmla="*/ 31555 h 31555"/>
              </a:gdLst>
              <a:ahLst/>
              <a:cxnLst>
                <a:cxn ang="0">
                  <a:pos x="connsiteX0" y="connsiteY0"/>
                </a:cxn>
                <a:cxn ang="0">
                  <a:pos x="connsiteX1" y="connsiteY1"/>
                </a:cxn>
              </a:cxnLst>
              <a:rect l="l" t="t" r="r" b="b"/>
              <a:pathLst>
                <a:path w="757328" h="31555">
                  <a:moveTo>
                    <a:pt x="0" y="0"/>
                  </a:moveTo>
                  <a:lnTo>
                    <a:pt x="757328" y="31555"/>
                  </a:lnTo>
                </a:path>
              </a:pathLst>
            </a:custGeom>
            <a:noFill/>
            <a:ln w="10515" cap="flat">
              <a:solidFill>
                <a:srgbClr val="FF0000"/>
              </a:solid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95A160C0-32A8-EDFC-B393-EAEB438A791E}"/>
                </a:ext>
              </a:extLst>
            </p:cNvPr>
            <p:cNvSpPr/>
            <p:nvPr/>
          </p:nvSpPr>
          <p:spPr>
            <a:xfrm>
              <a:off x="2731849" y="2495727"/>
              <a:ext cx="705682" cy="10518"/>
            </a:xfrm>
            <a:custGeom>
              <a:avLst/>
              <a:gdLst>
                <a:gd name="connsiteX0" fmla="*/ 0 w 705682"/>
                <a:gd name="connsiteY0" fmla="*/ 0 h 10518"/>
                <a:gd name="connsiteX1" fmla="*/ 705683 w 705682"/>
                <a:gd name="connsiteY1" fmla="*/ 0 h 10518"/>
              </a:gdLst>
              <a:ahLst/>
              <a:cxnLst>
                <a:cxn ang="0">
                  <a:pos x="connsiteX0" y="connsiteY0"/>
                </a:cxn>
                <a:cxn ang="0">
                  <a:pos x="connsiteX1" y="connsiteY1"/>
                </a:cxn>
              </a:cxnLst>
              <a:rect l="l" t="t" r="r" b="b"/>
              <a:pathLst>
                <a:path w="705682" h="10518">
                  <a:moveTo>
                    <a:pt x="0" y="0"/>
                  </a:moveTo>
                  <a:lnTo>
                    <a:pt x="705683" y="0"/>
                  </a:lnTo>
                </a:path>
              </a:pathLst>
            </a:custGeom>
            <a:noFill/>
            <a:ln w="10515" cap="flat">
              <a:solidFill>
                <a:srgbClr val="FF0000"/>
              </a:solid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1DBC6BCA-C359-C01D-2C35-D02FD0C1E34C}"/>
                </a:ext>
              </a:extLst>
            </p:cNvPr>
            <p:cNvSpPr/>
            <p:nvPr/>
          </p:nvSpPr>
          <p:spPr>
            <a:xfrm>
              <a:off x="3405029" y="2527282"/>
              <a:ext cx="757328" cy="31555"/>
            </a:xfrm>
            <a:custGeom>
              <a:avLst/>
              <a:gdLst>
                <a:gd name="connsiteX0" fmla="*/ 0 w 757328"/>
                <a:gd name="connsiteY0" fmla="*/ 0 h 31555"/>
                <a:gd name="connsiteX1" fmla="*/ 757328 w 757328"/>
                <a:gd name="connsiteY1" fmla="*/ 31555 h 31555"/>
              </a:gdLst>
              <a:ahLst/>
              <a:cxnLst>
                <a:cxn ang="0">
                  <a:pos x="connsiteX0" y="connsiteY0"/>
                </a:cxn>
                <a:cxn ang="0">
                  <a:pos x="connsiteX1" y="connsiteY1"/>
                </a:cxn>
              </a:cxnLst>
              <a:rect l="l" t="t" r="r" b="b"/>
              <a:pathLst>
                <a:path w="757328" h="31555">
                  <a:moveTo>
                    <a:pt x="0" y="0"/>
                  </a:moveTo>
                  <a:lnTo>
                    <a:pt x="757328" y="31555"/>
                  </a:lnTo>
                </a:path>
              </a:pathLst>
            </a:custGeom>
            <a:noFill/>
            <a:ln w="10515" cap="flat">
              <a:solidFill>
                <a:srgbClr val="FF0000"/>
              </a:solid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7E028432-C224-64AC-6406-15DF8BD07BE4}"/>
                </a:ext>
              </a:extLst>
            </p:cNvPr>
            <p:cNvSpPr/>
            <p:nvPr/>
          </p:nvSpPr>
          <p:spPr>
            <a:xfrm>
              <a:off x="2784441" y="2527282"/>
              <a:ext cx="621640" cy="10518"/>
            </a:xfrm>
            <a:custGeom>
              <a:avLst/>
              <a:gdLst>
                <a:gd name="connsiteX0" fmla="*/ 0 w 621640"/>
                <a:gd name="connsiteY0" fmla="*/ 0 h 10518"/>
                <a:gd name="connsiteX1" fmla="*/ 621640 w 621640"/>
                <a:gd name="connsiteY1" fmla="*/ 0 h 10518"/>
              </a:gdLst>
              <a:ahLst/>
              <a:cxnLst>
                <a:cxn ang="0">
                  <a:pos x="connsiteX0" y="connsiteY0"/>
                </a:cxn>
                <a:cxn ang="0">
                  <a:pos x="connsiteX1" y="connsiteY1"/>
                </a:cxn>
              </a:cxnLst>
              <a:rect l="l" t="t" r="r" b="b"/>
              <a:pathLst>
                <a:path w="621640" h="10518">
                  <a:moveTo>
                    <a:pt x="0" y="0"/>
                  </a:moveTo>
                  <a:lnTo>
                    <a:pt x="621640" y="0"/>
                  </a:lnTo>
                </a:path>
              </a:pathLst>
            </a:custGeom>
            <a:noFill/>
            <a:ln w="10515" cap="flat">
              <a:solidFill>
                <a:srgbClr val="FF0000"/>
              </a:solid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7A98349B-8016-1D4C-BDFE-01CB9580CD7A}"/>
                </a:ext>
              </a:extLst>
            </p:cNvPr>
            <p:cNvSpPr/>
            <p:nvPr/>
          </p:nvSpPr>
          <p:spPr>
            <a:xfrm>
              <a:off x="3646954" y="2474690"/>
              <a:ext cx="157776" cy="105184"/>
            </a:xfrm>
            <a:custGeom>
              <a:avLst/>
              <a:gdLst>
                <a:gd name="connsiteX0" fmla="*/ 0 w 157776"/>
                <a:gd name="connsiteY0" fmla="*/ 105184 h 105184"/>
                <a:gd name="connsiteX1" fmla="*/ 157777 w 157776"/>
                <a:gd name="connsiteY1" fmla="*/ 0 h 105184"/>
              </a:gdLst>
              <a:ahLst/>
              <a:cxnLst>
                <a:cxn ang="0">
                  <a:pos x="connsiteX0" y="connsiteY0"/>
                </a:cxn>
                <a:cxn ang="0">
                  <a:pos x="connsiteX1" y="connsiteY1"/>
                </a:cxn>
              </a:cxnLst>
              <a:rect l="l" t="t" r="r" b="b"/>
              <a:pathLst>
                <a:path w="157776" h="105184">
                  <a:moveTo>
                    <a:pt x="0" y="105184"/>
                  </a:moveTo>
                  <a:lnTo>
                    <a:pt x="157777" y="0"/>
                  </a:lnTo>
                </a:path>
              </a:pathLst>
            </a:custGeom>
            <a:noFill/>
            <a:ln w="10515" cap="flat">
              <a:solidFill>
                <a:srgbClr val="FF3333"/>
              </a:solid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948580B4-3E93-7337-2C8A-D21EC860E10B}"/>
                </a:ext>
              </a:extLst>
            </p:cNvPr>
            <p:cNvSpPr/>
            <p:nvPr/>
          </p:nvSpPr>
          <p:spPr>
            <a:xfrm>
              <a:off x="3741620" y="2474690"/>
              <a:ext cx="157776" cy="105079"/>
            </a:xfrm>
            <a:custGeom>
              <a:avLst/>
              <a:gdLst>
                <a:gd name="connsiteX0" fmla="*/ 0 w 157776"/>
                <a:gd name="connsiteY0" fmla="*/ 105079 h 105079"/>
                <a:gd name="connsiteX1" fmla="*/ 157777 w 157776"/>
                <a:gd name="connsiteY1" fmla="*/ 0 h 105079"/>
              </a:gdLst>
              <a:ahLst/>
              <a:cxnLst>
                <a:cxn ang="0">
                  <a:pos x="connsiteX0" y="connsiteY0"/>
                </a:cxn>
                <a:cxn ang="0">
                  <a:pos x="connsiteX1" y="connsiteY1"/>
                </a:cxn>
              </a:cxnLst>
              <a:rect l="l" t="t" r="r" b="b"/>
              <a:pathLst>
                <a:path w="157776" h="105079">
                  <a:moveTo>
                    <a:pt x="0" y="105079"/>
                  </a:moveTo>
                  <a:lnTo>
                    <a:pt x="157777" y="0"/>
                  </a:lnTo>
                </a:path>
              </a:pathLst>
            </a:custGeom>
            <a:noFill/>
            <a:ln w="10515" cap="flat">
              <a:solidFill>
                <a:srgbClr val="FF3333"/>
              </a:solid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E2028AC6-5490-9543-1854-59F08E655BA3}"/>
                </a:ext>
              </a:extLst>
            </p:cNvPr>
            <p:cNvSpPr/>
            <p:nvPr/>
          </p:nvSpPr>
          <p:spPr>
            <a:xfrm>
              <a:off x="3846804" y="2485208"/>
              <a:ext cx="147258" cy="94666"/>
            </a:xfrm>
            <a:custGeom>
              <a:avLst/>
              <a:gdLst>
                <a:gd name="connsiteX0" fmla="*/ 0 w 147258"/>
                <a:gd name="connsiteY0" fmla="*/ 94666 h 94666"/>
                <a:gd name="connsiteX1" fmla="*/ 147258 w 147258"/>
                <a:gd name="connsiteY1" fmla="*/ 0 h 94666"/>
              </a:gdLst>
              <a:ahLst/>
              <a:cxnLst>
                <a:cxn ang="0">
                  <a:pos x="connsiteX0" y="connsiteY0"/>
                </a:cxn>
                <a:cxn ang="0">
                  <a:pos x="connsiteX1" y="connsiteY1"/>
                </a:cxn>
              </a:cxnLst>
              <a:rect l="l" t="t" r="r" b="b"/>
              <a:pathLst>
                <a:path w="147258" h="94666">
                  <a:moveTo>
                    <a:pt x="0" y="94666"/>
                  </a:moveTo>
                  <a:lnTo>
                    <a:pt x="147258" y="0"/>
                  </a:lnTo>
                </a:path>
              </a:pathLst>
            </a:custGeom>
            <a:noFill/>
            <a:ln w="10515" cap="flat">
              <a:solidFill>
                <a:srgbClr val="FF3333"/>
              </a:solid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6C4CEAC9-670F-CD31-8A62-FFF432F76520}"/>
                </a:ext>
              </a:extLst>
            </p:cNvPr>
            <p:cNvSpPr/>
            <p:nvPr/>
          </p:nvSpPr>
          <p:spPr>
            <a:xfrm>
              <a:off x="3941470" y="2485208"/>
              <a:ext cx="147258" cy="94560"/>
            </a:xfrm>
            <a:custGeom>
              <a:avLst/>
              <a:gdLst>
                <a:gd name="connsiteX0" fmla="*/ 0 w 147258"/>
                <a:gd name="connsiteY0" fmla="*/ 94561 h 94560"/>
                <a:gd name="connsiteX1" fmla="*/ 147258 w 147258"/>
                <a:gd name="connsiteY1" fmla="*/ 0 h 94560"/>
              </a:gdLst>
              <a:ahLst/>
              <a:cxnLst>
                <a:cxn ang="0">
                  <a:pos x="connsiteX0" y="connsiteY0"/>
                </a:cxn>
                <a:cxn ang="0">
                  <a:pos x="connsiteX1" y="connsiteY1"/>
                </a:cxn>
              </a:cxnLst>
              <a:rect l="l" t="t" r="r" b="b"/>
              <a:pathLst>
                <a:path w="147258" h="94560">
                  <a:moveTo>
                    <a:pt x="0" y="94561"/>
                  </a:moveTo>
                  <a:lnTo>
                    <a:pt x="147258" y="0"/>
                  </a:lnTo>
                </a:path>
              </a:pathLst>
            </a:custGeom>
            <a:noFill/>
            <a:ln w="10515" cap="flat">
              <a:solidFill>
                <a:srgbClr val="FF3333"/>
              </a:solid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3A67A687-6E74-8951-ABA0-0D2EC71B9249}"/>
                </a:ext>
              </a:extLst>
            </p:cNvPr>
            <p:cNvSpPr/>
            <p:nvPr/>
          </p:nvSpPr>
          <p:spPr>
            <a:xfrm>
              <a:off x="4034874" y="2485208"/>
              <a:ext cx="147258" cy="94666"/>
            </a:xfrm>
            <a:custGeom>
              <a:avLst/>
              <a:gdLst>
                <a:gd name="connsiteX0" fmla="*/ 0 w 147258"/>
                <a:gd name="connsiteY0" fmla="*/ 94666 h 94666"/>
                <a:gd name="connsiteX1" fmla="*/ 147258 w 147258"/>
                <a:gd name="connsiteY1" fmla="*/ 0 h 94666"/>
              </a:gdLst>
              <a:ahLst/>
              <a:cxnLst>
                <a:cxn ang="0">
                  <a:pos x="connsiteX0" y="connsiteY0"/>
                </a:cxn>
                <a:cxn ang="0">
                  <a:pos x="connsiteX1" y="connsiteY1"/>
                </a:cxn>
              </a:cxnLst>
              <a:rect l="l" t="t" r="r" b="b"/>
              <a:pathLst>
                <a:path w="147258" h="94666">
                  <a:moveTo>
                    <a:pt x="0" y="94666"/>
                  </a:moveTo>
                  <a:lnTo>
                    <a:pt x="147258" y="0"/>
                  </a:lnTo>
                </a:path>
              </a:pathLst>
            </a:custGeom>
            <a:noFill/>
            <a:ln w="10515" cap="flat">
              <a:solidFill>
                <a:srgbClr val="FF3333"/>
              </a:solid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12AC90D7-B8BD-0F15-0441-E83660F293CD}"/>
                </a:ext>
              </a:extLst>
            </p:cNvPr>
            <p:cNvSpPr/>
            <p:nvPr/>
          </p:nvSpPr>
          <p:spPr>
            <a:xfrm>
              <a:off x="4130802" y="2495727"/>
              <a:ext cx="136739" cy="94666"/>
            </a:xfrm>
            <a:custGeom>
              <a:avLst/>
              <a:gdLst>
                <a:gd name="connsiteX0" fmla="*/ 0 w 136739"/>
                <a:gd name="connsiteY0" fmla="*/ 94666 h 94666"/>
                <a:gd name="connsiteX1" fmla="*/ 136740 w 136739"/>
                <a:gd name="connsiteY1" fmla="*/ 0 h 94666"/>
              </a:gdLst>
              <a:ahLst/>
              <a:cxnLst>
                <a:cxn ang="0">
                  <a:pos x="connsiteX0" y="connsiteY0"/>
                </a:cxn>
                <a:cxn ang="0">
                  <a:pos x="connsiteX1" y="connsiteY1"/>
                </a:cxn>
              </a:cxnLst>
              <a:rect l="l" t="t" r="r" b="b"/>
              <a:pathLst>
                <a:path w="136739" h="94666">
                  <a:moveTo>
                    <a:pt x="0" y="94666"/>
                  </a:moveTo>
                  <a:lnTo>
                    <a:pt x="136740" y="0"/>
                  </a:lnTo>
                </a:path>
              </a:pathLst>
            </a:custGeom>
            <a:noFill/>
            <a:ln w="10515" cap="flat">
              <a:solidFill>
                <a:srgbClr val="FF3333"/>
              </a:solid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7F98C22B-C86A-827A-81F3-1DB37AF3E21A}"/>
                </a:ext>
              </a:extLst>
            </p:cNvPr>
            <p:cNvSpPr/>
            <p:nvPr/>
          </p:nvSpPr>
          <p:spPr>
            <a:xfrm>
              <a:off x="2074025" y="3348562"/>
              <a:ext cx="367198" cy="331331"/>
            </a:xfrm>
            <a:custGeom>
              <a:avLst/>
              <a:gdLst>
                <a:gd name="connsiteX0" fmla="*/ 0 w 367198"/>
                <a:gd name="connsiteY0" fmla="*/ 0 h 331331"/>
                <a:gd name="connsiteX1" fmla="*/ 367199 w 367198"/>
                <a:gd name="connsiteY1" fmla="*/ 0 h 331331"/>
                <a:gd name="connsiteX2" fmla="*/ 367199 w 367198"/>
                <a:gd name="connsiteY2" fmla="*/ 331331 h 331331"/>
                <a:gd name="connsiteX3" fmla="*/ 0 w 367198"/>
                <a:gd name="connsiteY3" fmla="*/ 331331 h 331331"/>
              </a:gdLst>
              <a:ahLst/>
              <a:cxnLst>
                <a:cxn ang="0">
                  <a:pos x="connsiteX0" y="connsiteY0"/>
                </a:cxn>
                <a:cxn ang="0">
                  <a:pos x="connsiteX1" y="connsiteY1"/>
                </a:cxn>
                <a:cxn ang="0">
                  <a:pos x="connsiteX2" y="connsiteY2"/>
                </a:cxn>
                <a:cxn ang="0">
                  <a:pos x="connsiteX3" y="connsiteY3"/>
                </a:cxn>
              </a:cxnLst>
              <a:rect l="l" t="t" r="r" b="b"/>
              <a:pathLst>
                <a:path w="367198" h="331331">
                  <a:moveTo>
                    <a:pt x="0" y="0"/>
                  </a:moveTo>
                  <a:lnTo>
                    <a:pt x="367199" y="0"/>
                  </a:lnTo>
                  <a:lnTo>
                    <a:pt x="367199" y="331331"/>
                  </a:lnTo>
                  <a:lnTo>
                    <a:pt x="0" y="331331"/>
                  </a:lnTo>
                  <a:close/>
                </a:path>
              </a:pathLst>
            </a:custGeom>
            <a:noFill/>
            <a:ln w="10515" cap="flat">
              <a:noFill/>
              <a:prstDash val="solid"/>
              <a:miter/>
            </a:ln>
          </p:spPr>
          <p:txBody>
            <a:bodyPr rtlCol="0" anchor="ctr"/>
            <a:lstStyle/>
            <a:p>
              <a:endParaRPr lang="en-US"/>
            </a:p>
          </p:txBody>
        </p:sp>
        <p:sp>
          <p:nvSpPr>
            <p:cNvPr id="228" name="TextBox 227">
              <a:extLst>
                <a:ext uri="{FF2B5EF4-FFF2-40B4-BE49-F238E27FC236}">
                  <a16:creationId xmlns:a16="http://schemas.microsoft.com/office/drawing/2014/main" id="{16BF8E31-25A6-F50B-6AFF-629E6657B954}"/>
                </a:ext>
              </a:extLst>
            </p:cNvPr>
            <p:cNvSpPr txBox="1"/>
            <p:nvPr/>
          </p:nvSpPr>
          <p:spPr>
            <a:xfrm>
              <a:off x="1998363" y="3371212"/>
              <a:ext cx="508951" cy="207142"/>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229" name="Freeform: Shape 228">
              <a:extLst>
                <a:ext uri="{FF2B5EF4-FFF2-40B4-BE49-F238E27FC236}">
                  <a16:creationId xmlns:a16="http://schemas.microsoft.com/office/drawing/2014/main" id="{72FF2D6F-6505-2CFD-73BD-5BB799611B36}"/>
                </a:ext>
              </a:extLst>
            </p:cNvPr>
            <p:cNvSpPr/>
            <p:nvPr/>
          </p:nvSpPr>
          <p:spPr>
            <a:xfrm>
              <a:off x="3583843" y="3130935"/>
              <a:ext cx="970642" cy="331331"/>
            </a:xfrm>
            <a:custGeom>
              <a:avLst/>
              <a:gdLst>
                <a:gd name="connsiteX0" fmla="*/ 0 w 970642"/>
                <a:gd name="connsiteY0" fmla="*/ 0 h 331331"/>
                <a:gd name="connsiteX1" fmla="*/ 970642 w 970642"/>
                <a:gd name="connsiteY1" fmla="*/ 0 h 331331"/>
                <a:gd name="connsiteX2" fmla="*/ 970642 w 970642"/>
                <a:gd name="connsiteY2" fmla="*/ 331331 h 331331"/>
                <a:gd name="connsiteX3" fmla="*/ 0 w 970642"/>
                <a:gd name="connsiteY3" fmla="*/ 331331 h 331331"/>
              </a:gdLst>
              <a:ahLst/>
              <a:cxnLst>
                <a:cxn ang="0">
                  <a:pos x="connsiteX0" y="connsiteY0"/>
                </a:cxn>
                <a:cxn ang="0">
                  <a:pos x="connsiteX1" y="connsiteY1"/>
                </a:cxn>
                <a:cxn ang="0">
                  <a:pos x="connsiteX2" y="connsiteY2"/>
                </a:cxn>
                <a:cxn ang="0">
                  <a:pos x="connsiteX3" y="connsiteY3"/>
                </a:cxn>
              </a:cxnLst>
              <a:rect l="l" t="t" r="r" b="b"/>
              <a:pathLst>
                <a:path w="970642" h="331331">
                  <a:moveTo>
                    <a:pt x="0" y="0"/>
                  </a:moveTo>
                  <a:lnTo>
                    <a:pt x="970642" y="0"/>
                  </a:lnTo>
                  <a:lnTo>
                    <a:pt x="970642" y="331331"/>
                  </a:lnTo>
                  <a:lnTo>
                    <a:pt x="0" y="331331"/>
                  </a:lnTo>
                  <a:close/>
                </a:path>
              </a:pathLst>
            </a:custGeom>
            <a:noFill/>
            <a:ln w="10515" cap="flat">
              <a:noFill/>
              <a:prstDash val="solid"/>
              <a:miter/>
            </a:ln>
          </p:spPr>
          <p:txBody>
            <a:bodyPr rtlCol="0" anchor="ctr"/>
            <a:lstStyle/>
            <a:p>
              <a:endParaRPr lang="en-US"/>
            </a:p>
          </p:txBody>
        </p:sp>
        <p:sp>
          <p:nvSpPr>
            <p:cNvPr id="230" name="TextBox 229">
              <a:extLst>
                <a:ext uri="{FF2B5EF4-FFF2-40B4-BE49-F238E27FC236}">
                  <a16:creationId xmlns:a16="http://schemas.microsoft.com/office/drawing/2014/main" id="{A0549A4D-F4F5-DB5D-45CC-9E7508347C28}"/>
                </a:ext>
              </a:extLst>
            </p:cNvPr>
            <p:cNvSpPr txBox="1"/>
            <p:nvPr/>
          </p:nvSpPr>
          <p:spPr>
            <a:xfrm>
              <a:off x="3508181" y="3153585"/>
              <a:ext cx="698283" cy="196624"/>
            </a:xfrm>
            <a:prstGeom prst="rect">
              <a:avLst/>
            </a:prstGeom>
            <a:noFill/>
          </p:spPr>
          <p:txBody>
            <a:bodyPr wrap="none" rtlCol="0">
              <a:spAutoFit/>
            </a:bodyPr>
            <a:lstStyle/>
            <a:p>
              <a:pPr algn="l"/>
              <a:r>
                <a:rPr lang="en-US" sz="675" spc="0" baseline="0">
                  <a:ln/>
                  <a:solidFill>
                    <a:srgbClr val="000000"/>
                  </a:solidFill>
                  <a:latin typeface="Helvetica"/>
                  <a:cs typeface="Helvetica"/>
                  <a:sym typeface="Helvetica"/>
                  <a:rtl val="0"/>
                </a:rPr>
                <a:t>Speed Limit</a:t>
              </a:r>
            </a:p>
          </p:txBody>
        </p:sp>
        <p:sp>
          <p:nvSpPr>
            <p:cNvPr id="231" name="Freeform: Shape 230">
              <a:extLst>
                <a:ext uri="{FF2B5EF4-FFF2-40B4-BE49-F238E27FC236}">
                  <a16:creationId xmlns:a16="http://schemas.microsoft.com/office/drawing/2014/main" id="{5265C432-DE50-ECAE-958A-CA8E819F14E3}"/>
                </a:ext>
              </a:extLst>
            </p:cNvPr>
            <p:cNvSpPr/>
            <p:nvPr/>
          </p:nvSpPr>
          <p:spPr>
            <a:xfrm>
              <a:off x="2768663" y="3510862"/>
              <a:ext cx="1371920" cy="64057"/>
            </a:xfrm>
            <a:custGeom>
              <a:avLst/>
              <a:gdLst>
                <a:gd name="connsiteX0" fmla="*/ 0 w 1371920"/>
                <a:gd name="connsiteY0" fmla="*/ 0 h 64057"/>
                <a:gd name="connsiteX1" fmla="*/ 669184 w 1371920"/>
                <a:gd name="connsiteY1" fmla="*/ 5154 h 64057"/>
                <a:gd name="connsiteX2" fmla="*/ 879132 w 1371920"/>
                <a:gd name="connsiteY2" fmla="*/ 16093 h 64057"/>
                <a:gd name="connsiteX3" fmla="*/ 1371921 w 1371920"/>
                <a:gd name="connsiteY3" fmla="*/ 64057 h 64057"/>
              </a:gdLst>
              <a:ahLst/>
              <a:cxnLst>
                <a:cxn ang="0">
                  <a:pos x="connsiteX0" y="connsiteY0"/>
                </a:cxn>
                <a:cxn ang="0">
                  <a:pos x="connsiteX1" y="connsiteY1"/>
                </a:cxn>
                <a:cxn ang="0">
                  <a:pos x="connsiteX2" y="connsiteY2"/>
                </a:cxn>
                <a:cxn ang="0">
                  <a:pos x="connsiteX3" y="connsiteY3"/>
                </a:cxn>
              </a:cxnLst>
              <a:rect l="l" t="t" r="r" b="b"/>
              <a:pathLst>
                <a:path w="1371920" h="64057">
                  <a:moveTo>
                    <a:pt x="0" y="0"/>
                  </a:moveTo>
                  <a:lnTo>
                    <a:pt x="669184" y="5154"/>
                  </a:lnTo>
                  <a:cubicBezTo>
                    <a:pt x="739310" y="5648"/>
                    <a:pt x="809289" y="9288"/>
                    <a:pt x="879132" y="16093"/>
                  </a:cubicBezTo>
                  <a:lnTo>
                    <a:pt x="1371921" y="64057"/>
                  </a:lnTo>
                </a:path>
              </a:pathLst>
            </a:custGeom>
            <a:noFill/>
            <a:ln w="10515" cap="flat">
              <a:solidFill>
                <a:srgbClr val="1A1A1A"/>
              </a:solidFill>
              <a:custDash>
                <a:ds d="75000" sp="150000"/>
              </a:custDash>
              <a:miter/>
            </a:ln>
          </p:spPr>
          <p:txBody>
            <a:bodyPr rtlCol="0" anchor="ctr"/>
            <a:lstStyle/>
            <a:p>
              <a:endParaRPr lang="en-US"/>
            </a:p>
          </p:txBody>
        </p:sp>
        <p:sp>
          <p:nvSpPr>
            <p:cNvPr id="232" name="Freeform: Shape 231">
              <a:extLst>
                <a:ext uri="{FF2B5EF4-FFF2-40B4-BE49-F238E27FC236}">
                  <a16:creationId xmlns:a16="http://schemas.microsoft.com/office/drawing/2014/main" id="{E5A6ED43-283C-8BCA-7316-8E33C4020B07}"/>
                </a:ext>
              </a:extLst>
            </p:cNvPr>
            <p:cNvSpPr/>
            <p:nvPr/>
          </p:nvSpPr>
          <p:spPr>
            <a:xfrm>
              <a:off x="4139217" y="3560929"/>
              <a:ext cx="43230" cy="27873"/>
            </a:xfrm>
            <a:custGeom>
              <a:avLst/>
              <a:gdLst>
                <a:gd name="connsiteX0" fmla="*/ 43231 w 43230"/>
                <a:gd name="connsiteY0" fmla="*/ 17986 h 27873"/>
                <a:gd name="connsiteX1" fmla="*/ 0 w 43230"/>
                <a:gd name="connsiteY1" fmla="*/ 27874 h 27873"/>
                <a:gd name="connsiteX2" fmla="*/ 2630 w 43230"/>
                <a:gd name="connsiteY2" fmla="*/ 0 h 27873"/>
              </a:gdLst>
              <a:ahLst/>
              <a:cxnLst>
                <a:cxn ang="0">
                  <a:pos x="connsiteX0" y="connsiteY0"/>
                </a:cxn>
                <a:cxn ang="0">
                  <a:pos x="connsiteX1" y="connsiteY1"/>
                </a:cxn>
                <a:cxn ang="0">
                  <a:pos x="connsiteX2" y="connsiteY2"/>
                </a:cxn>
              </a:cxnLst>
              <a:rect l="l" t="t" r="r" b="b"/>
              <a:pathLst>
                <a:path w="43230" h="27873">
                  <a:moveTo>
                    <a:pt x="43231" y="17986"/>
                  </a:moveTo>
                  <a:lnTo>
                    <a:pt x="0" y="27874"/>
                  </a:lnTo>
                  <a:lnTo>
                    <a:pt x="2630" y="0"/>
                  </a:lnTo>
                  <a:close/>
                </a:path>
              </a:pathLst>
            </a:custGeom>
            <a:solidFill>
              <a:srgbClr val="1A1A1A"/>
            </a:solidFill>
            <a:ln w="10515" cap="flat">
              <a:solidFill>
                <a:srgbClr val="1A1A1A"/>
              </a:solid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B6698F4-E8D5-3069-891B-58426A341EEF}"/>
                </a:ext>
              </a:extLst>
            </p:cNvPr>
            <p:cNvSpPr/>
            <p:nvPr/>
          </p:nvSpPr>
          <p:spPr>
            <a:xfrm>
              <a:off x="1830944" y="3348457"/>
              <a:ext cx="932565" cy="10518"/>
            </a:xfrm>
            <a:custGeom>
              <a:avLst/>
              <a:gdLst>
                <a:gd name="connsiteX0" fmla="*/ 0 w 932565"/>
                <a:gd name="connsiteY0" fmla="*/ 0 h 10518"/>
                <a:gd name="connsiteX1" fmla="*/ 932565 w 932565"/>
                <a:gd name="connsiteY1" fmla="*/ 0 h 10518"/>
              </a:gdLst>
              <a:ahLst/>
              <a:cxnLst>
                <a:cxn ang="0">
                  <a:pos x="connsiteX0" y="connsiteY0"/>
                </a:cxn>
                <a:cxn ang="0">
                  <a:pos x="connsiteX1" y="connsiteY1"/>
                </a:cxn>
              </a:cxnLst>
              <a:rect l="l" t="t" r="r" b="b"/>
              <a:pathLst>
                <a:path w="932565" h="10518">
                  <a:moveTo>
                    <a:pt x="0" y="0"/>
                  </a:moveTo>
                  <a:lnTo>
                    <a:pt x="932565" y="0"/>
                  </a:lnTo>
                </a:path>
              </a:pathLst>
            </a:custGeom>
            <a:noFill/>
            <a:ln w="10515" cap="flat">
              <a:solidFill>
                <a:srgbClr val="1A1A1A"/>
              </a:solidFill>
              <a:custDash>
                <a:ds d="75000" sp="150000"/>
              </a:custDash>
              <a:miter/>
            </a:ln>
          </p:spPr>
          <p:txBody>
            <a:bodyPr rtlCol="0" anchor="ctr"/>
            <a:lstStyle/>
            <a:p>
              <a:endParaRPr lang="en-US"/>
            </a:p>
          </p:txBody>
        </p:sp>
        <p:sp>
          <p:nvSpPr>
            <p:cNvPr id="234" name="Freeform: Shape 233">
              <a:extLst>
                <a:ext uri="{FF2B5EF4-FFF2-40B4-BE49-F238E27FC236}">
                  <a16:creationId xmlns:a16="http://schemas.microsoft.com/office/drawing/2014/main" id="{1118EA91-25DA-5D0A-63B1-9C4DCF3F1925}"/>
                </a:ext>
              </a:extLst>
            </p:cNvPr>
            <p:cNvSpPr/>
            <p:nvPr/>
          </p:nvSpPr>
          <p:spPr>
            <a:xfrm>
              <a:off x="2763509" y="3334467"/>
              <a:ext cx="42073" cy="28084"/>
            </a:xfrm>
            <a:custGeom>
              <a:avLst/>
              <a:gdLst>
                <a:gd name="connsiteX0" fmla="*/ 42074 w 42073"/>
                <a:gd name="connsiteY0" fmla="*/ 13990 h 28084"/>
                <a:gd name="connsiteX1" fmla="*/ 0 w 42073"/>
                <a:gd name="connsiteY1" fmla="*/ 28084 h 28084"/>
                <a:gd name="connsiteX2" fmla="*/ 0 w 42073"/>
                <a:gd name="connsiteY2" fmla="*/ 0 h 28084"/>
              </a:gdLst>
              <a:ahLst/>
              <a:cxnLst>
                <a:cxn ang="0">
                  <a:pos x="connsiteX0" y="connsiteY0"/>
                </a:cxn>
                <a:cxn ang="0">
                  <a:pos x="connsiteX1" y="connsiteY1"/>
                </a:cxn>
                <a:cxn ang="0">
                  <a:pos x="connsiteX2" y="connsiteY2"/>
                </a:cxn>
              </a:cxnLst>
              <a:rect l="l" t="t" r="r" b="b"/>
              <a:pathLst>
                <a:path w="42073" h="28084">
                  <a:moveTo>
                    <a:pt x="42074" y="13990"/>
                  </a:moveTo>
                  <a:lnTo>
                    <a:pt x="0" y="28084"/>
                  </a:lnTo>
                  <a:lnTo>
                    <a:pt x="0" y="0"/>
                  </a:lnTo>
                  <a:close/>
                </a:path>
              </a:pathLst>
            </a:custGeom>
            <a:solidFill>
              <a:srgbClr val="1A1A1A"/>
            </a:solidFill>
            <a:ln w="10515" cap="flat">
              <a:solidFill>
                <a:srgbClr val="1A1A1A"/>
              </a:solid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1BC8813D-7F1C-2C73-FEE1-60500D5FCBF2}"/>
                </a:ext>
              </a:extLst>
            </p:cNvPr>
            <p:cNvSpPr/>
            <p:nvPr/>
          </p:nvSpPr>
          <p:spPr>
            <a:xfrm>
              <a:off x="2880369" y="3348457"/>
              <a:ext cx="1566091" cy="10518"/>
            </a:xfrm>
            <a:custGeom>
              <a:avLst/>
              <a:gdLst>
                <a:gd name="connsiteX0" fmla="*/ 0 w 1566091"/>
                <a:gd name="connsiteY0" fmla="*/ 0 h 10518"/>
                <a:gd name="connsiteX1" fmla="*/ 1566092 w 1566091"/>
                <a:gd name="connsiteY1" fmla="*/ 0 h 10518"/>
              </a:gdLst>
              <a:ahLst/>
              <a:cxnLst>
                <a:cxn ang="0">
                  <a:pos x="connsiteX0" y="connsiteY0"/>
                </a:cxn>
                <a:cxn ang="0">
                  <a:pos x="connsiteX1" y="connsiteY1"/>
                </a:cxn>
              </a:cxnLst>
              <a:rect l="l" t="t" r="r" b="b"/>
              <a:pathLst>
                <a:path w="1566091" h="10518">
                  <a:moveTo>
                    <a:pt x="0" y="0"/>
                  </a:moveTo>
                  <a:lnTo>
                    <a:pt x="1566092" y="0"/>
                  </a:lnTo>
                </a:path>
              </a:pathLst>
            </a:custGeom>
            <a:noFill/>
            <a:ln w="10515" cap="flat">
              <a:solidFill>
                <a:srgbClr val="1A1A1A"/>
              </a:solidFill>
              <a:custDash>
                <a:ds d="75000" sp="150000"/>
              </a:custDash>
              <a:miter/>
            </a:ln>
          </p:spPr>
          <p:txBody>
            <a:bodyPr rtlCol="0" anchor="ctr"/>
            <a:lstStyle/>
            <a:p>
              <a:endParaRPr lang="en-US"/>
            </a:p>
          </p:txBody>
        </p:sp>
        <p:sp>
          <p:nvSpPr>
            <p:cNvPr id="236" name="Freeform: Shape 235">
              <a:extLst>
                <a:ext uri="{FF2B5EF4-FFF2-40B4-BE49-F238E27FC236}">
                  <a16:creationId xmlns:a16="http://schemas.microsoft.com/office/drawing/2014/main" id="{6F1CF798-86C4-FCDE-4E9B-070E9CB7FCC6}"/>
                </a:ext>
              </a:extLst>
            </p:cNvPr>
            <p:cNvSpPr/>
            <p:nvPr/>
          </p:nvSpPr>
          <p:spPr>
            <a:xfrm>
              <a:off x="4446461" y="3334467"/>
              <a:ext cx="42073" cy="28084"/>
            </a:xfrm>
            <a:custGeom>
              <a:avLst/>
              <a:gdLst>
                <a:gd name="connsiteX0" fmla="*/ 42074 w 42073"/>
                <a:gd name="connsiteY0" fmla="*/ 13990 h 28084"/>
                <a:gd name="connsiteX1" fmla="*/ 0 w 42073"/>
                <a:gd name="connsiteY1" fmla="*/ 28084 h 28084"/>
                <a:gd name="connsiteX2" fmla="*/ 0 w 42073"/>
                <a:gd name="connsiteY2" fmla="*/ 0 h 28084"/>
              </a:gdLst>
              <a:ahLst/>
              <a:cxnLst>
                <a:cxn ang="0">
                  <a:pos x="connsiteX0" y="connsiteY0"/>
                </a:cxn>
                <a:cxn ang="0">
                  <a:pos x="connsiteX1" y="connsiteY1"/>
                </a:cxn>
                <a:cxn ang="0">
                  <a:pos x="connsiteX2" y="connsiteY2"/>
                </a:cxn>
              </a:cxnLst>
              <a:rect l="l" t="t" r="r" b="b"/>
              <a:pathLst>
                <a:path w="42073" h="28084">
                  <a:moveTo>
                    <a:pt x="42074" y="13990"/>
                  </a:moveTo>
                  <a:lnTo>
                    <a:pt x="0" y="28084"/>
                  </a:lnTo>
                  <a:lnTo>
                    <a:pt x="0" y="0"/>
                  </a:lnTo>
                  <a:close/>
                </a:path>
              </a:pathLst>
            </a:custGeom>
            <a:solidFill>
              <a:srgbClr val="1A1A1A"/>
            </a:solidFill>
            <a:ln w="10515" cap="flat">
              <a:solidFill>
                <a:srgbClr val="1A1A1A"/>
              </a:solid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F9F07C84-1B55-E74C-0DD2-237AE9591C9D}"/>
                </a:ext>
              </a:extLst>
            </p:cNvPr>
            <p:cNvSpPr/>
            <p:nvPr/>
          </p:nvSpPr>
          <p:spPr>
            <a:xfrm>
              <a:off x="3215697" y="3499081"/>
              <a:ext cx="603232" cy="218152"/>
            </a:xfrm>
            <a:custGeom>
              <a:avLst/>
              <a:gdLst>
                <a:gd name="connsiteX0" fmla="*/ 0 w 603232"/>
                <a:gd name="connsiteY0" fmla="*/ 0 h 218152"/>
                <a:gd name="connsiteX1" fmla="*/ 603233 w 603232"/>
                <a:gd name="connsiteY1" fmla="*/ 0 h 218152"/>
                <a:gd name="connsiteX2" fmla="*/ 603233 w 603232"/>
                <a:gd name="connsiteY2" fmla="*/ 218153 h 218152"/>
                <a:gd name="connsiteX3" fmla="*/ 0 w 603232"/>
                <a:gd name="connsiteY3" fmla="*/ 218153 h 218152"/>
              </a:gdLst>
              <a:ahLst/>
              <a:cxnLst>
                <a:cxn ang="0">
                  <a:pos x="connsiteX0" y="connsiteY0"/>
                </a:cxn>
                <a:cxn ang="0">
                  <a:pos x="connsiteX1" y="connsiteY1"/>
                </a:cxn>
                <a:cxn ang="0">
                  <a:pos x="connsiteX2" y="connsiteY2"/>
                </a:cxn>
                <a:cxn ang="0">
                  <a:pos x="connsiteX3" y="connsiteY3"/>
                </a:cxn>
              </a:cxnLst>
              <a:rect l="l" t="t" r="r" b="b"/>
              <a:pathLst>
                <a:path w="603232" h="218152">
                  <a:moveTo>
                    <a:pt x="0" y="0"/>
                  </a:moveTo>
                  <a:lnTo>
                    <a:pt x="603233" y="0"/>
                  </a:lnTo>
                  <a:lnTo>
                    <a:pt x="603233" y="218153"/>
                  </a:lnTo>
                  <a:lnTo>
                    <a:pt x="0" y="218153"/>
                  </a:lnTo>
                  <a:close/>
                </a:path>
              </a:pathLst>
            </a:custGeom>
            <a:noFill/>
            <a:ln w="10515" cap="flat">
              <a:noFill/>
              <a:prstDash val="solid"/>
              <a:miter/>
            </a:ln>
          </p:spPr>
          <p:txBody>
            <a:bodyPr rtlCol="0" anchor="ctr"/>
            <a:lstStyle/>
            <a:p>
              <a:endParaRPr lang="en-US"/>
            </a:p>
          </p:txBody>
        </p:sp>
        <p:sp>
          <p:nvSpPr>
            <p:cNvPr id="238" name="TextBox 237">
              <a:extLst>
                <a:ext uri="{FF2B5EF4-FFF2-40B4-BE49-F238E27FC236}">
                  <a16:creationId xmlns:a16="http://schemas.microsoft.com/office/drawing/2014/main" id="{2B03A1D7-4320-ADED-A34F-D246263FA86A}"/>
                </a:ext>
              </a:extLst>
            </p:cNvPr>
            <p:cNvSpPr txBox="1"/>
            <p:nvPr/>
          </p:nvSpPr>
          <p:spPr>
            <a:xfrm>
              <a:off x="3140035" y="3521731"/>
              <a:ext cx="698283" cy="196624"/>
            </a:xfrm>
            <a:prstGeom prst="rect">
              <a:avLst/>
            </a:prstGeom>
            <a:noFill/>
          </p:spPr>
          <p:txBody>
            <a:bodyPr wrap="none" rtlCol="0">
              <a:spAutoFit/>
            </a:bodyPr>
            <a:lstStyle/>
            <a:p>
              <a:pPr algn="l"/>
              <a:r>
                <a:rPr lang="en-US" sz="675" spc="0" baseline="0">
                  <a:ln/>
                  <a:solidFill>
                    <a:srgbClr val="000000"/>
                  </a:solidFill>
                  <a:latin typeface="Helvetica"/>
                  <a:cs typeface="Helvetica"/>
                  <a:sym typeface="Helvetica"/>
                  <a:rtl val="0"/>
                </a:rPr>
                <a:t>Speed Limit</a:t>
              </a:r>
            </a:p>
          </p:txBody>
        </p:sp>
        <p:sp>
          <p:nvSpPr>
            <p:cNvPr id="239" name="Freeform: Shape 238">
              <a:extLst>
                <a:ext uri="{FF2B5EF4-FFF2-40B4-BE49-F238E27FC236}">
                  <a16:creationId xmlns:a16="http://schemas.microsoft.com/office/drawing/2014/main" id="{DF7BC251-3A6D-5679-4148-3811B6B39834}"/>
                </a:ext>
              </a:extLst>
            </p:cNvPr>
            <p:cNvSpPr/>
            <p:nvPr/>
          </p:nvSpPr>
          <p:spPr>
            <a:xfrm>
              <a:off x="2249157" y="3017126"/>
              <a:ext cx="1727234" cy="248445"/>
            </a:xfrm>
            <a:custGeom>
              <a:avLst/>
              <a:gdLst>
                <a:gd name="connsiteX0" fmla="*/ 0 w 1727234"/>
                <a:gd name="connsiteY0" fmla="*/ 0 h 248445"/>
                <a:gd name="connsiteX1" fmla="*/ 1727234 w 1727234"/>
                <a:gd name="connsiteY1" fmla="*/ 0 h 248445"/>
                <a:gd name="connsiteX2" fmla="*/ 1727234 w 1727234"/>
                <a:gd name="connsiteY2" fmla="*/ 248446 h 248445"/>
                <a:gd name="connsiteX3" fmla="*/ 0 w 1727234"/>
                <a:gd name="connsiteY3" fmla="*/ 248446 h 248445"/>
              </a:gdLst>
              <a:ahLst/>
              <a:cxnLst>
                <a:cxn ang="0">
                  <a:pos x="connsiteX0" y="connsiteY0"/>
                </a:cxn>
                <a:cxn ang="0">
                  <a:pos x="connsiteX1" y="connsiteY1"/>
                </a:cxn>
                <a:cxn ang="0">
                  <a:pos x="connsiteX2" y="connsiteY2"/>
                </a:cxn>
                <a:cxn ang="0">
                  <a:pos x="connsiteX3" y="connsiteY3"/>
                </a:cxn>
              </a:cxnLst>
              <a:rect l="l" t="t" r="r" b="b"/>
              <a:pathLst>
                <a:path w="1727234" h="248445">
                  <a:moveTo>
                    <a:pt x="0" y="0"/>
                  </a:moveTo>
                  <a:lnTo>
                    <a:pt x="1727234" y="0"/>
                  </a:lnTo>
                  <a:lnTo>
                    <a:pt x="1727234" y="248446"/>
                  </a:lnTo>
                  <a:lnTo>
                    <a:pt x="0" y="248446"/>
                  </a:lnTo>
                  <a:close/>
                </a:path>
              </a:pathLst>
            </a:custGeom>
            <a:noFill/>
            <a:ln w="10515" cap="flat">
              <a:noFill/>
              <a:prstDash val="solid"/>
              <a:miter/>
            </a:ln>
          </p:spPr>
          <p:txBody>
            <a:bodyPr rtlCol="0" anchor="ctr"/>
            <a:lstStyle/>
            <a:p>
              <a:endParaRPr lang="en-US"/>
            </a:p>
          </p:txBody>
        </p:sp>
        <p:sp>
          <p:nvSpPr>
            <p:cNvPr id="240" name="TextBox 239">
              <a:extLst>
                <a:ext uri="{FF2B5EF4-FFF2-40B4-BE49-F238E27FC236}">
                  <a16:creationId xmlns:a16="http://schemas.microsoft.com/office/drawing/2014/main" id="{4D0C107F-8C46-C82B-6A7B-98A38DFAD19D}"/>
                </a:ext>
              </a:extLst>
            </p:cNvPr>
            <p:cNvSpPr txBox="1"/>
            <p:nvPr/>
          </p:nvSpPr>
          <p:spPr>
            <a:xfrm>
              <a:off x="2172338" y="3048401"/>
              <a:ext cx="1781683" cy="207142"/>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Objects Associated with Sections</a:t>
              </a:r>
            </a:p>
          </p:txBody>
        </p:sp>
        <p:sp>
          <p:nvSpPr>
            <p:cNvPr id="242" name="TextBox 241">
              <a:extLst>
                <a:ext uri="{FF2B5EF4-FFF2-40B4-BE49-F238E27FC236}">
                  <a16:creationId xmlns:a16="http://schemas.microsoft.com/office/drawing/2014/main" id="{627ED9A3-D6E8-A239-C45B-7720025DA39A}"/>
                </a:ext>
              </a:extLst>
            </p:cNvPr>
            <p:cNvSpPr txBox="1"/>
            <p:nvPr/>
          </p:nvSpPr>
          <p:spPr>
            <a:xfrm>
              <a:off x="336588" y="1554048"/>
              <a:ext cx="4070217" cy="369332"/>
            </a:xfrm>
            <a:prstGeom prst="rect">
              <a:avLst/>
            </a:prstGeom>
            <a:noFill/>
          </p:spPr>
          <p:txBody>
            <a:bodyPr wrap="none" rtlCol="0">
              <a:spAutoFit/>
            </a:bodyPr>
            <a:lstStyle/>
            <a:p>
              <a:r>
                <a:rPr lang="en-US" dirty="0"/>
                <a:t>Data storage and abstraction architecture</a:t>
              </a:r>
            </a:p>
          </p:txBody>
        </p:sp>
        <p:sp>
          <p:nvSpPr>
            <p:cNvPr id="243" name="TextBox 242">
              <a:extLst>
                <a:ext uri="{FF2B5EF4-FFF2-40B4-BE49-F238E27FC236}">
                  <a16:creationId xmlns:a16="http://schemas.microsoft.com/office/drawing/2014/main" id="{79D666A3-41B5-C791-B3B5-F6D5BEB65D06}"/>
                </a:ext>
              </a:extLst>
            </p:cNvPr>
            <p:cNvSpPr txBox="1"/>
            <p:nvPr/>
          </p:nvSpPr>
          <p:spPr>
            <a:xfrm>
              <a:off x="6623088" y="1554048"/>
              <a:ext cx="3747949" cy="369332"/>
            </a:xfrm>
            <a:prstGeom prst="rect">
              <a:avLst/>
            </a:prstGeom>
            <a:noFill/>
          </p:spPr>
          <p:txBody>
            <a:bodyPr wrap="none" rtlCol="0">
              <a:spAutoFit/>
            </a:bodyPr>
            <a:lstStyle/>
            <a:p>
              <a:r>
                <a:rPr lang="en-US" dirty="0"/>
                <a:t>Mapping data conversion architecture</a:t>
              </a:r>
            </a:p>
          </p:txBody>
        </p:sp>
        <p:grpSp>
          <p:nvGrpSpPr>
            <p:cNvPr id="3737" name="Group 3736">
              <a:extLst>
                <a:ext uri="{FF2B5EF4-FFF2-40B4-BE49-F238E27FC236}">
                  <a16:creationId xmlns:a16="http://schemas.microsoft.com/office/drawing/2014/main" id="{F8B1695C-2B85-2AB3-341F-743D48B0A01B}"/>
                </a:ext>
              </a:extLst>
            </p:cNvPr>
            <p:cNvGrpSpPr/>
            <p:nvPr/>
          </p:nvGrpSpPr>
          <p:grpSpPr>
            <a:xfrm>
              <a:off x="6568714" y="2146268"/>
              <a:ext cx="3287047" cy="758679"/>
              <a:chOff x="6568714" y="2146268"/>
              <a:chExt cx="3287047" cy="758679"/>
            </a:xfrm>
          </p:grpSpPr>
          <p:sp>
            <p:nvSpPr>
              <p:cNvPr id="1900" name="Freeform: Shape 1899">
                <a:extLst>
                  <a:ext uri="{FF2B5EF4-FFF2-40B4-BE49-F238E27FC236}">
                    <a16:creationId xmlns:a16="http://schemas.microsoft.com/office/drawing/2014/main" id="{2EB529EE-E1A6-8D59-7986-997AB986825F}"/>
                  </a:ext>
                </a:extLst>
              </p:cNvPr>
              <p:cNvSpPr/>
              <p:nvPr/>
            </p:nvSpPr>
            <p:spPr>
              <a:xfrm>
                <a:off x="6903096" y="242046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rgbClr val="FFFFFF"/>
                </a:solidFill>
                <a:custDash>
                  <a:ds d="675000" sp="675000"/>
                </a:custDash>
                <a:miter/>
              </a:ln>
            </p:spPr>
            <p:txBody>
              <a:bodyPr rtlCol="0" anchor="ctr"/>
              <a:lstStyle/>
              <a:p>
                <a:endParaRPr lang="en-US"/>
              </a:p>
            </p:txBody>
          </p:sp>
          <p:sp>
            <p:nvSpPr>
              <p:cNvPr id="1901" name="Freeform: Shape 1900">
                <a:extLst>
                  <a:ext uri="{FF2B5EF4-FFF2-40B4-BE49-F238E27FC236}">
                    <a16:creationId xmlns:a16="http://schemas.microsoft.com/office/drawing/2014/main" id="{ED70D8FD-88D9-E945-E7A8-3C3D85266628}"/>
                  </a:ext>
                </a:extLst>
              </p:cNvPr>
              <p:cNvSpPr/>
              <p:nvPr/>
            </p:nvSpPr>
            <p:spPr>
              <a:xfrm>
                <a:off x="6761728" y="257887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rgbClr val="FFFFFF"/>
                </a:solidFill>
                <a:prstDash val="solid"/>
                <a:miter/>
              </a:ln>
            </p:spPr>
            <p:txBody>
              <a:bodyPr rtlCol="0" anchor="ctr"/>
              <a:lstStyle/>
              <a:p>
                <a:endParaRPr lang="en-US"/>
              </a:p>
            </p:txBody>
          </p:sp>
          <p:sp>
            <p:nvSpPr>
              <p:cNvPr id="1902" name="Freeform: Shape 1901">
                <a:extLst>
                  <a:ext uri="{FF2B5EF4-FFF2-40B4-BE49-F238E27FC236}">
                    <a16:creationId xmlns:a16="http://schemas.microsoft.com/office/drawing/2014/main" id="{98E0213A-D28A-1CE1-FAE2-6B10BEA1A6C3}"/>
                  </a:ext>
                </a:extLst>
              </p:cNvPr>
              <p:cNvSpPr/>
              <p:nvPr/>
            </p:nvSpPr>
            <p:spPr>
              <a:xfrm>
                <a:off x="8062334" y="275169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rgbClr val="FFFFFF"/>
                </a:solidFill>
                <a:prstDash val="solid"/>
                <a:miter/>
              </a:ln>
            </p:spPr>
            <p:txBody>
              <a:bodyPr rtlCol="0" anchor="ctr"/>
              <a:lstStyle/>
              <a:p>
                <a:endParaRPr lang="en-US"/>
              </a:p>
            </p:txBody>
          </p:sp>
          <p:sp>
            <p:nvSpPr>
              <p:cNvPr id="1903" name="Freeform: Shape 1902">
                <a:extLst>
                  <a:ext uri="{FF2B5EF4-FFF2-40B4-BE49-F238E27FC236}">
                    <a16:creationId xmlns:a16="http://schemas.microsoft.com/office/drawing/2014/main" id="{FCF2007E-8F12-8DA7-2340-B68E03A65745}"/>
                  </a:ext>
                </a:extLst>
              </p:cNvPr>
              <p:cNvSpPr/>
              <p:nvPr/>
            </p:nvSpPr>
            <p:spPr>
              <a:xfrm>
                <a:off x="7721431" y="257887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rgbClr val="FFFFFF"/>
                </a:solidFill>
                <a:prstDash val="solid"/>
                <a:miter/>
              </a:ln>
            </p:spPr>
            <p:txBody>
              <a:bodyPr rtlCol="0" anchor="ctr"/>
              <a:lstStyle/>
              <a:p>
                <a:endParaRPr lang="en-US"/>
              </a:p>
            </p:txBody>
          </p:sp>
          <p:sp>
            <p:nvSpPr>
              <p:cNvPr id="1904" name="Freeform: Shape 1903">
                <a:extLst>
                  <a:ext uri="{FF2B5EF4-FFF2-40B4-BE49-F238E27FC236}">
                    <a16:creationId xmlns:a16="http://schemas.microsoft.com/office/drawing/2014/main" id="{95C9A09D-108C-FCB5-9A2F-ED212E9E6767}"/>
                  </a:ext>
                </a:extLst>
              </p:cNvPr>
              <p:cNvSpPr/>
              <p:nvPr/>
            </p:nvSpPr>
            <p:spPr>
              <a:xfrm>
                <a:off x="7818727" y="258602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rgbClr val="FFFFFF"/>
                </a:solidFill>
                <a:custDash>
                  <a:ds d="675000" sp="675000"/>
                </a:custDash>
                <a:miter/>
              </a:ln>
            </p:spPr>
            <p:txBody>
              <a:bodyPr rtlCol="0" anchor="ctr"/>
              <a:lstStyle/>
              <a:p>
                <a:endParaRPr lang="en-US"/>
              </a:p>
            </p:txBody>
          </p:sp>
          <p:sp>
            <p:nvSpPr>
              <p:cNvPr id="1905" name="Freeform: Shape 1904">
                <a:extLst>
                  <a:ext uri="{FF2B5EF4-FFF2-40B4-BE49-F238E27FC236}">
                    <a16:creationId xmlns:a16="http://schemas.microsoft.com/office/drawing/2014/main" id="{D7E7B65B-2AED-7D63-8EE8-4435104556BA}"/>
                  </a:ext>
                </a:extLst>
              </p:cNvPr>
              <p:cNvSpPr/>
              <p:nvPr/>
            </p:nvSpPr>
            <p:spPr>
              <a:xfrm>
                <a:off x="8701645" y="258602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rgbClr val="FFFFFF"/>
                </a:solidFill>
                <a:prstDash val="solid"/>
                <a:miter/>
              </a:ln>
            </p:spPr>
            <p:txBody>
              <a:bodyPr rtlCol="0" anchor="ctr"/>
              <a:lstStyle/>
              <a:p>
                <a:endParaRPr lang="en-US"/>
              </a:p>
            </p:txBody>
          </p:sp>
          <p:sp>
            <p:nvSpPr>
              <p:cNvPr id="1906" name="Freeform: Shape 1905">
                <a:extLst>
                  <a:ext uri="{FF2B5EF4-FFF2-40B4-BE49-F238E27FC236}">
                    <a16:creationId xmlns:a16="http://schemas.microsoft.com/office/drawing/2014/main" id="{60E2B92C-4168-1DFB-F09E-361D625ADD9A}"/>
                  </a:ext>
                </a:extLst>
              </p:cNvPr>
              <p:cNvSpPr/>
              <p:nvPr/>
            </p:nvSpPr>
            <p:spPr>
              <a:xfrm>
                <a:off x="8889189" y="258623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rgbClr val="FFFFFF"/>
                </a:solidFill>
                <a:prstDash val="solid"/>
                <a:miter/>
              </a:ln>
            </p:spPr>
            <p:txBody>
              <a:bodyPr rtlCol="0" anchor="ctr"/>
              <a:lstStyle/>
              <a:p>
                <a:endParaRPr lang="en-US"/>
              </a:p>
            </p:txBody>
          </p:sp>
          <p:sp>
            <p:nvSpPr>
              <p:cNvPr id="1907" name="Freeform: Shape 1906">
                <a:extLst>
                  <a:ext uri="{FF2B5EF4-FFF2-40B4-BE49-F238E27FC236}">
                    <a16:creationId xmlns:a16="http://schemas.microsoft.com/office/drawing/2014/main" id="{2C07E64D-1862-2BEE-D34D-33B14A689489}"/>
                  </a:ext>
                </a:extLst>
              </p:cNvPr>
              <p:cNvSpPr/>
              <p:nvPr/>
            </p:nvSpPr>
            <p:spPr>
              <a:xfrm>
                <a:off x="8701645" y="275768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rgbClr val="FFFFFF"/>
                </a:solidFill>
                <a:prstDash val="solid"/>
                <a:miter/>
              </a:ln>
            </p:spPr>
            <p:txBody>
              <a:bodyPr rtlCol="0" anchor="ctr"/>
              <a:lstStyle/>
              <a:p>
                <a:endParaRPr lang="en-US"/>
              </a:p>
            </p:txBody>
          </p:sp>
          <p:sp>
            <p:nvSpPr>
              <p:cNvPr id="1908" name="Freeform: Shape 1907">
                <a:extLst>
                  <a:ext uri="{FF2B5EF4-FFF2-40B4-BE49-F238E27FC236}">
                    <a16:creationId xmlns:a16="http://schemas.microsoft.com/office/drawing/2014/main" id="{7ABDB75A-DDD6-568D-8914-183E83757D8C}"/>
                  </a:ext>
                </a:extLst>
              </p:cNvPr>
              <p:cNvSpPr/>
              <p:nvPr/>
            </p:nvSpPr>
            <p:spPr>
              <a:xfrm>
                <a:off x="8471501" y="249472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rgbClr val="FFFFFF"/>
                </a:solidFill>
                <a:prstDash val="solid"/>
                <a:miter/>
              </a:ln>
            </p:spPr>
            <p:txBody>
              <a:bodyPr rtlCol="0" anchor="ctr"/>
              <a:lstStyle/>
              <a:p>
                <a:endParaRPr lang="en-US"/>
              </a:p>
            </p:txBody>
          </p:sp>
          <p:sp>
            <p:nvSpPr>
              <p:cNvPr id="1909" name="Freeform: Shape 1908">
                <a:extLst>
                  <a:ext uri="{FF2B5EF4-FFF2-40B4-BE49-F238E27FC236}">
                    <a16:creationId xmlns:a16="http://schemas.microsoft.com/office/drawing/2014/main" id="{E9CF9AB7-8225-6C1F-954E-FB1A84E0BC08}"/>
                  </a:ext>
                </a:extLst>
              </p:cNvPr>
              <p:cNvSpPr/>
              <p:nvPr/>
            </p:nvSpPr>
            <p:spPr>
              <a:xfrm>
                <a:off x="8530510" y="248421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0" name="Freeform: Shape 1909">
                <a:extLst>
                  <a:ext uri="{FF2B5EF4-FFF2-40B4-BE49-F238E27FC236}">
                    <a16:creationId xmlns:a16="http://schemas.microsoft.com/office/drawing/2014/main" id="{914E754D-B4AF-C907-1B7A-A7F7A0C7F722}"/>
                  </a:ext>
                </a:extLst>
              </p:cNvPr>
              <p:cNvSpPr/>
              <p:nvPr/>
            </p:nvSpPr>
            <p:spPr>
              <a:xfrm>
                <a:off x="8640954" y="233558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911" name="Freeform: Shape 1910">
                <a:extLst>
                  <a:ext uri="{FF2B5EF4-FFF2-40B4-BE49-F238E27FC236}">
                    <a16:creationId xmlns:a16="http://schemas.microsoft.com/office/drawing/2014/main" id="{BF46B13D-2C57-C2AC-FAC9-4B6A3F5FCECF}"/>
                  </a:ext>
                </a:extLst>
              </p:cNvPr>
              <p:cNvSpPr/>
              <p:nvPr/>
            </p:nvSpPr>
            <p:spPr>
              <a:xfrm>
                <a:off x="8699857" y="232506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2" name="Freeform: Shape 1911">
                <a:extLst>
                  <a:ext uri="{FF2B5EF4-FFF2-40B4-BE49-F238E27FC236}">
                    <a16:creationId xmlns:a16="http://schemas.microsoft.com/office/drawing/2014/main" id="{4753B12D-A192-E0B2-3A3C-C3597187A97C}"/>
                  </a:ext>
                </a:extLst>
              </p:cNvPr>
              <p:cNvSpPr/>
              <p:nvPr/>
            </p:nvSpPr>
            <p:spPr>
              <a:xfrm>
                <a:off x="7396411" y="249336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rgbClr val="FFFFFF"/>
                </a:solidFill>
                <a:prstDash val="solid"/>
                <a:miter/>
              </a:ln>
            </p:spPr>
            <p:txBody>
              <a:bodyPr rtlCol="0" anchor="ctr"/>
              <a:lstStyle/>
              <a:p>
                <a:endParaRPr lang="en-US"/>
              </a:p>
            </p:txBody>
          </p:sp>
          <p:sp>
            <p:nvSpPr>
              <p:cNvPr id="1913" name="Freeform: Shape 1912">
                <a:extLst>
                  <a:ext uri="{FF2B5EF4-FFF2-40B4-BE49-F238E27FC236}">
                    <a16:creationId xmlns:a16="http://schemas.microsoft.com/office/drawing/2014/main" id="{41479A28-A11A-B736-CE75-E1CB5AB46B44}"/>
                  </a:ext>
                </a:extLst>
              </p:cNvPr>
              <p:cNvSpPr/>
              <p:nvPr/>
            </p:nvSpPr>
            <p:spPr>
              <a:xfrm>
                <a:off x="7455419" y="248284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4" name="Freeform: Shape 1913">
                <a:extLst>
                  <a:ext uri="{FF2B5EF4-FFF2-40B4-BE49-F238E27FC236}">
                    <a16:creationId xmlns:a16="http://schemas.microsoft.com/office/drawing/2014/main" id="{CD2159E4-F01C-895A-C7B1-FDD669B0A6B1}"/>
                  </a:ext>
                </a:extLst>
              </p:cNvPr>
              <p:cNvSpPr/>
              <p:nvPr/>
            </p:nvSpPr>
            <p:spPr>
              <a:xfrm>
                <a:off x="7540303" y="233432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915" name="Freeform: Shape 1914">
                <a:extLst>
                  <a:ext uri="{FF2B5EF4-FFF2-40B4-BE49-F238E27FC236}">
                    <a16:creationId xmlns:a16="http://schemas.microsoft.com/office/drawing/2014/main" id="{36BD348D-0F2F-8D7C-B46E-E9E12E789AC5}"/>
                  </a:ext>
                </a:extLst>
              </p:cNvPr>
              <p:cNvSpPr/>
              <p:nvPr/>
            </p:nvSpPr>
            <p:spPr>
              <a:xfrm>
                <a:off x="7599207" y="232380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6" name="Freeform: Shape 1915">
                <a:extLst>
                  <a:ext uri="{FF2B5EF4-FFF2-40B4-BE49-F238E27FC236}">
                    <a16:creationId xmlns:a16="http://schemas.microsoft.com/office/drawing/2014/main" id="{F20ED744-61F8-200A-CFE5-83A42E7BA269}"/>
                  </a:ext>
                </a:extLst>
              </p:cNvPr>
              <p:cNvSpPr/>
              <p:nvPr/>
            </p:nvSpPr>
            <p:spPr>
              <a:xfrm>
                <a:off x="8863629" y="242046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rgbClr val="FFFFFF"/>
                </a:solidFill>
                <a:prstDash val="solid"/>
                <a:miter/>
              </a:ln>
            </p:spPr>
            <p:txBody>
              <a:bodyPr rtlCol="0" anchor="ctr"/>
              <a:lstStyle/>
              <a:p>
                <a:endParaRPr lang="en-US"/>
              </a:p>
            </p:txBody>
          </p:sp>
          <p:sp>
            <p:nvSpPr>
              <p:cNvPr id="1919" name="Freeform: Shape 1918">
                <a:extLst>
                  <a:ext uri="{FF2B5EF4-FFF2-40B4-BE49-F238E27FC236}">
                    <a16:creationId xmlns:a16="http://schemas.microsoft.com/office/drawing/2014/main" id="{0AC65EA9-CC4D-E4F5-3C24-C0E4B42EAFEA}"/>
                  </a:ext>
                </a:extLst>
              </p:cNvPr>
              <p:cNvSpPr/>
              <p:nvPr/>
            </p:nvSpPr>
            <p:spPr>
              <a:xfrm>
                <a:off x="6858287" y="282080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rgbClr val="333333"/>
                </a:solidFill>
                <a:prstDash val="solid"/>
                <a:miter/>
              </a:ln>
            </p:spPr>
            <p:txBody>
              <a:bodyPr rtlCol="0" anchor="ctr"/>
              <a:lstStyle/>
              <a:p>
                <a:endParaRPr lang="en-US"/>
              </a:p>
            </p:txBody>
          </p:sp>
          <p:sp>
            <p:nvSpPr>
              <p:cNvPr id="1920" name="Freeform: Shape 1919">
                <a:extLst>
                  <a:ext uri="{FF2B5EF4-FFF2-40B4-BE49-F238E27FC236}">
                    <a16:creationId xmlns:a16="http://schemas.microsoft.com/office/drawing/2014/main" id="{0F348BE8-70E0-4AC8-B093-A911141F2277}"/>
                  </a:ext>
                </a:extLst>
              </p:cNvPr>
              <p:cNvSpPr/>
              <p:nvPr/>
            </p:nvSpPr>
            <p:spPr>
              <a:xfrm>
                <a:off x="7448477" y="215813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rgbClr val="333333"/>
                </a:solidFill>
                <a:prstDash val="solid"/>
                <a:miter/>
              </a:ln>
            </p:spPr>
            <p:txBody>
              <a:bodyPr rtlCol="0" anchor="ctr"/>
              <a:lstStyle/>
              <a:p>
                <a:endParaRPr lang="en-US"/>
              </a:p>
            </p:txBody>
          </p:sp>
          <p:grpSp>
            <p:nvGrpSpPr>
              <p:cNvPr id="1924" name="Group 1923">
                <a:extLst>
                  <a:ext uri="{FF2B5EF4-FFF2-40B4-BE49-F238E27FC236}">
                    <a16:creationId xmlns:a16="http://schemas.microsoft.com/office/drawing/2014/main" id="{A0A1BCD8-1240-BEBA-2085-DD6A2A51BD4A}"/>
                  </a:ext>
                </a:extLst>
              </p:cNvPr>
              <p:cNvGrpSpPr/>
              <p:nvPr/>
            </p:nvGrpSpPr>
            <p:grpSpPr>
              <a:xfrm rot="10800000">
                <a:off x="9365116" y="2547585"/>
                <a:ext cx="242005" cy="43678"/>
                <a:chOff x="7979724" y="3580291"/>
                <a:chExt cx="242005" cy="43678"/>
              </a:xfrm>
            </p:grpSpPr>
            <p:sp>
              <p:nvSpPr>
                <p:cNvPr id="1925" name="Oval 1924">
                  <a:extLst>
                    <a:ext uri="{FF2B5EF4-FFF2-40B4-BE49-F238E27FC236}">
                      <a16:creationId xmlns:a16="http://schemas.microsoft.com/office/drawing/2014/main" id="{07744621-C3FB-6B46-8C54-CBC54119161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Oval 1925">
                  <a:extLst>
                    <a:ext uri="{FF2B5EF4-FFF2-40B4-BE49-F238E27FC236}">
                      <a16:creationId xmlns:a16="http://schemas.microsoft.com/office/drawing/2014/main" id="{B199E017-80B4-91C8-19D8-0ADFABEF383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Oval 1926">
                  <a:extLst>
                    <a:ext uri="{FF2B5EF4-FFF2-40B4-BE49-F238E27FC236}">
                      <a16:creationId xmlns:a16="http://schemas.microsoft.com/office/drawing/2014/main" id="{5C43140E-49CA-F058-519F-8393B555CA6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Oval 1927">
                  <a:extLst>
                    <a:ext uri="{FF2B5EF4-FFF2-40B4-BE49-F238E27FC236}">
                      <a16:creationId xmlns:a16="http://schemas.microsoft.com/office/drawing/2014/main" id="{F17F6DAB-D166-706D-3DFD-13906A0A1F4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9" name="Oval 1928">
                  <a:extLst>
                    <a:ext uri="{FF2B5EF4-FFF2-40B4-BE49-F238E27FC236}">
                      <a16:creationId xmlns:a16="http://schemas.microsoft.com/office/drawing/2014/main" id="{32B44A14-1342-31E6-F496-4DE37452CF3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0" name="Oval 1929">
                  <a:extLst>
                    <a:ext uri="{FF2B5EF4-FFF2-40B4-BE49-F238E27FC236}">
                      <a16:creationId xmlns:a16="http://schemas.microsoft.com/office/drawing/2014/main" id="{9D753636-EE6C-0C39-EFD7-DB3E28ED7CB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Oval 1930">
                  <a:extLst>
                    <a:ext uri="{FF2B5EF4-FFF2-40B4-BE49-F238E27FC236}">
                      <a16:creationId xmlns:a16="http://schemas.microsoft.com/office/drawing/2014/main" id="{99CA7C1B-3E8B-2F05-F4B0-F2AD51C219A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Oval 1931">
                  <a:extLst>
                    <a:ext uri="{FF2B5EF4-FFF2-40B4-BE49-F238E27FC236}">
                      <a16:creationId xmlns:a16="http://schemas.microsoft.com/office/drawing/2014/main" id="{F50E87F1-A3DF-62B2-A7DB-ABC310DD318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33" name="Group 1932">
                <a:extLst>
                  <a:ext uri="{FF2B5EF4-FFF2-40B4-BE49-F238E27FC236}">
                    <a16:creationId xmlns:a16="http://schemas.microsoft.com/office/drawing/2014/main" id="{49ADF624-087B-5021-56A7-48F78C493B66}"/>
                  </a:ext>
                </a:extLst>
              </p:cNvPr>
              <p:cNvGrpSpPr/>
              <p:nvPr/>
            </p:nvGrpSpPr>
            <p:grpSpPr>
              <a:xfrm rot="10800000">
                <a:off x="8882310" y="2400759"/>
                <a:ext cx="242005" cy="43678"/>
                <a:chOff x="7979724" y="3580291"/>
                <a:chExt cx="242005" cy="43678"/>
              </a:xfrm>
            </p:grpSpPr>
            <p:sp>
              <p:nvSpPr>
                <p:cNvPr id="1934" name="Oval 1933">
                  <a:extLst>
                    <a:ext uri="{FF2B5EF4-FFF2-40B4-BE49-F238E27FC236}">
                      <a16:creationId xmlns:a16="http://schemas.microsoft.com/office/drawing/2014/main" id="{55F6D945-277C-E945-38EB-8A320163D6E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Oval 1934">
                  <a:extLst>
                    <a:ext uri="{FF2B5EF4-FFF2-40B4-BE49-F238E27FC236}">
                      <a16:creationId xmlns:a16="http://schemas.microsoft.com/office/drawing/2014/main" id="{92DB1032-007F-BDBB-CA6E-24C0898C4F2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6" name="Oval 1935">
                  <a:extLst>
                    <a:ext uri="{FF2B5EF4-FFF2-40B4-BE49-F238E27FC236}">
                      <a16:creationId xmlns:a16="http://schemas.microsoft.com/office/drawing/2014/main" id="{6475691E-563E-3E23-6C7E-13BEA3408C8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Oval 1936">
                  <a:extLst>
                    <a:ext uri="{FF2B5EF4-FFF2-40B4-BE49-F238E27FC236}">
                      <a16:creationId xmlns:a16="http://schemas.microsoft.com/office/drawing/2014/main" id="{7CFF8072-ED1C-351C-E32E-3BF84DC623B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Oval 1937">
                  <a:extLst>
                    <a:ext uri="{FF2B5EF4-FFF2-40B4-BE49-F238E27FC236}">
                      <a16:creationId xmlns:a16="http://schemas.microsoft.com/office/drawing/2014/main" id="{E67E7688-9915-790A-7B60-295EBF8918A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Oval 1938">
                  <a:extLst>
                    <a:ext uri="{FF2B5EF4-FFF2-40B4-BE49-F238E27FC236}">
                      <a16:creationId xmlns:a16="http://schemas.microsoft.com/office/drawing/2014/main" id="{3986E1F5-1D8F-1913-D24A-C1E5D1B3128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Oval 1939">
                  <a:extLst>
                    <a:ext uri="{FF2B5EF4-FFF2-40B4-BE49-F238E27FC236}">
                      <a16:creationId xmlns:a16="http://schemas.microsoft.com/office/drawing/2014/main" id="{1AD69084-0900-9634-700C-5155C1F6195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Oval 1940">
                  <a:extLst>
                    <a:ext uri="{FF2B5EF4-FFF2-40B4-BE49-F238E27FC236}">
                      <a16:creationId xmlns:a16="http://schemas.microsoft.com/office/drawing/2014/main" id="{F44EC82D-8570-6C79-E95E-4BF615A4228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42" name="Group 1941">
                <a:extLst>
                  <a:ext uri="{FF2B5EF4-FFF2-40B4-BE49-F238E27FC236}">
                    <a16:creationId xmlns:a16="http://schemas.microsoft.com/office/drawing/2014/main" id="{0FCF0CA9-C64C-0430-AA6E-E997783BAB2B}"/>
                  </a:ext>
                </a:extLst>
              </p:cNvPr>
              <p:cNvGrpSpPr/>
              <p:nvPr/>
            </p:nvGrpSpPr>
            <p:grpSpPr>
              <a:xfrm>
                <a:off x="9124736" y="2384038"/>
                <a:ext cx="242005" cy="43678"/>
                <a:chOff x="7979724" y="3580291"/>
                <a:chExt cx="242005" cy="43678"/>
              </a:xfrm>
            </p:grpSpPr>
            <p:sp>
              <p:nvSpPr>
                <p:cNvPr id="1943" name="Oval 1942">
                  <a:extLst>
                    <a:ext uri="{FF2B5EF4-FFF2-40B4-BE49-F238E27FC236}">
                      <a16:creationId xmlns:a16="http://schemas.microsoft.com/office/drawing/2014/main" id="{65EEDB9B-5421-C85E-5C32-F2795074D31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Oval 1943">
                  <a:extLst>
                    <a:ext uri="{FF2B5EF4-FFF2-40B4-BE49-F238E27FC236}">
                      <a16:creationId xmlns:a16="http://schemas.microsoft.com/office/drawing/2014/main" id="{4C60849E-B479-1B03-59E4-3E4082345B1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Oval 1944">
                  <a:extLst>
                    <a:ext uri="{FF2B5EF4-FFF2-40B4-BE49-F238E27FC236}">
                      <a16:creationId xmlns:a16="http://schemas.microsoft.com/office/drawing/2014/main" id="{CCED654E-ACB0-C917-9453-B224B5A38A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Oval 1945">
                  <a:extLst>
                    <a:ext uri="{FF2B5EF4-FFF2-40B4-BE49-F238E27FC236}">
                      <a16:creationId xmlns:a16="http://schemas.microsoft.com/office/drawing/2014/main" id="{C81E2709-9484-41E8-F63A-2BD1F596EC2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Oval 1946">
                  <a:extLst>
                    <a:ext uri="{FF2B5EF4-FFF2-40B4-BE49-F238E27FC236}">
                      <a16:creationId xmlns:a16="http://schemas.microsoft.com/office/drawing/2014/main" id="{66E3A0D9-33AD-C1AB-DBAB-FAC40170E5F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 name="Oval 1947">
                  <a:extLst>
                    <a:ext uri="{FF2B5EF4-FFF2-40B4-BE49-F238E27FC236}">
                      <a16:creationId xmlns:a16="http://schemas.microsoft.com/office/drawing/2014/main" id="{84196992-A4FC-6091-5846-A03BD98D155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9" name="Oval 1948">
                  <a:extLst>
                    <a:ext uri="{FF2B5EF4-FFF2-40B4-BE49-F238E27FC236}">
                      <a16:creationId xmlns:a16="http://schemas.microsoft.com/office/drawing/2014/main" id="{BF0FE7C7-A240-5400-6874-88A725766A2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Oval 1949">
                  <a:extLst>
                    <a:ext uri="{FF2B5EF4-FFF2-40B4-BE49-F238E27FC236}">
                      <a16:creationId xmlns:a16="http://schemas.microsoft.com/office/drawing/2014/main" id="{0EA7E2A2-58A5-D53B-DB48-F7D2B784683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51" name="Group 1950">
                <a:extLst>
                  <a:ext uri="{FF2B5EF4-FFF2-40B4-BE49-F238E27FC236}">
                    <a16:creationId xmlns:a16="http://schemas.microsoft.com/office/drawing/2014/main" id="{D56A772A-A773-645C-2A0F-83F5B35CD15B}"/>
                  </a:ext>
                </a:extLst>
              </p:cNvPr>
              <p:cNvGrpSpPr/>
              <p:nvPr/>
            </p:nvGrpSpPr>
            <p:grpSpPr>
              <a:xfrm rot="10800000">
                <a:off x="9454868" y="2389419"/>
                <a:ext cx="242005" cy="46723"/>
                <a:chOff x="7979724" y="3580291"/>
                <a:chExt cx="242005" cy="43678"/>
              </a:xfrm>
            </p:grpSpPr>
            <p:sp>
              <p:nvSpPr>
                <p:cNvPr id="1952" name="Oval 1951">
                  <a:extLst>
                    <a:ext uri="{FF2B5EF4-FFF2-40B4-BE49-F238E27FC236}">
                      <a16:creationId xmlns:a16="http://schemas.microsoft.com/office/drawing/2014/main" id="{E1961307-C375-C57F-5FFB-041FA141E6A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Oval 1952">
                  <a:extLst>
                    <a:ext uri="{FF2B5EF4-FFF2-40B4-BE49-F238E27FC236}">
                      <a16:creationId xmlns:a16="http://schemas.microsoft.com/office/drawing/2014/main" id="{F65C68BC-9B1C-E2CE-279F-B8D48D47858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Oval 1953">
                  <a:extLst>
                    <a:ext uri="{FF2B5EF4-FFF2-40B4-BE49-F238E27FC236}">
                      <a16:creationId xmlns:a16="http://schemas.microsoft.com/office/drawing/2014/main" id="{AB0208A0-A067-6C98-A8CD-BAC3C550ED6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5" name="Oval 1954">
                  <a:extLst>
                    <a:ext uri="{FF2B5EF4-FFF2-40B4-BE49-F238E27FC236}">
                      <a16:creationId xmlns:a16="http://schemas.microsoft.com/office/drawing/2014/main" id="{FF179492-6A95-051B-2971-B5B72FA535A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6" name="Oval 1955">
                  <a:extLst>
                    <a:ext uri="{FF2B5EF4-FFF2-40B4-BE49-F238E27FC236}">
                      <a16:creationId xmlns:a16="http://schemas.microsoft.com/office/drawing/2014/main" id="{406855F9-1D56-02EA-745A-F1FB96018D0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Oval 1956">
                  <a:extLst>
                    <a:ext uri="{FF2B5EF4-FFF2-40B4-BE49-F238E27FC236}">
                      <a16:creationId xmlns:a16="http://schemas.microsoft.com/office/drawing/2014/main" id="{1869419C-2532-A2B7-D4C7-95F0B3C0FC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Oval 1957">
                  <a:extLst>
                    <a:ext uri="{FF2B5EF4-FFF2-40B4-BE49-F238E27FC236}">
                      <a16:creationId xmlns:a16="http://schemas.microsoft.com/office/drawing/2014/main" id="{2127A8C0-5E36-CA9E-989E-D01676DDFC7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Oval 1958">
                  <a:extLst>
                    <a:ext uri="{FF2B5EF4-FFF2-40B4-BE49-F238E27FC236}">
                      <a16:creationId xmlns:a16="http://schemas.microsoft.com/office/drawing/2014/main" id="{8E8ADF63-1A67-E692-4350-9032065ABE1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0" name="Group 1959">
                <a:extLst>
                  <a:ext uri="{FF2B5EF4-FFF2-40B4-BE49-F238E27FC236}">
                    <a16:creationId xmlns:a16="http://schemas.microsoft.com/office/drawing/2014/main" id="{83A9CDF3-5452-341C-03D0-52054EE75F30}"/>
                  </a:ext>
                </a:extLst>
              </p:cNvPr>
              <p:cNvGrpSpPr/>
              <p:nvPr/>
            </p:nvGrpSpPr>
            <p:grpSpPr>
              <a:xfrm>
                <a:off x="9383711" y="2390235"/>
                <a:ext cx="242005" cy="43678"/>
                <a:chOff x="7979724" y="3580291"/>
                <a:chExt cx="242005" cy="43678"/>
              </a:xfrm>
            </p:grpSpPr>
            <p:sp>
              <p:nvSpPr>
                <p:cNvPr id="1961" name="Oval 1960">
                  <a:extLst>
                    <a:ext uri="{FF2B5EF4-FFF2-40B4-BE49-F238E27FC236}">
                      <a16:creationId xmlns:a16="http://schemas.microsoft.com/office/drawing/2014/main" id="{B9CFD307-B7CF-A724-AC11-BEAD126101D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2" name="Oval 1961">
                  <a:extLst>
                    <a:ext uri="{FF2B5EF4-FFF2-40B4-BE49-F238E27FC236}">
                      <a16:creationId xmlns:a16="http://schemas.microsoft.com/office/drawing/2014/main" id="{72929164-70A8-A9DC-AC18-3BCC464BFE7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3" name="Oval 1962">
                  <a:extLst>
                    <a:ext uri="{FF2B5EF4-FFF2-40B4-BE49-F238E27FC236}">
                      <a16:creationId xmlns:a16="http://schemas.microsoft.com/office/drawing/2014/main" id="{1544C311-7237-E0E4-49D5-4C300BA432F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4" name="Oval 1963">
                  <a:extLst>
                    <a:ext uri="{FF2B5EF4-FFF2-40B4-BE49-F238E27FC236}">
                      <a16:creationId xmlns:a16="http://schemas.microsoft.com/office/drawing/2014/main" id="{3B8A0F53-CD6A-5BD5-9DAE-98F6087D08C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5" name="Oval 1964">
                  <a:extLst>
                    <a:ext uri="{FF2B5EF4-FFF2-40B4-BE49-F238E27FC236}">
                      <a16:creationId xmlns:a16="http://schemas.microsoft.com/office/drawing/2014/main" id="{DC7922A1-EB2C-07A3-CE10-9D656ACDFC6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6" name="Oval 1965">
                  <a:extLst>
                    <a:ext uri="{FF2B5EF4-FFF2-40B4-BE49-F238E27FC236}">
                      <a16:creationId xmlns:a16="http://schemas.microsoft.com/office/drawing/2014/main" id="{F1F72671-8C10-812B-1B44-43FB038C567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7" name="Oval 1966">
                  <a:extLst>
                    <a:ext uri="{FF2B5EF4-FFF2-40B4-BE49-F238E27FC236}">
                      <a16:creationId xmlns:a16="http://schemas.microsoft.com/office/drawing/2014/main" id="{F67B2CB5-D6CF-2BA6-06D4-CA7C7805597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8" name="Oval 1967">
                  <a:extLst>
                    <a:ext uri="{FF2B5EF4-FFF2-40B4-BE49-F238E27FC236}">
                      <a16:creationId xmlns:a16="http://schemas.microsoft.com/office/drawing/2014/main" id="{700CFFDF-E88D-5057-A215-7D9FF8E85A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9" name="Group 1968">
                <a:extLst>
                  <a:ext uri="{FF2B5EF4-FFF2-40B4-BE49-F238E27FC236}">
                    <a16:creationId xmlns:a16="http://schemas.microsoft.com/office/drawing/2014/main" id="{973DCC97-8774-6A2A-90CE-0A9BE7F28479}"/>
                  </a:ext>
                </a:extLst>
              </p:cNvPr>
              <p:cNvGrpSpPr/>
              <p:nvPr/>
            </p:nvGrpSpPr>
            <p:grpSpPr>
              <a:xfrm rot="10800000">
                <a:off x="8581718" y="2393619"/>
                <a:ext cx="242005" cy="46723"/>
                <a:chOff x="7979724" y="3580291"/>
                <a:chExt cx="242005" cy="43678"/>
              </a:xfrm>
            </p:grpSpPr>
            <p:sp>
              <p:nvSpPr>
                <p:cNvPr id="1970" name="Oval 1969">
                  <a:extLst>
                    <a:ext uri="{FF2B5EF4-FFF2-40B4-BE49-F238E27FC236}">
                      <a16:creationId xmlns:a16="http://schemas.microsoft.com/office/drawing/2014/main" id="{4E36E291-186B-61AC-9371-DE57020CB26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1" name="Oval 1970">
                  <a:extLst>
                    <a:ext uri="{FF2B5EF4-FFF2-40B4-BE49-F238E27FC236}">
                      <a16:creationId xmlns:a16="http://schemas.microsoft.com/office/drawing/2014/main" id="{7F4521A5-1E42-2687-9B29-640B317BD96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2" name="Oval 1971">
                  <a:extLst>
                    <a:ext uri="{FF2B5EF4-FFF2-40B4-BE49-F238E27FC236}">
                      <a16:creationId xmlns:a16="http://schemas.microsoft.com/office/drawing/2014/main" id="{09E49360-8223-E99D-3AFA-46D15EACC4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Oval 1972">
                  <a:extLst>
                    <a:ext uri="{FF2B5EF4-FFF2-40B4-BE49-F238E27FC236}">
                      <a16:creationId xmlns:a16="http://schemas.microsoft.com/office/drawing/2014/main" id="{B717D45F-86E8-507E-F841-39BAC7AA228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4" name="Oval 1973">
                  <a:extLst>
                    <a:ext uri="{FF2B5EF4-FFF2-40B4-BE49-F238E27FC236}">
                      <a16:creationId xmlns:a16="http://schemas.microsoft.com/office/drawing/2014/main" id="{670007DE-6B91-4C3A-F6BD-15D47891487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5" name="Oval 1974">
                  <a:extLst>
                    <a:ext uri="{FF2B5EF4-FFF2-40B4-BE49-F238E27FC236}">
                      <a16:creationId xmlns:a16="http://schemas.microsoft.com/office/drawing/2014/main" id="{38873200-8BD7-AEED-F269-7C782C5AC19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Oval 1975">
                  <a:extLst>
                    <a:ext uri="{FF2B5EF4-FFF2-40B4-BE49-F238E27FC236}">
                      <a16:creationId xmlns:a16="http://schemas.microsoft.com/office/drawing/2014/main" id="{D16BE4BB-B7FA-417B-68C5-67A3A5DC16F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Oval 1976">
                  <a:extLst>
                    <a:ext uri="{FF2B5EF4-FFF2-40B4-BE49-F238E27FC236}">
                      <a16:creationId xmlns:a16="http://schemas.microsoft.com/office/drawing/2014/main" id="{0886086B-4388-0725-6728-64F9D782269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8" name="Group 1977">
                <a:extLst>
                  <a:ext uri="{FF2B5EF4-FFF2-40B4-BE49-F238E27FC236}">
                    <a16:creationId xmlns:a16="http://schemas.microsoft.com/office/drawing/2014/main" id="{FA6ADA03-E498-5716-B3F9-ED60E7A0893F}"/>
                  </a:ext>
                </a:extLst>
              </p:cNvPr>
              <p:cNvGrpSpPr/>
              <p:nvPr/>
            </p:nvGrpSpPr>
            <p:grpSpPr>
              <a:xfrm>
                <a:off x="8510561" y="2394435"/>
                <a:ext cx="242005" cy="43678"/>
                <a:chOff x="7979724" y="3580291"/>
                <a:chExt cx="242005" cy="43678"/>
              </a:xfrm>
            </p:grpSpPr>
            <p:sp>
              <p:nvSpPr>
                <p:cNvPr id="1979" name="Oval 1978">
                  <a:extLst>
                    <a:ext uri="{FF2B5EF4-FFF2-40B4-BE49-F238E27FC236}">
                      <a16:creationId xmlns:a16="http://schemas.microsoft.com/office/drawing/2014/main" id="{A4351AEF-3302-8C96-924A-6F5E0892279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0" name="Oval 1979">
                  <a:extLst>
                    <a:ext uri="{FF2B5EF4-FFF2-40B4-BE49-F238E27FC236}">
                      <a16:creationId xmlns:a16="http://schemas.microsoft.com/office/drawing/2014/main" id="{33ED0D79-B76E-9704-C2FE-1B14E6C9EA2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1" name="Oval 1980">
                  <a:extLst>
                    <a:ext uri="{FF2B5EF4-FFF2-40B4-BE49-F238E27FC236}">
                      <a16:creationId xmlns:a16="http://schemas.microsoft.com/office/drawing/2014/main" id="{B0B37EC7-A3B2-8ED5-67FB-B5342F4E429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2" name="Oval 1981">
                  <a:extLst>
                    <a:ext uri="{FF2B5EF4-FFF2-40B4-BE49-F238E27FC236}">
                      <a16:creationId xmlns:a16="http://schemas.microsoft.com/office/drawing/2014/main" id="{24102FA6-7196-248C-FEFA-C43CB2000B2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3" name="Oval 1982">
                  <a:extLst>
                    <a:ext uri="{FF2B5EF4-FFF2-40B4-BE49-F238E27FC236}">
                      <a16:creationId xmlns:a16="http://schemas.microsoft.com/office/drawing/2014/main" id="{DD930C6D-73AB-891B-B266-4F77C66CFC5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4" name="Oval 1983">
                  <a:extLst>
                    <a:ext uri="{FF2B5EF4-FFF2-40B4-BE49-F238E27FC236}">
                      <a16:creationId xmlns:a16="http://schemas.microsoft.com/office/drawing/2014/main" id="{679BA25C-99CC-AE03-CE97-02525D764FE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5" name="Oval 1984">
                  <a:extLst>
                    <a:ext uri="{FF2B5EF4-FFF2-40B4-BE49-F238E27FC236}">
                      <a16:creationId xmlns:a16="http://schemas.microsoft.com/office/drawing/2014/main" id="{3805CFC6-B641-9EB2-1009-95EE635C155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6" name="Oval 1985">
                  <a:extLst>
                    <a:ext uri="{FF2B5EF4-FFF2-40B4-BE49-F238E27FC236}">
                      <a16:creationId xmlns:a16="http://schemas.microsoft.com/office/drawing/2014/main" id="{467785F8-5233-194B-24A6-4FE6A182F09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7" name="Group 1986">
                <a:extLst>
                  <a:ext uri="{FF2B5EF4-FFF2-40B4-BE49-F238E27FC236}">
                    <a16:creationId xmlns:a16="http://schemas.microsoft.com/office/drawing/2014/main" id="{A7D36E0F-51A6-6071-947E-BAA29EBACB9A}"/>
                  </a:ext>
                </a:extLst>
              </p:cNvPr>
              <p:cNvGrpSpPr/>
              <p:nvPr/>
            </p:nvGrpSpPr>
            <p:grpSpPr>
              <a:xfrm rot="10800000">
                <a:off x="8886660" y="2376171"/>
                <a:ext cx="242005" cy="46723"/>
                <a:chOff x="7979724" y="3580291"/>
                <a:chExt cx="242005" cy="43678"/>
              </a:xfrm>
            </p:grpSpPr>
            <p:sp>
              <p:nvSpPr>
                <p:cNvPr id="1988" name="Oval 1987">
                  <a:extLst>
                    <a:ext uri="{FF2B5EF4-FFF2-40B4-BE49-F238E27FC236}">
                      <a16:creationId xmlns:a16="http://schemas.microsoft.com/office/drawing/2014/main" id="{3DD01E14-AA41-9E4C-37BB-1B63E61C235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9" name="Oval 1988">
                  <a:extLst>
                    <a:ext uri="{FF2B5EF4-FFF2-40B4-BE49-F238E27FC236}">
                      <a16:creationId xmlns:a16="http://schemas.microsoft.com/office/drawing/2014/main" id="{680E0474-2306-10E5-43C1-1DC7E38C2D9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0" name="Oval 1989">
                  <a:extLst>
                    <a:ext uri="{FF2B5EF4-FFF2-40B4-BE49-F238E27FC236}">
                      <a16:creationId xmlns:a16="http://schemas.microsoft.com/office/drawing/2014/main" id="{902CF9F2-EB5B-0BD8-A5BA-2B4EA346F4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1" name="Oval 1990">
                  <a:extLst>
                    <a:ext uri="{FF2B5EF4-FFF2-40B4-BE49-F238E27FC236}">
                      <a16:creationId xmlns:a16="http://schemas.microsoft.com/office/drawing/2014/main" id="{D102444E-525F-D2A6-6295-53AAE2EF52C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2" name="Oval 1991">
                  <a:extLst>
                    <a:ext uri="{FF2B5EF4-FFF2-40B4-BE49-F238E27FC236}">
                      <a16:creationId xmlns:a16="http://schemas.microsoft.com/office/drawing/2014/main" id="{AA48D48D-84C1-5601-5E29-B3270D32ECE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3" name="Oval 1992">
                  <a:extLst>
                    <a:ext uri="{FF2B5EF4-FFF2-40B4-BE49-F238E27FC236}">
                      <a16:creationId xmlns:a16="http://schemas.microsoft.com/office/drawing/2014/main" id="{832852F1-D970-39C2-2E2C-04636672C4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4" name="Oval 1993">
                  <a:extLst>
                    <a:ext uri="{FF2B5EF4-FFF2-40B4-BE49-F238E27FC236}">
                      <a16:creationId xmlns:a16="http://schemas.microsoft.com/office/drawing/2014/main" id="{136ECE8D-C700-D307-725A-7C087E6EB6D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5" name="Oval 1994">
                  <a:extLst>
                    <a:ext uri="{FF2B5EF4-FFF2-40B4-BE49-F238E27FC236}">
                      <a16:creationId xmlns:a16="http://schemas.microsoft.com/office/drawing/2014/main" id="{02910F83-6938-3C3A-C2D9-EDDF6F009F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6" name="Group 1995">
                <a:extLst>
                  <a:ext uri="{FF2B5EF4-FFF2-40B4-BE49-F238E27FC236}">
                    <a16:creationId xmlns:a16="http://schemas.microsoft.com/office/drawing/2014/main" id="{3D702D9D-B32F-EF54-E4C4-FC191004F84A}"/>
                  </a:ext>
                </a:extLst>
              </p:cNvPr>
              <p:cNvGrpSpPr/>
              <p:nvPr/>
            </p:nvGrpSpPr>
            <p:grpSpPr>
              <a:xfrm rot="10800000">
                <a:off x="9225989" y="2617456"/>
                <a:ext cx="242005" cy="46723"/>
                <a:chOff x="7979724" y="3580291"/>
                <a:chExt cx="242005" cy="43678"/>
              </a:xfrm>
            </p:grpSpPr>
            <p:sp>
              <p:nvSpPr>
                <p:cNvPr id="1997" name="Oval 1996">
                  <a:extLst>
                    <a:ext uri="{FF2B5EF4-FFF2-40B4-BE49-F238E27FC236}">
                      <a16:creationId xmlns:a16="http://schemas.microsoft.com/office/drawing/2014/main" id="{6BFD4118-BAD1-3019-60A4-D5CE32E195B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8" name="Oval 1997">
                  <a:extLst>
                    <a:ext uri="{FF2B5EF4-FFF2-40B4-BE49-F238E27FC236}">
                      <a16:creationId xmlns:a16="http://schemas.microsoft.com/office/drawing/2014/main" id="{400D82FA-44B0-A5C7-3B9A-04A3A065E20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9" name="Oval 1998">
                  <a:extLst>
                    <a:ext uri="{FF2B5EF4-FFF2-40B4-BE49-F238E27FC236}">
                      <a16:creationId xmlns:a16="http://schemas.microsoft.com/office/drawing/2014/main" id="{3FC15D18-4FD3-AE8D-8052-9716C17AA22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0" name="Oval 1999">
                  <a:extLst>
                    <a:ext uri="{FF2B5EF4-FFF2-40B4-BE49-F238E27FC236}">
                      <a16:creationId xmlns:a16="http://schemas.microsoft.com/office/drawing/2014/main" id="{3394A539-9218-3981-93DB-5BE547063E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1" name="Oval 2000">
                  <a:extLst>
                    <a:ext uri="{FF2B5EF4-FFF2-40B4-BE49-F238E27FC236}">
                      <a16:creationId xmlns:a16="http://schemas.microsoft.com/office/drawing/2014/main" id="{29D9D9FD-F0EB-BF4D-B73C-86BFFE0D4D4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2" name="Oval 2001">
                  <a:extLst>
                    <a:ext uri="{FF2B5EF4-FFF2-40B4-BE49-F238E27FC236}">
                      <a16:creationId xmlns:a16="http://schemas.microsoft.com/office/drawing/2014/main" id="{02B71EE5-1679-090D-69F9-EBC09276D6D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 name="Oval 2002">
                  <a:extLst>
                    <a:ext uri="{FF2B5EF4-FFF2-40B4-BE49-F238E27FC236}">
                      <a16:creationId xmlns:a16="http://schemas.microsoft.com/office/drawing/2014/main" id="{EADC4C72-C9B1-C66C-4103-C2F03688B2C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4" name="Oval 2003">
                  <a:extLst>
                    <a:ext uri="{FF2B5EF4-FFF2-40B4-BE49-F238E27FC236}">
                      <a16:creationId xmlns:a16="http://schemas.microsoft.com/office/drawing/2014/main" id="{7DE290D5-FC50-1D77-B7A8-235DB4EDFE5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5" name="Group 2004">
                <a:extLst>
                  <a:ext uri="{FF2B5EF4-FFF2-40B4-BE49-F238E27FC236}">
                    <a16:creationId xmlns:a16="http://schemas.microsoft.com/office/drawing/2014/main" id="{88BCC1F1-4571-907B-7FC7-AA51A4098D1B}"/>
                  </a:ext>
                </a:extLst>
              </p:cNvPr>
              <p:cNvGrpSpPr/>
              <p:nvPr/>
            </p:nvGrpSpPr>
            <p:grpSpPr>
              <a:xfrm rot="10800000">
                <a:off x="9165352" y="2560616"/>
                <a:ext cx="242005" cy="46723"/>
                <a:chOff x="7979724" y="3580291"/>
                <a:chExt cx="242005" cy="43678"/>
              </a:xfrm>
            </p:grpSpPr>
            <p:sp>
              <p:nvSpPr>
                <p:cNvPr id="2006" name="Oval 2005">
                  <a:extLst>
                    <a:ext uri="{FF2B5EF4-FFF2-40B4-BE49-F238E27FC236}">
                      <a16:creationId xmlns:a16="http://schemas.microsoft.com/office/drawing/2014/main" id="{C306DAA7-6218-54C1-0EE2-6A770A38430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 name="Oval 2006">
                  <a:extLst>
                    <a:ext uri="{FF2B5EF4-FFF2-40B4-BE49-F238E27FC236}">
                      <a16:creationId xmlns:a16="http://schemas.microsoft.com/office/drawing/2014/main" id="{EDF8416A-39AB-1F42-F552-DA4A9DB7C1F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8" name="Oval 2007">
                  <a:extLst>
                    <a:ext uri="{FF2B5EF4-FFF2-40B4-BE49-F238E27FC236}">
                      <a16:creationId xmlns:a16="http://schemas.microsoft.com/office/drawing/2014/main" id="{CF39E77C-EF0F-1CA3-77E0-71D81F15394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9" name="Oval 2008">
                  <a:extLst>
                    <a:ext uri="{FF2B5EF4-FFF2-40B4-BE49-F238E27FC236}">
                      <a16:creationId xmlns:a16="http://schemas.microsoft.com/office/drawing/2014/main" id="{820400C0-8997-4CA5-AFE8-F9ABB9C501C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0" name="Oval 2009">
                  <a:extLst>
                    <a:ext uri="{FF2B5EF4-FFF2-40B4-BE49-F238E27FC236}">
                      <a16:creationId xmlns:a16="http://schemas.microsoft.com/office/drawing/2014/main" id="{A3BF4CDF-F511-3D6C-11B7-EF9C52AB481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1" name="Oval 2010">
                  <a:extLst>
                    <a:ext uri="{FF2B5EF4-FFF2-40B4-BE49-F238E27FC236}">
                      <a16:creationId xmlns:a16="http://schemas.microsoft.com/office/drawing/2014/main" id="{F8DB0D99-9797-BAD6-860D-38A1DA7516A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2" name="Oval 2011">
                  <a:extLst>
                    <a:ext uri="{FF2B5EF4-FFF2-40B4-BE49-F238E27FC236}">
                      <a16:creationId xmlns:a16="http://schemas.microsoft.com/office/drawing/2014/main" id="{41F1D70D-5838-44CF-EEC6-66AC7D659C6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3" name="Oval 2012">
                  <a:extLst>
                    <a:ext uri="{FF2B5EF4-FFF2-40B4-BE49-F238E27FC236}">
                      <a16:creationId xmlns:a16="http://schemas.microsoft.com/office/drawing/2014/main" id="{68BC25BE-B3D4-7043-5CE1-29F0163E921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4" name="Group 2013">
                <a:extLst>
                  <a:ext uri="{FF2B5EF4-FFF2-40B4-BE49-F238E27FC236}">
                    <a16:creationId xmlns:a16="http://schemas.microsoft.com/office/drawing/2014/main" id="{F891BAED-4CE2-B957-3A30-0B6418C33E3B}"/>
                  </a:ext>
                </a:extLst>
              </p:cNvPr>
              <p:cNvGrpSpPr/>
              <p:nvPr/>
            </p:nvGrpSpPr>
            <p:grpSpPr>
              <a:xfrm rot="10800000">
                <a:off x="9098461" y="2755897"/>
                <a:ext cx="242005" cy="46723"/>
                <a:chOff x="7979724" y="3580291"/>
                <a:chExt cx="242005" cy="43678"/>
              </a:xfrm>
            </p:grpSpPr>
            <p:sp>
              <p:nvSpPr>
                <p:cNvPr id="2015" name="Oval 2014">
                  <a:extLst>
                    <a:ext uri="{FF2B5EF4-FFF2-40B4-BE49-F238E27FC236}">
                      <a16:creationId xmlns:a16="http://schemas.microsoft.com/office/drawing/2014/main" id="{2C5C91FE-2B74-DFD6-C6C0-CD4732A60C1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6" name="Oval 2015">
                  <a:extLst>
                    <a:ext uri="{FF2B5EF4-FFF2-40B4-BE49-F238E27FC236}">
                      <a16:creationId xmlns:a16="http://schemas.microsoft.com/office/drawing/2014/main" id="{9593DD7C-6F60-F9DD-423C-632677AE9FD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7" name="Oval 2016">
                  <a:extLst>
                    <a:ext uri="{FF2B5EF4-FFF2-40B4-BE49-F238E27FC236}">
                      <a16:creationId xmlns:a16="http://schemas.microsoft.com/office/drawing/2014/main" id="{6BB8991E-6BEF-C6B3-18CA-C3DFC2B68B5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8" name="Oval 2017">
                  <a:extLst>
                    <a:ext uri="{FF2B5EF4-FFF2-40B4-BE49-F238E27FC236}">
                      <a16:creationId xmlns:a16="http://schemas.microsoft.com/office/drawing/2014/main" id="{6D0DD306-1DF2-FE97-E82A-5DC59717A03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9" name="Oval 2018">
                  <a:extLst>
                    <a:ext uri="{FF2B5EF4-FFF2-40B4-BE49-F238E27FC236}">
                      <a16:creationId xmlns:a16="http://schemas.microsoft.com/office/drawing/2014/main" id="{ACFE86E5-DC46-7F9C-F165-DB37AE53AF6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0" name="Oval 2019">
                  <a:extLst>
                    <a:ext uri="{FF2B5EF4-FFF2-40B4-BE49-F238E27FC236}">
                      <a16:creationId xmlns:a16="http://schemas.microsoft.com/office/drawing/2014/main" id="{1F56B958-C91B-80E2-0757-7F393CF30EA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 name="Oval 2020">
                  <a:extLst>
                    <a:ext uri="{FF2B5EF4-FFF2-40B4-BE49-F238E27FC236}">
                      <a16:creationId xmlns:a16="http://schemas.microsoft.com/office/drawing/2014/main" id="{9696C82E-F560-3CB9-34F6-85E81275AB0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2" name="Oval 2021">
                  <a:extLst>
                    <a:ext uri="{FF2B5EF4-FFF2-40B4-BE49-F238E27FC236}">
                      <a16:creationId xmlns:a16="http://schemas.microsoft.com/office/drawing/2014/main" id="{EDF4C55F-5431-B52B-3AF6-746465FC5A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3" name="Group 2022">
                <a:extLst>
                  <a:ext uri="{FF2B5EF4-FFF2-40B4-BE49-F238E27FC236}">
                    <a16:creationId xmlns:a16="http://schemas.microsoft.com/office/drawing/2014/main" id="{D72F91B1-C4D4-8D0C-1CF9-22FCCB37A0D3}"/>
                  </a:ext>
                </a:extLst>
              </p:cNvPr>
              <p:cNvGrpSpPr/>
              <p:nvPr/>
            </p:nvGrpSpPr>
            <p:grpSpPr>
              <a:xfrm>
                <a:off x="8149682" y="2734077"/>
                <a:ext cx="971545" cy="53915"/>
                <a:chOff x="5754694" y="6008041"/>
                <a:chExt cx="971545" cy="53915"/>
              </a:xfrm>
            </p:grpSpPr>
            <p:grpSp>
              <p:nvGrpSpPr>
                <p:cNvPr id="2024" name="Group 2023">
                  <a:extLst>
                    <a:ext uri="{FF2B5EF4-FFF2-40B4-BE49-F238E27FC236}">
                      <a16:creationId xmlns:a16="http://schemas.microsoft.com/office/drawing/2014/main" id="{F9FA416E-802F-82F9-70ED-ACF4D0094150}"/>
                    </a:ext>
                  </a:extLst>
                </p:cNvPr>
                <p:cNvGrpSpPr/>
                <p:nvPr/>
              </p:nvGrpSpPr>
              <p:grpSpPr>
                <a:xfrm rot="10800000">
                  <a:off x="5825851" y="6008041"/>
                  <a:ext cx="242005" cy="46723"/>
                  <a:chOff x="7979724" y="3580291"/>
                  <a:chExt cx="242005" cy="43678"/>
                </a:xfrm>
              </p:grpSpPr>
              <p:sp>
                <p:nvSpPr>
                  <p:cNvPr id="2088" name="Oval 2087">
                    <a:extLst>
                      <a:ext uri="{FF2B5EF4-FFF2-40B4-BE49-F238E27FC236}">
                        <a16:creationId xmlns:a16="http://schemas.microsoft.com/office/drawing/2014/main" id="{181C3EBB-2B87-BC8B-40BF-4A78ABC4C62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9" name="Oval 2088">
                    <a:extLst>
                      <a:ext uri="{FF2B5EF4-FFF2-40B4-BE49-F238E27FC236}">
                        <a16:creationId xmlns:a16="http://schemas.microsoft.com/office/drawing/2014/main" id="{E1F0B7B7-F8DD-E448-E78C-46B683DCC7D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0" name="Oval 2089">
                    <a:extLst>
                      <a:ext uri="{FF2B5EF4-FFF2-40B4-BE49-F238E27FC236}">
                        <a16:creationId xmlns:a16="http://schemas.microsoft.com/office/drawing/2014/main" id="{1C87197B-CA14-09D4-1A7D-87FD8CFCBE1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1" name="Oval 2090">
                    <a:extLst>
                      <a:ext uri="{FF2B5EF4-FFF2-40B4-BE49-F238E27FC236}">
                        <a16:creationId xmlns:a16="http://schemas.microsoft.com/office/drawing/2014/main" id="{01898C55-122C-9CDB-6AD5-CA25D7E1649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2" name="Oval 2091">
                    <a:extLst>
                      <a:ext uri="{FF2B5EF4-FFF2-40B4-BE49-F238E27FC236}">
                        <a16:creationId xmlns:a16="http://schemas.microsoft.com/office/drawing/2014/main" id="{2886A292-CC05-E7EC-8E9D-914B9C3203C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3" name="Oval 2092">
                    <a:extLst>
                      <a:ext uri="{FF2B5EF4-FFF2-40B4-BE49-F238E27FC236}">
                        <a16:creationId xmlns:a16="http://schemas.microsoft.com/office/drawing/2014/main" id="{F49E6768-0D79-0A6A-250B-365A2A2BEB7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4" name="Oval 2093">
                    <a:extLst>
                      <a:ext uri="{FF2B5EF4-FFF2-40B4-BE49-F238E27FC236}">
                        <a16:creationId xmlns:a16="http://schemas.microsoft.com/office/drawing/2014/main" id="{8F804581-0320-92B5-6893-E53B58536DE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5" name="Oval 2094">
                    <a:extLst>
                      <a:ext uri="{FF2B5EF4-FFF2-40B4-BE49-F238E27FC236}">
                        <a16:creationId xmlns:a16="http://schemas.microsoft.com/office/drawing/2014/main" id="{30E35604-F594-9F6A-98AE-85090EA7D75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5" name="Group 2024">
                  <a:extLst>
                    <a:ext uri="{FF2B5EF4-FFF2-40B4-BE49-F238E27FC236}">
                      <a16:creationId xmlns:a16="http://schemas.microsoft.com/office/drawing/2014/main" id="{F21BE382-F10C-5946-B273-40C202DD1E78}"/>
                    </a:ext>
                  </a:extLst>
                </p:cNvPr>
                <p:cNvGrpSpPr/>
                <p:nvPr/>
              </p:nvGrpSpPr>
              <p:grpSpPr>
                <a:xfrm>
                  <a:off x="5754694" y="6008857"/>
                  <a:ext cx="242005" cy="43678"/>
                  <a:chOff x="7979724" y="3580291"/>
                  <a:chExt cx="242005" cy="43678"/>
                </a:xfrm>
              </p:grpSpPr>
              <p:sp>
                <p:nvSpPr>
                  <p:cNvPr id="2080" name="Oval 2079">
                    <a:extLst>
                      <a:ext uri="{FF2B5EF4-FFF2-40B4-BE49-F238E27FC236}">
                        <a16:creationId xmlns:a16="http://schemas.microsoft.com/office/drawing/2014/main" id="{2721A5A8-B693-E891-C238-6ED6D18F504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Oval 2080">
                    <a:extLst>
                      <a:ext uri="{FF2B5EF4-FFF2-40B4-BE49-F238E27FC236}">
                        <a16:creationId xmlns:a16="http://schemas.microsoft.com/office/drawing/2014/main" id="{BFD3CDE6-4BA9-1C21-6D11-2D39B666DD2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2" name="Oval 2081">
                    <a:extLst>
                      <a:ext uri="{FF2B5EF4-FFF2-40B4-BE49-F238E27FC236}">
                        <a16:creationId xmlns:a16="http://schemas.microsoft.com/office/drawing/2014/main" id="{0933F5CA-E271-8A1C-91C5-F3F5F3DDA92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Oval 2082">
                    <a:extLst>
                      <a:ext uri="{FF2B5EF4-FFF2-40B4-BE49-F238E27FC236}">
                        <a16:creationId xmlns:a16="http://schemas.microsoft.com/office/drawing/2014/main" id="{E9D9F4C2-03A8-C5EF-38C4-09CB7EBB2FD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4" name="Oval 2083">
                    <a:extLst>
                      <a:ext uri="{FF2B5EF4-FFF2-40B4-BE49-F238E27FC236}">
                        <a16:creationId xmlns:a16="http://schemas.microsoft.com/office/drawing/2014/main" id="{F7C74320-E77E-D955-979F-6110194BA8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5" name="Oval 2084">
                    <a:extLst>
                      <a:ext uri="{FF2B5EF4-FFF2-40B4-BE49-F238E27FC236}">
                        <a16:creationId xmlns:a16="http://schemas.microsoft.com/office/drawing/2014/main" id="{61A061AC-1FF4-4BF2-6905-45F4653EB84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6" name="Oval 2085">
                    <a:extLst>
                      <a:ext uri="{FF2B5EF4-FFF2-40B4-BE49-F238E27FC236}">
                        <a16:creationId xmlns:a16="http://schemas.microsoft.com/office/drawing/2014/main" id="{4A156310-F64B-4466-AC07-C46A4BAB40E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7" name="Oval 2086">
                    <a:extLst>
                      <a:ext uri="{FF2B5EF4-FFF2-40B4-BE49-F238E27FC236}">
                        <a16:creationId xmlns:a16="http://schemas.microsoft.com/office/drawing/2014/main" id="{B3B6CF27-819E-A219-641F-02CCBF757EF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6" name="Group 2025">
                  <a:extLst>
                    <a:ext uri="{FF2B5EF4-FFF2-40B4-BE49-F238E27FC236}">
                      <a16:creationId xmlns:a16="http://schemas.microsoft.com/office/drawing/2014/main" id="{0E1EB68D-C7FD-BAB0-FBC8-99ACF0695252}"/>
                    </a:ext>
                  </a:extLst>
                </p:cNvPr>
                <p:cNvGrpSpPr/>
                <p:nvPr/>
              </p:nvGrpSpPr>
              <p:grpSpPr>
                <a:xfrm rot="10800000">
                  <a:off x="6066894" y="6011217"/>
                  <a:ext cx="242005" cy="46723"/>
                  <a:chOff x="7979724" y="3580291"/>
                  <a:chExt cx="242005" cy="43678"/>
                </a:xfrm>
              </p:grpSpPr>
              <p:sp>
                <p:nvSpPr>
                  <p:cNvPr id="2072" name="Oval 2071">
                    <a:extLst>
                      <a:ext uri="{FF2B5EF4-FFF2-40B4-BE49-F238E27FC236}">
                        <a16:creationId xmlns:a16="http://schemas.microsoft.com/office/drawing/2014/main" id="{E53C4345-5478-F3F4-AF4F-F8E100A6182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3" name="Oval 2072">
                    <a:extLst>
                      <a:ext uri="{FF2B5EF4-FFF2-40B4-BE49-F238E27FC236}">
                        <a16:creationId xmlns:a16="http://schemas.microsoft.com/office/drawing/2014/main" id="{8A777205-7CB8-A237-2DE0-297C3D1E341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Oval 2073">
                    <a:extLst>
                      <a:ext uri="{FF2B5EF4-FFF2-40B4-BE49-F238E27FC236}">
                        <a16:creationId xmlns:a16="http://schemas.microsoft.com/office/drawing/2014/main" id="{32F28A93-B863-6D68-1657-70981D8181D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Oval 2074">
                    <a:extLst>
                      <a:ext uri="{FF2B5EF4-FFF2-40B4-BE49-F238E27FC236}">
                        <a16:creationId xmlns:a16="http://schemas.microsoft.com/office/drawing/2014/main" id="{A0C6786B-9473-75FE-9F22-BD1E79B80B6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Oval 2075">
                    <a:extLst>
                      <a:ext uri="{FF2B5EF4-FFF2-40B4-BE49-F238E27FC236}">
                        <a16:creationId xmlns:a16="http://schemas.microsoft.com/office/drawing/2014/main" id="{0CF7BD03-68AC-77E5-4B54-58101FC419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7" name="Oval 2076">
                    <a:extLst>
                      <a:ext uri="{FF2B5EF4-FFF2-40B4-BE49-F238E27FC236}">
                        <a16:creationId xmlns:a16="http://schemas.microsoft.com/office/drawing/2014/main" id="{D78A8045-3FF4-91AD-D355-E5425FCC73D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Oval 2077">
                    <a:extLst>
                      <a:ext uri="{FF2B5EF4-FFF2-40B4-BE49-F238E27FC236}">
                        <a16:creationId xmlns:a16="http://schemas.microsoft.com/office/drawing/2014/main" id="{ABD95AE8-C953-E633-5D3D-A777BB00856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9" name="Oval 2078">
                    <a:extLst>
                      <a:ext uri="{FF2B5EF4-FFF2-40B4-BE49-F238E27FC236}">
                        <a16:creationId xmlns:a16="http://schemas.microsoft.com/office/drawing/2014/main" id="{6A6C2683-60B3-075D-A443-2740B4EDDA4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7" name="Group 2026">
                  <a:extLst>
                    <a:ext uri="{FF2B5EF4-FFF2-40B4-BE49-F238E27FC236}">
                      <a16:creationId xmlns:a16="http://schemas.microsoft.com/office/drawing/2014/main" id="{46F00CDD-5169-FF68-F71D-8911D513EC0F}"/>
                    </a:ext>
                  </a:extLst>
                </p:cNvPr>
                <p:cNvGrpSpPr/>
                <p:nvPr/>
              </p:nvGrpSpPr>
              <p:grpSpPr>
                <a:xfrm rot="11689693">
                  <a:off x="5995737" y="6012033"/>
                  <a:ext cx="242005" cy="43678"/>
                  <a:chOff x="7979724" y="3580291"/>
                  <a:chExt cx="242005" cy="43678"/>
                </a:xfrm>
              </p:grpSpPr>
              <p:sp>
                <p:nvSpPr>
                  <p:cNvPr id="2064" name="Oval 2063">
                    <a:extLst>
                      <a:ext uri="{FF2B5EF4-FFF2-40B4-BE49-F238E27FC236}">
                        <a16:creationId xmlns:a16="http://schemas.microsoft.com/office/drawing/2014/main" id="{E21FC50F-CD24-62AD-096A-0C1D01DD142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Oval 2064">
                    <a:extLst>
                      <a:ext uri="{FF2B5EF4-FFF2-40B4-BE49-F238E27FC236}">
                        <a16:creationId xmlns:a16="http://schemas.microsoft.com/office/drawing/2014/main" id="{F1EF4CD1-FDED-B044-3325-E313B1A38FB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Oval 2065">
                    <a:extLst>
                      <a:ext uri="{FF2B5EF4-FFF2-40B4-BE49-F238E27FC236}">
                        <a16:creationId xmlns:a16="http://schemas.microsoft.com/office/drawing/2014/main" id="{80749792-6445-41DB-1E9C-1B6239EF4A4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Oval 2066">
                    <a:extLst>
                      <a:ext uri="{FF2B5EF4-FFF2-40B4-BE49-F238E27FC236}">
                        <a16:creationId xmlns:a16="http://schemas.microsoft.com/office/drawing/2014/main" id="{FA5BD9AC-BD82-B374-1834-570CB6AE679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Oval 2067">
                    <a:extLst>
                      <a:ext uri="{FF2B5EF4-FFF2-40B4-BE49-F238E27FC236}">
                        <a16:creationId xmlns:a16="http://schemas.microsoft.com/office/drawing/2014/main" id="{3C9F3FB7-9D61-F974-A3F6-10FEDA4FB1C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Oval 2068">
                    <a:extLst>
                      <a:ext uri="{FF2B5EF4-FFF2-40B4-BE49-F238E27FC236}">
                        <a16:creationId xmlns:a16="http://schemas.microsoft.com/office/drawing/2014/main" id="{A674126F-F9BC-94FD-D531-6455393E59E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Oval 2069">
                    <a:extLst>
                      <a:ext uri="{FF2B5EF4-FFF2-40B4-BE49-F238E27FC236}">
                        <a16:creationId xmlns:a16="http://schemas.microsoft.com/office/drawing/2014/main" id="{359FB752-D9AC-E5D2-9780-01957D24955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Oval 2070">
                    <a:extLst>
                      <a:ext uri="{FF2B5EF4-FFF2-40B4-BE49-F238E27FC236}">
                        <a16:creationId xmlns:a16="http://schemas.microsoft.com/office/drawing/2014/main" id="{13C82CB7-ED72-07FD-B9F3-4EF2E10F983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8" name="Group 2027">
                  <a:extLst>
                    <a:ext uri="{FF2B5EF4-FFF2-40B4-BE49-F238E27FC236}">
                      <a16:creationId xmlns:a16="http://schemas.microsoft.com/office/drawing/2014/main" id="{4E574633-8EFA-2009-8090-C1C7A78D8E1D}"/>
                    </a:ext>
                  </a:extLst>
                </p:cNvPr>
                <p:cNvGrpSpPr/>
                <p:nvPr/>
              </p:nvGrpSpPr>
              <p:grpSpPr>
                <a:xfrm rot="21292958">
                  <a:off x="6243191" y="6012057"/>
                  <a:ext cx="242005" cy="46723"/>
                  <a:chOff x="7979724" y="3580291"/>
                  <a:chExt cx="242005" cy="43678"/>
                </a:xfrm>
              </p:grpSpPr>
              <p:sp>
                <p:nvSpPr>
                  <p:cNvPr id="2056" name="Oval 2055">
                    <a:extLst>
                      <a:ext uri="{FF2B5EF4-FFF2-40B4-BE49-F238E27FC236}">
                        <a16:creationId xmlns:a16="http://schemas.microsoft.com/office/drawing/2014/main" id="{3CC7D952-75CD-8A78-68B1-F6BC0307554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Oval 2056">
                    <a:extLst>
                      <a:ext uri="{FF2B5EF4-FFF2-40B4-BE49-F238E27FC236}">
                        <a16:creationId xmlns:a16="http://schemas.microsoft.com/office/drawing/2014/main" id="{8877162F-5496-BE6D-5344-38CD2235D45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8" name="Oval 2057">
                    <a:extLst>
                      <a:ext uri="{FF2B5EF4-FFF2-40B4-BE49-F238E27FC236}">
                        <a16:creationId xmlns:a16="http://schemas.microsoft.com/office/drawing/2014/main" id="{4DDB4AD5-EAFA-2222-D4C0-6770954497D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Oval 2058">
                    <a:extLst>
                      <a:ext uri="{FF2B5EF4-FFF2-40B4-BE49-F238E27FC236}">
                        <a16:creationId xmlns:a16="http://schemas.microsoft.com/office/drawing/2014/main" id="{13F9C460-3F88-94A2-05B6-F309FAF72A4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Oval 2059">
                    <a:extLst>
                      <a:ext uri="{FF2B5EF4-FFF2-40B4-BE49-F238E27FC236}">
                        <a16:creationId xmlns:a16="http://schemas.microsoft.com/office/drawing/2014/main" id="{3DA20EFF-8027-39B4-301E-BA8A1A70AF9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Oval 2060">
                    <a:extLst>
                      <a:ext uri="{FF2B5EF4-FFF2-40B4-BE49-F238E27FC236}">
                        <a16:creationId xmlns:a16="http://schemas.microsoft.com/office/drawing/2014/main" id="{D13DC0FB-ABF8-CCB1-523F-3B8ACF49DD6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Oval 2061">
                    <a:extLst>
                      <a:ext uri="{FF2B5EF4-FFF2-40B4-BE49-F238E27FC236}">
                        <a16:creationId xmlns:a16="http://schemas.microsoft.com/office/drawing/2014/main" id="{E882A200-4B44-6E52-21E6-6B57F069A03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Oval 2062">
                    <a:extLst>
                      <a:ext uri="{FF2B5EF4-FFF2-40B4-BE49-F238E27FC236}">
                        <a16:creationId xmlns:a16="http://schemas.microsoft.com/office/drawing/2014/main" id="{7151F9CB-0CA2-17A7-9E90-18F3DF4EB2B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9" name="Group 2028">
                  <a:extLst>
                    <a:ext uri="{FF2B5EF4-FFF2-40B4-BE49-F238E27FC236}">
                      <a16:creationId xmlns:a16="http://schemas.microsoft.com/office/drawing/2014/main" id="{83385B2B-B65A-0376-2463-E7037495CE79}"/>
                    </a:ext>
                  </a:extLst>
                </p:cNvPr>
                <p:cNvGrpSpPr/>
                <p:nvPr/>
              </p:nvGrpSpPr>
              <p:grpSpPr>
                <a:xfrm>
                  <a:off x="6172034" y="6012873"/>
                  <a:ext cx="242005" cy="43678"/>
                  <a:chOff x="7979724" y="3580291"/>
                  <a:chExt cx="242005" cy="43678"/>
                </a:xfrm>
              </p:grpSpPr>
              <p:sp>
                <p:nvSpPr>
                  <p:cNvPr id="2048" name="Oval 2047">
                    <a:extLst>
                      <a:ext uri="{FF2B5EF4-FFF2-40B4-BE49-F238E27FC236}">
                        <a16:creationId xmlns:a16="http://schemas.microsoft.com/office/drawing/2014/main" id="{7239C6A1-15C4-D2E4-8C42-D779EF04268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 name="Oval 2048">
                    <a:extLst>
                      <a:ext uri="{FF2B5EF4-FFF2-40B4-BE49-F238E27FC236}">
                        <a16:creationId xmlns:a16="http://schemas.microsoft.com/office/drawing/2014/main" id="{B528E8F5-1FFF-3767-414E-235BFE6C3BB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Oval 2049">
                    <a:extLst>
                      <a:ext uri="{FF2B5EF4-FFF2-40B4-BE49-F238E27FC236}">
                        <a16:creationId xmlns:a16="http://schemas.microsoft.com/office/drawing/2014/main" id="{E2A143D7-FD9B-3D9B-FBAE-6E23D01B596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 name="Oval 2050">
                    <a:extLst>
                      <a:ext uri="{FF2B5EF4-FFF2-40B4-BE49-F238E27FC236}">
                        <a16:creationId xmlns:a16="http://schemas.microsoft.com/office/drawing/2014/main" id="{CE57D504-363A-29BC-E1C9-B0508895C28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2" name="Oval 2051">
                    <a:extLst>
                      <a:ext uri="{FF2B5EF4-FFF2-40B4-BE49-F238E27FC236}">
                        <a16:creationId xmlns:a16="http://schemas.microsoft.com/office/drawing/2014/main" id="{12AECA86-E568-1819-294C-5057B5A395D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Oval 2052">
                    <a:extLst>
                      <a:ext uri="{FF2B5EF4-FFF2-40B4-BE49-F238E27FC236}">
                        <a16:creationId xmlns:a16="http://schemas.microsoft.com/office/drawing/2014/main" id="{CC4A07B6-8EAD-E3F3-736F-C6128C26384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Oval 2053">
                    <a:extLst>
                      <a:ext uri="{FF2B5EF4-FFF2-40B4-BE49-F238E27FC236}">
                        <a16:creationId xmlns:a16="http://schemas.microsoft.com/office/drawing/2014/main" id="{F7AD8652-1718-DC25-2B87-90E4698C123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 name="Oval 2054">
                    <a:extLst>
                      <a:ext uri="{FF2B5EF4-FFF2-40B4-BE49-F238E27FC236}">
                        <a16:creationId xmlns:a16="http://schemas.microsoft.com/office/drawing/2014/main" id="{3D4EEA0E-E2A5-F740-367F-305AB0A527B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0" name="Group 2029">
                  <a:extLst>
                    <a:ext uri="{FF2B5EF4-FFF2-40B4-BE49-F238E27FC236}">
                      <a16:creationId xmlns:a16="http://schemas.microsoft.com/office/drawing/2014/main" id="{261DFF78-FCC8-6768-DBCD-18961BE4F661}"/>
                    </a:ext>
                  </a:extLst>
                </p:cNvPr>
                <p:cNvGrpSpPr/>
                <p:nvPr/>
              </p:nvGrpSpPr>
              <p:grpSpPr>
                <a:xfrm rot="10800000">
                  <a:off x="6484234" y="6015233"/>
                  <a:ext cx="242005" cy="46723"/>
                  <a:chOff x="7979724" y="3580291"/>
                  <a:chExt cx="242005" cy="43678"/>
                </a:xfrm>
              </p:grpSpPr>
              <p:sp>
                <p:nvSpPr>
                  <p:cNvPr id="2040" name="Oval 2039">
                    <a:extLst>
                      <a:ext uri="{FF2B5EF4-FFF2-40B4-BE49-F238E27FC236}">
                        <a16:creationId xmlns:a16="http://schemas.microsoft.com/office/drawing/2014/main" id="{87C99566-B79F-A4D2-3C1C-C2B5C1AE318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1" name="Oval 2040">
                    <a:extLst>
                      <a:ext uri="{FF2B5EF4-FFF2-40B4-BE49-F238E27FC236}">
                        <a16:creationId xmlns:a16="http://schemas.microsoft.com/office/drawing/2014/main" id="{558EDFEA-9DC3-0478-7B7F-B2DC4FDD160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2" name="Oval 2041">
                    <a:extLst>
                      <a:ext uri="{FF2B5EF4-FFF2-40B4-BE49-F238E27FC236}">
                        <a16:creationId xmlns:a16="http://schemas.microsoft.com/office/drawing/2014/main" id="{2B3C6CF6-CE61-580C-2317-1150637DFE4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3" name="Oval 2042">
                    <a:extLst>
                      <a:ext uri="{FF2B5EF4-FFF2-40B4-BE49-F238E27FC236}">
                        <a16:creationId xmlns:a16="http://schemas.microsoft.com/office/drawing/2014/main" id="{A41C0BB1-999A-AA95-1C38-029857070C2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4" name="Oval 2043">
                    <a:extLst>
                      <a:ext uri="{FF2B5EF4-FFF2-40B4-BE49-F238E27FC236}">
                        <a16:creationId xmlns:a16="http://schemas.microsoft.com/office/drawing/2014/main" id="{702BE753-F0AA-68E8-207C-E9A81F2D635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5" name="Oval 2044">
                    <a:extLst>
                      <a:ext uri="{FF2B5EF4-FFF2-40B4-BE49-F238E27FC236}">
                        <a16:creationId xmlns:a16="http://schemas.microsoft.com/office/drawing/2014/main" id="{8D471F13-B87C-970A-D4AF-6BF77AD4E1B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6" name="Oval 2045">
                    <a:extLst>
                      <a:ext uri="{FF2B5EF4-FFF2-40B4-BE49-F238E27FC236}">
                        <a16:creationId xmlns:a16="http://schemas.microsoft.com/office/drawing/2014/main" id="{65CFF814-4BE6-8575-87A7-82583DBBE46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7" name="Oval 2046">
                    <a:extLst>
                      <a:ext uri="{FF2B5EF4-FFF2-40B4-BE49-F238E27FC236}">
                        <a16:creationId xmlns:a16="http://schemas.microsoft.com/office/drawing/2014/main" id="{4B7BEEEB-119B-36A5-9157-BFAD732F52C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1" name="Group 2030">
                  <a:extLst>
                    <a:ext uri="{FF2B5EF4-FFF2-40B4-BE49-F238E27FC236}">
                      <a16:creationId xmlns:a16="http://schemas.microsoft.com/office/drawing/2014/main" id="{ADB725EC-AC9F-92C0-D7C7-6B643490923B}"/>
                    </a:ext>
                  </a:extLst>
                </p:cNvPr>
                <p:cNvGrpSpPr/>
                <p:nvPr/>
              </p:nvGrpSpPr>
              <p:grpSpPr>
                <a:xfrm>
                  <a:off x="6413077" y="6016049"/>
                  <a:ext cx="242005" cy="43678"/>
                  <a:chOff x="7979724" y="3580291"/>
                  <a:chExt cx="242005" cy="43678"/>
                </a:xfrm>
              </p:grpSpPr>
              <p:sp>
                <p:nvSpPr>
                  <p:cNvPr id="2032" name="Oval 2031">
                    <a:extLst>
                      <a:ext uri="{FF2B5EF4-FFF2-40B4-BE49-F238E27FC236}">
                        <a16:creationId xmlns:a16="http://schemas.microsoft.com/office/drawing/2014/main" id="{F52E4561-AA9B-9836-C507-2A99E7CF658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3" name="Oval 2032">
                    <a:extLst>
                      <a:ext uri="{FF2B5EF4-FFF2-40B4-BE49-F238E27FC236}">
                        <a16:creationId xmlns:a16="http://schemas.microsoft.com/office/drawing/2014/main" id="{9C71860C-4793-1CD5-831F-A292FF24CBA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 name="Oval 2033">
                    <a:extLst>
                      <a:ext uri="{FF2B5EF4-FFF2-40B4-BE49-F238E27FC236}">
                        <a16:creationId xmlns:a16="http://schemas.microsoft.com/office/drawing/2014/main" id="{4358A45B-1C1F-8BBF-E040-7F3805B8895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5" name="Oval 2034">
                    <a:extLst>
                      <a:ext uri="{FF2B5EF4-FFF2-40B4-BE49-F238E27FC236}">
                        <a16:creationId xmlns:a16="http://schemas.microsoft.com/office/drawing/2014/main" id="{4941BD3C-E4DD-63E8-F07B-8E5E2B2FA81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6" name="Oval 2035">
                    <a:extLst>
                      <a:ext uri="{FF2B5EF4-FFF2-40B4-BE49-F238E27FC236}">
                        <a16:creationId xmlns:a16="http://schemas.microsoft.com/office/drawing/2014/main" id="{FCDF4FD1-6738-85DC-1711-2FB4C0CE369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7" name="Oval 2036">
                    <a:extLst>
                      <a:ext uri="{FF2B5EF4-FFF2-40B4-BE49-F238E27FC236}">
                        <a16:creationId xmlns:a16="http://schemas.microsoft.com/office/drawing/2014/main" id="{36252885-2962-2C51-95E8-33EF0360745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8" name="Oval 2037">
                    <a:extLst>
                      <a:ext uri="{FF2B5EF4-FFF2-40B4-BE49-F238E27FC236}">
                        <a16:creationId xmlns:a16="http://schemas.microsoft.com/office/drawing/2014/main" id="{E081C605-91BF-B544-87D3-E5AB22924B2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9" name="Oval 2038">
                    <a:extLst>
                      <a:ext uri="{FF2B5EF4-FFF2-40B4-BE49-F238E27FC236}">
                        <a16:creationId xmlns:a16="http://schemas.microsoft.com/office/drawing/2014/main" id="{019E1E90-EE5A-E994-12F6-5F5DC610880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96" name="Group 2095">
                <a:extLst>
                  <a:ext uri="{FF2B5EF4-FFF2-40B4-BE49-F238E27FC236}">
                    <a16:creationId xmlns:a16="http://schemas.microsoft.com/office/drawing/2014/main" id="{B1992937-FE16-4A86-0E83-D937B97999AA}"/>
                  </a:ext>
                </a:extLst>
              </p:cNvPr>
              <p:cNvGrpSpPr/>
              <p:nvPr/>
            </p:nvGrpSpPr>
            <p:grpSpPr>
              <a:xfrm>
                <a:off x="7131615" y="2248157"/>
                <a:ext cx="971545" cy="53915"/>
                <a:chOff x="5754694" y="6008041"/>
                <a:chExt cx="971545" cy="53915"/>
              </a:xfrm>
            </p:grpSpPr>
            <p:grpSp>
              <p:nvGrpSpPr>
                <p:cNvPr id="2097" name="Group 2096">
                  <a:extLst>
                    <a:ext uri="{FF2B5EF4-FFF2-40B4-BE49-F238E27FC236}">
                      <a16:creationId xmlns:a16="http://schemas.microsoft.com/office/drawing/2014/main" id="{38DE33F5-AD20-E47D-A460-67B94BDF22F9}"/>
                    </a:ext>
                  </a:extLst>
                </p:cNvPr>
                <p:cNvGrpSpPr/>
                <p:nvPr/>
              </p:nvGrpSpPr>
              <p:grpSpPr>
                <a:xfrm rot="10800000">
                  <a:off x="5825851" y="6008041"/>
                  <a:ext cx="242005" cy="46723"/>
                  <a:chOff x="7979724" y="3580291"/>
                  <a:chExt cx="242005" cy="43678"/>
                </a:xfrm>
              </p:grpSpPr>
              <p:sp>
                <p:nvSpPr>
                  <p:cNvPr id="2161" name="Oval 2160">
                    <a:extLst>
                      <a:ext uri="{FF2B5EF4-FFF2-40B4-BE49-F238E27FC236}">
                        <a16:creationId xmlns:a16="http://schemas.microsoft.com/office/drawing/2014/main" id="{3B60A772-0D95-F47B-B596-B890293B96A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2" name="Oval 2161">
                    <a:extLst>
                      <a:ext uri="{FF2B5EF4-FFF2-40B4-BE49-F238E27FC236}">
                        <a16:creationId xmlns:a16="http://schemas.microsoft.com/office/drawing/2014/main" id="{05E6B0CF-8CA4-036D-F2D4-F55A56391AB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3" name="Oval 2162">
                    <a:extLst>
                      <a:ext uri="{FF2B5EF4-FFF2-40B4-BE49-F238E27FC236}">
                        <a16:creationId xmlns:a16="http://schemas.microsoft.com/office/drawing/2014/main" id="{2DC5A17A-B2B4-4FD4-5FAC-B33D3FDBFD9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4" name="Oval 2163">
                    <a:extLst>
                      <a:ext uri="{FF2B5EF4-FFF2-40B4-BE49-F238E27FC236}">
                        <a16:creationId xmlns:a16="http://schemas.microsoft.com/office/drawing/2014/main" id="{5DCAC8FF-047C-BAC1-F796-DA1D786EDA2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5" name="Oval 2164">
                    <a:extLst>
                      <a:ext uri="{FF2B5EF4-FFF2-40B4-BE49-F238E27FC236}">
                        <a16:creationId xmlns:a16="http://schemas.microsoft.com/office/drawing/2014/main" id="{0F7BF296-998A-500E-9279-5FCA27BCD2C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6" name="Oval 2165">
                    <a:extLst>
                      <a:ext uri="{FF2B5EF4-FFF2-40B4-BE49-F238E27FC236}">
                        <a16:creationId xmlns:a16="http://schemas.microsoft.com/office/drawing/2014/main" id="{91284943-9207-3920-9752-DE5738E0EDC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7" name="Oval 2166">
                    <a:extLst>
                      <a:ext uri="{FF2B5EF4-FFF2-40B4-BE49-F238E27FC236}">
                        <a16:creationId xmlns:a16="http://schemas.microsoft.com/office/drawing/2014/main" id="{F646B4AF-2D99-20E6-7DF1-4C050FE5B2B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8" name="Oval 2167">
                    <a:extLst>
                      <a:ext uri="{FF2B5EF4-FFF2-40B4-BE49-F238E27FC236}">
                        <a16:creationId xmlns:a16="http://schemas.microsoft.com/office/drawing/2014/main" id="{8D4D0FC1-A455-8088-ADC5-28AFFDB3125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8" name="Group 2097">
                  <a:extLst>
                    <a:ext uri="{FF2B5EF4-FFF2-40B4-BE49-F238E27FC236}">
                      <a16:creationId xmlns:a16="http://schemas.microsoft.com/office/drawing/2014/main" id="{B0DF4E4C-7545-14E4-1783-6E3573518D2F}"/>
                    </a:ext>
                  </a:extLst>
                </p:cNvPr>
                <p:cNvGrpSpPr/>
                <p:nvPr/>
              </p:nvGrpSpPr>
              <p:grpSpPr>
                <a:xfrm>
                  <a:off x="5754694" y="6008857"/>
                  <a:ext cx="242005" cy="43678"/>
                  <a:chOff x="7979724" y="3580291"/>
                  <a:chExt cx="242005" cy="43678"/>
                </a:xfrm>
              </p:grpSpPr>
              <p:sp>
                <p:nvSpPr>
                  <p:cNvPr id="2153" name="Oval 2152">
                    <a:extLst>
                      <a:ext uri="{FF2B5EF4-FFF2-40B4-BE49-F238E27FC236}">
                        <a16:creationId xmlns:a16="http://schemas.microsoft.com/office/drawing/2014/main" id="{E7F3443D-D4DC-3747-D06F-B336A8057AD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4" name="Oval 2153">
                    <a:extLst>
                      <a:ext uri="{FF2B5EF4-FFF2-40B4-BE49-F238E27FC236}">
                        <a16:creationId xmlns:a16="http://schemas.microsoft.com/office/drawing/2014/main" id="{30A32353-A3E2-5CBB-986D-395BC498399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5" name="Oval 2154">
                    <a:extLst>
                      <a:ext uri="{FF2B5EF4-FFF2-40B4-BE49-F238E27FC236}">
                        <a16:creationId xmlns:a16="http://schemas.microsoft.com/office/drawing/2014/main" id="{9EA601D3-575B-08BF-8959-98CD200E379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6" name="Oval 2155">
                    <a:extLst>
                      <a:ext uri="{FF2B5EF4-FFF2-40B4-BE49-F238E27FC236}">
                        <a16:creationId xmlns:a16="http://schemas.microsoft.com/office/drawing/2014/main" id="{107BD68F-F25E-E1FC-8763-8B3201011AE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7" name="Oval 2156">
                    <a:extLst>
                      <a:ext uri="{FF2B5EF4-FFF2-40B4-BE49-F238E27FC236}">
                        <a16:creationId xmlns:a16="http://schemas.microsoft.com/office/drawing/2014/main" id="{09A04DFF-7D1B-A753-9411-EDA079591DA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8" name="Oval 2157">
                    <a:extLst>
                      <a:ext uri="{FF2B5EF4-FFF2-40B4-BE49-F238E27FC236}">
                        <a16:creationId xmlns:a16="http://schemas.microsoft.com/office/drawing/2014/main" id="{7DF92579-4D42-1EF1-F4C4-21337C154FD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9" name="Oval 2158">
                    <a:extLst>
                      <a:ext uri="{FF2B5EF4-FFF2-40B4-BE49-F238E27FC236}">
                        <a16:creationId xmlns:a16="http://schemas.microsoft.com/office/drawing/2014/main" id="{1102530E-D128-E363-5DED-7239AAB5BD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0" name="Oval 2159">
                    <a:extLst>
                      <a:ext uri="{FF2B5EF4-FFF2-40B4-BE49-F238E27FC236}">
                        <a16:creationId xmlns:a16="http://schemas.microsoft.com/office/drawing/2014/main" id="{21EFE55D-BFA9-1337-7DC8-95AB53C5F5D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9" name="Group 2098">
                  <a:extLst>
                    <a:ext uri="{FF2B5EF4-FFF2-40B4-BE49-F238E27FC236}">
                      <a16:creationId xmlns:a16="http://schemas.microsoft.com/office/drawing/2014/main" id="{983F80C0-D593-7334-60EF-794221458377}"/>
                    </a:ext>
                  </a:extLst>
                </p:cNvPr>
                <p:cNvGrpSpPr/>
                <p:nvPr/>
              </p:nvGrpSpPr>
              <p:grpSpPr>
                <a:xfrm rot="10800000">
                  <a:off x="6066894" y="6011217"/>
                  <a:ext cx="242005" cy="46723"/>
                  <a:chOff x="7979724" y="3580291"/>
                  <a:chExt cx="242005" cy="43678"/>
                </a:xfrm>
              </p:grpSpPr>
              <p:sp>
                <p:nvSpPr>
                  <p:cNvPr id="2145" name="Oval 2144">
                    <a:extLst>
                      <a:ext uri="{FF2B5EF4-FFF2-40B4-BE49-F238E27FC236}">
                        <a16:creationId xmlns:a16="http://schemas.microsoft.com/office/drawing/2014/main" id="{46E055C9-1CC8-B777-7504-1B7F91D2DC7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6" name="Oval 2145">
                    <a:extLst>
                      <a:ext uri="{FF2B5EF4-FFF2-40B4-BE49-F238E27FC236}">
                        <a16:creationId xmlns:a16="http://schemas.microsoft.com/office/drawing/2014/main" id="{F3E97D0E-4934-D2C7-7E61-D4552672653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7" name="Oval 2146">
                    <a:extLst>
                      <a:ext uri="{FF2B5EF4-FFF2-40B4-BE49-F238E27FC236}">
                        <a16:creationId xmlns:a16="http://schemas.microsoft.com/office/drawing/2014/main" id="{0FD14033-971B-14FF-C4D8-B832BA6A4CA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8" name="Oval 2147">
                    <a:extLst>
                      <a:ext uri="{FF2B5EF4-FFF2-40B4-BE49-F238E27FC236}">
                        <a16:creationId xmlns:a16="http://schemas.microsoft.com/office/drawing/2014/main" id="{4A253A2B-0786-C5C0-1079-6EB61668ED6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9" name="Oval 2148">
                    <a:extLst>
                      <a:ext uri="{FF2B5EF4-FFF2-40B4-BE49-F238E27FC236}">
                        <a16:creationId xmlns:a16="http://schemas.microsoft.com/office/drawing/2014/main" id="{F0DE718E-26D2-C4E9-8251-8EE20391C59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 name="Oval 2149">
                    <a:extLst>
                      <a:ext uri="{FF2B5EF4-FFF2-40B4-BE49-F238E27FC236}">
                        <a16:creationId xmlns:a16="http://schemas.microsoft.com/office/drawing/2014/main" id="{08A80983-F0A9-15DE-06DB-50BA16B4B44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 name="Oval 2150">
                    <a:extLst>
                      <a:ext uri="{FF2B5EF4-FFF2-40B4-BE49-F238E27FC236}">
                        <a16:creationId xmlns:a16="http://schemas.microsoft.com/office/drawing/2014/main" id="{F097652E-FAD9-2FFA-75DD-BE89375B012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2" name="Oval 2151">
                    <a:extLst>
                      <a:ext uri="{FF2B5EF4-FFF2-40B4-BE49-F238E27FC236}">
                        <a16:creationId xmlns:a16="http://schemas.microsoft.com/office/drawing/2014/main" id="{626B2CF4-5932-FA18-0454-6F585AAAA13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0" name="Group 2099">
                  <a:extLst>
                    <a:ext uri="{FF2B5EF4-FFF2-40B4-BE49-F238E27FC236}">
                      <a16:creationId xmlns:a16="http://schemas.microsoft.com/office/drawing/2014/main" id="{66BD03EB-702F-7F9A-F43F-4DFC7F745575}"/>
                    </a:ext>
                  </a:extLst>
                </p:cNvPr>
                <p:cNvGrpSpPr/>
                <p:nvPr/>
              </p:nvGrpSpPr>
              <p:grpSpPr>
                <a:xfrm rot="11689693">
                  <a:off x="5995737" y="6012033"/>
                  <a:ext cx="242005" cy="43678"/>
                  <a:chOff x="7979724" y="3580291"/>
                  <a:chExt cx="242005" cy="43678"/>
                </a:xfrm>
              </p:grpSpPr>
              <p:sp>
                <p:nvSpPr>
                  <p:cNvPr id="2137" name="Oval 2136">
                    <a:extLst>
                      <a:ext uri="{FF2B5EF4-FFF2-40B4-BE49-F238E27FC236}">
                        <a16:creationId xmlns:a16="http://schemas.microsoft.com/office/drawing/2014/main" id="{5D29BF84-A891-CC99-E2C5-8EC25A834D5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8" name="Oval 2137">
                    <a:extLst>
                      <a:ext uri="{FF2B5EF4-FFF2-40B4-BE49-F238E27FC236}">
                        <a16:creationId xmlns:a16="http://schemas.microsoft.com/office/drawing/2014/main" id="{16C87375-EE9E-3B22-2960-BAD8E388EB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9" name="Oval 2138">
                    <a:extLst>
                      <a:ext uri="{FF2B5EF4-FFF2-40B4-BE49-F238E27FC236}">
                        <a16:creationId xmlns:a16="http://schemas.microsoft.com/office/drawing/2014/main" id="{BF10CA8F-8031-D725-E9D4-414A80BE327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0" name="Oval 2139">
                    <a:extLst>
                      <a:ext uri="{FF2B5EF4-FFF2-40B4-BE49-F238E27FC236}">
                        <a16:creationId xmlns:a16="http://schemas.microsoft.com/office/drawing/2014/main" id="{B7C8D6F1-0424-2DEB-2394-F8823153AD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1" name="Oval 2140">
                    <a:extLst>
                      <a:ext uri="{FF2B5EF4-FFF2-40B4-BE49-F238E27FC236}">
                        <a16:creationId xmlns:a16="http://schemas.microsoft.com/office/drawing/2014/main" id="{D9979729-F498-A78E-F978-3078B852B09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2" name="Oval 2141">
                    <a:extLst>
                      <a:ext uri="{FF2B5EF4-FFF2-40B4-BE49-F238E27FC236}">
                        <a16:creationId xmlns:a16="http://schemas.microsoft.com/office/drawing/2014/main" id="{DE710CBE-BAFA-5012-6961-7F1D7F5E8E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3" name="Oval 2142">
                    <a:extLst>
                      <a:ext uri="{FF2B5EF4-FFF2-40B4-BE49-F238E27FC236}">
                        <a16:creationId xmlns:a16="http://schemas.microsoft.com/office/drawing/2014/main" id="{BD95F638-C853-502B-3088-A1F5221BE61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4" name="Oval 2143">
                    <a:extLst>
                      <a:ext uri="{FF2B5EF4-FFF2-40B4-BE49-F238E27FC236}">
                        <a16:creationId xmlns:a16="http://schemas.microsoft.com/office/drawing/2014/main" id="{9BF0DC72-2DAE-7406-7F6C-C43EF64EB97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1" name="Group 2100">
                  <a:extLst>
                    <a:ext uri="{FF2B5EF4-FFF2-40B4-BE49-F238E27FC236}">
                      <a16:creationId xmlns:a16="http://schemas.microsoft.com/office/drawing/2014/main" id="{6F8C3DFF-4B46-9E1C-6CCE-5D4BDA5AF3E5}"/>
                    </a:ext>
                  </a:extLst>
                </p:cNvPr>
                <p:cNvGrpSpPr/>
                <p:nvPr/>
              </p:nvGrpSpPr>
              <p:grpSpPr>
                <a:xfrm rot="21292958">
                  <a:off x="6243191" y="6012057"/>
                  <a:ext cx="242005" cy="46723"/>
                  <a:chOff x="7979724" y="3580291"/>
                  <a:chExt cx="242005" cy="43678"/>
                </a:xfrm>
              </p:grpSpPr>
              <p:sp>
                <p:nvSpPr>
                  <p:cNvPr id="2129" name="Oval 2128">
                    <a:extLst>
                      <a:ext uri="{FF2B5EF4-FFF2-40B4-BE49-F238E27FC236}">
                        <a16:creationId xmlns:a16="http://schemas.microsoft.com/office/drawing/2014/main" id="{5C9AF460-6B80-DCA1-6859-5B6307C186E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0" name="Oval 2129">
                    <a:extLst>
                      <a:ext uri="{FF2B5EF4-FFF2-40B4-BE49-F238E27FC236}">
                        <a16:creationId xmlns:a16="http://schemas.microsoft.com/office/drawing/2014/main" id="{12C24B79-9E9C-A6CB-E9EE-38CA357F39F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1" name="Oval 2130">
                    <a:extLst>
                      <a:ext uri="{FF2B5EF4-FFF2-40B4-BE49-F238E27FC236}">
                        <a16:creationId xmlns:a16="http://schemas.microsoft.com/office/drawing/2014/main" id="{6FBD50A0-6DD2-E5DB-1B7C-E7F330459B4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2" name="Oval 2131">
                    <a:extLst>
                      <a:ext uri="{FF2B5EF4-FFF2-40B4-BE49-F238E27FC236}">
                        <a16:creationId xmlns:a16="http://schemas.microsoft.com/office/drawing/2014/main" id="{EBF999DB-0393-4049-3926-2B3A8E933CF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3" name="Oval 2132">
                    <a:extLst>
                      <a:ext uri="{FF2B5EF4-FFF2-40B4-BE49-F238E27FC236}">
                        <a16:creationId xmlns:a16="http://schemas.microsoft.com/office/drawing/2014/main" id="{37E55298-0016-A847-13BC-4FB8F944B50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4" name="Oval 2133">
                    <a:extLst>
                      <a:ext uri="{FF2B5EF4-FFF2-40B4-BE49-F238E27FC236}">
                        <a16:creationId xmlns:a16="http://schemas.microsoft.com/office/drawing/2014/main" id="{05A0DB9F-C23F-2B2B-9CBD-33CFEA7BDAB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5" name="Oval 2134">
                    <a:extLst>
                      <a:ext uri="{FF2B5EF4-FFF2-40B4-BE49-F238E27FC236}">
                        <a16:creationId xmlns:a16="http://schemas.microsoft.com/office/drawing/2014/main" id="{6A31BA6B-97C3-37EB-A624-C08F442A333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6" name="Oval 2135">
                    <a:extLst>
                      <a:ext uri="{FF2B5EF4-FFF2-40B4-BE49-F238E27FC236}">
                        <a16:creationId xmlns:a16="http://schemas.microsoft.com/office/drawing/2014/main" id="{981104F3-8EF8-028E-1171-333801E2348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2" name="Group 2101">
                  <a:extLst>
                    <a:ext uri="{FF2B5EF4-FFF2-40B4-BE49-F238E27FC236}">
                      <a16:creationId xmlns:a16="http://schemas.microsoft.com/office/drawing/2014/main" id="{B9B228E3-3A8B-46C1-AA98-1A9F669E9FCF}"/>
                    </a:ext>
                  </a:extLst>
                </p:cNvPr>
                <p:cNvGrpSpPr/>
                <p:nvPr/>
              </p:nvGrpSpPr>
              <p:grpSpPr>
                <a:xfrm>
                  <a:off x="6172034" y="6012873"/>
                  <a:ext cx="242005" cy="43678"/>
                  <a:chOff x="7979724" y="3580291"/>
                  <a:chExt cx="242005" cy="43678"/>
                </a:xfrm>
              </p:grpSpPr>
              <p:sp>
                <p:nvSpPr>
                  <p:cNvPr id="2121" name="Oval 2120">
                    <a:extLst>
                      <a:ext uri="{FF2B5EF4-FFF2-40B4-BE49-F238E27FC236}">
                        <a16:creationId xmlns:a16="http://schemas.microsoft.com/office/drawing/2014/main" id="{89A23476-F81B-41B0-E4DF-D976FAF04AA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2" name="Oval 2121">
                    <a:extLst>
                      <a:ext uri="{FF2B5EF4-FFF2-40B4-BE49-F238E27FC236}">
                        <a16:creationId xmlns:a16="http://schemas.microsoft.com/office/drawing/2014/main" id="{FC036790-9796-3898-C57A-B3D5C831767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3" name="Oval 2122">
                    <a:extLst>
                      <a:ext uri="{FF2B5EF4-FFF2-40B4-BE49-F238E27FC236}">
                        <a16:creationId xmlns:a16="http://schemas.microsoft.com/office/drawing/2014/main" id="{E0309C1E-031B-9428-C82D-F89856FCEC7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4" name="Oval 2123">
                    <a:extLst>
                      <a:ext uri="{FF2B5EF4-FFF2-40B4-BE49-F238E27FC236}">
                        <a16:creationId xmlns:a16="http://schemas.microsoft.com/office/drawing/2014/main" id="{B10B577E-89E5-9B29-6A65-DA62011E2DD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5" name="Oval 2124">
                    <a:extLst>
                      <a:ext uri="{FF2B5EF4-FFF2-40B4-BE49-F238E27FC236}">
                        <a16:creationId xmlns:a16="http://schemas.microsoft.com/office/drawing/2014/main" id="{328A884A-9AE6-862B-3B25-23631F55D84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6" name="Oval 2125">
                    <a:extLst>
                      <a:ext uri="{FF2B5EF4-FFF2-40B4-BE49-F238E27FC236}">
                        <a16:creationId xmlns:a16="http://schemas.microsoft.com/office/drawing/2014/main" id="{4B2AFD54-007E-DCBB-F4A3-5E3FA6DEEF6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7" name="Oval 2126">
                    <a:extLst>
                      <a:ext uri="{FF2B5EF4-FFF2-40B4-BE49-F238E27FC236}">
                        <a16:creationId xmlns:a16="http://schemas.microsoft.com/office/drawing/2014/main" id="{CBC9A11C-BDED-D9DA-5ACB-28099ED8869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8" name="Oval 2127">
                    <a:extLst>
                      <a:ext uri="{FF2B5EF4-FFF2-40B4-BE49-F238E27FC236}">
                        <a16:creationId xmlns:a16="http://schemas.microsoft.com/office/drawing/2014/main" id="{45F188D7-2BFD-38BE-2B01-54B48392062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3" name="Group 2102">
                  <a:extLst>
                    <a:ext uri="{FF2B5EF4-FFF2-40B4-BE49-F238E27FC236}">
                      <a16:creationId xmlns:a16="http://schemas.microsoft.com/office/drawing/2014/main" id="{703E6832-CCB6-4F3C-4DF5-4B0F366A2A07}"/>
                    </a:ext>
                  </a:extLst>
                </p:cNvPr>
                <p:cNvGrpSpPr/>
                <p:nvPr/>
              </p:nvGrpSpPr>
              <p:grpSpPr>
                <a:xfrm rot="10800000">
                  <a:off x="6484234" y="6015233"/>
                  <a:ext cx="242005" cy="46723"/>
                  <a:chOff x="7979724" y="3580291"/>
                  <a:chExt cx="242005" cy="43678"/>
                </a:xfrm>
              </p:grpSpPr>
              <p:sp>
                <p:nvSpPr>
                  <p:cNvPr id="2113" name="Oval 2112">
                    <a:extLst>
                      <a:ext uri="{FF2B5EF4-FFF2-40B4-BE49-F238E27FC236}">
                        <a16:creationId xmlns:a16="http://schemas.microsoft.com/office/drawing/2014/main" id="{F9433DC1-58A3-11F6-1FC7-A85D560D0B5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4" name="Oval 2113">
                    <a:extLst>
                      <a:ext uri="{FF2B5EF4-FFF2-40B4-BE49-F238E27FC236}">
                        <a16:creationId xmlns:a16="http://schemas.microsoft.com/office/drawing/2014/main" id="{F0F6F6F4-8BF0-64FD-B0A8-11849F35988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5" name="Oval 2114">
                    <a:extLst>
                      <a:ext uri="{FF2B5EF4-FFF2-40B4-BE49-F238E27FC236}">
                        <a16:creationId xmlns:a16="http://schemas.microsoft.com/office/drawing/2014/main" id="{404DD431-239E-3ED4-1B5B-14D96DB9D41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6" name="Oval 2115">
                    <a:extLst>
                      <a:ext uri="{FF2B5EF4-FFF2-40B4-BE49-F238E27FC236}">
                        <a16:creationId xmlns:a16="http://schemas.microsoft.com/office/drawing/2014/main" id="{AB526546-7B71-2678-95C3-54C46813D9B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7" name="Oval 2116">
                    <a:extLst>
                      <a:ext uri="{FF2B5EF4-FFF2-40B4-BE49-F238E27FC236}">
                        <a16:creationId xmlns:a16="http://schemas.microsoft.com/office/drawing/2014/main" id="{D199A959-CC65-A5DD-D402-FDEB0F8F9B8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8" name="Oval 2117">
                    <a:extLst>
                      <a:ext uri="{FF2B5EF4-FFF2-40B4-BE49-F238E27FC236}">
                        <a16:creationId xmlns:a16="http://schemas.microsoft.com/office/drawing/2014/main" id="{3025F6F3-31D1-E000-67C2-4ABAD564DE1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9" name="Oval 2118">
                    <a:extLst>
                      <a:ext uri="{FF2B5EF4-FFF2-40B4-BE49-F238E27FC236}">
                        <a16:creationId xmlns:a16="http://schemas.microsoft.com/office/drawing/2014/main" id="{4DC2A7BA-8F8C-6704-6B9A-7DB35047525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0" name="Oval 2119">
                    <a:extLst>
                      <a:ext uri="{FF2B5EF4-FFF2-40B4-BE49-F238E27FC236}">
                        <a16:creationId xmlns:a16="http://schemas.microsoft.com/office/drawing/2014/main" id="{18D2A03B-C875-8270-F2B7-F4B2D70EB9B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4" name="Group 2103">
                  <a:extLst>
                    <a:ext uri="{FF2B5EF4-FFF2-40B4-BE49-F238E27FC236}">
                      <a16:creationId xmlns:a16="http://schemas.microsoft.com/office/drawing/2014/main" id="{280A003B-A787-4541-A5DD-7E42DFEFBA9F}"/>
                    </a:ext>
                  </a:extLst>
                </p:cNvPr>
                <p:cNvGrpSpPr/>
                <p:nvPr/>
              </p:nvGrpSpPr>
              <p:grpSpPr>
                <a:xfrm>
                  <a:off x="6413077" y="6016049"/>
                  <a:ext cx="242005" cy="43678"/>
                  <a:chOff x="7979724" y="3580291"/>
                  <a:chExt cx="242005" cy="43678"/>
                </a:xfrm>
              </p:grpSpPr>
              <p:sp>
                <p:nvSpPr>
                  <p:cNvPr id="2105" name="Oval 2104">
                    <a:extLst>
                      <a:ext uri="{FF2B5EF4-FFF2-40B4-BE49-F238E27FC236}">
                        <a16:creationId xmlns:a16="http://schemas.microsoft.com/office/drawing/2014/main" id="{71556476-9173-A841-2895-8E780C9E345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6" name="Oval 2105">
                    <a:extLst>
                      <a:ext uri="{FF2B5EF4-FFF2-40B4-BE49-F238E27FC236}">
                        <a16:creationId xmlns:a16="http://schemas.microsoft.com/office/drawing/2014/main" id="{5555CECF-1CCC-0B21-BD32-A85A405FB07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7" name="Oval 2106">
                    <a:extLst>
                      <a:ext uri="{FF2B5EF4-FFF2-40B4-BE49-F238E27FC236}">
                        <a16:creationId xmlns:a16="http://schemas.microsoft.com/office/drawing/2014/main" id="{5329CAF4-61F1-A4C6-D148-4E6D03E08AB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Oval 2107">
                    <a:extLst>
                      <a:ext uri="{FF2B5EF4-FFF2-40B4-BE49-F238E27FC236}">
                        <a16:creationId xmlns:a16="http://schemas.microsoft.com/office/drawing/2014/main" id="{D8E858BA-1D8B-8894-B6C3-5706B9DCCD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9" name="Oval 2108">
                    <a:extLst>
                      <a:ext uri="{FF2B5EF4-FFF2-40B4-BE49-F238E27FC236}">
                        <a16:creationId xmlns:a16="http://schemas.microsoft.com/office/drawing/2014/main" id="{FCD6A4CF-33C0-D651-5123-1E0FE458659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0" name="Oval 2109">
                    <a:extLst>
                      <a:ext uri="{FF2B5EF4-FFF2-40B4-BE49-F238E27FC236}">
                        <a16:creationId xmlns:a16="http://schemas.microsoft.com/office/drawing/2014/main" id="{7B82DA8C-2615-0EE5-EE5E-151281B8C98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1" name="Oval 2110">
                    <a:extLst>
                      <a:ext uri="{FF2B5EF4-FFF2-40B4-BE49-F238E27FC236}">
                        <a16:creationId xmlns:a16="http://schemas.microsoft.com/office/drawing/2014/main" id="{233956A1-6966-1A5A-F346-E72DDA725C6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2" name="Oval 2111">
                    <a:extLst>
                      <a:ext uri="{FF2B5EF4-FFF2-40B4-BE49-F238E27FC236}">
                        <a16:creationId xmlns:a16="http://schemas.microsoft.com/office/drawing/2014/main" id="{0E8CF05D-6548-604C-A41B-4A9CADAE16D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69" name="Group 2168">
                <a:extLst>
                  <a:ext uri="{FF2B5EF4-FFF2-40B4-BE49-F238E27FC236}">
                    <a16:creationId xmlns:a16="http://schemas.microsoft.com/office/drawing/2014/main" id="{17DAB3E2-E4E0-0BFC-98D7-6007EDD360D1}"/>
                  </a:ext>
                </a:extLst>
              </p:cNvPr>
              <p:cNvGrpSpPr/>
              <p:nvPr/>
            </p:nvGrpSpPr>
            <p:grpSpPr>
              <a:xfrm>
                <a:off x="6794840" y="2540299"/>
                <a:ext cx="971545" cy="53915"/>
                <a:chOff x="5754694" y="6008041"/>
                <a:chExt cx="971545" cy="53915"/>
              </a:xfrm>
            </p:grpSpPr>
            <p:grpSp>
              <p:nvGrpSpPr>
                <p:cNvPr id="2170" name="Group 2169">
                  <a:extLst>
                    <a:ext uri="{FF2B5EF4-FFF2-40B4-BE49-F238E27FC236}">
                      <a16:creationId xmlns:a16="http://schemas.microsoft.com/office/drawing/2014/main" id="{CED562C3-FE69-57EF-A861-BE4C9B8E3AEF}"/>
                    </a:ext>
                  </a:extLst>
                </p:cNvPr>
                <p:cNvGrpSpPr/>
                <p:nvPr/>
              </p:nvGrpSpPr>
              <p:grpSpPr>
                <a:xfrm rot="10800000">
                  <a:off x="5825851" y="6008041"/>
                  <a:ext cx="242005" cy="46723"/>
                  <a:chOff x="7979724" y="3580291"/>
                  <a:chExt cx="242005" cy="43678"/>
                </a:xfrm>
              </p:grpSpPr>
              <p:sp>
                <p:nvSpPr>
                  <p:cNvPr id="2234" name="Oval 2233">
                    <a:extLst>
                      <a:ext uri="{FF2B5EF4-FFF2-40B4-BE49-F238E27FC236}">
                        <a16:creationId xmlns:a16="http://schemas.microsoft.com/office/drawing/2014/main" id="{736BA5A9-3227-A9A4-C7DE-566E38B6295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5" name="Oval 2234">
                    <a:extLst>
                      <a:ext uri="{FF2B5EF4-FFF2-40B4-BE49-F238E27FC236}">
                        <a16:creationId xmlns:a16="http://schemas.microsoft.com/office/drawing/2014/main" id="{98E0A9A1-3421-CF79-61CD-EE21CF10B7C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6" name="Oval 2235">
                    <a:extLst>
                      <a:ext uri="{FF2B5EF4-FFF2-40B4-BE49-F238E27FC236}">
                        <a16:creationId xmlns:a16="http://schemas.microsoft.com/office/drawing/2014/main" id="{67005460-4327-BA99-E146-4CE6377E481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7" name="Oval 2236">
                    <a:extLst>
                      <a:ext uri="{FF2B5EF4-FFF2-40B4-BE49-F238E27FC236}">
                        <a16:creationId xmlns:a16="http://schemas.microsoft.com/office/drawing/2014/main" id="{57361D82-D2A1-E5CB-DFE7-5D571EDDEB0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8" name="Oval 2237">
                    <a:extLst>
                      <a:ext uri="{FF2B5EF4-FFF2-40B4-BE49-F238E27FC236}">
                        <a16:creationId xmlns:a16="http://schemas.microsoft.com/office/drawing/2014/main" id="{68A78FFA-6B1E-E091-3ECD-2148DCDFC98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9" name="Oval 2238">
                    <a:extLst>
                      <a:ext uri="{FF2B5EF4-FFF2-40B4-BE49-F238E27FC236}">
                        <a16:creationId xmlns:a16="http://schemas.microsoft.com/office/drawing/2014/main" id="{5B5E8CFA-A281-56D5-4007-89DBD13E223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0" name="Oval 2239">
                    <a:extLst>
                      <a:ext uri="{FF2B5EF4-FFF2-40B4-BE49-F238E27FC236}">
                        <a16:creationId xmlns:a16="http://schemas.microsoft.com/office/drawing/2014/main" id="{073E02BA-21C0-4881-7D0E-BEBD54453CD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1" name="Oval 2240">
                    <a:extLst>
                      <a:ext uri="{FF2B5EF4-FFF2-40B4-BE49-F238E27FC236}">
                        <a16:creationId xmlns:a16="http://schemas.microsoft.com/office/drawing/2014/main" id="{451F8C00-99BA-910A-6E9D-F11C65D30D3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1" name="Group 2170">
                  <a:extLst>
                    <a:ext uri="{FF2B5EF4-FFF2-40B4-BE49-F238E27FC236}">
                      <a16:creationId xmlns:a16="http://schemas.microsoft.com/office/drawing/2014/main" id="{D84E2863-443C-B830-5F75-F82886FEFD3A}"/>
                    </a:ext>
                  </a:extLst>
                </p:cNvPr>
                <p:cNvGrpSpPr/>
                <p:nvPr/>
              </p:nvGrpSpPr>
              <p:grpSpPr>
                <a:xfrm>
                  <a:off x="5754694" y="6008857"/>
                  <a:ext cx="242005" cy="43678"/>
                  <a:chOff x="7979724" y="3580291"/>
                  <a:chExt cx="242005" cy="43678"/>
                </a:xfrm>
              </p:grpSpPr>
              <p:sp>
                <p:nvSpPr>
                  <p:cNvPr id="2226" name="Oval 2225">
                    <a:extLst>
                      <a:ext uri="{FF2B5EF4-FFF2-40B4-BE49-F238E27FC236}">
                        <a16:creationId xmlns:a16="http://schemas.microsoft.com/office/drawing/2014/main" id="{137F5C2B-68F9-781E-FB32-AF76E0BD426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7" name="Oval 2226">
                    <a:extLst>
                      <a:ext uri="{FF2B5EF4-FFF2-40B4-BE49-F238E27FC236}">
                        <a16:creationId xmlns:a16="http://schemas.microsoft.com/office/drawing/2014/main" id="{C9EBF790-E223-048B-2DA5-40CA1A7F0F8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8" name="Oval 2227">
                    <a:extLst>
                      <a:ext uri="{FF2B5EF4-FFF2-40B4-BE49-F238E27FC236}">
                        <a16:creationId xmlns:a16="http://schemas.microsoft.com/office/drawing/2014/main" id="{1A4AD189-5450-823E-501C-1D0D1860428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9" name="Oval 2228">
                    <a:extLst>
                      <a:ext uri="{FF2B5EF4-FFF2-40B4-BE49-F238E27FC236}">
                        <a16:creationId xmlns:a16="http://schemas.microsoft.com/office/drawing/2014/main" id="{BB9EED25-275E-58DA-6181-F1B7FBBC3C3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0" name="Oval 2229">
                    <a:extLst>
                      <a:ext uri="{FF2B5EF4-FFF2-40B4-BE49-F238E27FC236}">
                        <a16:creationId xmlns:a16="http://schemas.microsoft.com/office/drawing/2014/main" id="{0D71A0FC-6337-659D-5135-6929CED490C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1" name="Oval 2230">
                    <a:extLst>
                      <a:ext uri="{FF2B5EF4-FFF2-40B4-BE49-F238E27FC236}">
                        <a16:creationId xmlns:a16="http://schemas.microsoft.com/office/drawing/2014/main" id="{549DCE2C-C52F-BBD0-C627-DCCE1A473DE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2" name="Oval 2231">
                    <a:extLst>
                      <a:ext uri="{FF2B5EF4-FFF2-40B4-BE49-F238E27FC236}">
                        <a16:creationId xmlns:a16="http://schemas.microsoft.com/office/drawing/2014/main" id="{6E7620BD-A0B3-0A09-110B-807D22BDCCB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3" name="Oval 2232">
                    <a:extLst>
                      <a:ext uri="{FF2B5EF4-FFF2-40B4-BE49-F238E27FC236}">
                        <a16:creationId xmlns:a16="http://schemas.microsoft.com/office/drawing/2014/main" id="{3619855E-606E-B923-62F1-7887F4D8047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2" name="Group 2171">
                  <a:extLst>
                    <a:ext uri="{FF2B5EF4-FFF2-40B4-BE49-F238E27FC236}">
                      <a16:creationId xmlns:a16="http://schemas.microsoft.com/office/drawing/2014/main" id="{855A07A0-9493-6690-3F18-A887D4C34833}"/>
                    </a:ext>
                  </a:extLst>
                </p:cNvPr>
                <p:cNvGrpSpPr/>
                <p:nvPr/>
              </p:nvGrpSpPr>
              <p:grpSpPr>
                <a:xfrm rot="10800000">
                  <a:off x="6066894" y="6011217"/>
                  <a:ext cx="242005" cy="46723"/>
                  <a:chOff x="7979724" y="3580291"/>
                  <a:chExt cx="242005" cy="43678"/>
                </a:xfrm>
              </p:grpSpPr>
              <p:sp>
                <p:nvSpPr>
                  <p:cNvPr id="2218" name="Oval 2217">
                    <a:extLst>
                      <a:ext uri="{FF2B5EF4-FFF2-40B4-BE49-F238E27FC236}">
                        <a16:creationId xmlns:a16="http://schemas.microsoft.com/office/drawing/2014/main" id="{B116CBEA-1176-A76E-25F1-1D10A236C23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9" name="Oval 2218">
                    <a:extLst>
                      <a:ext uri="{FF2B5EF4-FFF2-40B4-BE49-F238E27FC236}">
                        <a16:creationId xmlns:a16="http://schemas.microsoft.com/office/drawing/2014/main" id="{C2AB97A5-5443-B467-878A-0056C46F036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0" name="Oval 2219">
                    <a:extLst>
                      <a:ext uri="{FF2B5EF4-FFF2-40B4-BE49-F238E27FC236}">
                        <a16:creationId xmlns:a16="http://schemas.microsoft.com/office/drawing/2014/main" id="{E8B98F39-5249-4467-BA98-9F6EB8A81AB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1" name="Oval 2220">
                    <a:extLst>
                      <a:ext uri="{FF2B5EF4-FFF2-40B4-BE49-F238E27FC236}">
                        <a16:creationId xmlns:a16="http://schemas.microsoft.com/office/drawing/2014/main" id="{D26B6814-E1E0-CA18-E3F1-6FC09B9128A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2" name="Oval 2221">
                    <a:extLst>
                      <a:ext uri="{FF2B5EF4-FFF2-40B4-BE49-F238E27FC236}">
                        <a16:creationId xmlns:a16="http://schemas.microsoft.com/office/drawing/2014/main" id="{5F79C056-1BF9-C87A-6114-1C64F9D3E10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3" name="Oval 2222">
                    <a:extLst>
                      <a:ext uri="{FF2B5EF4-FFF2-40B4-BE49-F238E27FC236}">
                        <a16:creationId xmlns:a16="http://schemas.microsoft.com/office/drawing/2014/main" id="{F4FEA2D1-0B1D-EAB4-2533-E21D124A2CB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4" name="Oval 2223">
                    <a:extLst>
                      <a:ext uri="{FF2B5EF4-FFF2-40B4-BE49-F238E27FC236}">
                        <a16:creationId xmlns:a16="http://schemas.microsoft.com/office/drawing/2014/main" id="{CF4CB72D-CD38-E04C-4E55-2ACFC243A7D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5" name="Oval 2224">
                    <a:extLst>
                      <a:ext uri="{FF2B5EF4-FFF2-40B4-BE49-F238E27FC236}">
                        <a16:creationId xmlns:a16="http://schemas.microsoft.com/office/drawing/2014/main" id="{EC5921AE-AF3E-9A73-8BD8-C8FDB43AD65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3" name="Group 2172">
                  <a:extLst>
                    <a:ext uri="{FF2B5EF4-FFF2-40B4-BE49-F238E27FC236}">
                      <a16:creationId xmlns:a16="http://schemas.microsoft.com/office/drawing/2014/main" id="{78BF9855-B976-2C72-66FF-5C7D22EFA2E9}"/>
                    </a:ext>
                  </a:extLst>
                </p:cNvPr>
                <p:cNvGrpSpPr/>
                <p:nvPr/>
              </p:nvGrpSpPr>
              <p:grpSpPr>
                <a:xfrm rot="11689693">
                  <a:off x="5995737" y="6012033"/>
                  <a:ext cx="242005" cy="43678"/>
                  <a:chOff x="7979724" y="3580291"/>
                  <a:chExt cx="242005" cy="43678"/>
                </a:xfrm>
              </p:grpSpPr>
              <p:sp>
                <p:nvSpPr>
                  <p:cNvPr id="2210" name="Oval 2209">
                    <a:extLst>
                      <a:ext uri="{FF2B5EF4-FFF2-40B4-BE49-F238E27FC236}">
                        <a16:creationId xmlns:a16="http://schemas.microsoft.com/office/drawing/2014/main" id="{B9BF159A-50D2-41C1-D50E-5666EB94BE0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1" name="Oval 2210">
                    <a:extLst>
                      <a:ext uri="{FF2B5EF4-FFF2-40B4-BE49-F238E27FC236}">
                        <a16:creationId xmlns:a16="http://schemas.microsoft.com/office/drawing/2014/main" id="{F9377008-F649-AABF-9D9F-1EB6CF1613A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2" name="Oval 2211">
                    <a:extLst>
                      <a:ext uri="{FF2B5EF4-FFF2-40B4-BE49-F238E27FC236}">
                        <a16:creationId xmlns:a16="http://schemas.microsoft.com/office/drawing/2014/main" id="{323FF843-2AF3-F931-AA54-9425E7D2FAB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3" name="Oval 2212">
                    <a:extLst>
                      <a:ext uri="{FF2B5EF4-FFF2-40B4-BE49-F238E27FC236}">
                        <a16:creationId xmlns:a16="http://schemas.microsoft.com/office/drawing/2014/main" id="{91E5C452-50FA-50C4-E314-8FC07A4DB55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4" name="Oval 2213">
                    <a:extLst>
                      <a:ext uri="{FF2B5EF4-FFF2-40B4-BE49-F238E27FC236}">
                        <a16:creationId xmlns:a16="http://schemas.microsoft.com/office/drawing/2014/main" id="{05F45423-C7B4-D53B-BA97-A419D8371DA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5" name="Oval 2214">
                    <a:extLst>
                      <a:ext uri="{FF2B5EF4-FFF2-40B4-BE49-F238E27FC236}">
                        <a16:creationId xmlns:a16="http://schemas.microsoft.com/office/drawing/2014/main" id="{CC183494-2E83-3B7E-BCBB-75320AAF0A0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6" name="Oval 2215">
                    <a:extLst>
                      <a:ext uri="{FF2B5EF4-FFF2-40B4-BE49-F238E27FC236}">
                        <a16:creationId xmlns:a16="http://schemas.microsoft.com/office/drawing/2014/main" id="{C99C63F0-60C7-2D28-4061-96F9C73FC9A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7" name="Oval 2216">
                    <a:extLst>
                      <a:ext uri="{FF2B5EF4-FFF2-40B4-BE49-F238E27FC236}">
                        <a16:creationId xmlns:a16="http://schemas.microsoft.com/office/drawing/2014/main" id="{22D810D4-1DAA-E2A6-A4E6-93C14592F6C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4" name="Group 2173">
                  <a:extLst>
                    <a:ext uri="{FF2B5EF4-FFF2-40B4-BE49-F238E27FC236}">
                      <a16:creationId xmlns:a16="http://schemas.microsoft.com/office/drawing/2014/main" id="{1B4A9965-1572-CA06-A63F-BA1A8C513403}"/>
                    </a:ext>
                  </a:extLst>
                </p:cNvPr>
                <p:cNvGrpSpPr/>
                <p:nvPr/>
              </p:nvGrpSpPr>
              <p:grpSpPr>
                <a:xfrm rot="21292958">
                  <a:off x="6243191" y="6012057"/>
                  <a:ext cx="242005" cy="46723"/>
                  <a:chOff x="7979724" y="3580291"/>
                  <a:chExt cx="242005" cy="43678"/>
                </a:xfrm>
              </p:grpSpPr>
              <p:sp>
                <p:nvSpPr>
                  <p:cNvPr id="2202" name="Oval 2201">
                    <a:extLst>
                      <a:ext uri="{FF2B5EF4-FFF2-40B4-BE49-F238E27FC236}">
                        <a16:creationId xmlns:a16="http://schemas.microsoft.com/office/drawing/2014/main" id="{F04C86D8-9063-6AA2-8DE0-572359F1D58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3" name="Oval 2202">
                    <a:extLst>
                      <a:ext uri="{FF2B5EF4-FFF2-40B4-BE49-F238E27FC236}">
                        <a16:creationId xmlns:a16="http://schemas.microsoft.com/office/drawing/2014/main" id="{677F5B28-7373-9076-02F5-48CDBD4591D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4" name="Oval 2203">
                    <a:extLst>
                      <a:ext uri="{FF2B5EF4-FFF2-40B4-BE49-F238E27FC236}">
                        <a16:creationId xmlns:a16="http://schemas.microsoft.com/office/drawing/2014/main" id="{5414ABCA-4875-D3BD-764D-B262C47B813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5" name="Oval 2204">
                    <a:extLst>
                      <a:ext uri="{FF2B5EF4-FFF2-40B4-BE49-F238E27FC236}">
                        <a16:creationId xmlns:a16="http://schemas.microsoft.com/office/drawing/2014/main" id="{07E92050-3983-09F0-C692-96F9510C92E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6" name="Oval 2205">
                    <a:extLst>
                      <a:ext uri="{FF2B5EF4-FFF2-40B4-BE49-F238E27FC236}">
                        <a16:creationId xmlns:a16="http://schemas.microsoft.com/office/drawing/2014/main" id="{D1E9D4B6-990C-6B14-C613-7D63E03CEF4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7" name="Oval 2206">
                    <a:extLst>
                      <a:ext uri="{FF2B5EF4-FFF2-40B4-BE49-F238E27FC236}">
                        <a16:creationId xmlns:a16="http://schemas.microsoft.com/office/drawing/2014/main" id="{77EE3851-83FC-816D-AE65-AF191E2BDCD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8" name="Oval 2207">
                    <a:extLst>
                      <a:ext uri="{FF2B5EF4-FFF2-40B4-BE49-F238E27FC236}">
                        <a16:creationId xmlns:a16="http://schemas.microsoft.com/office/drawing/2014/main" id="{58CC5AB2-D4BC-6681-521B-CE086167EBB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9" name="Oval 2208">
                    <a:extLst>
                      <a:ext uri="{FF2B5EF4-FFF2-40B4-BE49-F238E27FC236}">
                        <a16:creationId xmlns:a16="http://schemas.microsoft.com/office/drawing/2014/main" id="{05C70E10-4814-3D2C-CB4A-4554B4FBE4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5" name="Group 2174">
                  <a:extLst>
                    <a:ext uri="{FF2B5EF4-FFF2-40B4-BE49-F238E27FC236}">
                      <a16:creationId xmlns:a16="http://schemas.microsoft.com/office/drawing/2014/main" id="{D57FB8DF-273C-52D9-90F6-5795A6A3F37D}"/>
                    </a:ext>
                  </a:extLst>
                </p:cNvPr>
                <p:cNvGrpSpPr/>
                <p:nvPr/>
              </p:nvGrpSpPr>
              <p:grpSpPr>
                <a:xfrm>
                  <a:off x="6172034" y="6012873"/>
                  <a:ext cx="242005" cy="43678"/>
                  <a:chOff x="7979724" y="3580291"/>
                  <a:chExt cx="242005" cy="43678"/>
                </a:xfrm>
              </p:grpSpPr>
              <p:sp>
                <p:nvSpPr>
                  <p:cNvPr id="2194" name="Oval 2193">
                    <a:extLst>
                      <a:ext uri="{FF2B5EF4-FFF2-40B4-BE49-F238E27FC236}">
                        <a16:creationId xmlns:a16="http://schemas.microsoft.com/office/drawing/2014/main" id="{0588F603-C109-44AB-C87D-A99DCEB3028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 name="Oval 2194">
                    <a:extLst>
                      <a:ext uri="{FF2B5EF4-FFF2-40B4-BE49-F238E27FC236}">
                        <a16:creationId xmlns:a16="http://schemas.microsoft.com/office/drawing/2014/main" id="{41D54868-780E-3723-6BFE-3A47CB499CD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6" name="Oval 2195">
                    <a:extLst>
                      <a:ext uri="{FF2B5EF4-FFF2-40B4-BE49-F238E27FC236}">
                        <a16:creationId xmlns:a16="http://schemas.microsoft.com/office/drawing/2014/main" id="{7AB5C475-5430-4028-1D8E-FCC0F0114C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7" name="Oval 2196">
                    <a:extLst>
                      <a:ext uri="{FF2B5EF4-FFF2-40B4-BE49-F238E27FC236}">
                        <a16:creationId xmlns:a16="http://schemas.microsoft.com/office/drawing/2014/main" id="{65E0BD55-8F78-09D6-64AC-518231D6E7F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8" name="Oval 2197">
                    <a:extLst>
                      <a:ext uri="{FF2B5EF4-FFF2-40B4-BE49-F238E27FC236}">
                        <a16:creationId xmlns:a16="http://schemas.microsoft.com/office/drawing/2014/main" id="{8C0C9B04-4A86-3C43-3199-A3328A9E1B4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9" name="Oval 2198">
                    <a:extLst>
                      <a:ext uri="{FF2B5EF4-FFF2-40B4-BE49-F238E27FC236}">
                        <a16:creationId xmlns:a16="http://schemas.microsoft.com/office/drawing/2014/main" id="{8D00B162-E24D-15A0-3490-9B676FC37F3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0" name="Oval 2199">
                    <a:extLst>
                      <a:ext uri="{FF2B5EF4-FFF2-40B4-BE49-F238E27FC236}">
                        <a16:creationId xmlns:a16="http://schemas.microsoft.com/office/drawing/2014/main" id="{25D2429B-9B8E-09B7-BB0C-4AD7CEB06F0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1" name="Oval 2200">
                    <a:extLst>
                      <a:ext uri="{FF2B5EF4-FFF2-40B4-BE49-F238E27FC236}">
                        <a16:creationId xmlns:a16="http://schemas.microsoft.com/office/drawing/2014/main" id="{DE012D40-0426-DDFD-45C3-D4FD9114849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6" name="Group 2175">
                  <a:extLst>
                    <a:ext uri="{FF2B5EF4-FFF2-40B4-BE49-F238E27FC236}">
                      <a16:creationId xmlns:a16="http://schemas.microsoft.com/office/drawing/2014/main" id="{618B837C-122E-0E13-6203-600D27C8CD49}"/>
                    </a:ext>
                  </a:extLst>
                </p:cNvPr>
                <p:cNvGrpSpPr/>
                <p:nvPr/>
              </p:nvGrpSpPr>
              <p:grpSpPr>
                <a:xfrm rot="10800000">
                  <a:off x="6484234" y="6015233"/>
                  <a:ext cx="242005" cy="46723"/>
                  <a:chOff x="7979724" y="3580291"/>
                  <a:chExt cx="242005" cy="43678"/>
                </a:xfrm>
              </p:grpSpPr>
              <p:sp>
                <p:nvSpPr>
                  <p:cNvPr id="2186" name="Oval 2185">
                    <a:extLst>
                      <a:ext uri="{FF2B5EF4-FFF2-40B4-BE49-F238E27FC236}">
                        <a16:creationId xmlns:a16="http://schemas.microsoft.com/office/drawing/2014/main" id="{D5238BB9-D44A-1FE9-1B78-C153A0B906E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7" name="Oval 2186">
                    <a:extLst>
                      <a:ext uri="{FF2B5EF4-FFF2-40B4-BE49-F238E27FC236}">
                        <a16:creationId xmlns:a16="http://schemas.microsoft.com/office/drawing/2014/main" id="{5160E6E2-92F7-965A-10B4-34502B55A79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8" name="Oval 2187">
                    <a:extLst>
                      <a:ext uri="{FF2B5EF4-FFF2-40B4-BE49-F238E27FC236}">
                        <a16:creationId xmlns:a16="http://schemas.microsoft.com/office/drawing/2014/main" id="{FBDBC6DF-B818-B8A2-4CDF-5CB620AF07F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9" name="Oval 2188">
                    <a:extLst>
                      <a:ext uri="{FF2B5EF4-FFF2-40B4-BE49-F238E27FC236}">
                        <a16:creationId xmlns:a16="http://schemas.microsoft.com/office/drawing/2014/main" id="{F31091C6-377E-DE7C-70DE-C169EC7F88E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0" name="Oval 2189">
                    <a:extLst>
                      <a:ext uri="{FF2B5EF4-FFF2-40B4-BE49-F238E27FC236}">
                        <a16:creationId xmlns:a16="http://schemas.microsoft.com/office/drawing/2014/main" id="{B5A5AB8C-91C3-4BE3-8A0C-D0B6A8DA955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1" name="Oval 2190">
                    <a:extLst>
                      <a:ext uri="{FF2B5EF4-FFF2-40B4-BE49-F238E27FC236}">
                        <a16:creationId xmlns:a16="http://schemas.microsoft.com/office/drawing/2014/main" id="{E54F7432-16B1-E76D-19ED-F452536F911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2" name="Oval 2191">
                    <a:extLst>
                      <a:ext uri="{FF2B5EF4-FFF2-40B4-BE49-F238E27FC236}">
                        <a16:creationId xmlns:a16="http://schemas.microsoft.com/office/drawing/2014/main" id="{790EE8F3-2230-C955-5A74-A9163FD008F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3" name="Oval 2192">
                    <a:extLst>
                      <a:ext uri="{FF2B5EF4-FFF2-40B4-BE49-F238E27FC236}">
                        <a16:creationId xmlns:a16="http://schemas.microsoft.com/office/drawing/2014/main" id="{3823E109-83D9-2A0E-F308-5FD05926B6D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7" name="Group 2176">
                  <a:extLst>
                    <a:ext uri="{FF2B5EF4-FFF2-40B4-BE49-F238E27FC236}">
                      <a16:creationId xmlns:a16="http://schemas.microsoft.com/office/drawing/2014/main" id="{01D24496-CC3C-74B0-9E92-B7CB7403C83B}"/>
                    </a:ext>
                  </a:extLst>
                </p:cNvPr>
                <p:cNvGrpSpPr/>
                <p:nvPr/>
              </p:nvGrpSpPr>
              <p:grpSpPr>
                <a:xfrm>
                  <a:off x="6413077" y="6016049"/>
                  <a:ext cx="242005" cy="43678"/>
                  <a:chOff x="7979724" y="3580291"/>
                  <a:chExt cx="242005" cy="43678"/>
                </a:xfrm>
              </p:grpSpPr>
              <p:sp>
                <p:nvSpPr>
                  <p:cNvPr id="2178" name="Oval 2177">
                    <a:extLst>
                      <a:ext uri="{FF2B5EF4-FFF2-40B4-BE49-F238E27FC236}">
                        <a16:creationId xmlns:a16="http://schemas.microsoft.com/office/drawing/2014/main" id="{C857EE02-0FE8-3B45-6D0E-B0E600206BF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9" name="Oval 2178">
                    <a:extLst>
                      <a:ext uri="{FF2B5EF4-FFF2-40B4-BE49-F238E27FC236}">
                        <a16:creationId xmlns:a16="http://schemas.microsoft.com/office/drawing/2014/main" id="{7056C725-2AE3-2168-A482-AFE989AF485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0" name="Oval 2179">
                    <a:extLst>
                      <a:ext uri="{FF2B5EF4-FFF2-40B4-BE49-F238E27FC236}">
                        <a16:creationId xmlns:a16="http://schemas.microsoft.com/office/drawing/2014/main" id="{564610D2-EFB7-122F-5433-1227BFFE130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1" name="Oval 2180">
                    <a:extLst>
                      <a:ext uri="{FF2B5EF4-FFF2-40B4-BE49-F238E27FC236}">
                        <a16:creationId xmlns:a16="http://schemas.microsoft.com/office/drawing/2014/main" id="{4294626B-3E1E-E3D0-F1D1-3BD132457D7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2" name="Oval 2181">
                    <a:extLst>
                      <a:ext uri="{FF2B5EF4-FFF2-40B4-BE49-F238E27FC236}">
                        <a16:creationId xmlns:a16="http://schemas.microsoft.com/office/drawing/2014/main" id="{B44796B4-006E-864A-692F-D48ABBAD811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3" name="Oval 2182">
                    <a:extLst>
                      <a:ext uri="{FF2B5EF4-FFF2-40B4-BE49-F238E27FC236}">
                        <a16:creationId xmlns:a16="http://schemas.microsoft.com/office/drawing/2014/main" id="{2EE65052-3FCF-03A8-6E2D-DF47DD6BF47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4" name="Oval 2183">
                    <a:extLst>
                      <a:ext uri="{FF2B5EF4-FFF2-40B4-BE49-F238E27FC236}">
                        <a16:creationId xmlns:a16="http://schemas.microsoft.com/office/drawing/2014/main" id="{3937CD53-020A-4F7E-92C9-A286A6A6547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5" name="Oval 2184">
                    <a:extLst>
                      <a:ext uri="{FF2B5EF4-FFF2-40B4-BE49-F238E27FC236}">
                        <a16:creationId xmlns:a16="http://schemas.microsoft.com/office/drawing/2014/main" id="{19AB6603-95D7-6099-DC37-80BD4C1F06C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42" name="Group 2241">
                <a:extLst>
                  <a:ext uri="{FF2B5EF4-FFF2-40B4-BE49-F238E27FC236}">
                    <a16:creationId xmlns:a16="http://schemas.microsoft.com/office/drawing/2014/main" id="{E85E3D9D-2F60-BD7A-4DCF-C69F5ADACB77}"/>
                  </a:ext>
                </a:extLst>
              </p:cNvPr>
              <p:cNvGrpSpPr/>
              <p:nvPr/>
            </p:nvGrpSpPr>
            <p:grpSpPr>
              <a:xfrm>
                <a:off x="7993543" y="2257718"/>
                <a:ext cx="971545" cy="53915"/>
                <a:chOff x="5754694" y="6008041"/>
                <a:chExt cx="971545" cy="53915"/>
              </a:xfrm>
            </p:grpSpPr>
            <p:grpSp>
              <p:nvGrpSpPr>
                <p:cNvPr id="2243" name="Group 2242">
                  <a:extLst>
                    <a:ext uri="{FF2B5EF4-FFF2-40B4-BE49-F238E27FC236}">
                      <a16:creationId xmlns:a16="http://schemas.microsoft.com/office/drawing/2014/main" id="{DD53715C-2BDF-BDA8-256C-5323FC558CF1}"/>
                    </a:ext>
                  </a:extLst>
                </p:cNvPr>
                <p:cNvGrpSpPr/>
                <p:nvPr/>
              </p:nvGrpSpPr>
              <p:grpSpPr>
                <a:xfrm rot="10800000">
                  <a:off x="5825851" y="6008041"/>
                  <a:ext cx="242005" cy="46723"/>
                  <a:chOff x="7979724" y="3580291"/>
                  <a:chExt cx="242005" cy="43678"/>
                </a:xfrm>
              </p:grpSpPr>
              <p:sp>
                <p:nvSpPr>
                  <p:cNvPr id="2307" name="Oval 2306">
                    <a:extLst>
                      <a:ext uri="{FF2B5EF4-FFF2-40B4-BE49-F238E27FC236}">
                        <a16:creationId xmlns:a16="http://schemas.microsoft.com/office/drawing/2014/main" id="{CD316A0D-5C33-717C-EF40-69C23CFBD28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8" name="Oval 2307">
                    <a:extLst>
                      <a:ext uri="{FF2B5EF4-FFF2-40B4-BE49-F238E27FC236}">
                        <a16:creationId xmlns:a16="http://schemas.microsoft.com/office/drawing/2014/main" id="{B2A60370-9ABF-AF56-8E87-F1030504639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9" name="Oval 2308">
                    <a:extLst>
                      <a:ext uri="{FF2B5EF4-FFF2-40B4-BE49-F238E27FC236}">
                        <a16:creationId xmlns:a16="http://schemas.microsoft.com/office/drawing/2014/main" id="{3EE27438-9D55-CF10-D985-53E07DAA143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0" name="Oval 2309">
                    <a:extLst>
                      <a:ext uri="{FF2B5EF4-FFF2-40B4-BE49-F238E27FC236}">
                        <a16:creationId xmlns:a16="http://schemas.microsoft.com/office/drawing/2014/main" id="{FD0EB9DE-D5EF-634D-43DA-75D79EA8AE2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1" name="Oval 2310">
                    <a:extLst>
                      <a:ext uri="{FF2B5EF4-FFF2-40B4-BE49-F238E27FC236}">
                        <a16:creationId xmlns:a16="http://schemas.microsoft.com/office/drawing/2014/main" id="{FEEC0543-7429-D168-87C6-977679CE027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2" name="Oval 2311">
                    <a:extLst>
                      <a:ext uri="{FF2B5EF4-FFF2-40B4-BE49-F238E27FC236}">
                        <a16:creationId xmlns:a16="http://schemas.microsoft.com/office/drawing/2014/main" id="{5B363ACD-3F11-EE8F-B48B-AD368F07C43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3" name="Oval 2312">
                    <a:extLst>
                      <a:ext uri="{FF2B5EF4-FFF2-40B4-BE49-F238E27FC236}">
                        <a16:creationId xmlns:a16="http://schemas.microsoft.com/office/drawing/2014/main" id="{2F71D686-6076-076B-F6E5-7A640367ABF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4" name="Oval 2313">
                    <a:extLst>
                      <a:ext uri="{FF2B5EF4-FFF2-40B4-BE49-F238E27FC236}">
                        <a16:creationId xmlns:a16="http://schemas.microsoft.com/office/drawing/2014/main" id="{A675D6F2-8F7B-6DA1-02E4-1B73B2D3A65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4" name="Group 2243">
                  <a:extLst>
                    <a:ext uri="{FF2B5EF4-FFF2-40B4-BE49-F238E27FC236}">
                      <a16:creationId xmlns:a16="http://schemas.microsoft.com/office/drawing/2014/main" id="{1CF373CC-0EEE-634F-BC1B-9506DFA9CE52}"/>
                    </a:ext>
                  </a:extLst>
                </p:cNvPr>
                <p:cNvGrpSpPr/>
                <p:nvPr/>
              </p:nvGrpSpPr>
              <p:grpSpPr>
                <a:xfrm>
                  <a:off x="5754694" y="6008857"/>
                  <a:ext cx="242005" cy="43678"/>
                  <a:chOff x="7979724" y="3580291"/>
                  <a:chExt cx="242005" cy="43678"/>
                </a:xfrm>
              </p:grpSpPr>
              <p:sp>
                <p:nvSpPr>
                  <p:cNvPr id="2299" name="Oval 2298">
                    <a:extLst>
                      <a:ext uri="{FF2B5EF4-FFF2-40B4-BE49-F238E27FC236}">
                        <a16:creationId xmlns:a16="http://schemas.microsoft.com/office/drawing/2014/main" id="{6C303F51-43E5-0B68-42CC-CE4FA7A21C4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0" name="Oval 2299">
                    <a:extLst>
                      <a:ext uri="{FF2B5EF4-FFF2-40B4-BE49-F238E27FC236}">
                        <a16:creationId xmlns:a16="http://schemas.microsoft.com/office/drawing/2014/main" id="{D3DDC72D-E373-1DDD-E5A2-861ADF85119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1" name="Oval 2300">
                    <a:extLst>
                      <a:ext uri="{FF2B5EF4-FFF2-40B4-BE49-F238E27FC236}">
                        <a16:creationId xmlns:a16="http://schemas.microsoft.com/office/drawing/2014/main" id="{C7A516F8-5EF1-E6B2-55B6-8E08B62F193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2" name="Oval 2301">
                    <a:extLst>
                      <a:ext uri="{FF2B5EF4-FFF2-40B4-BE49-F238E27FC236}">
                        <a16:creationId xmlns:a16="http://schemas.microsoft.com/office/drawing/2014/main" id="{4AC861F6-CA53-6120-94A9-43EF451661E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3" name="Oval 2302">
                    <a:extLst>
                      <a:ext uri="{FF2B5EF4-FFF2-40B4-BE49-F238E27FC236}">
                        <a16:creationId xmlns:a16="http://schemas.microsoft.com/office/drawing/2014/main" id="{684A1C7B-D1AC-D30C-A9CD-D06423B6BF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4" name="Oval 2303">
                    <a:extLst>
                      <a:ext uri="{FF2B5EF4-FFF2-40B4-BE49-F238E27FC236}">
                        <a16:creationId xmlns:a16="http://schemas.microsoft.com/office/drawing/2014/main" id="{65E7F1F2-8C30-2F31-5CC3-504D63421C6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5" name="Oval 2304">
                    <a:extLst>
                      <a:ext uri="{FF2B5EF4-FFF2-40B4-BE49-F238E27FC236}">
                        <a16:creationId xmlns:a16="http://schemas.microsoft.com/office/drawing/2014/main" id="{C79C9C27-8A0C-859F-831A-7D5BE14DAA7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6" name="Oval 2305">
                    <a:extLst>
                      <a:ext uri="{FF2B5EF4-FFF2-40B4-BE49-F238E27FC236}">
                        <a16:creationId xmlns:a16="http://schemas.microsoft.com/office/drawing/2014/main" id="{50F99D59-723E-9961-B329-1030C03A5F6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5" name="Group 2244">
                  <a:extLst>
                    <a:ext uri="{FF2B5EF4-FFF2-40B4-BE49-F238E27FC236}">
                      <a16:creationId xmlns:a16="http://schemas.microsoft.com/office/drawing/2014/main" id="{6E8E87CD-E992-5768-116F-772B63DFB1AD}"/>
                    </a:ext>
                  </a:extLst>
                </p:cNvPr>
                <p:cNvGrpSpPr/>
                <p:nvPr/>
              </p:nvGrpSpPr>
              <p:grpSpPr>
                <a:xfrm rot="10800000">
                  <a:off x="6066894" y="6011217"/>
                  <a:ext cx="242005" cy="46723"/>
                  <a:chOff x="7979724" y="3580291"/>
                  <a:chExt cx="242005" cy="43678"/>
                </a:xfrm>
              </p:grpSpPr>
              <p:sp>
                <p:nvSpPr>
                  <p:cNvPr id="2291" name="Oval 2290">
                    <a:extLst>
                      <a:ext uri="{FF2B5EF4-FFF2-40B4-BE49-F238E27FC236}">
                        <a16:creationId xmlns:a16="http://schemas.microsoft.com/office/drawing/2014/main" id="{8D10AF01-0EFF-C568-A5D3-01B304B83BE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2" name="Oval 2291">
                    <a:extLst>
                      <a:ext uri="{FF2B5EF4-FFF2-40B4-BE49-F238E27FC236}">
                        <a16:creationId xmlns:a16="http://schemas.microsoft.com/office/drawing/2014/main" id="{316F7C0A-B083-5D57-F241-3FDACD047AB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3" name="Oval 2292">
                    <a:extLst>
                      <a:ext uri="{FF2B5EF4-FFF2-40B4-BE49-F238E27FC236}">
                        <a16:creationId xmlns:a16="http://schemas.microsoft.com/office/drawing/2014/main" id="{666161AB-A758-B03A-7733-1386FFD82AD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4" name="Oval 2293">
                    <a:extLst>
                      <a:ext uri="{FF2B5EF4-FFF2-40B4-BE49-F238E27FC236}">
                        <a16:creationId xmlns:a16="http://schemas.microsoft.com/office/drawing/2014/main" id="{353B6B96-36FB-02A2-5E0E-8ADF1A881D4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5" name="Oval 2294">
                    <a:extLst>
                      <a:ext uri="{FF2B5EF4-FFF2-40B4-BE49-F238E27FC236}">
                        <a16:creationId xmlns:a16="http://schemas.microsoft.com/office/drawing/2014/main" id="{DB8F5B83-79A2-85F4-531A-3CF8C832AF0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6" name="Oval 2295">
                    <a:extLst>
                      <a:ext uri="{FF2B5EF4-FFF2-40B4-BE49-F238E27FC236}">
                        <a16:creationId xmlns:a16="http://schemas.microsoft.com/office/drawing/2014/main" id="{9E8C7046-48E8-81AF-766A-BC9A7B10B6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7" name="Oval 2296">
                    <a:extLst>
                      <a:ext uri="{FF2B5EF4-FFF2-40B4-BE49-F238E27FC236}">
                        <a16:creationId xmlns:a16="http://schemas.microsoft.com/office/drawing/2014/main" id="{1CA0F450-EF29-99EF-3734-65C5176A9DE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 name="Oval 2297">
                    <a:extLst>
                      <a:ext uri="{FF2B5EF4-FFF2-40B4-BE49-F238E27FC236}">
                        <a16:creationId xmlns:a16="http://schemas.microsoft.com/office/drawing/2014/main" id="{8379B756-ED2B-1B77-976C-C7F292EBA4B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6" name="Group 2245">
                  <a:extLst>
                    <a:ext uri="{FF2B5EF4-FFF2-40B4-BE49-F238E27FC236}">
                      <a16:creationId xmlns:a16="http://schemas.microsoft.com/office/drawing/2014/main" id="{28DEF53E-2EEB-8722-1F00-6940AF81D64A}"/>
                    </a:ext>
                  </a:extLst>
                </p:cNvPr>
                <p:cNvGrpSpPr/>
                <p:nvPr/>
              </p:nvGrpSpPr>
              <p:grpSpPr>
                <a:xfrm rot="11689693">
                  <a:off x="5995737" y="6012033"/>
                  <a:ext cx="242005" cy="43678"/>
                  <a:chOff x="7979724" y="3580291"/>
                  <a:chExt cx="242005" cy="43678"/>
                </a:xfrm>
              </p:grpSpPr>
              <p:sp>
                <p:nvSpPr>
                  <p:cNvPr id="2283" name="Oval 2282">
                    <a:extLst>
                      <a:ext uri="{FF2B5EF4-FFF2-40B4-BE49-F238E27FC236}">
                        <a16:creationId xmlns:a16="http://schemas.microsoft.com/office/drawing/2014/main" id="{4D1BC5DF-09A9-1DE8-5B44-5E5EDE95FFD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4" name="Oval 2283">
                    <a:extLst>
                      <a:ext uri="{FF2B5EF4-FFF2-40B4-BE49-F238E27FC236}">
                        <a16:creationId xmlns:a16="http://schemas.microsoft.com/office/drawing/2014/main" id="{39306035-7672-6B18-1A98-55D9CB2DEF5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5" name="Oval 2284">
                    <a:extLst>
                      <a:ext uri="{FF2B5EF4-FFF2-40B4-BE49-F238E27FC236}">
                        <a16:creationId xmlns:a16="http://schemas.microsoft.com/office/drawing/2014/main" id="{1E3AB3B6-D7BE-A42F-9174-BECD9F54D38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6" name="Oval 2285">
                    <a:extLst>
                      <a:ext uri="{FF2B5EF4-FFF2-40B4-BE49-F238E27FC236}">
                        <a16:creationId xmlns:a16="http://schemas.microsoft.com/office/drawing/2014/main" id="{AF3367CF-B137-4567-49C5-310E581E402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7" name="Oval 2286">
                    <a:extLst>
                      <a:ext uri="{FF2B5EF4-FFF2-40B4-BE49-F238E27FC236}">
                        <a16:creationId xmlns:a16="http://schemas.microsoft.com/office/drawing/2014/main" id="{7E80AA27-0732-DF9A-2EBA-E7B6569EFAE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8" name="Oval 2287">
                    <a:extLst>
                      <a:ext uri="{FF2B5EF4-FFF2-40B4-BE49-F238E27FC236}">
                        <a16:creationId xmlns:a16="http://schemas.microsoft.com/office/drawing/2014/main" id="{EF693657-97DF-798C-7738-C4EA4CA70C1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9" name="Oval 2288">
                    <a:extLst>
                      <a:ext uri="{FF2B5EF4-FFF2-40B4-BE49-F238E27FC236}">
                        <a16:creationId xmlns:a16="http://schemas.microsoft.com/office/drawing/2014/main" id="{F984F056-4DFE-AC41-8902-F71C2B41C19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0" name="Oval 2289">
                    <a:extLst>
                      <a:ext uri="{FF2B5EF4-FFF2-40B4-BE49-F238E27FC236}">
                        <a16:creationId xmlns:a16="http://schemas.microsoft.com/office/drawing/2014/main" id="{B9266A49-83B8-A18F-02BB-2C086C0F1AE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7" name="Group 2246">
                  <a:extLst>
                    <a:ext uri="{FF2B5EF4-FFF2-40B4-BE49-F238E27FC236}">
                      <a16:creationId xmlns:a16="http://schemas.microsoft.com/office/drawing/2014/main" id="{F04A36AA-2C17-65EE-A3F8-16293CEE10B7}"/>
                    </a:ext>
                  </a:extLst>
                </p:cNvPr>
                <p:cNvGrpSpPr/>
                <p:nvPr/>
              </p:nvGrpSpPr>
              <p:grpSpPr>
                <a:xfrm rot="21292958">
                  <a:off x="6243191" y="6012057"/>
                  <a:ext cx="242005" cy="46723"/>
                  <a:chOff x="7979724" y="3580291"/>
                  <a:chExt cx="242005" cy="43678"/>
                </a:xfrm>
              </p:grpSpPr>
              <p:sp>
                <p:nvSpPr>
                  <p:cNvPr id="2275" name="Oval 2274">
                    <a:extLst>
                      <a:ext uri="{FF2B5EF4-FFF2-40B4-BE49-F238E27FC236}">
                        <a16:creationId xmlns:a16="http://schemas.microsoft.com/office/drawing/2014/main" id="{EF1B6A83-E3D6-93E4-B324-4ED9C4E0DB7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6" name="Oval 2275">
                    <a:extLst>
                      <a:ext uri="{FF2B5EF4-FFF2-40B4-BE49-F238E27FC236}">
                        <a16:creationId xmlns:a16="http://schemas.microsoft.com/office/drawing/2014/main" id="{61CB26E3-2CBE-97B8-4047-AE6D219BE0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7" name="Oval 2276">
                    <a:extLst>
                      <a:ext uri="{FF2B5EF4-FFF2-40B4-BE49-F238E27FC236}">
                        <a16:creationId xmlns:a16="http://schemas.microsoft.com/office/drawing/2014/main" id="{8D6ECBD6-26C2-C086-F210-9DDD3BADFBC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8" name="Oval 2277">
                    <a:extLst>
                      <a:ext uri="{FF2B5EF4-FFF2-40B4-BE49-F238E27FC236}">
                        <a16:creationId xmlns:a16="http://schemas.microsoft.com/office/drawing/2014/main" id="{83A8C194-E546-D004-C249-99F5F94BF09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9" name="Oval 2278">
                    <a:extLst>
                      <a:ext uri="{FF2B5EF4-FFF2-40B4-BE49-F238E27FC236}">
                        <a16:creationId xmlns:a16="http://schemas.microsoft.com/office/drawing/2014/main" id="{44FF3B3A-7429-97E0-A3DA-241847016C6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0" name="Oval 2279">
                    <a:extLst>
                      <a:ext uri="{FF2B5EF4-FFF2-40B4-BE49-F238E27FC236}">
                        <a16:creationId xmlns:a16="http://schemas.microsoft.com/office/drawing/2014/main" id="{26CAD434-7A98-5FAC-DBB5-4369BF7062A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1" name="Oval 2280">
                    <a:extLst>
                      <a:ext uri="{FF2B5EF4-FFF2-40B4-BE49-F238E27FC236}">
                        <a16:creationId xmlns:a16="http://schemas.microsoft.com/office/drawing/2014/main" id="{EBFC5567-4214-7ED1-0A84-6F75118908B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2" name="Oval 2281">
                    <a:extLst>
                      <a:ext uri="{FF2B5EF4-FFF2-40B4-BE49-F238E27FC236}">
                        <a16:creationId xmlns:a16="http://schemas.microsoft.com/office/drawing/2014/main" id="{D6FAD6A6-7DF2-A117-D4E7-0A4A6440CBF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8" name="Group 2247">
                  <a:extLst>
                    <a:ext uri="{FF2B5EF4-FFF2-40B4-BE49-F238E27FC236}">
                      <a16:creationId xmlns:a16="http://schemas.microsoft.com/office/drawing/2014/main" id="{E357E46E-214C-9DA6-8059-469A17AF73E5}"/>
                    </a:ext>
                  </a:extLst>
                </p:cNvPr>
                <p:cNvGrpSpPr/>
                <p:nvPr/>
              </p:nvGrpSpPr>
              <p:grpSpPr>
                <a:xfrm>
                  <a:off x="6172034" y="6012873"/>
                  <a:ext cx="242005" cy="43678"/>
                  <a:chOff x="7979724" y="3580291"/>
                  <a:chExt cx="242005" cy="43678"/>
                </a:xfrm>
              </p:grpSpPr>
              <p:sp>
                <p:nvSpPr>
                  <p:cNvPr id="2267" name="Oval 2266">
                    <a:extLst>
                      <a:ext uri="{FF2B5EF4-FFF2-40B4-BE49-F238E27FC236}">
                        <a16:creationId xmlns:a16="http://schemas.microsoft.com/office/drawing/2014/main" id="{096CA229-41D4-1E5E-5298-B7FEB8FBC12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8" name="Oval 2267">
                    <a:extLst>
                      <a:ext uri="{FF2B5EF4-FFF2-40B4-BE49-F238E27FC236}">
                        <a16:creationId xmlns:a16="http://schemas.microsoft.com/office/drawing/2014/main" id="{131B9B53-6B63-CDE2-0EB7-1AEAF411F83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9" name="Oval 2268">
                    <a:extLst>
                      <a:ext uri="{FF2B5EF4-FFF2-40B4-BE49-F238E27FC236}">
                        <a16:creationId xmlns:a16="http://schemas.microsoft.com/office/drawing/2014/main" id="{4DBF532A-0455-6BFD-E1C2-30DE212D3BE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0" name="Oval 2269">
                    <a:extLst>
                      <a:ext uri="{FF2B5EF4-FFF2-40B4-BE49-F238E27FC236}">
                        <a16:creationId xmlns:a16="http://schemas.microsoft.com/office/drawing/2014/main" id="{26384AA7-E096-F667-CC83-30AE078D267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1" name="Oval 2270">
                    <a:extLst>
                      <a:ext uri="{FF2B5EF4-FFF2-40B4-BE49-F238E27FC236}">
                        <a16:creationId xmlns:a16="http://schemas.microsoft.com/office/drawing/2014/main" id="{8E8AEC44-9B5E-6082-EE82-8623217D608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2" name="Oval 2271">
                    <a:extLst>
                      <a:ext uri="{FF2B5EF4-FFF2-40B4-BE49-F238E27FC236}">
                        <a16:creationId xmlns:a16="http://schemas.microsoft.com/office/drawing/2014/main" id="{BD93D460-A9C5-5BEA-2427-E389F49E2C3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3" name="Oval 2272">
                    <a:extLst>
                      <a:ext uri="{FF2B5EF4-FFF2-40B4-BE49-F238E27FC236}">
                        <a16:creationId xmlns:a16="http://schemas.microsoft.com/office/drawing/2014/main" id="{ECFE2861-E726-9DDE-4F9C-2370CA596BD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4" name="Oval 2273">
                    <a:extLst>
                      <a:ext uri="{FF2B5EF4-FFF2-40B4-BE49-F238E27FC236}">
                        <a16:creationId xmlns:a16="http://schemas.microsoft.com/office/drawing/2014/main" id="{C4D52577-B71B-A9B5-28A6-A4147B811D7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9" name="Group 2248">
                  <a:extLst>
                    <a:ext uri="{FF2B5EF4-FFF2-40B4-BE49-F238E27FC236}">
                      <a16:creationId xmlns:a16="http://schemas.microsoft.com/office/drawing/2014/main" id="{D944263F-0477-9400-9E56-B2A012C14976}"/>
                    </a:ext>
                  </a:extLst>
                </p:cNvPr>
                <p:cNvGrpSpPr/>
                <p:nvPr/>
              </p:nvGrpSpPr>
              <p:grpSpPr>
                <a:xfrm rot="10800000">
                  <a:off x="6484234" y="6015233"/>
                  <a:ext cx="242005" cy="46723"/>
                  <a:chOff x="7979724" y="3580291"/>
                  <a:chExt cx="242005" cy="43678"/>
                </a:xfrm>
              </p:grpSpPr>
              <p:sp>
                <p:nvSpPr>
                  <p:cNvPr id="2259" name="Oval 2258">
                    <a:extLst>
                      <a:ext uri="{FF2B5EF4-FFF2-40B4-BE49-F238E27FC236}">
                        <a16:creationId xmlns:a16="http://schemas.microsoft.com/office/drawing/2014/main" id="{F7F4CCE1-956F-DCB6-4554-A84DDC3509F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0" name="Oval 2259">
                    <a:extLst>
                      <a:ext uri="{FF2B5EF4-FFF2-40B4-BE49-F238E27FC236}">
                        <a16:creationId xmlns:a16="http://schemas.microsoft.com/office/drawing/2014/main" id="{8CD619DB-9192-FAC9-4091-2A8CCE23DEA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1" name="Oval 2260">
                    <a:extLst>
                      <a:ext uri="{FF2B5EF4-FFF2-40B4-BE49-F238E27FC236}">
                        <a16:creationId xmlns:a16="http://schemas.microsoft.com/office/drawing/2014/main" id="{DE7FC99F-9EF6-D06B-0652-14DF5A11219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2" name="Oval 2261">
                    <a:extLst>
                      <a:ext uri="{FF2B5EF4-FFF2-40B4-BE49-F238E27FC236}">
                        <a16:creationId xmlns:a16="http://schemas.microsoft.com/office/drawing/2014/main" id="{22FB6EE4-B2CA-633E-A4BD-6E6D05DDAF9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3" name="Oval 2262">
                    <a:extLst>
                      <a:ext uri="{FF2B5EF4-FFF2-40B4-BE49-F238E27FC236}">
                        <a16:creationId xmlns:a16="http://schemas.microsoft.com/office/drawing/2014/main" id="{3E57B78C-A4AE-94A9-EB68-9E75BA580BC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4" name="Oval 2263">
                    <a:extLst>
                      <a:ext uri="{FF2B5EF4-FFF2-40B4-BE49-F238E27FC236}">
                        <a16:creationId xmlns:a16="http://schemas.microsoft.com/office/drawing/2014/main" id="{F31519EF-C803-C7E5-B053-F7BEA819FE3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5" name="Oval 2264">
                    <a:extLst>
                      <a:ext uri="{FF2B5EF4-FFF2-40B4-BE49-F238E27FC236}">
                        <a16:creationId xmlns:a16="http://schemas.microsoft.com/office/drawing/2014/main" id="{6ADF8B5A-1734-D741-FEBA-AC5D522219D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6" name="Oval 2265">
                    <a:extLst>
                      <a:ext uri="{FF2B5EF4-FFF2-40B4-BE49-F238E27FC236}">
                        <a16:creationId xmlns:a16="http://schemas.microsoft.com/office/drawing/2014/main" id="{62D866A3-AB9C-F9B2-F4FD-4A3287BF65A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50" name="Group 2249">
                  <a:extLst>
                    <a:ext uri="{FF2B5EF4-FFF2-40B4-BE49-F238E27FC236}">
                      <a16:creationId xmlns:a16="http://schemas.microsoft.com/office/drawing/2014/main" id="{1529D3C3-DACD-46CA-D636-BE322DC9E520}"/>
                    </a:ext>
                  </a:extLst>
                </p:cNvPr>
                <p:cNvGrpSpPr/>
                <p:nvPr/>
              </p:nvGrpSpPr>
              <p:grpSpPr>
                <a:xfrm>
                  <a:off x="6413077" y="6016049"/>
                  <a:ext cx="242005" cy="43678"/>
                  <a:chOff x="7979724" y="3580291"/>
                  <a:chExt cx="242005" cy="43678"/>
                </a:xfrm>
              </p:grpSpPr>
              <p:sp>
                <p:nvSpPr>
                  <p:cNvPr id="2251" name="Oval 2250">
                    <a:extLst>
                      <a:ext uri="{FF2B5EF4-FFF2-40B4-BE49-F238E27FC236}">
                        <a16:creationId xmlns:a16="http://schemas.microsoft.com/office/drawing/2014/main" id="{ADBAB0DA-BDBB-E5A8-9EAC-ABBB55B5944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2" name="Oval 2251">
                    <a:extLst>
                      <a:ext uri="{FF2B5EF4-FFF2-40B4-BE49-F238E27FC236}">
                        <a16:creationId xmlns:a16="http://schemas.microsoft.com/office/drawing/2014/main" id="{12F42AFA-B1B9-BE77-BCCB-A5947F8D297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 name="Oval 2252">
                    <a:extLst>
                      <a:ext uri="{FF2B5EF4-FFF2-40B4-BE49-F238E27FC236}">
                        <a16:creationId xmlns:a16="http://schemas.microsoft.com/office/drawing/2014/main" id="{FE90450E-8707-2B62-B998-B27B947B684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 name="Oval 2253">
                    <a:extLst>
                      <a:ext uri="{FF2B5EF4-FFF2-40B4-BE49-F238E27FC236}">
                        <a16:creationId xmlns:a16="http://schemas.microsoft.com/office/drawing/2014/main" id="{419D04E2-8505-9A83-4350-DB1D24AE2AC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5" name="Oval 2254">
                    <a:extLst>
                      <a:ext uri="{FF2B5EF4-FFF2-40B4-BE49-F238E27FC236}">
                        <a16:creationId xmlns:a16="http://schemas.microsoft.com/office/drawing/2014/main" id="{3FD67EF0-ADAB-3EEE-C862-E3898BC91CC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6" name="Oval 2255">
                    <a:extLst>
                      <a:ext uri="{FF2B5EF4-FFF2-40B4-BE49-F238E27FC236}">
                        <a16:creationId xmlns:a16="http://schemas.microsoft.com/office/drawing/2014/main" id="{C6154F66-7EA4-4EC0-5D82-B7414C49D09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7" name="Oval 2256">
                    <a:extLst>
                      <a:ext uri="{FF2B5EF4-FFF2-40B4-BE49-F238E27FC236}">
                        <a16:creationId xmlns:a16="http://schemas.microsoft.com/office/drawing/2014/main" id="{099E9428-E884-D261-6547-2FABEAE1679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8" name="Oval 2257">
                    <a:extLst>
                      <a:ext uri="{FF2B5EF4-FFF2-40B4-BE49-F238E27FC236}">
                        <a16:creationId xmlns:a16="http://schemas.microsoft.com/office/drawing/2014/main" id="{F51E267D-E4A5-9064-B725-767099DE9E5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15" name="Group 2314">
                <a:extLst>
                  <a:ext uri="{FF2B5EF4-FFF2-40B4-BE49-F238E27FC236}">
                    <a16:creationId xmlns:a16="http://schemas.microsoft.com/office/drawing/2014/main" id="{BC0473DF-EFCC-B3EC-A3D1-8AD77C49C74F}"/>
                  </a:ext>
                </a:extLst>
              </p:cNvPr>
              <p:cNvGrpSpPr/>
              <p:nvPr/>
            </p:nvGrpSpPr>
            <p:grpSpPr>
              <a:xfrm>
                <a:off x="8884216" y="2244666"/>
                <a:ext cx="971545" cy="53915"/>
                <a:chOff x="5754694" y="6008041"/>
                <a:chExt cx="971545" cy="53915"/>
              </a:xfrm>
            </p:grpSpPr>
            <p:grpSp>
              <p:nvGrpSpPr>
                <p:cNvPr id="2316" name="Group 2315">
                  <a:extLst>
                    <a:ext uri="{FF2B5EF4-FFF2-40B4-BE49-F238E27FC236}">
                      <a16:creationId xmlns:a16="http://schemas.microsoft.com/office/drawing/2014/main" id="{9E2255A7-73B4-7692-C584-CF71815B008F}"/>
                    </a:ext>
                  </a:extLst>
                </p:cNvPr>
                <p:cNvGrpSpPr/>
                <p:nvPr/>
              </p:nvGrpSpPr>
              <p:grpSpPr>
                <a:xfrm rot="10800000">
                  <a:off x="5825851" y="6008041"/>
                  <a:ext cx="242005" cy="46723"/>
                  <a:chOff x="7979724" y="3580291"/>
                  <a:chExt cx="242005" cy="43678"/>
                </a:xfrm>
              </p:grpSpPr>
              <p:sp>
                <p:nvSpPr>
                  <p:cNvPr id="2380" name="Oval 2379">
                    <a:extLst>
                      <a:ext uri="{FF2B5EF4-FFF2-40B4-BE49-F238E27FC236}">
                        <a16:creationId xmlns:a16="http://schemas.microsoft.com/office/drawing/2014/main" id="{54C99A9A-1653-C788-B892-BFF77DC2E11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1" name="Oval 2380">
                    <a:extLst>
                      <a:ext uri="{FF2B5EF4-FFF2-40B4-BE49-F238E27FC236}">
                        <a16:creationId xmlns:a16="http://schemas.microsoft.com/office/drawing/2014/main" id="{A61DFADC-0B09-E78F-31A2-14CA2B9F3B9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2" name="Oval 2381">
                    <a:extLst>
                      <a:ext uri="{FF2B5EF4-FFF2-40B4-BE49-F238E27FC236}">
                        <a16:creationId xmlns:a16="http://schemas.microsoft.com/office/drawing/2014/main" id="{E42B9A98-A4E2-A35E-CD55-2D8397B90CC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3" name="Oval 2382">
                    <a:extLst>
                      <a:ext uri="{FF2B5EF4-FFF2-40B4-BE49-F238E27FC236}">
                        <a16:creationId xmlns:a16="http://schemas.microsoft.com/office/drawing/2014/main" id="{6C1F2AD7-FE18-E254-BB69-E525F46B6EF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4" name="Oval 2383">
                    <a:extLst>
                      <a:ext uri="{FF2B5EF4-FFF2-40B4-BE49-F238E27FC236}">
                        <a16:creationId xmlns:a16="http://schemas.microsoft.com/office/drawing/2014/main" id="{6C6D1C9E-C271-5864-36DF-7C39F918DEF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 name="Oval 2384">
                    <a:extLst>
                      <a:ext uri="{FF2B5EF4-FFF2-40B4-BE49-F238E27FC236}">
                        <a16:creationId xmlns:a16="http://schemas.microsoft.com/office/drawing/2014/main" id="{842BC97E-42BD-ADDC-200D-1521C10F584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6" name="Oval 2385">
                    <a:extLst>
                      <a:ext uri="{FF2B5EF4-FFF2-40B4-BE49-F238E27FC236}">
                        <a16:creationId xmlns:a16="http://schemas.microsoft.com/office/drawing/2014/main" id="{8E2FA58D-0806-C7A4-0F69-8D8AC6D3EDB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 name="Oval 2386">
                    <a:extLst>
                      <a:ext uri="{FF2B5EF4-FFF2-40B4-BE49-F238E27FC236}">
                        <a16:creationId xmlns:a16="http://schemas.microsoft.com/office/drawing/2014/main" id="{FDD5E344-7333-7A00-2871-4227887186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7" name="Group 2316">
                  <a:extLst>
                    <a:ext uri="{FF2B5EF4-FFF2-40B4-BE49-F238E27FC236}">
                      <a16:creationId xmlns:a16="http://schemas.microsoft.com/office/drawing/2014/main" id="{99F16605-7273-902C-09D4-B0BC1DBB0822}"/>
                    </a:ext>
                  </a:extLst>
                </p:cNvPr>
                <p:cNvGrpSpPr/>
                <p:nvPr/>
              </p:nvGrpSpPr>
              <p:grpSpPr>
                <a:xfrm>
                  <a:off x="5754694" y="6008857"/>
                  <a:ext cx="242005" cy="43678"/>
                  <a:chOff x="7979724" y="3580291"/>
                  <a:chExt cx="242005" cy="43678"/>
                </a:xfrm>
              </p:grpSpPr>
              <p:sp>
                <p:nvSpPr>
                  <p:cNvPr id="2372" name="Oval 2371">
                    <a:extLst>
                      <a:ext uri="{FF2B5EF4-FFF2-40B4-BE49-F238E27FC236}">
                        <a16:creationId xmlns:a16="http://schemas.microsoft.com/office/drawing/2014/main" id="{2A04D1DB-4E44-5F77-6AA1-6F2AB62D52A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 name="Oval 2372">
                    <a:extLst>
                      <a:ext uri="{FF2B5EF4-FFF2-40B4-BE49-F238E27FC236}">
                        <a16:creationId xmlns:a16="http://schemas.microsoft.com/office/drawing/2014/main" id="{AAD620C7-9A18-92C3-5F76-6AF182928B4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 name="Oval 2373">
                    <a:extLst>
                      <a:ext uri="{FF2B5EF4-FFF2-40B4-BE49-F238E27FC236}">
                        <a16:creationId xmlns:a16="http://schemas.microsoft.com/office/drawing/2014/main" id="{E59F0229-4AC6-BBCF-86D6-DDDEFFB0FB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5" name="Oval 2374">
                    <a:extLst>
                      <a:ext uri="{FF2B5EF4-FFF2-40B4-BE49-F238E27FC236}">
                        <a16:creationId xmlns:a16="http://schemas.microsoft.com/office/drawing/2014/main" id="{A25A7725-C7E2-39EA-5D1C-62E3CF3D257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 name="Oval 2375">
                    <a:extLst>
                      <a:ext uri="{FF2B5EF4-FFF2-40B4-BE49-F238E27FC236}">
                        <a16:creationId xmlns:a16="http://schemas.microsoft.com/office/drawing/2014/main" id="{03D99820-076A-D2E9-877C-99497C844FE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 name="Oval 2376">
                    <a:extLst>
                      <a:ext uri="{FF2B5EF4-FFF2-40B4-BE49-F238E27FC236}">
                        <a16:creationId xmlns:a16="http://schemas.microsoft.com/office/drawing/2014/main" id="{5E50B278-73CA-CF91-BC39-60239E3AAF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 name="Oval 2377">
                    <a:extLst>
                      <a:ext uri="{FF2B5EF4-FFF2-40B4-BE49-F238E27FC236}">
                        <a16:creationId xmlns:a16="http://schemas.microsoft.com/office/drawing/2014/main" id="{D6601591-143E-7EDC-78F5-A2584322818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 name="Oval 2378">
                    <a:extLst>
                      <a:ext uri="{FF2B5EF4-FFF2-40B4-BE49-F238E27FC236}">
                        <a16:creationId xmlns:a16="http://schemas.microsoft.com/office/drawing/2014/main" id="{99454484-E3D6-5E21-65BE-DC3EEA328C2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8" name="Group 2317">
                  <a:extLst>
                    <a:ext uri="{FF2B5EF4-FFF2-40B4-BE49-F238E27FC236}">
                      <a16:creationId xmlns:a16="http://schemas.microsoft.com/office/drawing/2014/main" id="{91221003-F207-44BB-BAB5-2BF5B18B04D2}"/>
                    </a:ext>
                  </a:extLst>
                </p:cNvPr>
                <p:cNvGrpSpPr/>
                <p:nvPr/>
              </p:nvGrpSpPr>
              <p:grpSpPr>
                <a:xfrm rot="10800000">
                  <a:off x="6066894" y="6011217"/>
                  <a:ext cx="242005" cy="46723"/>
                  <a:chOff x="7979724" y="3580291"/>
                  <a:chExt cx="242005" cy="43678"/>
                </a:xfrm>
              </p:grpSpPr>
              <p:sp>
                <p:nvSpPr>
                  <p:cNvPr id="2364" name="Oval 2363">
                    <a:extLst>
                      <a:ext uri="{FF2B5EF4-FFF2-40B4-BE49-F238E27FC236}">
                        <a16:creationId xmlns:a16="http://schemas.microsoft.com/office/drawing/2014/main" id="{42C6D27D-7286-6E92-3D9C-789A7798FB8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 name="Oval 2364">
                    <a:extLst>
                      <a:ext uri="{FF2B5EF4-FFF2-40B4-BE49-F238E27FC236}">
                        <a16:creationId xmlns:a16="http://schemas.microsoft.com/office/drawing/2014/main" id="{8CF4906F-E11C-3BF2-A1F6-23D4BB786DA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6" name="Oval 2365">
                    <a:extLst>
                      <a:ext uri="{FF2B5EF4-FFF2-40B4-BE49-F238E27FC236}">
                        <a16:creationId xmlns:a16="http://schemas.microsoft.com/office/drawing/2014/main" id="{9126BC09-8634-9BE3-273F-B1AE11442F0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7" name="Oval 2366">
                    <a:extLst>
                      <a:ext uri="{FF2B5EF4-FFF2-40B4-BE49-F238E27FC236}">
                        <a16:creationId xmlns:a16="http://schemas.microsoft.com/office/drawing/2014/main" id="{DE0CBD6F-49BC-E6AB-200F-6DC95C2E78F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8" name="Oval 2367">
                    <a:extLst>
                      <a:ext uri="{FF2B5EF4-FFF2-40B4-BE49-F238E27FC236}">
                        <a16:creationId xmlns:a16="http://schemas.microsoft.com/office/drawing/2014/main" id="{283D2C87-E89A-E7E2-D986-EE5145197CF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9" name="Oval 2368">
                    <a:extLst>
                      <a:ext uri="{FF2B5EF4-FFF2-40B4-BE49-F238E27FC236}">
                        <a16:creationId xmlns:a16="http://schemas.microsoft.com/office/drawing/2014/main" id="{5062AC9A-9657-9F54-F488-A29C0591AB6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0" name="Oval 2369">
                    <a:extLst>
                      <a:ext uri="{FF2B5EF4-FFF2-40B4-BE49-F238E27FC236}">
                        <a16:creationId xmlns:a16="http://schemas.microsoft.com/office/drawing/2014/main" id="{2D2F8F06-2EF3-8B7E-6CB1-16482A700DF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1" name="Oval 2370">
                    <a:extLst>
                      <a:ext uri="{FF2B5EF4-FFF2-40B4-BE49-F238E27FC236}">
                        <a16:creationId xmlns:a16="http://schemas.microsoft.com/office/drawing/2014/main" id="{18741519-6641-02F9-B739-871FB47117B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9" name="Group 2318">
                  <a:extLst>
                    <a:ext uri="{FF2B5EF4-FFF2-40B4-BE49-F238E27FC236}">
                      <a16:creationId xmlns:a16="http://schemas.microsoft.com/office/drawing/2014/main" id="{C8134FEB-5901-B1A0-1F48-22E9C81DF479}"/>
                    </a:ext>
                  </a:extLst>
                </p:cNvPr>
                <p:cNvGrpSpPr/>
                <p:nvPr/>
              </p:nvGrpSpPr>
              <p:grpSpPr>
                <a:xfrm rot="11689693">
                  <a:off x="5995737" y="6012033"/>
                  <a:ext cx="242005" cy="43678"/>
                  <a:chOff x="7979724" y="3580291"/>
                  <a:chExt cx="242005" cy="43678"/>
                </a:xfrm>
              </p:grpSpPr>
              <p:sp>
                <p:nvSpPr>
                  <p:cNvPr id="2356" name="Oval 2355">
                    <a:extLst>
                      <a:ext uri="{FF2B5EF4-FFF2-40B4-BE49-F238E27FC236}">
                        <a16:creationId xmlns:a16="http://schemas.microsoft.com/office/drawing/2014/main" id="{73A6EB12-612D-4B46-2788-9058E963B7E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 name="Oval 2356">
                    <a:extLst>
                      <a:ext uri="{FF2B5EF4-FFF2-40B4-BE49-F238E27FC236}">
                        <a16:creationId xmlns:a16="http://schemas.microsoft.com/office/drawing/2014/main" id="{3EBFC80D-C583-18FA-5238-5F3FE1EED90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 name="Oval 2357">
                    <a:extLst>
                      <a:ext uri="{FF2B5EF4-FFF2-40B4-BE49-F238E27FC236}">
                        <a16:creationId xmlns:a16="http://schemas.microsoft.com/office/drawing/2014/main" id="{5F39E5E4-94AB-A1FD-4BE8-13FE2470100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9" name="Oval 2358">
                    <a:extLst>
                      <a:ext uri="{FF2B5EF4-FFF2-40B4-BE49-F238E27FC236}">
                        <a16:creationId xmlns:a16="http://schemas.microsoft.com/office/drawing/2014/main" id="{5F083673-22BF-1CB9-22D7-EBF36ED1E7F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0" name="Oval 2359">
                    <a:extLst>
                      <a:ext uri="{FF2B5EF4-FFF2-40B4-BE49-F238E27FC236}">
                        <a16:creationId xmlns:a16="http://schemas.microsoft.com/office/drawing/2014/main" id="{5EA5C434-F50F-277E-E982-DB9E4CA8706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1" name="Oval 2360">
                    <a:extLst>
                      <a:ext uri="{FF2B5EF4-FFF2-40B4-BE49-F238E27FC236}">
                        <a16:creationId xmlns:a16="http://schemas.microsoft.com/office/drawing/2014/main" id="{5190C39C-7BDD-5AD4-0539-43C94988836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 name="Oval 2361">
                    <a:extLst>
                      <a:ext uri="{FF2B5EF4-FFF2-40B4-BE49-F238E27FC236}">
                        <a16:creationId xmlns:a16="http://schemas.microsoft.com/office/drawing/2014/main" id="{03505237-B042-2103-708B-24E91151958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 name="Oval 2362">
                    <a:extLst>
                      <a:ext uri="{FF2B5EF4-FFF2-40B4-BE49-F238E27FC236}">
                        <a16:creationId xmlns:a16="http://schemas.microsoft.com/office/drawing/2014/main" id="{19E62D85-A02B-C7CA-55C4-A85D987AB8E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0" name="Group 2319">
                  <a:extLst>
                    <a:ext uri="{FF2B5EF4-FFF2-40B4-BE49-F238E27FC236}">
                      <a16:creationId xmlns:a16="http://schemas.microsoft.com/office/drawing/2014/main" id="{1CDB1B59-5AE9-D3F3-C306-7DBC0364647F}"/>
                    </a:ext>
                  </a:extLst>
                </p:cNvPr>
                <p:cNvGrpSpPr/>
                <p:nvPr/>
              </p:nvGrpSpPr>
              <p:grpSpPr>
                <a:xfrm rot="21292958">
                  <a:off x="6243191" y="6012057"/>
                  <a:ext cx="242005" cy="46723"/>
                  <a:chOff x="7979724" y="3580291"/>
                  <a:chExt cx="242005" cy="43678"/>
                </a:xfrm>
              </p:grpSpPr>
              <p:sp>
                <p:nvSpPr>
                  <p:cNvPr id="2348" name="Oval 2347">
                    <a:extLst>
                      <a:ext uri="{FF2B5EF4-FFF2-40B4-BE49-F238E27FC236}">
                        <a16:creationId xmlns:a16="http://schemas.microsoft.com/office/drawing/2014/main" id="{5E39B2B2-308C-4CF2-C866-50C589C977B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9" name="Oval 2348">
                    <a:extLst>
                      <a:ext uri="{FF2B5EF4-FFF2-40B4-BE49-F238E27FC236}">
                        <a16:creationId xmlns:a16="http://schemas.microsoft.com/office/drawing/2014/main" id="{C19F5A5A-B94E-D072-8D6B-11988D56BC5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0" name="Oval 2349">
                    <a:extLst>
                      <a:ext uri="{FF2B5EF4-FFF2-40B4-BE49-F238E27FC236}">
                        <a16:creationId xmlns:a16="http://schemas.microsoft.com/office/drawing/2014/main" id="{8D65AF83-AE4B-F7A0-E062-3D875248AC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1" name="Oval 2350">
                    <a:extLst>
                      <a:ext uri="{FF2B5EF4-FFF2-40B4-BE49-F238E27FC236}">
                        <a16:creationId xmlns:a16="http://schemas.microsoft.com/office/drawing/2014/main" id="{96446E17-EFF6-9036-3E3F-A8BC66EDA4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2" name="Oval 2351">
                    <a:extLst>
                      <a:ext uri="{FF2B5EF4-FFF2-40B4-BE49-F238E27FC236}">
                        <a16:creationId xmlns:a16="http://schemas.microsoft.com/office/drawing/2014/main" id="{5564BBEA-0A49-B538-B8E6-3A0366BACEA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3" name="Oval 2352">
                    <a:extLst>
                      <a:ext uri="{FF2B5EF4-FFF2-40B4-BE49-F238E27FC236}">
                        <a16:creationId xmlns:a16="http://schemas.microsoft.com/office/drawing/2014/main" id="{4767870F-EBF5-03CA-7E65-B30DFCD052E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4" name="Oval 2353">
                    <a:extLst>
                      <a:ext uri="{FF2B5EF4-FFF2-40B4-BE49-F238E27FC236}">
                        <a16:creationId xmlns:a16="http://schemas.microsoft.com/office/drawing/2014/main" id="{96399931-D88D-74C1-350C-3925D3B94C3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 name="Oval 2354">
                    <a:extLst>
                      <a:ext uri="{FF2B5EF4-FFF2-40B4-BE49-F238E27FC236}">
                        <a16:creationId xmlns:a16="http://schemas.microsoft.com/office/drawing/2014/main" id="{56A9F07A-96FA-5DDD-F3F4-25D680321B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1" name="Group 2320">
                  <a:extLst>
                    <a:ext uri="{FF2B5EF4-FFF2-40B4-BE49-F238E27FC236}">
                      <a16:creationId xmlns:a16="http://schemas.microsoft.com/office/drawing/2014/main" id="{41301330-D11C-080F-0CB0-6215170F6D9D}"/>
                    </a:ext>
                  </a:extLst>
                </p:cNvPr>
                <p:cNvGrpSpPr/>
                <p:nvPr/>
              </p:nvGrpSpPr>
              <p:grpSpPr>
                <a:xfrm>
                  <a:off x="6172034" y="6012873"/>
                  <a:ext cx="242005" cy="43678"/>
                  <a:chOff x="7979724" y="3580291"/>
                  <a:chExt cx="242005" cy="43678"/>
                </a:xfrm>
              </p:grpSpPr>
              <p:sp>
                <p:nvSpPr>
                  <p:cNvPr id="2340" name="Oval 2339">
                    <a:extLst>
                      <a:ext uri="{FF2B5EF4-FFF2-40B4-BE49-F238E27FC236}">
                        <a16:creationId xmlns:a16="http://schemas.microsoft.com/office/drawing/2014/main" id="{4DFC200C-BE7F-CAF4-CC2C-A7900A839A7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1" name="Oval 2340">
                    <a:extLst>
                      <a:ext uri="{FF2B5EF4-FFF2-40B4-BE49-F238E27FC236}">
                        <a16:creationId xmlns:a16="http://schemas.microsoft.com/office/drawing/2014/main" id="{336783DF-860B-FACE-C129-E636E99D3F6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 name="Oval 2341">
                    <a:extLst>
                      <a:ext uri="{FF2B5EF4-FFF2-40B4-BE49-F238E27FC236}">
                        <a16:creationId xmlns:a16="http://schemas.microsoft.com/office/drawing/2014/main" id="{31CEBDF1-30C1-6464-5931-04A90645CCF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3" name="Oval 2342">
                    <a:extLst>
                      <a:ext uri="{FF2B5EF4-FFF2-40B4-BE49-F238E27FC236}">
                        <a16:creationId xmlns:a16="http://schemas.microsoft.com/office/drawing/2014/main" id="{EA30894E-9A8B-9B99-68EA-5015C76C933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 name="Oval 2343">
                    <a:extLst>
                      <a:ext uri="{FF2B5EF4-FFF2-40B4-BE49-F238E27FC236}">
                        <a16:creationId xmlns:a16="http://schemas.microsoft.com/office/drawing/2014/main" id="{69667593-787E-D2FE-E23B-66B225D4B3E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 name="Oval 2344">
                    <a:extLst>
                      <a:ext uri="{FF2B5EF4-FFF2-40B4-BE49-F238E27FC236}">
                        <a16:creationId xmlns:a16="http://schemas.microsoft.com/office/drawing/2014/main" id="{7048290B-57AB-83C9-CB7B-57D09F296B3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6" name="Oval 2345">
                    <a:extLst>
                      <a:ext uri="{FF2B5EF4-FFF2-40B4-BE49-F238E27FC236}">
                        <a16:creationId xmlns:a16="http://schemas.microsoft.com/office/drawing/2014/main" id="{B476EDF1-19FE-9680-BFA4-0F7A1E193C0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7" name="Oval 2346">
                    <a:extLst>
                      <a:ext uri="{FF2B5EF4-FFF2-40B4-BE49-F238E27FC236}">
                        <a16:creationId xmlns:a16="http://schemas.microsoft.com/office/drawing/2014/main" id="{064FD1DF-E6AD-D952-39B6-F2E1FE9DFD2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2" name="Group 2321">
                  <a:extLst>
                    <a:ext uri="{FF2B5EF4-FFF2-40B4-BE49-F238E27FC236}">
                      <a16:creationId xmlns:a16="http://schemas.microsoft.com/office/drawing/2014/main" id="{49D4AC84-E1A9-59B6-EBD8-7B54FF747284}"/>
                    </a:ext>
                  </a:extLst>
                </p:cNvPr>
                <p:cNvGrpSpPr/>
                <p:nvPr/>
              </p:nvGrpSpPr>
              <p:grpSpPr>
                <a:xfrm rot="10800000">
                  <a:off x="6484234" y="6015233"/>
                  <a:ext cx="242005" cy="46723"/>
                  <a:chOff x="7979724" y="3580291"/>
                  <a:chExt cx="242005" cy="43678"/>
                </a:xfrm>
              </p:grpSpPr>
              <p:sp>
                <p:nvSpPr>
                  <p:cNvPr id="2332" name="Oval 2331">
                    <a:extLst>
                      <a:ext uri="{FF2B5EF4-FFF2-40B4-BE49-F238E27FC236}">
                        <a16:creationId xmlns:a16="http://schemas.microsoft.com/office/drawing/2014/main" id="{F8BBE4BD-1961-4852-40F2-04AC614FC55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3" name="Oval 2332">
                    <a:extLst>
                      <a:ext uri="{FF2B5EF4-FFF2-40B4-BE49-F238E27FC236}">
                        <a16:creationId xmlns:a16="http://schemas.microsoft.com/office/drawing/2014/main" id="{BB02517D-BF1E-B97D-5246-94BCA3666AF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4" name="Oval 2333">
                    <a:extLst>
                      <a:ext uri="{FF2B5EF4-FFF2-40B4-BE49-F238E27FC236}">
                        <a16:creationId xmlns:a16="http://schemas.microsoft.com/office/drawing/2014/main" id="{94D167AB-79ED-5A13-CDFA-DC323E94B37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5" name="Oval 2334">
                    <a:extLst>
                      <a:ext uri="{FF2B5EF4-FFF2-40B4-BE49-F238E27FC236}">
                        <a16:creationId xmlns:a16="http://schemas.microsoft.com/office/drawing/2014/main" id="{962ABEE3-5DF7-F5BF-52A5-B0B97A51414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6" name="Oval 2335">
                    <a:extLst>
                      <a:ext uri="{FF2B5EF4-FFF2-40B4-BE49-F238E27FC236}">
                        <a16:creationId xmlns:a16="http://schemas.microsoft.com/office/drawing/2014/main" id="{21B473C6-D849-7BB3-A2F0-FA3D3A5EFD6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7" name="Oval 2336">
                    <a:extLst>
                      <a:ext uri="{FF2B5EF4-FFF2-40B4-BE49-F238E27FC236}">
                        <a16:creationId xmlns:a16="http://schemas.microsoft.com/office/drawing/2014/main" id="{62FEC3C7-A520-6CB1-823F-62287539E0D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8" name="Oval 2337">
                    <a:extLst>
                      <a:ext uri="{FF2B5EF4-FFF2-40B4-BE49-F238E27FC236}">
                        <a16:creationId xmlns:a16="http://schemas.microsoft.com/office/drawing/2014/main" id="{4F2984C7-E3DF-112E-24CD-79A22B7CD2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 name="Oval 2338">
                    <a:extLst>
                      <a:ext uri="{FF2B5EF4-FFF2-40B4-BE49-F238E27FC236}">
                        <a16:creationId xmlns:a16="http://schemas.microsoft.com/office/drawing/2014/main" id="{7526910C-6481-3742-6469-17A375499D1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3" name="Group 2322">
                  <a:extLst>
                    <a:ext uri="{FF2B5EF4-FFF2-40B4-BE49-F238E27FC236}">
                      <a16:creationId xmlns:a16="http://schemas.microsoft.com/office/drawing/2014/main" id="{F12AD923-8722-43A0-EBF5-1292F3D8BA6E}"/>
                    </a:ext>
                  </a:extLst>
                </p:cNvPr>
                <p:cNvGrpSpPr/>
                <p:nvPr/>
              </p:nvGrpSpPr>
              <p:grpSpPr>
                <a:xfrm>
                  <a:off x="6413077" y="6016049"/>
                  <a:ext cx="242005" cy="43678"/>
                  <a:chOff x="7979724" y="3580291"/>
                  <a:chExt cx="242005" cy="43678"/>
                </a:xfrm>
              </p:grpSpPr>
              <p:sp>
                <p:nvSpPr>
                  <p:cNvPr id="2324" name="Oval 2323">
                    <a:extLst>
                      <a:ext uri="{FF2B5EF4-FFF2-40B4-BE49-F238E27FC236}">
                        <a16:creationId xmlns:a16="http://schemas.microsoft.com/office/drawing/2014/main" id="{8FA79BEE-AE0A-94FC-1F56-70253291EE3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5" name="Oval 2324">
                    <a:extLst>
                      <a:ext uri="{FF2B5EF4-FFF2-40B4-BE49-F238E27FC236}">
                        <a16:creationId xmlns:a16="http://schemas.microsoft.com/office/drawing/2014/main" id="{B0D80341-2C30-5459-0EAE-D8E9FDB7768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6" name="Oval 2325">
                    <a:extLst>
                      <a:ext uri="{FF2B5EF4-FFF2-40B4-BE49-F238E27FC236}">
                        <a16:creationId xmlns:a16="http://schemas.microsoft.com/office/drawing/2014/main" id="{5DA355CF-D5EA-8CD1-C482-2047B2D5221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7" name="Oval 2326">
                    <a:extLst>
                      <a:ext uri="{FF2B5EF4-FFF2-40B4-BE49-F238E27FC236}">
                        <a16:creationId xmlns:a16="http://schemas.microsoft.com/office/drawing/2014/main" id="{13748D2F-F276-B3B0-2185-D2A340EBA64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8" name="Oval 2327">
                    <a:extLst>
                      <a:ext uri="{FF2B5EF4-FFF2-40B4-BE49-F238E27FC236}">
                        <a16:creationId xmlns:a16="http://schemas.microsoft.com/office/drawing/2014/main" id="{910296B7-5B0A-2DBF-157E-4A50FA5A577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9" name="Oval 2328">
                    <a:extLst>
                      <a:ext uri="{FF2B5EF4-FFF2-40B4-BE49-F238E27FC236}">
                        <a16:creationId xmlns:a16="http://schemas.microsoft.com/office/drawing/2014/main" id="{02650179-7944-1DC6-3CE5-48CFC5C85F0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0" name="Oval 2329">
                    <a:extLst>
                      <a:ext uri="{FF2B5EF4-FFF2-40B4-BE49-F238E27FC236}">
                        <a16:creationId xmlns:a16="http://schemas.microsoft.com/office/drawing/2014/main" id="{E7B2EEFE-E113-D3C9-AE88-8915D264EB8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1" name="Oval 2330">
                    <a:extLst>
                      <a:ext uri="{FF2B5EF4-FFF2-40B4-BE49-F238E27FC236}">
                        <a16:creationId xmlns:a16="http://schemas.microsoft.com/office/drawing/2014/main" id="{DC8A560A-530C-D72C-C039-74420AF3502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88" name="Group 2387">
                <a:extLst>
                  <a:ext uri="{FF2B5EF4-FFF2-40B4-BE49-F238E27FC236}">
                    <a16:creationId xmlns:a16="http://schemas.microsoft.com/office/drawing/2014/main" id="{08B30CF9-8B89-5F35-8389-658DA19AD74C}"/>
                  </a:ext>
                </a:extLst>
              </p:cNvPr>
              <p:cNvGrpSpPr/>
              <p:nvPr/>
            </p:nvGrpSpPr>
            <p:grpSpPr>
              <a:xfrm>
                <a:off x="8621455" y="2533736"/>
                <a:ext cx="971545" cy="53915"/>
                <a:chOff x="5754694" y="6008041"/>
                <a:chExt cx="971545" cy="53915"/>
              </a:xfrm>
            </p:grpSpPr>
            <p:grpSp>
              <p:nvGrpSpPr>
                <p:cNvPr id="2389" name="Group 2388">
                  <a:extLst>
                    <a:ext uri="{FF2B5EF4-FFF2-40B4-BE49-F238E27FC236}">
                      <a16:creationId xmlns:a16="http://schemas.microsoft.com/office/drawing/2014/main" id="{192BF0E4-EFA7-F6D5-8CE2-5C3E7DE1D7A3}"/>
                    </a:ext>
                  </a:extLst>
                </p:cNvPr>
                <p:cNvGrpSpPr/>
                <p:nvPr/>
              </p:nvGrpSpPr>
              <p:grpSpPr>
                <a:xfrm rot="10800000">
                  <a:off x="5825851" y="6008041"/>
                  <a:ext cx="242005" cy="46723"/>
                  <a:chOff x="7979724" y="3580291"/>
                  <a:chExt cx="242005" cy="43678"/>
                </a:xfrm>
              </p:grpSpPr>
              <p:sp>
                <p:nvSpPr>
                  <p:cNvPr id="2453" name="Oval 2452">
                    <a:extLst>
                      <a:ext uri="{FF2B5EF4-FFF2-40B4-BE49-F238E27FC236}">
                        <a16:creationId xmlns:a16="http://schemas.microsoft.com/office/drawing/2014/main" id="{2B711653-109E-7886-9FBA-754D56D2BB5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4" name="Oval 2453">
                    <a:extLst>
                      <a:ext uri="{FF2B5EF4-FFF2-40B4-BE49-F238E27FC236}">
                        <a16:creationId xmlns:a16="http://schemas.microsoft.com/office/drawing/2014/main" id="{8227BA20-D8CE-D85F-B8DF-C804D9030A9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5" name="Oval 2454">
                    <a:extLst>
                      <a:ext uri="{FF2B5EF4-FFF2-40B4-BE49-F238E27FC236}">
                        <a16:creationId xmlns:a16="http://schemas.microsoft.com/office/drawing/2014/main" id="{E0D32D41-E7AA-9FD2-BD68-8269C2A9E5F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6" name="Oval 2455">
                    <a:extLst>
                      <a:ext uri="{FF2B5EF4-FFF2-40B4-BE49-F238E27FC236}">
                        <a16:creationId xmlns:a16="http://schemas.microsoft.com/office/drawing/2014/main" id="{04E30E4C-763A-9382-7563-D6D416F4E0F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 name="Oval 2456">
                    <a:extLst>
                      <a:ext uri="{FF2B5EF4-FFF2-40B4-BE49-F238E27FC236}">
                        <a16:creationId xmlns:a16="http://schemas.microsoft.com/office/drawing/2014/main" id="{554DB387-D5CF-4E7B-BCFE-BE6FAF651AC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 name="Oval 2457">
                    <a:extLst>
                      <a:ext uri="{FF2B5EF4-FFF2-40B4-BE49-F238E27FC236}">
                        <a16:creationId xmlns:a16="http://schemas.microsoft.com/office/drawing/2014/main" id="{E55E8DFC-9E8D-61E2-EDBB-6A073ADB787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9" name="Oval 2458">
                    <a:extLst>
                      <a:ext uri="{FF2B5EF4-FFF2-40B4-BE49-F238E27FC236}">
                        <a16:creationId xmlns:a16="http://schemas.microsoft.com/office/drawing/2014/main" id="{70FF0687-17EE-F6C1-5797-44B75DC49FB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 name="Oval 2459">
                    <a:extLst>
                      <a:ext uri="{FF2B5EF4-FFF2-40B4-BE49-F238E27FC236}">
                        <a16:creationId xmlns:a16="http://schemas.microsoft.com/office/drawing/2014/main" id="{7833A017-C91F-0967-6DD4-A6E2CAFC86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0" name="Group 2389">
                  <a:extLst>
                    <a:ext uri="{FF2B5EF4-FFF2-40B4-BE49-F238E27FC236}">
                      <a16:creationId xmlns:a16="http://schemas.microsoft.com/office/drawing/2014/main" id="{783B00CA-1485-5DF3-722B-C71A9C6FDE74}"/>
                    </a:ext>
                  </a:extLst>
                </p:cNvPr>
                <p:cNvGrpSpPr/>
                <p:nvPr/>
              </p:nvGrpSpPr>
              <p:grpSpPr>
                <a:xfrm>
                  <a:off x="5754694" y="6008857"/>
                  <a:ext cx="242005" cy="43678"/>
                  <a:chOff x="7979724" y="3580291"/>
                  <a:chExt cx="242005" cy="43678"/>
                </a:xfrm>
              </p:grpSpPr>
              <p:sp>
                <p:nvSpPr>
                  <p:cNvPr id="2445" name="Oval 2444">
                    <a:extLst>
                      <a:ext uri="{FF2B5EF4-FFF2-40B4-BE49-F238E27FC236}">
                        <a16:creationId xmlns:a16="http://schemas.microsoft.com/office/drawing/2014/main" id="{2DC9D1C6-DAB9-E530-02E5-A6D8B316EB6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6" name="Oval 2445">
                    <a:extLst>
                      <a:ext uri="{FF2B5EF4-FFF2-40B4-BE49-F238E27FC236}">
                        <a16:creationId xmlns:a16="http://schemas.microsoft.com/office/drawing/2014/main" id="{0F2CE042-31AC-0DED-A480-2C9AC469CDC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7" name="Oval 2446">
                    <a:extLst>
                      <a:ext uri="{FF2B5EF4-FFF2-40B4-BE49-F238E27FC236}">
                        <a16:creationId xmlns:a16="http://schemas.microsoft.com/office/drawing/2014/main" id="{43AC2ED9-CA9D-E616-1FE1-E14E5DF33F1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8" name="Oval 2447">
                    <a:extLst>
                      <a:ext uri="{FF2B5EF4-FFF2-40B4-BE49-F238E27FC236}">
                        <a16:creationId xmlns:a16="http://schemas.microsoft.com/office/drawing/2014/main" id="{91630CE1-1034-3B64-628A-1DCE5F9177B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9" name="Oval 2448">
                    <a:extLst>
                      <a:ext uri="{FF2B5EF4-FFF2-40B4-BE49-F238E27FC236}">
                        <a16:creationId xmlns:a16="http://schemas.microsoft.com/office/drawing/2014/main" id="{FB03FE21-FA63-4CF7-246E-1156B21F569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0" name="Oval 2449">
                    <a:extLst>
                      <a:ext uri="{FF2B5EF4-FFF2-40B4-BE49-F238E27FC236}">
                        <a16:creationId xmlns:a16="http://schemas.microsoft.com/office/drawing/2014/main" id="{5F962639-3F8D-AFFC-2565-5038E496034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1" name="Oval 2450">
                    <a:extLst>
                      <a:ext uri="{FF2B5EF4-FFF2-40B4-BE49-F238E27FC236}">
                        <a16:creationId xmlns:a16="http://schemas.microsoft.com/office/drawing/2014/main" id="{04951D03-B4A9-68C8-9EE0-EA1B23F0AE8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2" name="Oval 2451">
                    <a:extLst>
                      <a:ext uri="{FF2B5EF4-FFF2-40B4-BE49-F238E27FC236}">
                        <a16:creationId xmlns:a16="http://schemas.microsoft.com/office/drawing/2014/main" id="{DC9FF03C-D587-990F-DDDA-A5E2DE395C0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1" name="Group 2390">
                  <a:extLst>
                    <a:ext uri="{FF2B5EF4-FFF2-40B4-BE49-F238E27FC236}">
                      <a16:creationId xmlns:a16="http://schemas.microsoft.com/office/drawing/2014/main" id="{BEE630EC-D3DF-5204-A7BC-0050570C61B0}"/>
                    </a:ext>
                  </a:extLst>
                </p:cNvPr>
                <p:cNvGrpSpPr/>
                <p:nvPr/>
              </p:nvGrpSpPr>
              <p:grpSpPr>
                <a:xfrm rot="10800000">
                  <a:off x="6066894" y="6011217"/>
                  <a:ext cx="242005" cy="46723"/>
                  <a:chOff x="7979724" y="3580291"/>
                  <a:chExt cx="242005" cy="43678"/>
                </a:xfrm>
              </p:grpSpPr>
              <p:sp>
                <p:nvSpPr>
                  <p:cNvPr id="2437" name="Oval 2436">
                    <a:extLst>
                      <a:ext uri="{FF2B5EF4-FFF2-40B4-BE49-F238E27FC236}">
                        <a16:creationId xmlns:a16="http://schemas.microsoft.com/office/drawing/2014/main" id="{42F102C0-7E14-92A0-A2C5-CEFFB7598F5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8" name="Oval 2437">
                    <a:extLst>
                      <a:ext uri="{FF2B5EF4-FFF2-40B4-BE49-F238E27FC236}">
                        <a16:creationId xmlns:a16="http://schemas.microsoft.com/office/drawing/2014/main" id="{A0CAB340-54A9-CABD-0CA6-CC7891C7C81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9" name="Oval 2438">
                    <a:extLst>
                      <a:ext uri="{FF2B5EF4-FFF2-40B4-BE49-F238E27FC236}">
                        <a16:creationId xmlns:a16="http://schemas.microsoft.com/office/drawing/2014/main" id="{75701F77-E1F1-5FE4-D447-8563FDF6178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0" name="Oval 2439">
                    <a:extLst>
                      <a:ext uri="{FF2B5EF4-FFF2-40B4-BE49-F238E27FC236}">
                        <a16:creationId xmlns:a16="http://schemas.microsoft.com/office/drawing/2014/main" id="{849C63BC-D114-4F57-C4B0-09FCB8F111C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1" name="Oval 2440">
                    <a:extLst>
                      <a:ext uri="{FF2B5EF4-FFF2-40B4-BE49-F238E27FC236}">
                        <a16:creationId xmlns:a16="http://schemas.microsoft.com/office/drawing/2014/main" id="{79AFB594-55B5-41CA-36F5-B0CDD22EC69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2" name="Oval 2441">
                    <a:extLst>
                      <a:ext uri="{FF2B5EF4-FFF2-40B4-BE49-F238E27FC236}">
                        <a16:creationId xmlns:a16="http://schemas.microsoft.com/office/drawing/2014/main" id="{04B3FE9A-21A9-280E-36ED-C2AEA4E32CC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3" name="Oval 2442">
                    <a:extLst>
                      <a:ext uri="{FF2B5EF4-FFF2-40B4-BE49-F238E27FC236}">
                        <a16:creationId xmlns:a16="http://schemas.microsoft.com/office/drawing/2014/main" id="{B2910AC1-50D3-6B04-39DE-97B6457155B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4" name="Oval 2443">
                    <a:extLst>
                      <a:ext uri="{FF2B5EF4-FFF2-40B4-BE49-F238E27FC236}">
                        <a16:creationId xmlns:a16="http://schemas.microsoft.com/office/drawing/2014/main" id="{6F63E929-8B8E-1058-EA7A-6599423243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2" name="Group 2391">
                  <a:extLst>
                    <a:ext uri="{FF2B5EF4-FFF2-40B4-BE49-F238E27FC236}">
                      <a16:creationId xmlns:a16="http://schemas.microsoft.com/office/drawing/2014/main" id="{6EB07E74-BEA8-B6B9-261B-E28AFD7BC6A4}"/>
                    </a:ext>
                  </a:extLst>
                </p:cNvPr>
                <p:cNvGrpSpPr/>
                <p:nvPr/>
              </p:nvGrpSpPr>
              <p:grpSpPr>
                <a:xfrm rot="11689693">
                  <a:off x="5995737" y="6012033"/>
                  <a:ext cx="242005" cy="43678"/>
                  <a:chOff x="7979724" y="3580291"/>
                  <a:chExt cx="242005" cy="43678"/>
                </a:xfrm>
              </p:grpSpPr>
              <p:sp>
                <p:nvSpPr>
                  <p:cNvPr id="2429" name="Oval 2428">
                    <a:extLst>
                      <a:ext uri="{FF2B5EF4-FFF2-40B4-BE49-F238E27FC236}">
                        <a16:creationId xmlns:a16="http://schemas.microsoft.com/office/drawing/2014/main" id="{BBBEA5D3-E856-C93C-324C-3BB1D0335A5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0" name="Oval 2429">
                    <a:extLst>
                      <a:ext uri="{FF2B5EF4-FFF2-40B4-BE49-F238E27FC236}">
                        <a16:creationId xmlns:a16="http://schemas.microsoft.com/office/drawing/2014/main" id="{D2192DA8-E357-1B1A-9A33-86232C2748B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1" name="Oval 2430">
                    <a:extLst>
                      <a:ext uri="{FF2B5EF4-FFF2-40B4-BE49-F238E27FC236}">
                        <a16:creationId xmlns:a16="http://schemas.microsoft.com/office/drawing/2014/main" id="{FCE4456B-EAB3-D328-3B0B-A51BC7FA4B3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2" name="Oval 2431">
                    <a:extLst>
                      <a:ext uri="{FF2B5EF4-FFF2-40B4-BE49-F238E27FC236}">
                        <a16:creationId xmlns:a16="http://schemas.microsoft.com/office/drawing/2014/main" id="{9965A380-C0FF-6FA7-B502-210F2795AE8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3" name="Oval 2432">
                    <a:extLst>
                      <a:ext uri="{FF2B5EF4-FFF2-40B4-BE49-F238E27FC236}">
                        <a16:creationId xmlns:a16="http://schemas.microsoft.com/office/drawing/2014/main" id="{9C6ED918-765B-6C8B-2E0D-3BCDC51C705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4" name="Oval 2433">
                    <a:extLst>
                      <a:ext uri="{FF2B5EF4-FFF2-40B4-BE49-F238E27FC236}">
                        <a16:creationId xmlns:a16="http://schemas.microsoft.com/office/drawing/2014/main" id="{DDAF3D61-8DA2-13FA-00C6-BD4E14D7048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5" name="Oval 2434">
                    <a:extLst>
                      <a:ext uri="{FF2B5EF4-FFF2-40B4-BE49-F238E27FC236}">
                        <a16:creationId xmlns:a16="http://schemas.microsoft.com/office/drawing/2014/main" id="{3FDF46AD-0C16-86D7-FB42-C3261F8208D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6" name="Oval 2435">
                    <a:extLst>
                      <a:ext uri="{FF2B5EF4-FFF2-40B4-BE49-F238E27FC236}">
                        <a16:creationId xmlns:a16="http://schemas.microsoft.com/office/drawing/2014/main" id="{4643B9DB-CD85-B382-3D04-48FAAA21533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3" name="Group 2392">
                  <a:extLst>
                    <a:ext uri="{FF2B5EF4-FFF2-40B4-BE49-F238E27FC236}">
                      <a16:creationId xmlns:a16="http://schemas.microsoft.com/office/drawing/2014/main" id="{5782BCAD-5DBC-63CC-1E6A-8894B14AD2D9}"/>
                    </a:ext>
                  </a:extLst>
                </p:cNvPr>
                <p:cNvGrpSpPr/>
                <p:nvPr/>
              </p:nvGrpSpPr>
              <p:grpSpPr>
                <a:xfrm rot="21292958">
                  <a:off x="6243191" y="6012057"/>
                  <a:ext cx="242005" cy="46723"/>
                  <a:chOff x="7979724" y="3580291"/>
                  <a:chExt cx="242005" cy="43678"/>
                </a:xfrm>
              </p:grpSpPr>
              <p:sp>
                <p:nvSpPr>
                  <p:cNvPr id="2421" name="Oval 2420">
                    <a:extLst>
                      <a:ext uri="{FF2B5EF4-FFF2-40B4-BE49-F238E27FC236}">
                        <a16:creationId xmlns:a16="http://schemas.microsoft.com/office/drawing/2014/main" id="{326F44E4-4FE7-95E0-4E27-8C879587DAB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2" name="Oval 2421">
                    <a:extLst>
                      <a:ext uri="{FF2B5EF4-FFF2-40B4-BE49-F238E27FC236}">
                        <a16:creationId xmlns:a16="http://schemas.microsoft.com/office/drawing/2014/main" id="{59E10325-3F6F-730C-60A4-573FF061DCF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3" name="Oval 2422">
                    <a:extLst>
                      <a:ext uri="{FF2B5EF4-FFF2-40B4-BE49-F238E27FC236}">
                        <a16:creationId xmlns:a16="http://schemas.microsoft.com/office/drawing/2014/main" id="{CA3B0A6B-44D2-A233-C19C-F99C28F1C92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4" name="Oval 2423">
                    <a:extLst>
                      <a:ext uri="{FF2B5EF4-FFF2-40B4-BE49-F238E27FC236}">
                        <a16:creationId xmlns:a16="http://schemas.microsoft.com/office/drawing/2014/main" id="{69FD8A1F-F853-7557-14CF-1D2EE8BFFB8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5" name="Oval 2424">
                    <a:extLst>
                      <a:ext uri="{FF2B5EF4-FFF2-40B4-BE49-F238E27FC236}">
                        <a16:creationId xmlns:a16="http://schemas.microsoft.com/office/drawing/2014/main" id="{280CBE07-3EA8-AD35-5BF8-38DDAEBD911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6" name="Oval 2425">
                    <a:extLst>
                      <a:ext uri="{FF2B5EF4-FFF2-40B4-BE49-F238E27FC236}">
                        <a16:creationId xmlns:a16="http://schemas.microsoft.com/office/drawing/2014/main" id="{3D6E891C-13A9-4C1D-C3B5-F6C2EDF1935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7" name="Oval 2426">
                    <a:extLst>
                      <a:ext uri="{FF2B5EF4-FFF2-40B4-BE49-F238E27FC236}">
                        <a16:creationId xmlns:a16="http://schemas.microsoft.com/office/drawing/2014/main" id="{06575849-1B5B-BCDA-DE9B-6B6FDEAB844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8" name="Oval 2427">
                    <a:extLst>
                      <a:ext uri="{FF2B5EF4-FFF2-40B4-BE49-F238E27FC236}">
                        <a16:creationId xmlns:a16="http://schemas.microsoft.com/office/drawing/2014/main" id="{ECACB381-96E9-5C2D-B7DB-A559DBB7C77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4" name="Group 2393">
                  <a:extLst>
                    <a:ext uri="{FF2B5EF4-FFF2-40B4-BE49-F238E27FC236}">
                      <a16:creationId xmlns:a16="http://schemas.microsoft.com/office/drawing/2014/main" id="{01BCDF7C-90A7-8C26-CCF0-832C4249A842}"/>
                    </a:ext>
                  </a:extLst>
                </p:cNvPr>
                <p:cNvGrpSpPr/>
                <p:nvPr/>
              </p:nvGrpSpPr>
              <p:grpSpPr>
                <a:xfrm>
                  <a:off x="6172034" y="6012873"/>
                  <a:ext cx="242005" cy="43678"/>
                  <a:chOff x="7979724" y="3580291"/>
                  <a:chExt cx="242005" cy="43678"/>
                </a:xfrm>
              </p:grpSpPr>
              <p:sp>
                <p:nvSpPr>
                  <p:cNvPr id="2413" name="Oval 2412">
                    <a:extLst>
                      <a:ext uri="{FF2B5EF4-FFF2-40B4-BE49-F238E27FC236}">
                        <a16:creationId xmlns:a16="http://schemas.microsoft.com/office/drawing/2014/main" id="{F4FBA700-2E7E-201A-8C79-DCC079FF1D7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 name="Oval 2413">
                    <a:extLst>
                      <a:ext uri="{FF2B5EF4-FFF2-40B4-BE49-F238E27FC236}">
                        <a16:creationId xmlns:a16="http://schemas.microsoft.com/office/drawing/2014/main" id="{C31D9C70-FED7-F8C1-2A7C-43400F9A40F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 name="Oval 2414">
                    <a:extLst>
                      <a:ext uri="{FF2B5EF4-FFF2-40B4-BE49-F238E27FC236}">
                        <a16:creationId xmlns:a16="http://schemas.microsoft.com/office/drawing/2014/main" id="{CB875DD9-33BF-8CE7-B515-6A214B02FBC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6" name="Oval 2415">
                    <a:extLst>
                      <a:ext uri="{FF2B5EF4-FFF2-40B4-BE49-F238E27FC236}">
                        <a16:creationId xmlns:a16="http://schemas.microsoft.com/office/drawing/2014/main" id="{E0F804FD-DC06-C2CE-0F44-D8E0F779CEE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7" name="Oval 2416">
                    <a:extLst>
                      <a:ext uri="{FF2B5EF4-FFF2-40B4-BE49-F238E27FC236}">
                        <a16:creationId xmlns:a16="http://schemas.microsoft.com/office/drawing/2014/main" id="{669638B8-FC34-0F0E-6CA6-C7EC0169588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8" name="Oval 2417">
                    <a:extLst>
                      <a:ext uri="{FF2B5EF4-FFF2-40B4-BE49-F238E27FC236}">
                        <a16:creationId xmlns:a16="http://schemas.microsoft.com/office/drawing/2014/main" id="{EBCE609C-CB64-217A-CECB-BD8C52FFB5B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9" name="Oval 2418">
                    <a:extLst>
                      <a:ext uri="{FF2B5EF4-FFF2-40B4-BE49-F238E27FC236}">
                        <a16:creationId xmlns:a16="http://schemas.microsoft.com/office/drawing/2014/main" id="{F98E73AB-1B5E-582E-BDE5-C62939A921A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0" name="Oval 2419">
                    <a:extLst>
                      <a:ext uri="{FF2B5EF4-FFF2-40B4-BE49-F238E27FC236}">
                        <a16:creationId xmlns:a16="http://schemas.microsoft.com/office/drawing/2014/main" id="{CBF7907C-0F69-6F6E-5299-B08AA5A7F52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5" name="Group 2394">
                  <a:extLst>
                    <a:ext uri="{FF2B5EF4-FFF2-40B4-BE49-F238E27FC236}">
                      <a16:creationId xmlns:a16="http://schemas.microsoft.com/office/drawing/2014/main" id="{90FA1DEA-9ACB-8F4D-D285-F58BB3570828}"/>
                    </a:ext>
                  </a:extLst>
                </p:cNvPr>
                <p:cNvGrpSpPr/>
                <p:nvPr/>
              </p:nvGrpSpPr>
              <p:grpSpPr>
                <a:xfrm rot="10800000">
                  <a:off x="6484234" y="6015233"/>
                  <a:ext cx="242005" cy="46723"/>
                  <a:chOff x="7979724" y="3580291"/>
                  <a:chExt cx="242005" cy="43678"/>
                </a:xfrm>
              </p:grpSpPr>
              <p:sp>
                <p:nvSpPr>
                  <p:cNvPr id="2405" name="Oval 2404">
                    <a:extLst>
                      <a:ext uri="{FF2B5EF4-FFF2-40B4-BE49-F238E27FC236}">
                        <a16:creationId xmlns:a16="http://schemas.microsoft.com/office/drawing/2014/main" id="{D18D8B48-9C60-2A4E-8255-80D2DDC4596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6" name="Oval 2405">
                    <a:extLst>
                      <a:ext uri="{FF2B5EF4-FFF2-40B4-BE49-F238E27FC236}">
                        <a16:creationId xmlns:a16="http://schemas.microsoft.com/office/drawing/2014/main" id="{3839E8DC-ECCA-7A0F-2164-9774A98017A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7" name="Oval 2406">
                    <a:extLst>
                      <a:ext uri="{FF2B5EF4-FFF2-40B4-BE49-F238E27FC236}">
                        <a16:creationId xmlns:a16="http://schemas.microsoft.com/office/drawing/2014/main" id="{2B0ADB7F-C7CA-2D2F-818C-CB06A4D271A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8" name="Oval 2407">
                    <a:extLst>
                      <a:ext uri="{FF2B5EF4-FFF2-40B4-BE49-F238E27FC236}">
                        <a16:creationId xmlns:a16="http://schemas.microsoft.com/office/drawing/2014/main" id="{FC445B64-D422-B0C4-C8A6-B613513B294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9" name="Oval 2408">
                    <a:extLst>
                      <a:ext uri="{FF2B5EF4-FFF2-40B4-BE49-F238E27FC236}">
                        <a16:creationId xmlns:a16="http://schemas.microsoft.com/office/drawing/2014/main" id="{9F14CCDC-77C4-BB6C-E6CC-E24D63681B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0" name="Oval 2409">
                    <a:extLst>
                      <a:ext uri="{FF2B5EF4-FFF2-40B4-BE49-F238E27FC236}">
                        <a16:creationId xmlns:a16="http://schemas.microsoft.com/office/drawing/2014/main" id="{84CC8A96-7FF2-94C0-6504-576178C18AC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1" name="Oval 2410">
                    <a:extLst>
                      <a:ext uri="{FF2B5EF4-FFF2-40B4-BE49-F238E27FC236}">
                        <a16:creationId xmlns:a16="http://schemas.microsoft.com/office/drawing/2014/main" id="{9C26A8C9-82C5-43CC-B519-8BA80B26FE4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2" name="Oval 2411">
                    <a:extLst>
                      <a:ext uri="{FF2B5EF4-FFF2-40B4-BE49-F238E27FC236}">
                        <a16:creationId xmlns:a16="http://schemas.microsoft.com/office/drawing/2014/main" id="{4CC9EB35-7F11-6FFB-30A9-143BAF5324F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6" name="Group 2395">
                  <a:extLst>
                    <a:ext uri="{FF2B5EF4-FFF2-40B4-BE49-F238E27FC236}">
                      <a16:creationId xmlns:a16="http://schemas.microsoft.com/office/drawing/2014/main" id="{10A61AE4-DFCF-3C6F-3840-D15F881D508B}"/>
                    </a:ext>
                  </a:extLst>
                </p:cNvPr>
                <p:cNvGrpSpPr/>
                <p:nvPr/>
              </p:nvGrpSpPr>
              <p:grpSpPr>
                <a:xfrm>
                  <a:off x="6413077" y="6016049"/>
                  <a:ext cx="242005" cy="43678"/>
                  <a:chOff x="7979724" y="3580291"/>
                  <a:chExt cx="242005" cy="43678"/>
                </a:xfrm>
              </p:grpSpPr>
              <p:sp>
                <p:nvSpPr>
                  <p:cNvPr id="2397" name="Oval 2396">
                    <a:extLst>
                      <a:ext uri="{FF2B5EF4-FFF2-40B4-BE49-F238E27FC236}">
                        <a16:creationId xmlns:a16="http://schemas.microsoft.com/office/drawing/2014/main" id="{401BF219-92F5-CED2-30EA-E25EBABC82D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8" name="Oval 2397">
                    <a:extLst>
                      <a:ext uri="{FF2B5EF4-FFF2-40B4-BE49-F238E27FC236}">
                        <a16:creationId xmlns:a16="http://schemas.microsoft.com/office/drawing/2014/main" id="{A3FB1C6B-EB02-F531-9C11-928528FB976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9" name="Oval 2398">
                    <a:extLst>
                      <a:ext uri="{FF2B5EF4-FFF2-40B4-BE49-F238E27FC236}">
                        <a16:creationId xmlns:a16="http://schemas.microsoft.com/office/drawing/2014/main" id="{9CF9F4AE-A1D8-107F-F8B5-A1F9C059B4A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0" name="Oval 2399">
                    <a:extLst>
                      <a:ext uri="{FF2B5EF4-FFF2-40B4-BE49-F238E27FC236}">
                        <a16:creationId xmlns:a16="http://schemas.microsoft.com/office/drawing/2014/main" id="{302FB861-D672-D52B-8ECF-5F334DEFB76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1" name="Oval 2400">
                    <a:extLst>
                      <a:ext uri="{FF2B5EF4-FFF2-40B4-BE49-F238E27FC236}">
                        <a16:creationId xmlns:a16="http://schemas.microsoft.com/office/drawing/2014/main" id="{B145DFAD-7019-B088-64C3-34DBB615884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2" name="Oval 2401">
                    <a:extLst>
                      <a:ext uri="{FF2B5EF4-FFF2-40B4-BE49-F238E27FC236}">
                        <a16:creationId xmlns:a16="http://schemas.microsoft.com/office/drawing/2014/main" id="{A7847337-2C93-AC52-279F-3D9770049C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3" name="Oval 2402">
                    <a:extLst>
                      <a:ext uri="{FF2B5EF4-FFF2-40B4-BE49-F238E27FC236}">
                        <a16:creationId xmlns:a16="http://schemas.microsoft.com/office/drawing/2014/main" id="{DFFD6028-8B2E-3E96-F127-6456B184550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4" name="Oval 2403">
                    <a:extLst>
                      <a:ext uri="{FF2B5EF4-FFF2-40B4-BE49-F238E27FC236}">
                        <a16:creationId xmlns:a16="http://schemas.microsoft.com/office/drawing/2014/main" id="{817CCFA4-5B40-3C38-25DC-310981B68AC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461" name="Group 2460">
                <a:extLst>
                  <a:ext uri="{FF2B5EF4-FFF2-40B4-BE49-F238E27FC236}">
                    <a16:creationId xmlns:a16="http://schemas.microsoft.com/office/drawing/2014/main" id="{0A4C4A0A-AF10-267E-9EC8-C9F9AC15A350}"/>
                  </a:ext>
                </a:extLst>
              </p:cNvPr>
              <p:cNvGrpSpPr/>
              <p:nvPr/>
            </p:nvGrpSpPr>
            <p:grpSpPr>
              <a:xfrm rot="1379869">
                <a:off x="7723037" y="2612981"/>
                <a:ext cx="242005" cy="43678"/>
                <a:chOff x="7979724" y="3580291"/>
                <a:chExt cx="242005" cy="43678"/>
              </a:xfrm>
            </p:grpSpPr>
            <p:sp>
              <p:nvSpPr>
                <p:cNvPr id="2462" name="Oval 2461">
                  <a:extLst>
                    <a:ext uri="{FF2B5EF4-FFF2-40B4-BE49-F238E27FC236}">
                      <a16:creationId xmlns:a16="http://schemas.microsoft.com/office/drawing/2014/main" id="{0B8EAA95-ED9D-A295-FD1D-79BD835F7FC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3" name="Oval 2462">
                  <a:extLst>
                    <a:ext uri="{FF2B5EF4-FFF2-40B4-BE49-F238E27FC236}">
                      <a16:creationId xmlns:a16="http://schemas.microsoft.com/office/drawing/2014/main" id="{173EA1CC-AD8C-2F6F-A5C1-C00A6E435E5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4" name="Oval 2463">
                  <a:extLst>
                    <a:ext uri="{FF2B5EF4-FFF2-40B4-BE49-F238E27FC236}">
                      <a16:creationId xmlns:a16="http://schemas.microsoft.com/office/drawing/2014/main" id="{6578483A-3A4B-0D2A-83C4-4784BD943BA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5" name="Oval 2464">
                  <a:extLst>
                    <a:ext uri="{FF2B5EF4-FFF2-40B4-BE49-F238E27FC236}">
                      <a16:creationId xmlns:a16="http://schemas.microsoft.com/office/drawing/2014/main" id="{ED61D289-F8FC-DB24-3CD1-873A06F0CD8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6" name="Oval 2465">
                  <a:extLst>
                    <a:ext uri="{FF2B5EF4-FFF2-40B4-BE49-F238E27FC236}">
                      <a16:creationId xmlns:a16="http://schemas.microsoft.com/office/drawing/2014/main" id="{53D88BD1-BAD6-D76B-E664-BFC8D7C2594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7" name="Oval 2466">
                  <a:extLst>
                    <a:ext uri="{FF2B5EF4-FFF2-40B4-BE49-F238E27FC236}">
                      <a16:creationId xmlns:a16="http://schemas.microsoft.com/office/drawing/2014/main" id="{7B5310B4-954E-4633-B1F5-CB9A762D61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8" name="Oval 2467">
                  <a:extLst>
                    <a:ext uri="{FF2B5EF4-FFF2-40B4-BE49-F238E27FC236}">
                      <a16:creationId xmlns:a16="http://schemas.microsoft.com/office/drawing/2014/main" id="{D90F27CE-E812-309E-0065-5B3F63DBBCE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9" name="Oval 2468">
                  <a:extLst>
                    <a:ext uri="{FF2B5EF4-FFF2-40B4-BE49-F238E27FC236}">
                      <a16:creationId xmlns:a16="http://schemas.microsoft.com/office/drawing/2014/main" id="{907D7A96-B782-76FC-C420-F6887BE106B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70" name="Group 2469">
                <a:extLst>
                  <a:ext uri="{FF2B5EF4-FFF2-40B4-BE49-F238E27FC236}">
                    <a16:creationId xmlns:a16="http://schemas.microsoft.com/office/drawing/2014/main" id="{990CD97A-6D11-158C-A9C3-CE1A1AC83CA3}"/>
                  </a:ext>
                </a:extLst>
              </p:cNvPr>
              <p:cNvGrpSpPr/>
              <p:nvPr/>
            </p:nvGrpSpPr>
            <p:grpSpPr>
              <a:xfrm rot="569977">
                <a:off x="8954643" y="2588471"/>
                <a:ext cx="242005" cy="43678"/>
                <a:chOff x="7979724" y="3580291"/>
                <a:chExt cx="242005" cy="43678"/>
              </a:xfrm>
            </p:grpSpPr>
            <p:sp>
              <p:nvSpPr>
                <p:cNvPr id="2471" name="Oval 2470">
                  <a:extLst>
                    <a:ext uri="{FF2B5EF4-FFF2-40B4-BE49-F238E27FC236}">
                      <a16:creationId xmlns:a16="http://schemas.microsoft.com/office/drawing/2014/main" id="{6BBC47CD-FDA2-EA5F-4924-C6685D97FE4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2" name="Oval 2471">
                  <a:extLst>
                    <a:ext uri="{FF2B5EF4-FFF2-40B4-BE49-F238E27FC236}">
                      <a16:creationId xmlns:a16="http://schemas.microsoft.com/office/drawing/2014/main" id="{B7403E02-307B-5599-5B32-8B27EF452D5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3" name="Oval 2472">
                  <a:extLst>
                    <a:ext uri="{FF2B5EF4-FFF2-40B4-BE49-F238E27FC236}">
                      <a16:creationId xmlns:a16="http://schemas.microsoft.com/office/drawing/2014/main" id="{8221AFBF-EB7B-284A-9575-2BD8C1298EC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4" name="Oval 2473">
                  <a:extLst>
                    <a:ext uri="{FF2B5EF4-FFF2-40B4-BE49-F238E27FC236}">
                      <a16:creationId xmlns:a16="http://schemas.microsoft.com/office/drawing/2014/main" id="{C3C96199-3370-6063-EB11-57B5B7A4F7E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5" name="Oval 2474">
                  <a:extLst>
                    <a:ext uri="{FF2B5EF4-FFF2-40B4-BE49-F238E27FC236}">
                      <a16:creationId xmlns:a16="http://schemas.microsoft.com/office/drawing/2014/main" id="{4A64FC60-87AD-B658-2C14-C5A73F76604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6" name="Oval 2475">
                  <a:extLst>
                    <a:ext uri="{FF2B5EF4-FFF2-40B4-BE49-F238E27FC236}">
                      <a16:creationId xmlns:a16="http://schemas.microsoft.com/office/drawing/2014/main" id="{94FCAB96-C77C-ABE4-21CA-56A23742F34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7" name="Oval 2476">
                  <a:extLst>
                    <a:ext uri="{FF2B5EF4-FFF2-40B4-BE49-F238E27FC236}">
                      <a16:creationId xmlns:a16="http://schemas.microsoft.com/office/drawing/2014/main" id="{FA50104E-F27E-4860-7DE1-FA33884EDF6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8" name="Oval 2477">
                  <a:extLst>
                    <a:ext uri="{FF2B5EF4-FFF2-40B4-BE49-F238E27FC236}">
                      <a16:creationId xmlns:a16="http://schemas.microsoft.com/office/drawing/2014/main" id="{E115B2FA-0CFD-0023-0E5C-438B3601368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79" name="Group 2478">
                <a:extLst>
                  <a:ext uri="{FF2B5EF4-FFF2-40B4-BE49-F238E27FC236}">
                    <a16:creationId xmlns:a16="http://schemas.microsoft.com/office/drawing/2014/main" id="{F0BEA5C2-C3C6-9C13-182B-674F3ED7D3A1}"/>
                  </a:ext>
                </a:extLst>
              </p:cNvPr>
              <p:cNvGrpSpPr/>
              <p:nvPr/>
            </p:nvGrpSpPr>
            <p:grpSpPr>
              <a:xfrm rot="1379869">
                <a:off x="7792610" y="2676901"/>
                <a:ext cx="242005" cy="43678"/>
                <a:chOff x="7979724" y="3580291"/>
                <a:chExt cx="242005" cy="43678"/>
              </a:xfrm>
            </p:grpSpPr>
            <p:sp>
              <p:nvSpPr>
                <p:cNvPr id="2480" name="Oval 2479">
                  <a:extLst>
                    <a:ext uri="{FF2B5EF4-FFF2-40B4-BE49-F238E27FC236}">
                      <a16:creationId xmlns:a16="http://schemas.microsoft.com/office/drawing/2014/main" id="{0AA564C9-821C-7D95-091C-B633C0C7E05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1" name="Oval 2480">
                  <a:extLst>
                    <a:ext uri="{FF2B5EF4-FFF2-40B4-BE49-F238E27FC236}">
                      <a16:creationId xmlns:a16="http://schemas.microsoft.com/office/drawing/2014/main" id="{45FC1B48-7B26-D2D5-4526-49DD5FAC7D5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2" name="Oval 2481">
                  <a:extLst>
                    <a:ext uri="{FF2B5EF4-FFF2-40B4-BE49-F238E27FC236}">
                      <a16:creationId xmlns:a16="http://schemas.microsoft.com/office/drawing/2014/main" id="{8EA38AB7-3ECA-AD5D-61EA-32427DCFC11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3" name="Oval 2482">
                  <a:extLst>
                    <a:ext uri="{FF2B5EF4-FFF2-40B4-BE49-F238E27FC236}">
                      <a16:creationId xmlns:a16="http://schemas.microsoft.com/office/drawing/2014/main" id="{A35C2AF1-6423-F1FB-FDC7-29AE668E07C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4" name="Oval 2483">
                  <a:extLst>
                    <a:ext uri="{FF2B5EF4-FFF2-40B4-BE49-F238E27FC236}">
                      <a16:creationId xmlns:a16="http://schemas.microsoft.com/office/drawing/2014/main" id="{04C9E8AF-BE76-4125-F0B4-D6DEC475A17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5" name="Oval 2484">
                  <a:extLst>
                    <a:ext uri="{FF2B5EF4-FFF2-40B4-BE49-F238E27FC236}">
                      <a16:creationId xmlns:a16="http://schemas.microsoft.com/office/drawing/2014/main" id="{E255A6F4-DC8C-9615-F8C9-1BC8FC46C28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6" name="Oval 2485">
                  <a:extLst>
                    <a:ext uri="{FF2B5EF4-FFF2-40B4-BE49-F238E27FC236}">
                      <a16:creationId xmlns:a16="http://schemas.microsoft.com/office/drawing/2014/main" id="{20E6EC18-64EB-2203-809F-78FEA011DC2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7" name="Oval 2486">
                  <a:extLst>
                    <a:ext uri="{FF2B5EF4-FFF2-40B4-BE49-F238E27FC236}">
                      <a16:creationId xmlns:a16="http://schemas.microsoft.com/office/drawing/2014/main" id="{0E05D353-22D3-2BFE-D1E1-FB15AC1C702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88" name="Group 2487">
                <a:extLst>
                  <a:ext uri="{FF2B5EF4-FFF2-40B4-BE49-F238E27FC236}">
                    <a16:creationId xmlns:a16="http://schemas.microsoft.com/office/drawing/2014/main" id="{378A9C21-5FB4-A3D3-214E-3B85EB816D27}"/>
                  </a:ext>
                </a:extLst>
              </p:cNvPr>
              <p:cNvGrpSpPr/>
              <p:nvPr/>
            </p:nvGrpSpPr>
            <p:grpSpPr>
              <a:xfrm rot="10800000">
                <a:off x="8022388" y="2721099"/>
                <a:ext cx="242005" cy="46723"/>
                <a:chOff x="7979724" y="3580291"/>
                <a:chExt cx="242005" cy="43678"/>
              </a:xfrm>
            </p:grpSpPr>
            <p:sp>
              <p:nvSpPr>
                <p:cNvPr id="2489" name="Oval 2488">
                  <a:extLst>
                    <a:ext uri="{FF2B5EF4-FFF2-40B4-BE49-F238E27FC236}">
                      <a16:creationId xmlns:a16="http://schemas.microsoft.com/office/drawing/2014/main" id="{C8F31713-E629-4146-D5B2-3030764E983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0" name="Oval 2489">
                  <a:extLst>
                    <a:ext uri="{FF2B5EF4-FFF2-40B4-BE49-F238E27FC236}">
                      <a16:creationId xmlns:a16="http://schemas.microsoft.com/office/drawing/2014/main" id="{E699A324-9D3B-DFFB-8F7B-D3B61D7075B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1" name="Oval 2490">
                  <a:extLst>
                    <a:ext uri="{FF2B5EF4-FFF2-40B4-BE49-F238E27FC236}">
                      <a16:creationId xmlns:a16="http://schemas.microsoft.com/office/drawing/2014/main" id="{5D2ED6E5-92CB-6216-41BE-544BC8EB00D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2" name="Oval 2491">
                  <a:extLst>
                    <a:ext uri="{FF2B5EF4-FFF2-40B4-BE49-F238E27FC236}">
                      <a16:creationId xmlns:a16="http://schemas.microsoft.com/office/drawing/2014/main" id="{DD480715-97E9-6912-DA74-868377AFEE7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3" name="Oval 2492">
                  <a:extLst>
                    <a:ext uri="{FF2B5EF4-FFF2-40B4-BE49-F238E27FC236}">
                      <a16:creationId xmlns:a16="http://schemas.microsoft.com/office/drawing/2014/main" id="{9B2DBF13-D86B-0D2D-B4F9-457D39CD318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4" name="Oval 2493">
                  <a:extLst>
                    <a:ext uri="{FF2B5EF4-FFF2-40B4-BE49-F238E27FC236}">
                      <a16:creationId xmlns:a16="http://schemas.microsoft.com/office/drawing/2014/main" id="{A8ED9A5E-4253-A915-45E2-CC08D5D1E93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5" name="Oval 2494">
                  <a:extLst>
                    <a:ext uri="{FF2B5EF4-FFF2-40B4-BE49-F238E27FC236}">
                      <a16:creationId xmlns:a16="http://schemas.microsoft.com/office/drawing/2014/main" id="{86DA65F9-195D-5662-FEDE-26AD139A967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6" name="Oval 2495">
                  <a:extLst>
                    <a:ext uri="{FF2B5EF4-FFF2-40B4-BE49-F238E27FC236}">
                      <a16:creationId xmlns:a16="http://schemas.microsoft.com/office/drawing/2014/main" id="{6554B443-5681-1962-C579-DFF7037F490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97" name="Group 2496">
                <a:extLst>
                  <a:ext uri="{FF2B5EF4-FFF2-40B4-BE49-F238E27FC236}">
                    <a16:creationId xmlns:a16="http://schemas.microsoft.com/office/drawing/2014/main" id="{39AA5F2F-ABB2-F46F-0788-00BE93010FC8}"/>
                  </a:ext>
                </a:extLst>
              </p:cNvPr>
              <p:cNvGrpSpPr/>
              <p:nvPr/>
            </p:nvGrpSpPr>
            <p:grpSpPr>
              <a:xfrm>
                <a:off x="7951231" y="2721915"/>
                <a:ext cx="242005" cy="43678"/>
                <a:chOff x="7979724" y="3580291"/>
                <a:chExt cx="242005" cy="43678"/>
              </a:xfrm>
            </p:grpSpPr>
            <p:sp>
              <p:nvSpPr>
                <p:cNvPr id="2498" name="Oval 2497">
                  <a:extLst>
                    <a:ext uri="{FF2B5EF4-FFF2-40B4-BE49-F238E27FC236}">
                      <a16:creationId xmlns:a16="http://schemas.microsoft.com/office/drawing/2014/main" id="{0C033050-FAC9-4441-1669-845483E4543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9" name="Oval 2498">
                  <a:extLst>
                    <a:ext uri="{FF2B5EF4-FFF2-40B4-BE49-F238E27FC236}">
                      <a16:creationId xmlns:a16="http://schemas.microsoft.com/office/drawing/2014/main" id="{01DA3959-2C77-B469-FF40-8CC8D996013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0" name="Oval 2499">
                  <a:extLst>
                    <a:ext uri="{FF2B5EF4-FFF2-40B4-BE49-F238E27FC236}">
                      <a16:creationId xmlns:a16="http://schemas.microsoft.com/office/drawing/2014/main" id="{A914D49F-DD53-7AE3-1FD0-72B43FB2EA7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1" name="Oval 2500">
                  <a:extLst>
                    <a:ext uri="{FF2B5EF4-FFF2-40B4-BE49-F238E27FC236}">
                      <a16:creationId xmlns:a16="http://schemas.microsoft.com/office/drawing/2014/main" id="{CDB0BE18-CECA-656C-7B68-947DB823192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2" name="Oval 2501">
                  <a:extLst>
                    <a:ext uri="{FF2B5EF4-FFF2-40B4-BE49-F238E27FC236}">
                      <a16:creationId xmlns:a16="http://schemas.microsoft.com/office/drawing/2014/main" id="{DB56C2C8-DF9B-5D14-DD5D-21AA8C17A13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3" name="Oval 2502">
                  <a:extLst>
                    <a:ext uri="{FF2B5EF4-FFF2-40B4-BE49-F238E27FC236}">
                      <a16:creationId xmlns:a16="http://schemas.microsoft.com/office/drawing/2014/main" id="{6277AF62-EB79-6B95-4831-CA6F3550270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4" name="Oval 2503">
                  <a:extLst>
                    <a:ext uri="{FF2B5EF4-FFF2-40B4-BE49-F238E27FC236}">
                      <a16:creationId xmlns:a16="http://schemas.microsoft.com/office/drawing/2014/main" id="{EF07518A-BB75-1F4F-68E3-9EF70E6C006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5" name="Oval 2504">
                  <a:extLst>
                    <a:ext uri="{FF2B5EF4-FFF2-40B4-BE49-F238E27FC236}">
                      <a16:creationId xmlns:a16="http://schemas.microsoft.com/office/drawing/2014/main" id="{FBAB4ACA-E87A-3490-2E25-35B30AE7DE8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06" name="Group 2505">
                <a:extLst>
                  <a:ext uri="{FF2B5EF4-FFF2-40B4-BE49-F238E27FC236}">
                    <a16:creationId xmlns:a16="http://schemas.microsoft.com/office/drawing/2014/main" id="{C6CCB622-7466-3D85-800E-E214DFA5735C}"/>
                  </a:ext>
                </a:extLst>
              </p:cNvPr>
              <p:cNvGrpSpPr/>
              <p:nvPr/>
            </p:nvGrpSpPr>
            <p:grpSpPr>
              <a:xfrm rot="10800000">
                <a:off x="7362057" y="2387571"/>
                <a:ext cx="242005" cy="46723"/>
                <a:chOff x="7979724" y="3580291"/>
                <a:chExt cx="242005" cy="43678"/>
              </a:xfrm>
            </p:grpSpPr>
            <p:sp>
              <p:nvSpPr>
                <p:cNvPr id="2507" name="Oval 2506">
                  <a:extLst>
                    <a:ext uri="{FF2B5EF4-FFF2-40B4-BE49-F238E27FC236}">
                      <a16:creationId xmlns:a16="http://schemas.microsoft.com/office/drawing/2014/main" id="{CEE42DA6-1FC0-0288-B507-4E5F8E2D38A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8" name="Oval 2507">
                  <a:extLst>
                    <a:ext uri="{FF2B5EF4-FFF2-40B4-BE49-F238E27FC236}">
                      <a16:creationId xmlns:a16="http://schemas.microsoft.com/office/drawing/2014/main" id="{29DDC895-DB12-FEFF-4DE8-BE322790178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9" name="Oval 2508">
                  <a:extLst>
                    <a:ext uri="{FF2B5EF4-FFF2-40B4-BE49-F238E27FC236}">
                      <a16:creationId xmlns:a16="http://schemas.microsoft.com/office/drawing/2014/main" id="{E35A4DDC-1FF7-67F6-28F3-1FA67128ACE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0" name="Oval 2509">
                  <a:extLst>
                    <a:ext uri="{FF2B5EF4-FFF2-40B4-BE49-F238E27FC236}">
                      <a16:creationId xmlns:a16="http://schemas.microsoft.com/office/drawing/2014/main" id="{1BB28CCF-FDE0-7685-CF59-3F49653D061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1" name="Oval 2510">
                  <a:extLst>
                    <a:ext uri="{FF2B5EF4-FFF2-40B4-BE49-F238E27FC236}">
                      <a16:creationId xmlns:a16="http://schemas.microsoft.com/office/drawing/2014/main" id="{DD7A4BA0-FDA5-3B94-F340-57A7D530C33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2" name="Oval 2511">
                  <a:extLst>
                    <a:ext uri="{FF2B5EF4-FFF2-40B4-BE49-F238E27FC236}">
                      <a16:creationId xmlns:a16="http://schemas.microsoft.com/office/drawing/2014/main" id="{771EDED5-2B3C-6580-E176-1011117E635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3" name="Oval 2512">
                  <a:extLst>
                    <a:ext uri="{FF2B5EF4-FFF2-40B4-BE49-F238E27FC236}">
                      <a16:creationId xmlns:a16="http://schemas.microsoft.com/office/drawing/2014/main" id="{46C8F2A4-B992-5566-A34D-EC4CABD4769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4" name="Oval 2513">
                  <a:extLst>
                    <a:ext uri="{FF2B5EF4-FFF2-40B4-BE49-F238E27FC236}">
                      <a16:creationId xmlns:a16="http://schemas.microsoft.com/office/drawing/2014/main" id="{84E15519-EE05-C2EF-0DC1-BB9702E7A53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15" name="Group 2514">
                <a:extLst>
                  <a:ext uri="{FF2B5EF4-FFF2-40B4-BE49-F238E27FC236}">
                    <a16:creationId xmlns:a16="http://schemas.microsoft.com/office/drawing/2014/main" id="{A8F1CAB5-1829-02E9-0813-7534C5AF9E32}"/>
                  </a:ext>
                </a:extLst>
              </p:cNvPr>
              <p:cNvGrpSpPr/>
              <p:nvPr/>
            </p:nvGrpSpPr>
            <p:grpSpPr>
              <a:xfrm>
                <a:off x="7290900" y="2388387"/>
                <a:ext cx="242005" cy="43678"/>
                <a:chOff x="7979724" y="3580291"/>
                <a:chExt cx="242005" cy="43678"/>
              </a:xfrm>
            </p:grpSpPr>
            <p:sp>
              <p:nvSpPr>
                <p:cNvPr id="2516" name="Oval 2515">
                  <a:extLst>
                    <a:ext uri="{FF2B5EF4-FFF2-40B4-BE49-F238E27FC236}">
                      <a16:creationId xmlns:a16="http://schemas.microsoft.com/office/drawing/2014/main" id="{46B1B1DF-9344-4D2A-601A-471C60FD748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7" name="Oval 2516">
                  <a:extLst>
                    <a:ext uri="{FF2B5EF4-FFF2-40B4-BE49-F238E27FC236}">
                      <a16:creationId xmlns:a16="http://schemas.microsoft.com/office/drawing/2014/main" id="{9993B8C8-4B69-9F5F-894F-52293270B5C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8" name="Oval 2517">
                  <a:extLst>
                    <a:ext uri="{FF2B5EF4-FFF2-40B4-BE49-F238E27FC236}">
                      <a16:creationId xmlns:a16="http://schemas.microsoft.com/office/drawing/2014/main" id="{B395A258-3AF4-B8B0-EA07-716EBA43175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9" name="Oval 2518">
                  <a:extLst>
                    <a:ext uri="{FF2B5EF4-FFF2-40B4-BE49-F238E27FC236}">
                      <a16:creationId xmlns:a16="http://schemas.microsoft.com/office/drawing/2014/main" id="{DF4974C7-8651-4E81-AA49-D542EB77BE7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0" name="Oval 2519">
                  <a:extLst>
                    <a:ext uri="{FF2B5EF4-FFF2-40B4-BE49-F238E27FC236}">
                      <a16:creationId xmlns:a16="http://schemas.microsoft.com/office/drawing/2014/main" id="{47193989-DD04-2569-E3DB-BA07AE84109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1" name="Oval 2520">
                  <a:extLst>
                    <a:ext uri="{FF2B5EF4-FFF2-40B4-BE49-F238E27FC236}">
                      <a16:creationId xmlns:a16="http://schemas.microsoft.com/office/drawing/2014/main" id="{06E94374-A43E-35AB-3BC9-9CA78E224C3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2" name="Oval 2521">
                  <a:extLst>
                    <a:ext uri="{FF2B5EF4-FFF2-40B4-BE49-F238E27FC236}">
                      <a16:creationId xmlns:a16="http://schemas.microsoft.com/office/drawing/2014/main" id="{06DA6CC6-EEBE-8FC5-B882-7929BB0E2D3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3" name="Oval 2522">
                  <a:extLst>
                    <a:ext uri="{FF2B5EF4-FFF2-40B4-BE49-F238E27FC236}">
                      <a16:creationId xmlns:a16="http://schemas.microsoft.com/office/drawing/2014/main" id="{D167A16D-2DED-2952-E526-285259A28B1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24" name="Group 2523">
                <a:extLst>
                  <a:ext uri="{FF2B5EF4-FFF2-40B4-BE49-F238E27FC236}">
                    <a16:creationId xmlns:a16="http://schemas.microsoft.com/office/drawing/2014/main" id="{B1A94FBD-D563-705B-F38B-9AA83C28452B}"/>
                  </a:ext>
                </a:extLst>
              </p:cNvPr>
              <p:cNvGrpSpPr/>
              <p:nvPr/>
            </p:nvGrpSpPr>
            <p:grpSpPr>
              <a:xfrm rot="10800000">
                <a:off x="7763312" y="2389780"/>
                <a:ext cx="242005" cy="46723"/>
                <a:chOff x="7979724" y="3580291"/>
                <a:chExt cx="242005" cy="43678"/>
              </a:xfrm>
            </p:grpSpPr>
            <p:sp>
              <p:nvSpPr>
                <p:cNvPr id="2525" name="Oval 2524">
                  <a:extLst>
                    <a:ext uri="{FF2B5EF4-FFF2-40B4-BE49-F238E27FC236}">
                      <a16:creationId xmlns:a16="http://schemas.microsoft.com/office/drawing/2014/main" id="{E1409C60-B83E-2895-F9CF-3D455868FDA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6" name="Oval 2525">
                  <a:extLst>
                    <a:ext uri="{FF2B5EF4-FFF2-40B4-BE49-F238E27FC236}">
                      <a16:creationId xmlns:a16="http://schemas.microsoft.com/office/drawing/2014/main" id="{303FAA7D-93B3-C93A-4543-3FEF1B5DDC8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7" name="Oval 2526">
                  <a:extLst>
                    <a:ext uri="{FF2B5EF4-FFF2-40B4-BE49-F238E27FC236}">
                      <a16:creationId xmlns:a16="http://schemas.microsoft.com/office/drawing/2014/main" id="{20FA444E-F0B5-B089-83B5-57F3699EEA6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8" name="Oval 2527">
                  <a:extLst>
                    <a:ext uri="{FF2B5EF4-FFF2-40B4-BE49-F238E27FC236}">
                      <a16:creationId xmlns:a16="http://schemas.microsoft.com/office/drawing/2014/main" id="{2572CADE-F124-2858-6916-DC4A315D202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9" name="Oval 2528">
                  <a:extLst>
                    <a:ext uri="{FF2B5EF4-FFF2-40B4-BE49-F238E27FC236}">
                      <a16:creationId xmlns:a16="http://schemas.microsoft.com/office/drawing/2014/main" id="{9712F489-BA85-190B-4614-DEB485A3DD2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0" name="Oval 2529">
                  <a:extLst>
                    <a:ext uri="{FF2B5EF4-FFF2-40B4-BE49-F238E27FC236}">
                      <a16:creationId xmlns:a16="http://schemas.microsoft.com/office/drawing/2014/main" id="{4BE333CE-436C-56C9-EC7C-C24E638ECAE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1" name="Oval 2530">
                  <a:extLst>
                    <a:ext uri="{FF2B5EF4-FFF2-40B4-BE49-F238E27FC236}">
                      <a16:creationId xmlns:a16="http://schemas.microsoft.com/office/drawing/2014/main" id="{8148B588-DAB2-08FB-8B08-D986FB282A2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2" name="Oval 2531">
                  <a:extLst>
                    <a:ext uri="{FF2B5EF4-FFF2-40B4-BE49-F238E27FC236}">
                      <a16:creationId xmlns:a16="http://schemas.microsoft.com/office/drawing/2014/main" id="{9A812DC0-81E1-DDC1-9FB5-960EE3AB9AB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3" name="Group 2532">
                <a:extLst>
                  <a:ext uri="{FF2B5EF4-FFF2-40B4-BE49-F238E27FC236}">
                    <a16:creationId xmlns:a16="http://schemas.microsoft.com/office/drawing/2014/main" id="{FDCB22FF-9BB2-9E18-FC71-5536A660764E}"/>
                  </a:ext>
                </a:extLst>
              </p:cNvPr>
              <p:cNvGrpSpPr/>
              <p:nvPr/>
            </p:nvGrpSpPr>
            <p:grpSpPr>
              <a:xfrm>
                <a:off x="7692155" y="2390596"/>
                <a:ext cx="242005" cy="43678"/>
                <a:chOff x="7979724" y="3580291"/>
                <a:chExt cx="242005" cy="43678"/>
              </a:xfrm>
            </p:grpSpPr>
            <p:sp>
              <p:nvSpPr>
                <p:cNvPr id="2534" name="Oval 2533">
                  <a:extLst>
                    <a:ext uri="{FF2B5EF4-FFF2-40B4-BE49-F238E27FC236}">
                      <a16:creationId xmlns:a16="http://schemas.microsoft.com/office/drawing/2014/main" id="{14C3BF87-37B6-4A2B-A17D-EA624DD4985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5" name="Oval 2534">
                  <a:extLst>
                    <a:ext uri="{FF2B5EF4-FFF2-40B4-BE49-F238E27FC236}">
                      <a16:creationId xmlns:a16="http://schemas.microsoft.com/office/drawing/2014/main" id="{6AA2B7C0-F3A8-D68E-A8B2-52D25659080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6" name="Oval 2535">
                  <a:extLst>
                    <a:ext uri="{FF2B5EF4-FFF2-40B4-BE49-F238E27FC236}">
                      <a16:creationId xmlns:a16="http://schemas.microsoft.com/office/drawing/2014/main" id="{D388E3E9-2D34-6C4E-EB3B-3C7967D0E94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7" name="Oval 2536">
                  <a:extLst>
                    <a:ext uri="{FF2B5EF4-FFF2-40B4-BE49-F238E27FC236}">
                      <a16:creationId xmlns:a16="http://schemas.microsoft.com/office/drawing/2014/main" id="{303B141B-FC72-2B0B-81E0-E9F6922F615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8" name="Oval 2537">
                  <a:extLst>
                    <a:ext uri="{FF2B5EF4-FFF2-40B4-BE49-F238E27FC236}">
                      <a16:creationId xmlns:a16="http://schemas.microsoft.com/office/drawing/2014/main" id="{62AD8339-1B58-3016-13F1-AB52C2B27D1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9" name="Oval 2538">
                  <a:extLst>
                    <a:ext uri="{FF2B5EF4-FFF2-40B4-BE49-F238E27FC236}">
                      <a16:creationId xmlns:a16="http://schemas.microsoft.com/office/drawing/2014/main" id="{2D8F5C18-4884-5418-A7F5-1200701114A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0" name="Oval 2539">
                  <a:extLst>
                    <a:ext uri="{FF2B5EF4-FFF2-40B4-BE49-F238E27FC236}">
                      <a16:creationId xmlns:a16="http://schemas.microsoft.com/office/drawing/2014/main" id="{CA46DF9D-3474-8CFA-5174-4B204DD860A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1" name="Oval 2540">
                  <a:extLst>
                    <a:ext uri="{FF2B5EF4-FFF2-40B4-BE49-F238E27FC236}">
                      <a16:creationId xmlns:a16="http://schemas.microsoft.com/office/drawing/2014/main" id="{FE4590DD-1F19-2454-0AD0-B268DFAB2C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42" name="Group 2541">
                <a:extLst>
                  <a:ext uri="{FF2B5EF4-FFF2-40B4-BE49-F238E27FC236}">
                    <a16:creationId xmlns:a16="http://schemas.microsoft.com/office/drawing/2014/main" id="{22BE8B92-F55D-9712-D99D-8523390503E1}"/>
                  </a:ext>
                </a:extLst>
              </p:cNvPr>
              <p:cNvGrpSpPr/>
              <p:nvPr/>
            </p:nvGrpSpPr>
            <p:grpSpPr>
              <a:xfrm rot="10800000">
                <a:off x="8157402" y="2393619"/>
                <a:ext cx="242005" cy="46723"/>
                <a:chOff x="7979724" y="3580291"/>
                <a:chExt cx="242005" cy="43678"/>
              </a:xfrm>
            </p:grpSpPr>
            <p:sp>
              <p:nvSpPr>
                <p:cNvPr id="2543" name="Oval 2542">
                  <a:extLst>
                    <a:ext uri="{FF2B5EF4-FFF2-40B4-BE49-F238E27FC236}">
                      <a16:creationId xmlns:a16="http://schemas.microsoft.com/office/drawing/2014/main" id="{5B5750FE-CC25-FB0C-5F7E-D62206126E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4" name="Oval 2543">
                  <a:extLst>
                    <a:ext uri="{FF2B5EF4-FFF2-40B4-BE49-F238E27FC236}">
                      <a16:creationId xmlns:a16="http://schemas.microsoft.com/office/drawing/2014/main" id="{954DCC9D-C07B-4679-35FC-645B6B6141D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5" name="Oval 2544">
                  <a:extLst>
                    <a:ext uri="{FF2B5EF4-FFF2-40B4-BE49-F238E27FC236}">
                      <a16:creationId xmlns:a16="http://schemas.microsoft.com/office/drawing/2014/main" id="{3E26DF14-C6EC-4C21-0D59-4327EF4EDD6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6" name="Oval 2545">
                  <a:extLst>
                    <a:ext uri="{FF2B5EF4-FFF2-40B4-BE49-F238E27FC236}">
                      <a16:creationId xmlns:a16="http://schemas.microsoft.com/office/drawing/2014/main" id="{B6F574F0-FCB4-47A9-1500-74525102C90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7" name="Oval 2546">
                  <a:extLst>
                    <a:ext uri="{FF2B5EF4-FFF2-40B4-BE49-F238E27FC236}">
                      <a16:creationId xmlns:a16="http://schemas.microsoft.com/office/drawing/2014/main" id="{5F0C7C8B-6DD6-FDF7-F93C-FF3F68753B0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8" name="Oval 2547">
                  <a:extLst>
                    <a:ext uri="{FF2B5EF4-FFF2-40B4-BE49-F238E27FC236}">
                      <a16:creationId xmlns:a16="http://schemas.microsoft.com/office/drawing/2014/main" id="{08D2EB8C-9D76-0563-142D-50B8A627EC8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9" name="Oval 2548">
                  <a:extLst>
                    <a:ext uri="{FF2B5EF4-FFF2-40B4-BE49-F238E27FC236}">
                      <a16:creationId xmlns:a16="http://schemas.microsoft.com/office/drawing/2014/main" id="{22A52255-8918-6676-EADA-34E209E5E82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0" name="Oval 2549">
                  <a:extLst>
                    <a:ext uri="{FF2B5EF4-FFF2-40B4-BE49-F238E27FC236}">
                      <a16:creationId xmlns:a16="http://schemas.microsoft.com/office/drawing/2014/main" id="{FC950013-460F-6DDE-316F-F3FC4183F50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51" name="Group 2550">
                <a:extLst>
                  <a:ext uri="{FF2B5EF4-FFF2-40B4-BE49-F238E27FC236}">
                    <a16:creationId xmlns:a16="http://schemas.microsoft.com/office/drawing/2014/main" id="{CCF0C437-3D3E-7DF0-B00A-C2FE7F79B4CB}"/>
                  </a:ext>
                </a:extLst>
              </p:cNvPr>
              <p:cNvGrpSpPr/>
              <p:nvPr/>
            </p:nvGrpSpPr>
            <p:grpSpPr>
              <a:xfrm>
                <a:off x="8086245" y="2394435"/>
                <a:ext cx="242005" cy="43678"/>
                <a:chOff x="7979724" y="3580291"/>
                <a:chExt cx="242005" cy="43678"/>
              </a:xfrm>
            </p:grpSpPr>
            <p:sp>
              <p:nvSpPr>
                <p:cNvPr id="2552" name="Oval 2551">
                  <a:extLst>
                    <a:ext uri="{FF2B5EF4-FFF2-40B4-BE49-F238E27FC236}">
                      <a16:creationId xmlns:a16="http://schemas.microsoft.com/office/drawing/2014/main" id="{4734C927-8CF0-EB4E-B613-0DEC6091D3E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3" name="Oval 2552">
                  <a:extLst>
                    <a:ext uri="{FF2B5EF4-FFF2-40B4-BE49-F238E27FC236}">
                      <a16:creationId xmlns:a16="http://schemas.microsoft.com/office/drawing/2014/main" id="{17DF0D61-6743-32D6-0255-F9802C71DDB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4" name="Oval 2553">
                  <a:extLst>
                    <a:ext uri="{FF2B5EF4-FFF2-40B4-BE49-F238E27FC236}">
                      <a16:creationId xmlns:a16="http://schemas.microsoft.com/office/drawing/2014/main" id="{6C62D30B-196E-4FB7-6A2C-CAADCE148FE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5" name="Oval 2554">
                  <a:extLst>
                    <a:ext uri="{FF2B5EF4-FFF2-40B4-BE49-F238E27FC236}">
                      <a16:creationId xmlns:a16="http://schemas.microsoft.com/office/drawing/2014/main" id="{3A102EA6-2A18-3F9A-42F8-91B1BE72552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6" name="Oval 2555">
                  <a:extLst>
                    <a:ext uri="{FF2B5EF4-FFF2-40B4-BE49-F238E27FC236}">
                      <a16:creationId xmlns:a16="http://schemas.microsoft.com/office/drawing/2014/main" id="{38CD3E9C-F99E-3675-7299-D43D42C48CD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7" name="Oval 2556">
                  <a:extLst>
                    <a:ext uri="{FF2B5EF4-FFF2-40B4-BE49-F238E27FC236}">
                      <a16:creationId xmlns:a16="http://schemas.microsoft.com/office/drawing/2014/main" id="{4318A3AF-8A05-92CC-9CF6-8F1A811E1A2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8" name="Oval 2557">
                  <a:extLst>
                    <a:ext uri="{FF2B5EF4-FFF2-40B4-BE49-F238E27FC236}">
                      <a16:creationId xmlns:a16="http://schemas.microsoft.com/office/drawing/2014/main" id="{94264C37-6BB6-3A0C-9CDA-0A4E7D670ED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9" name="Oval 2558">
                  <a:extLst>
                    <a:ext uri="{FF2B5EF4-FFF2-40B4-BE49-F238E27FC236}">
                      <a16:creationId xmlns:a16="http://schemas.microsoft.com/office/drawing/2014/main" id="{FF9ECE8D-CCC2-4CD0-72A8-DCE6B392698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60" name="Group 2559">
                <a:extLst>
                  <a:ext uri="{FF2B5EF4-FFF2-40B4-BE49-F238E27FC236}">
                    <a16:creationId xmlns:a16="http://schemas.microsoft.com/office/drawing/2014/main" id="{86E3A8D0-EA8F-0F90-00BA-57D429C3354D}"/>
                  </a:ext>
                </a:extLst>
              </p:cNvPr>
              <p:cNvGrpSpPr/>
              <p:nvPr/>
            </p:nvGrpSpPr>
            <p:grpSpPr>
              <a:xfrm rot="10800000">
                <a:off x="8265463" y="2567223"/>
                <a:ext cx="242005" cy="46723"/>
                <a:chOff x="7979724" y="3580291"/>
                <a:chExt cx="242005" cy="43678"/>
              </a:xfrm>
            </p:grpSpPr>
            <p:sp>
              <p:nvSpPr>
                <p:cNvPr id="2561" name="Oval 2560">
                  <a:extLst>
                    <a:ext uri="{FF2B5EF4-FFF2-40B4-BE49-F238E27FC236}">
                      <a16:creationId xmlns:a16="http://schemas.microsoft.com/office/drawing/2014/main" id="{23539B56-BF52-69A6-5FD3-1F4178E45EB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 name="Oval 2561">
                  <a:extLst>
                    <a:ext uri="{FF2B5EF4-FFF2-40B4-BE49-F238E27FC236}">
                      <a16:creationId xmlns:a16="http://schemas.microsoft.com/office/drawing/2014/main" id="{AF3C77B1-74E3-C3E1-1B25-AD8EFD26EF5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 name="Oval 2562">
                  <a:extLst>
                    <a:ext uri="{FF2B5EF4-FFF2-40B4-BE49-F238E27FC236}">
                      <a16:creationId xmlns:a16="http://schemas.microsoft.com/office/drawing/2014/main" id="{2C8D0496-E39B-1EFE-352E-D77FE1DF137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4" name="Oval 2563">
                  <a:extLst>
                    <a:ext uri="{FF2B5EF4-FFF2-40B4-BE49-F238E27FC236}">
                      <a16:creationId xmlns:a16="http://schemas.microsoft.com/office/drawing/2014/main" id="{822FD08D-D77C-2F60-2D59-B0247E526CD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5" name="Oval 2564">
                  <a:extLst>
                    <a:ext uri="{FF2B5EF4-FFF2-40B4-BE49-F238E27FC236}">
                      <a16:creationId xmlns:a16="http://schemas.microsoft.com/office/drawing/2014/main" id="{BF2C92A8-2CF6-9703-C341-1B6C80EE75B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6" name="Oval 2565">
                  <a:extLst>
                    <a:ext uri="{FF2B5EF4-FFF2-40B4-BE49-F238E27FC236}">
                      <a16:creationId xmlns:a16="http://schemas.microsoft.com/office/drawing/2014/main" id="{68BA3934-5BE7-DCA3-186B-08787C0F482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7" name="Oval 2566">
                  <a:extLst>
                    <a:ext uri="{FF2B5EF4-FFF2-40B4-BE49-F238E27FC236}">
                      <a16:creationId xmlns:a16="http://schemas.microsoft.com/office/drawing/2014/main" id="{15752E90-6C32-7100-8B90-C4E8187C6F0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8" name="Oval 2567">
                  <a:extLst>
                    <a:ext uri="{FF2B5EF4-FFF2-40B4-BE49-F238E27FC236}">
                      <a16:creationId xmlns:a16="http://schemas.microsoft.com/office/drawing/2014/main" id="{8A0F4151-3414-70E9-890D-C7C8E0B4AAC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69" name="Group 2568">
                <a:extLst>
                  <a:ext uri="{FF2B5EF4-FFF2-40B4-BE49-F238E27FC236}">
                    <a16:creationId xmlns:a16="http://schemas.microsoft.com/office/drawing/2014/main" id="{4555DEE4-55A2-2B15-7400-A2E9AFDC8768}"/>
                  </a:ext>
                </a:extLst>
              </p:cNvPr>
              <p:cNvGrpSpPr/>
              <p:nvPr/>
            </p:nvGrpSpPr>
            <p:grpSpPr>
              <a:xfrm>
                <a:off x="8194306" y="2568039"/>
                <a:ext cx="242005" cy="43678"/>
                <a:chOff x="7979724" y="3580291"/>
                <a:chExt cx="242005" cy="43678"/>
              </a:xfrm>
            </p:grpSpPr>
            <p:sp>
              <p:nvSpPr>
                <p:cNvPr id="2570" name="Oval 2569">
                  <a:extLst>
                    <a:ext uri="{FF2B5EF4-FFF2-40B4-BE49-F238E27FC236}">
                      <a16:creationId xmlns:a16="http://schemas.microsoft.com/office/drawing/2014/main" id="{0A359BC9-3F04-9AD9-99BF-69D3FAF4FF5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1" name="Oval 2570">
                  <a:extLst>
                    <a:ext uri="{FF2B5EF4-FFF2-40B4-BE49-F238E27FC236}">
                      <a16:creationId xmlns:a16="http://schemas.microsoft.com/office/drawing/2014/main" id="{28E21656-40F1-0049-49D0-2D8ABA933CF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2" name="Oval 2571">
                  <a:extLst>
                    <a:ext uri="{FF2B5EF4-FFF2-40B4-BE49-F238E27FC236}">
                      <a16:creationId xmlns:a16="http://schemas.microsoft.com/office/drawing/2014/main" id="{3EA26283-6786-4101-3676-516F751A370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3" name="Oval 2572">
                  <a:extLst>
                    <a:ext uri="{FF2B5EF4-FFF2-40B4-BE49-F238E27FC236}">
                      <a16:creationId xmlns:a16="http://schemas.microsoft.com/office/drawing/2014/main" id="{AF913B96-47F0-405A-4A9D-37972B2C68D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4" name="Oval 2573">
                  <a:extLst>
                    <a:ext uri="{FF2B5EF4-FFF2-40B4-BE49-F238E27FC236}">
                      <a16:creationId xmlns:a16="http://schemas.microsoft.com/office/drawing/2014/main" id="{54A3139C-7ADE-25EF-B9D3-73E6BCB1B92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5" name="Oval 2574">
                  <a:extLst>
                    <a:ext uri="{FF2B5EF4-FFF2-40B4-BE49-F238E27FC236}">
                      <a16:creationId xmlns:a16="http://schemas.microsoft.com/office/drawing/2014/main" id="{0B4ECAD5-037C-B387-EE6B-3B695DA3019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6" name="Oval 2575">
                  <a:extLst>
                    <a:ext uri="{FF2B5EF4-FFF2-40B4-BE49-F238E27FC236}">
                      <a16:creationId xmlns:a16="http://schemas.microsoft.com/office/drawing/2014/main" id="{907CA99E-555F-1EC4-A17F-A9C0D50D643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7" name="Oval 2576">
                  <a:extLst>
                    <a:ext uri="{FF2B5EF4-FFF2-40B4-BE49-F238E27FC236}">
                      <a16:creationId xmlns:a16="http://schemas.microsoft.com/office/drawing/2014/main" id="{F62876D4-CA8D-63A1-5A0F-0961156B3D5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78" name="Group 2577">
                <a:extLst>
                  <a:ext uri="{FF2B5EF4-FFF2-40B4-BE49-F238E27FC236}">
                    <a16:creationId xmlns:a16="http://schemas.microsoft.com/office/drawing/2014/main" id="{2693D8E0-5B37-17EE-7EBF-3D305829AC0F}"/>
                  </a:ext>
                </a:extLst>
              </p:cNvPr>
              <p:cNvGrpSpPr/>
              <p:nvPr/>
            </p:nvGrpSpPr>
            <p:grpSpPr>
              <a:xfrm rot="10800000">
                <a:off x="7808283" y="2554879"/>
                <a:ext cx="242005" cy="46723"/>
                <a:chOff x="7979724" y="3580291"/>
                <a:chExt cx="242005" cy="43678"/>
              </a:xfrm>
            </p:grpSpPr>
            <p:sp>
              <p:nvSpPr>
                <p:cNvPr id="2579" name="Oval 2578">
                  <a:extLst>
                    <a:ext uri="{FF2B5EF4-FFF2-40B4-BE49-F238E27FC236}">
                      <a16:creationId xmlns:a16="http://schemas.microsoft.com/office/drawing/2014/main" id="{00C12597-16C3-4600-E9D4-2498CCD2A82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0" name="Oval 2579">
                  <a:extLst>
                    <a:ext uri="{FF2B5EF4-FFF2-40B4-BE49-F238E27FC236}">
                      <a16:creationId xmlns:a16="http://schemas.microsoft.com/office/drawing/2014/main" id="{E535BA21-20B2-DED3-2E59-EEF1BDCC189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1" name="Oval 2580">
                  <a:extLst>
                    <a:ext uri="{FF2B5EF4-FFF2-40B4-BE49-F238E27FC236}">
                      <a16:creationId xmlns:a16="http://schemas.microsoft.com/office/drawing/2014/main" id="{43F2E9CB-B2FB-29BF-A6F3-9D6900F8BAD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2" name="Oval 2581">
                  <a:extLst>
                    <a:ext uri="{FF2B5EF4-FFF2-40B4-BE49-F238E27FC236}">
                      <a16:creationId xmlns:a16="http://schemas.microsoft.com/office/drawing/2014/main" id="{F2943207-94D3-80F5-878E-142DA442C60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3" name="Oval 2582">
                  <a:extLst>
                    <a:ext uri="{FF2B5EF4-FFF2-40B4-BE49-F238E27FC236}">
                      <a16:creationId xmlns:a16="http://schemas.microsoft.com/office/drawing/2014/main" id="{C3A8E920-BD5A-8CB0-7649-82619AD50FF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4" name="Oval 2583">
                  <a:extLst>
                    <a:ext uri="{FF2B5EF4-FFF2-40B4-BE49-F238E27FC236}">
                      <a16:creationId xmlns:a16="http://schemas.microsoft.com/office/drawing/2014/main" id="{5D45B7C8-488D-DA48-DE2E-8D1ADF63009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5" name="Oval 2584">
                  <a:extLst>
                    <a:ext uri="{FF2B5EF4-FFF2-40B4-BE49-F238E27FC236}">
                      <a16:creationId xmlns:a16="http://schemas.microsoft.com/office/drawing/2014/main" id="{1B8D088B-AA75-D94D-D1A4-D2A68E19C9E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6" name="Oval 2585">
                  <a:extLst>
                    <a:ext uri="{FF2B5EF4-FFF2-40B4-BE49-F238E27FC236}">
                      <a16:creationId xmlns:a16="http://schemas.microsoft.com/office/drawing/2014/main" id="{88813113-5C96-BCC0-D22D-321381778F6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87" name="Group 2586">
                <a:extLst>
                  <a:ext uri="{FF2B5EF4-FFF2-40B4-BE49-F238E27FC236}">
                    <a16:creationId xmlns:a16="http://schemas.microsoft.com/office/drawing/2014/main" id="{3B3161B3-FEE3-D4AF-7FBD-4C4C9F906C02}"/>
                  </a:ext>
                </a:extLst>
              </p:cNvPr>
              <p:cNvGrpSpPr/>
              <p:nvPr/>
            </p:nvGrpSpPr>
            <p:grpSpPr>
              <a:xfrm>
                <a:off x="7737126" y="2555695"/>
                <a:ext cx="242005" cy="43678"/>
                <a:chOff x="7979724" y="3580291"/>
                <a:chExt cx="242005" cy="43678"/>
              </a:xfrm>
            </p:grpSpPr>
            <p:sp>
              <p:nvSpPr>
                <p:cNvPr id="2588" name="Oval 2587">
                  <a:extLst>
                    <a:ext uri="{FF2B5EF4-FFF2-40B4-BE49-F238E27FC236}">
                      <a16:creationId xmlns:a16="http://schemas.microsoft.com/office/drawing/2014/main" id="{7C889C3B-8731-DBEC-5DB0-54C2C103805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9" name="Oval 2588">
                  <a:extLst>
                    <a:ext uri="{FF2B5EF4-FFF2-40B4-BE49-F238E27FC236}">
                      <a16:creationId xmlns:a16="http://schemas.microsoft.com/office/drawing/2014/main" id="{3BF38999-8A1D-EDB7-EE70-F7267635BCA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0" name="Oval 2589">
                  <a:extLst>
                    <a:ext uri="{FF2B5EF4-FFF2-40B4-BE49-F238E27FC236}">
                      <a16:creationId xmlns:a16="http://schemas.microsoft.com/office/drawing/2014/main" id="{56F63999-156C-4910-61D9-95A1F9BA7BE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1" name="Oval 2590">
                  <a:extLst>
                    <a:ext uri="{FF2B5EF4-FFF2-40B4-BE49-F238E27FC236}">
                      <a16:creationId xmlns:a16="http://schemas.microsoft.com/office/drawing/2014/main" id="{F4904454-4AF2-F748-A135-A6C96C6CD78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2" name="Oval 2591">
                  <a:extLst>
                    <a:ext uri="{FF2B5EF4-FFF2-40B4-BE49-F238E27FC236}">
                      <a16:creationId xmlns:a16="http://schemas.microsoft.com/office/drawing/2014/main" id="{75947100-91CE-EDDA-CC71-501F62D916C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3" name="Oval 2592">
                  <a:extLst>
                    <a:ext uri="{FF2B5EF4-FFF2-40B4-BE49-F238E27FC236}">
                      <a16:creationId xmlns:a16="http://schemas.microsoft.com/office/drawing/2014/main" id="{0DE8C4F2-DCCF-C2E6-CDB1-7C6633074C8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4" name="Oval 2593">
                  <a:extLst>
                    <a:ext uri="{FF2B5EF4-FFF2-40B4-BE49-F238E27FC236}">
                      <a16:creationId xmlns:a16="http://schemas.microsoft.com/office/drawing/2014/main" id="{4AA26987-7D1C-5320-33CF-67AA2C74F1E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5" name="Oval 2594">
                  <a:extLst>
                    <a:ext uri="{FF2B5EF4-FFF2-40B4-BE49-F238E27FC236}">
                      <a16:creationId xmlns:a16="http://schemas.microsoft.com/office/drawing/2014/main" id="{2C504221-8E21-03B8-32F3-2FA28FE2FFF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96" name="Group 2595">
                <a:extLst>
                  <a:ext uri="{FF2B5EF4-FFF2-40B4-BE49-F238E27FC236}">
                    <a16:creationId xmlns:a16="http://schemas.microsoft.com/office/drawing/2014/main" id="{95631991-E2D6-37C7-DE1C-DF31D4507AA1}"/>
                  </a:ext>
                </a:extLst>
              </p:cNvPr>
              <p:cNvGrpSpPr/>
              <p:nvPr/>
            </p:nvGrpSpPr>
            <p:grpSpPr>
              <a:xfrm rot="10800000">
                <a:off x="6986642" y="2392214"/>
                <a:ext cx="141852" cy="84147"/>
                <a:chOff x="7979724" y="3580291"/>
                <a:chExt cx="242005" cy="43678"/>
              </a:xfrm>
            </p:grpSpPr>
            <p:sp>
              <p:nvSpPr>
                <p:cNvPr id="2597" name="Oval 2596">
                  <a:extLst>
                    <a:ext uri="{FF2B5EF4-FFF2-40B4-BE49-F238E27FC236}">
                      <a16:creationId xmlns:a16="http://schemas.microsoft.com/office/drawing/2014/main" id="{7EC6C8EC-CDEB-FD07-CBD5-4A4F8F25AB5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8" name="Oval 2597">
                  <a:extLst>
                    <a:ext uri="{FF2B5EF4-FFF2-40B4-BE49-F238E27FC236}">
                      <a16:creationId xmlns:a16="http://schemas.microsoft.com/office/drawing/2014/main" id="{2C7F4E66-2ADA-3F16-C9F8-0478457C12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9" name="Oval 2598">
                  <a:extLst>
                    <a:ext uri="{FF2B5EF4-FFF2-40B4-BE49-F238E27FC236}">
                      <a16:creationId xmlns:a16="http://schemas.microsoft.com/office/drawing/2014/main" id="{EE174365-4B5E-C184-0FED-9A087A0E12C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0" name="Oval 2599">
                  <a:extLst>
                    <a:ext uri="{FF2B5EF4-FFF2-40B4-BE49-F238E27FC236}">
                      <a16:creationId xmlns:a16="http://schemas.microsoft.com/office/drawing/2014/main" id="{108627AF-B004-3052-487D-10C558ECE94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1" name="Oval 2600">
                  <a:extLst>
                    <a:ext uri="{FF2B5EF4-FFF2-40B4-BE49-F238E27FC236}">
                      <a16:creationId xmlns:a16="http://schemas.microsoft.com/office/drawing/2014/main" id="{C3F07914-6CC2-5C43-4EDE-55439DE9EF2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2" name="Oval 2601">
                  <a:extLst>
                    <a:ext uri="{FF2B5EF4-FFF2-40B4-BE49-F238E27FC236}">
                      <a16:creationId xmlns:a16="http://schemas.microsoft.com/office/drawing/2014/main" id="{EABE4BBC-0C1B-86B2-2B37-9D7298BA122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3" name="Oval 2602">
                  <a:extLst>
                    <a:ext uri="{FF2B5EF4-FFF2-40B4-BE49-F238E27FC236}">
                      <a16:creationId xmlns:a16="http://schemas.microsoft.com/office/drawing/2014/main" id="{55FBA39B-6A0D-4D16-88A7-29A4EB6A747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4" name="Oval 2603">
                  <a:extLst>
                    <a:ext uri="{FF2B5EF4-FFF2-40B4-BE49-F238E27FC236}">
                      <a16:creationId xmlns:a16="http://schemas.microsoft.com/office/drawing/2014/main" id="{4B39ECCC-FA33-C63A-EBC3-A96605E5852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5" name="Group 2604">
                <a:extLst>
                  <a:ext uri="{FF2B5EF4-FFF2-40B4-BE49-F238E27FC236}">
                    <a16:creationId xmlns:a16="http://schemas.microsoft.com/office/drawing/2014/main" id="{6FD7C063-05A6-0049-501E-F190CFDD1339}"/>
                  </a:ext>
                </a:extLst>
              </p:cNvPr>
              <p:cNvGrpSpPr/>
              <p:nvPr/>
            </p:nvGrpSpPr>
            <p:grpSpPr>
              <a:xfrm rot="10800000">
                <a:off x="7005009" y="2774977"/>
                <a:ext cx="242005" cy="82555"/>
                <a:chOff x="7979724" y="3580291"/>
                <a:chExt cx="242005" cy="43678"/>
              </a:xfrm>
            </p:grpSpPr>
            <p:sp>
              <p:nvSpPr>
                <p:cNvPr id="2606" name="Oval 2605">
                  <a:extLst>
                    <a:ext uri="{FF2B5EF4-FFF2-40B4-BE49-F238E27FC236}">
                      <a16:creationId xmlns:a16="http://schemas.microsoft.com/office/drawing/2014/main" id="{58584628-E250-5784-8E69-9DF8DDACF2B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7" name="Oval 2606">
                  <a:extLst>
                    <a:ext uri="{FF2B5EF4-FFF2-40B4-BE49-F238E27FC236}">
                      <a16:creationId xmlns:a16="http://schemas.microsoft.com/office/drawing/2014/main" id="{9A4F15D8-00E9-AC63-65CF-F625BF11DBA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8" name="Oval 2607">
                  <a:extLst>
                    <a:ext uri="{FF2B5EF4-FFF2-40B4-BE49-F238E27FC236}">
                      <a16:creationId xmlns:a16="http://schemas.microsoft.com/office/drawing/2014/main" id="{33230D3B-9EDD-4013-F3FA-23F12385E98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9" name="Oval 2608">
                  <a:extLst>
                    <a:ext uri="{FF2B5EF4-FFF2-40B4-BE49-F238E27FC236}">
                      <a16:creationId xmlns:a16="http://schemas.microsoft.com/office/drawing/2014/main" id="{0E03A9A8-2D95-14E6-1FA1-0ADFD53B809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0" name="Oval 2609">
                  <a:extLst>
                    <a:ext uri="{FF2B5EF4-FFF2-40B4-BE49-F238E27FC236}">
                      <a16:creationId xmlns:a16="http://schemas.microsoft.com/office/drawing/2014/main" id="{937B45B9-6580-5333-A8C4-6342CBA4C9F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1" name="Oval 2610">
                  <a:extLst>
                    <a:ext uri="{FF2B5EF4-FFF2-40B4-BE49-F238E27FC236}">
                      <a16:creationId xmlns:a16="http://schemas.microsoft.com/office/drawing/2014/main" id="{467E1FE6-C71C-A314-A5E0-3F0DA5A3175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2" name="Oval 2611">
                  <a:extLst>
                    <a:ext uri="{FF2B5EF4-FFF2-40B4-BE49-F238E27FC236}">
                      <a16:creationId xmlns:a16="http://schemas.microsoft.com/office/drawing/2014/main" id="{BD0D2AB8-A7BD-B3CA-B76E-B28F53B4F7C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3" name="Oval 2612">
                  <a:extLst>
                    <a:ext uri="{FF2B5EF4-FFF2-40B4-BE49-F238E27FC236}">
                      <a16:creationId xmlns:a16="http://schemas.microsoft.com/office/drawing/2014/main" id="{3D3CF49E-EC6D-7C4A-2618-1043D4CE157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14" name="Group 2613">
                <a:extLst>
                  <a:ext uri="{FF2B5EF4-FFF2-40B4-BE49-F238E27FC236}">
                    <a16:creationId xmlns:a16="http://schemas.microsoft.com/office/drawing/2014/main" id="{DC78E0FA-CA19-1036-EB8C-85B2347B5C61}"/>
                  </a:ext>
                </a:extLst>
              </p:cNvPr>
              <p:cNvGrpSpPr/>
              <p:nvPr/>
            </p:nvGrpSpPr>
            <p:grpSpPr>
              <a:xfrm>
                <a:off x="6933853" y="2775793"/>
                <a:ext cx="242005" cy="77175"/>
                <a:chOff x="7979724" y="3580291"/>
                <a:chExt cx="242005" cy="43678"/>
              </a:xfrm>
            </p:grpSpPr>
            <p:sp>
              <p:nvSpPr>
                <p:cNvPr id="2615" name="Oval 2614">
                  <a:extLst>
                    <a:ext uri="{FF2B5EF4-FFF2-40B4-BE49-F238E27FC236}">
                      <a16:creationId xmlns:a16="http://schemas.microsoft.com/office/drawing/2014/main" id="{D4360D45-1C9A-A338-E6A2-C727FCC530C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6" name="Oval 2615">
                  <a:extLst>
                    <a:ext uri="{FF2B5EF4-FFF2-40B4-BE49-F238E27FC236}">
                      <a16:creationId xmlns:a16="http://schemas.microsoft.com/office/drawing/2014/main" id="{CA6333A5-5D6A-DF47-CA81-E746FB8FE34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7" name="Oval 2616">
                  <a:extLst>
                    <a:ext uri="{FF2B5EF4-FFF2-40B4-BE49-F238E27FC236}">
                      <a16:creationId xmlns:a16="http://schemas.microsoft.com/office/drawing/2014/main" id="{AE63CB19-BAAF-ECEE-B037-B6D4AE3FF97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8" name="Oval 2617">
                  <a:extLst>
                    <a:ext uri="{FF2B5EF4-FFF2-40B4-BE49-F238E27FC236}">
                      <a16:creationId xmlns:a16="http://schemas.microsoft.com/office/drawing/2014/main" id="{D8B08DD8-DBA6-E653-14DA-8E9B27B4DB2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9" name="Oval 2618">
                  <a:extLst>
                    <a:ext uri="{FF2B5EF4-FFF2-40B4-BE49-F238E27FC236}">
                      <a16:creationId xmlns:a16="http://schemas.microsoft.com/office/drawing/2014/main" id="{341E2E78-72F2-ACBF-FA48-6148C678DC2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0" name="Oval 2619">
                  <a:extLst>
                    <a:ext uri="{FF2B5EF4-FFF2-40B4-BE49-F238E27FC236}">
                      <a16:creationId xmlns:a16="http://schemas.microsoft.com/office/drawing/2014/main" id="{60685F05-39D6-8F9B-BA90-EAA3F123885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1" name="Oval 2620">
                  <a:extLst>
                    <a:ext uri="{FF2B5EF4-FFF2-40B4-BE49-F238E27FC236}">
                      <a16:creationId xmlns:a16="http://schemas.microsoft.com/office/drawing/2014/main" id="{1F9A27F5-E80B-97E8-F91F-5BF344120F3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2" name="Oval 2621">
                  <a:extLst>
                    <a:ext uri="{FF2B5EF4-FFF2-40B4-BE49-F238E27FC236}">
                      <a16:creationId xmlns:a16="http://schemas.microsoft.com/office/drawing/2014/main" id="{E2D2B9CD-67DD-3292-C500-6D3F906F99F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23" name="Group 2622">
                <a:extLst>
                  <a:ext uri="{FF2B5EF4-FFF2-40B4-BE49-F238E27FC236}">
                    <a16:creationId xmlns:a16="http://schemas.microsoft.com/office/drawing/2014/main" id="{73716FA0-FA1C-B10E-55D7-BBFA8DC1DB69}"/>
                  </a:ext>
                </a:extLst>
              </p:cNvPr>
              <p:cNvGrpSpPr/>
              <p:nvPr/>
            </p:nvGrpSpPr>
            <p:grpSpPr>
              <a:xfrm rot="10800000">
                <a:off x="7598597" y="2198987"/>
                <a:ext cx="242005" cy="46723"/>
                <a:chOff x="7979724" y="3580291"/>
                <a:chExt cx="242005" cy="43678"/>
              </a:xfrm>
            </p:grpSpPr>
            <p:sp>
              <p:nvSpPr>
                <p:cNvPr id="2624" name="Oval 2623">
                  <a:extLst>
                    <a:ext uri="{FF2B5EF4-FFF2-40B4-BE49-F238E27FC236}">
                      <a16:creationId xmlns:a16="http://schemas.microsoft.com/office/drawing/2014/main" id="{E625A34F-113D-3EFD-F5F2-63D85E923BD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5" name="Oval 2624">
                  <a:extLst>
                    <a:ext uri="{FF2B5EF4-FFF2-40B4-BE49-F238E27FC236}">
                      <a16:creationId xmlns:a16="http://schemas.microsoft.com/office/drawing/2014/main" id="{982332C4-4625-1564-B504-E704DE61985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6" name="Oval 2625">
                  <a:extLst>
                    <a:ext uri="{FF2B5EF4-FFF2-40B4-BE49-F238E27FC236}">
                      <a16:creationId xmlns:a16="http://schemas.microsoft.com/office/drawing/2014/main" id="{8332A12C-333E-ADFD-F7BF-47C7AC5C2FF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7" name="Oval 2626">
                  <a:extLst>
                    <a:ext uri="{FF2B5EF4-FFF2-40B4-BE49-F238E27FC236}">
                      <a16:creationId xmlns:a16="http://schemas.microsoft.com/office/drawing/2014/main" id="{B1A583FD-AF5B-83FD-FAB8-5B7BB51BA49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8" name="Oval 2627">
                  <a:extLst>
                    <a:ext uri="{FF2B5EF4-FFF2-40B4-BE49-F238E27FC236}">
                      <a16:creationId xmlns:a16="http://schemas.microsoft.com/office/drawing/2014/main" id="{1BFC9EF4-525C-D80E-AB27-C32F285D3B6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9" name="Oval 2628">
                  <a:extLst>
                    <a:ext uri="{FF2B5EF4-FFF2-40B4-BE49-F238E27FC236}">
                      <a16:creationId xmlns:a16="http://schemas.microsoft.com/office/drawing/2014/main" id="{D6DB2E37-84B2-3530-CC89-F6441C7B0A9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0" name="Oval 2629">
                  <a:extLst>
                    <a:ext uri="{FF2B5EF4-FFF2-40B4-BE49-F238E27FC236}">
                      <a16:creationId xmlns:a16="http://schemas.microsoft.com/office/drawing/2014/main" id="{50084936-E2DF-7246-78C4-BCBC5DA1D04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1" name="Oval 2630">
                  <a:extLst>
                    <a:ext uri="{FF2B5EF4-FFF2-40B4-BE49-F238E27FC236}">
                      <a16:creationId xmlns:a16="http://schemas.microsoft.com/office/drawing/2014/main" id="{9B336E28-CEC5-93A7-84AD-B7D9698D5BE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32" name="Group 2631">
                <a:extLst>
                  <a:ext uri="{FF2B5EF4-FFF2-40B4-BE49-F238E27FC236}">
                    <a16:creationId xmlns:a16="http://schemas.microsoft.com/office/drawing/2014/main" id="{2AC97CC8-8526-6903-E1D3-C164E6FCC695}"/>
                  </a:ext>
                </a:extLst>
              </p:cNvPr>
              <p:cNvGrpSpPr/>
              <p:nvPr/>
            </p:nvGrpSpPr>
            <p:grpSpPr>
              <a:xfrm>
                <a:off x="7527440" y="2199803"/>
                <a:ext cx="242005" cy="43678"/>
                <a:chOff x="7979724" y="3580291"/>
                <a:chExt cx="242005" cy="43678"/>
              </a:xfrm>
            </p:grpSpPr>
            <p:sp>
              <p:nvSpPr>
                <p:cNvPr id="2633" name="Oval 2632">
                  <a:extLst>
                    <a:ext uri="{FF2B5EF4-FFF2-40B4-BE49-F238E27FC236}">
                      <a16:creationId xmlns:a16="http://schemas.microsoft.com/office/drawing/2014/main" id="{2DB0D1B9-4D26-6E6E-FD1E-CC0A471C525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4" name="Oval 2633">
                  <a:extLst>
                    <a:ext uri="{FF2B5EF4-FFF2-40B4-BE49-F238E27FC236}">
                      <a16:creationId xmlns:a16="http://schemas.microsoft.com/office/drawing/2014/main" id="{BF891F39-A857-ACCA-1A18-832940DCD77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5" name="Oval 2634">
                  <a:extLst>
                    <a:ext uri="{FF2B5EF4-FFF2-40B4-BE49-F238E27FC236}">
                      <a16:creationId xmlns:a16="http://schemas.microsoft.com/office/drawing/2014/main" id="{0F46E280-6A3A-6182-1F90-8E043D6FCC0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6" name="Oval 2635">
                  <a:extLst>
                    <a:ext uri="{FF2B5EF4-FFF2-40B4-BE49-F238E27FC236}">
                      <a16:creationId xmlns:a16="http://schemas.microsoft.com/office/drawing/2014/main" id="{82E385B8-7B00-980B-4B31-21575171D2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 name="Oval 2636">
                  <a:extLst>
                    <a:ext uri="{FF2B5EF4-FFF2-40B4-BE49-F238E27FC236}">
                      <a16:creationId xmlns:a16="http://schemas.microsoft.com/office/drawing/2014/main" id="{3CE5A8EE-40BE-219B-C90B-936BA9B156B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8" name="Oval 2637">
                  <a:extLst>
                    <a:ext uri="{FF2B5EF4-FFF2-40B4-BE49-F238E27FC236}">
                      <a16:creationId xmlns:a16="http://schemas.microsoft.com/office/drawing/2014/main" id="{BC4F6201-DFE7-7DDA-2C42-F5A22A45F34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9" name="Oval 2638">
                  <a:extLst>
                    <a:ext uri="{FF2B5EF4-FFF2-40B4-BE49-F238E27FC236}">
                      <a16:creationId xmlns:a16="http://schemas.microsoft.com/office/drawing/2014/main" id="{F42E1C72-5D72-E70B-A5D6-7A237FF5A6F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0" name="Oval 2639">
                  <a:extLst>
                    <a:ext uri="{FF2B5EF4-FFF2-40B4-BE49-F238E27FC236}">
                      <a16:creationId xmlns:a16="http://schemas.microsoft.com/office/drawing/2014/main" id="{67E5F23D-C5FE-3000-BAE1-5778019B493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41" name="Group 2640">
                <a:extLst>
                  <a:ext uri="{FF2B5EF4-FFF2-40B4-BE49-F238E27FC236}">
                    <a16:creationId xmlns:a16="http://schemas.microsoft.com/office/drawing/2014/main" id="{CCB1C932-2F7B-BB2F-593C-4FA8FC2E5733}"/>
                  </a:ext>
                </a:extLst>
              </p:cNvPr>
              <p:cNvGrpSpPr/>
              <p:nvPr/>
            </p:nvGrpSpPr>
            <p:grpSpPr>
              <a:xfrm rot="13181925">
                <a:off x="7169556" y="2846327"/>
                <a:ext cx="242005" cy="46723"/>
                <a:chOff x="7979724" y="3580291"/>
                <a:chExt cx="242005" cy="43678"/>
              </a:xfrm>
            </p:grpSpPr>
            <p:sp>
              <p:nvSpPr>
                <p:cNvPr id="2642" name="Oval 2641">
                  <a:extLst>
                    <a:ext uri="{FF2B5EF4-FFF2-40B4-BE49-F238E27FC236}">
                      <a16:creationId xmlns:a16="http://schemas.microsoft.com/office/drawing/2014/main" id="{31008819-793F-A81D-4C53-DE020519EF2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3" name="Oval 2642">
                  <a:extLst>
                    <a:ext uri="{FF2B5EF4-FFF2-40B4-BE49-F238E27FC236}">
                      <a16:creationId xmlns:a16="http://schemas.microsoft.com/office/drawing/2014/main" id="{BEF2C4E1-5147-9913-743C-52B5C4A1EAC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4" name="Oval 2643">
                  <a:extLst>
                    <a:ext uri="{FF2B5EF4-FFF2-40B4-BE49-F238E27FC236}">
                      <a16:creationId xmlns:a16="http://schemas.microsoft.com/office/drawing/2014/main" id="{C55E4905-F587-9FBB-09DA-380ACCFF630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5" name="Oval 2644">
                  <a:extLst>
                    <a:ext uri="{FF2B5EF4-FFF2-40B4-BE49-F238E27FC236}">
                      <a16:creationId xmlns:a16="http://schemas.microsoft.com/office/drawing/2014/main" id="{D3ECF9F2-09C1-7637-B2DD-0588E6357C0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6" name="Oval 2645">
                  <a:extLst>
                    <a:ext uri="{FF2B5EF4-FFF2-40B4-BE49-F238E27FC236}">
                      <a16:creationId xmlns:a16="http://schemas.microsoft.com/office/drawing/2014/main" id="{0649E050-C403-BD4A-EF3F-0B9076D7941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7" name="Oval 2646">
                  <a:extLst>
                    <a:ext uri="{FF2B5EF4-FFF2-40B4-BE49-F238E27FC236}">
                      <a16:creationId xmlns:a16="http://schemas.microsoft.com/office/drawing/2014/main" id="{0AC8172D-5094-CCF0-90FA-095785A9ECD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8" name="Oval 2647">
                  <a:extLst>
                    <a:ext uri="{FF2B5EF4-FFF2-40B4-BE49-F238E27FC236}">
                      <a16:creationId xmlns:a16="http://schemas.microsoft.com/office/drawing/2014/main" id="{EED11D88-8641-D779-CF35-3D61E3DC32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9" name="Oval 2648">
                  <a:extLst>
                    <a:ext uri="{FF2B5EF4-FFF2-40B4-BE49-F238E27FC236}">
                      <a16:creationId xmlns:a16="http://schemas.microsoft.com/office/drawing/2014/main" id="{0B330E4B-2C99-D4C9-659E-5BFB7D34B00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50" name="Group 2649">
                <a:extLst>
                  <a:ext uri="{FF2B5EF4-FFF2-40B4-BE49-F238E27FC236}">
                    <a16:creationId xmlns:a16="http://schemas.microsoft.com/office/drawing/2014/main" id="{6E0559EA-54C9-1B66-D425-D968279E4943}"/>
                  </a:ext>
                </a:extLst>
              </p:cNvPr>
              <p:cNvGrpSpPr/>
              <p:nvPr/>
            </p:nvGrpSpPr>
            <p:grpSpPr>
              <a:xfrm rot="13181925">
                <a:off x="7400392" y="2167959"/>
                <a:ext cx="174914" cy="54480"/>
                <a:chOff x="7979724" y="3580291"/>
                <a:chExt cx="242005" cy="43678"/>
              </a:xfrm>
            </p:grpSpPr>
            <p:sp>
              <p:nvSpPr>
                <p:cNvPr id="2651" name="Oval 2650">
                  <a:extLst>
                    <a:ext uri="{FF2B5EF4-FFF2-40B4-BE49-F238E27FC236}">
                      <a16:creationId xmlns:a16="http://schemas.microsoft.com/office/drawing/2014/main" id="{D1BCBA1A-C28B-A8AC-62BC-EDB578FB684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2" name="Oval 2651">
                  <a:extLst>
                    <a:ext uri="{FF2B5EF4-FFF2-40B4-BE49-F238E27FC236}">
                      <a16:creationId xmlns:a16="http://schemas.microsoft.com/office/drawing/2014/main" id="{7D0E2B2A-20BB-24F5-89E3-340E98457A9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3" name="Oval 2652">
                  <a:extLst>
                    <a:ext uri="{FF2B5EF4-FFF2-40B4-BE49-F238E27FC236}">
                      <a16:creationId xmlns:a16="http://schemas.microsoft.com/office/drawing/2014/main" id="{2D7E6E60-3E11-3352-AD8A-51C42330540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4" name="Oval 2653">
                  <a:extLst>
                    <a:ext uri="{FF2B5EF4-FFF2-40B4-BE49-F238E27FC236}">
                      <a16:creationId xmlns:a16="http://schemas.microsoft.com/office/drawing/2014/main" id="{EE52AD4E-D0D8-C496-B650-B7777035EB9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 name="Oval 2654">
                  <a:extLst>
                    <a:ext uri="{FF2B5EF4-FFF2-40B4-BE49-F238E27FC236}">
                      <a16:creationId xmlns:a16="http://schemas.microsoft.com/office/drawing/2014/main" id="{DD03730B-80EA-DCE7-3B31-01D7E9D3DD3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6" name="Oval 2655">
                  <a:extLst>
                    <a:ext uri="{FF2B5EF4-FFF2-40B4-BE49-F238E27FC236}">
                      <a16:creationId xmlns:a16="http://schemas.microsoft.com/office/drawing/2014/main" id="{8CB7E4F7-E89F-4D2B-B925-D5F80A6F3B7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7" name="Oval 2656">
                  <a:extLst>
                    <a:ext uri="{FF2B5EF4-FFF2-40B4-BE49-F238E27FC236}">
                      <a16:creationId xmlns:a16="http://schemas.microsoft.com/office/drawing/2014/main" id="{4CF8240F-D130-5BB7-638E-C0152BFAFAC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8" name="Oval 2657">
                  <a:extLst>
                    <a:ext uri="{FF2B5EF4-FFF2-40B4-BE49-F238E27FC236}">
                      <a16:creationId xmlns:a16="http://schemas.microsoft.com/office/drawing/2014/main" id="{E61E2EEB-47E2-F45C-F602-ADED8DC51F2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59" name="Group 2658">
                <a:extLst>
                  <a:ext uri="{FF2B5EF4-FFF2-40B4-BE49-F238E27FC236}">
                    <a16:creationId xmlns:a16="http://schemas.microsoft.com/office/drawing/2014/main" id="{638B3D49-A02D-B056-4D9D-E876CE84AAA1}"/>
                  </a:ext>
                </a:extLst>
              </p:cNvPr>
              <p:cNvGrpSpPr/>
              <p:nvPr/>
            </p:nvGrpSpPr>
            <p:grpSpPr>
              <a:xfrm rot="8224268">
                <a:off x="6847232" y="2814695"/>
                <a:ext cx="142815" cy="80456"/>
                <a:chOff x="7979724" y="3580291"/>
                <a:chExt cx="242005" cy="43678"/>
              </a:xfrm>
            </p:grpSpPr>
            <p:sp>
              <p:nvSpPr>
                <p:cNvPr id="2660" name="Oval 2659">
                  <a:extLst>
                    <a:ext uri="{FF2B5EF4-FFF2-40B4-BE49-F238E27FC236}">
                      <a16:creationId xmlns:a16="http://schemas.microsoft.com/office/drawing/2014/main" id="{00D814D5-7438-2789-5F94-A09335900EC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1" name="Oval 2660">
                  <a:extLst>
                    <a:ext uri="{FF2B5EF4-FFF2-40B4-BE49-F238E27FC236}">
                      <a16:creationId xmlns:a16="http://schemas.microsoft.com/office/drawing/2014/main" id="{FD8469E6-D1F2-C6D8-6F76-1E3DEB1728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 name="Oval 2661">
                  <a:extLst>
                    <a:ext uri="{FF2B5EF4-FFF2-40B4-BE49-F238E27FC236}">
                      <a16:creationId xmlns:a16="http://schemas.microsoft.com/office/drawing/2014/main" id="{DF03FFDE-242F-5FC6-9842-10641F87B7F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 name="Oval 2662">
                  <a:extLst>
                    <a:ext uri="{FF2B5EF4-FFF2-40B4-BE49-F238E27FC236}">
                      <a16:creationId xmlns:a16="http://schemas.microsoft.com/office/drawing/2014/main" id="{C423AA9E-FF24-DA43-227C-8C9D4559F4B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 name="Oval 2663">
                  <a:extLst>
                    <a:ext uri="{FF2B5EF4-FFF2-40B4-BE49-F238E27FC236}">
                      <a16:creationId xmlns:a16="http://schemas.microsoft.com/office/drawing/2014/main" id="{2683CF95-0561-7BC5-8A9D-A0FA97AA0F1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5" name="Oval 2664">
                  <a:extLst>
                    <a:ext uri="{FF2B5EF4-FFF2-40B4-BE49-F238E27FC236}">
                      <a16:creationId xmlns:a16="http://schemas.microsoft.com/office/drawing/2014/main" id="{8E85EC60-A9F1-3090-3FCF-9FD63E89D9C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6" name="Oval 2665">
                  <a:extLst>
                    <a:ext uri="{FF2B5EF4-FFF2-40B4-BE49-F238E27FC236}">
                      <a16:creationId xmlns:a16="http://schemas.microsoft.com/office/drawing/2014/main" id="{4DB577CA-9C85-30DE-C5B3-7ECA07BA18B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7" name="Oval 2666">
                  <a:extLst>
                    <a:ext uri="{FF2B5EF4-FFF2-40B4-BE49-F238E27FC236}">
                      <a16:creationId xmlns:a16="http://schemas.microsoft.com/office/drawing/2014/main" id="{0A883E73-901F-8895-63A9-DF1183411AE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68" name="Group 2667">
                <a:extLst>
                  <a:ext uri="{FF2B5EF4-FFF2-40B4-BE49-F238E27FC236}">
                    <a16:creationId xmlns:a16="http://schemas.microsoft.com/office/drawing/2014/main" id="{35BB8CB6-3914-920E-A52F-BCA71383E5BD}"/>
                  </a:ext>
                </a:extLst>
              </p:cNvPr>
              <p:cNvGrpSpPr/>
              <p:nvPr/>
            </p:nvGrpSpPr>
            <p:grpSpPr>
              <a:xfrm rot="8224268">
                <a:off x="7835043" y="2146268"/>
                <a:ext cx="142815" cy="80456"/>
                <a:chOff x="7979724" y="3580291"/>
                <a:chExt cx="242005" cy="43678"/>
              </a:xfrm>
            </p:grpSpPr>
            <p:sp>
              <p:nvSpPr>
                <p:cNvPr id="2669" name="Oval 2668">
                  <a:extLst>
                    <a:ext uri="{FF2B5EF4-FFF2-40B4-BE49-F238E27FC236}">
                      <a16:creationId xmlns:a16="http://schemas.microsoft.com/office/drawing/2014/main" id="{4C95D189-2BFC-B39F-F665-8FB20E40EA1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0" name="Oval 2669">
                  <a:extLst>
                    <a:ext uri="{FF2B5EF4-FFF2-40B4-BE49-F238E27FC236}">
                      <a16:creationId xmlns:a16="http://schemas.microsoft.com/office/drawing/2014/main" id="{060D2761-63EB-1969-5C9F-907782E6605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1" name="Oval 2670">
                  <a:extLst>
                    <a:ext uri="{FF2B5EF4-FFF2-40B4-BE49-F238E27FC236}">
                      <a16:creationId xmlns:a16="http://schemas.microsoft.com/office/drawing/2014/main" id="{9A5F7269-C6B1-BA9E-7318-45D61E2A81A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2" name="Oval 2671">
                  <a:extLst>
                    <a:ext uri="{FF2B5EF4-FFF2-40B4-BE49-F238E27FC236}">
                      <a16:creationId xmlns:a16="http://schemas.microsoft.com/office/drawing/2014/main" id="{3C39DEA1-8597-E585-BB81-A787EB2557C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3" name="Oval 2672">
                  <a:extLst>
                    <a:ext uri="{FF2B5EF4-FFF2-40B4-BE49-F238E27FC236}">
                      <a16:creationId xmlns:a16="http://schemas.microsoft.com/office/drawing/2014/main" id="{C0EC1EAD-14F9-3BC1-A852-6328A2A6351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4" name="Oval 2673">
                  <a:extLst>
                    <a:ext uri="{FF2B5EF4-FFF2-40B4-BE49-F238E27FC236}">
                      <a16:creationId xmlns:a16="http://schemas.microsoft.com/office/drawing/2014/main" id="{863D23A5-3F5E-61D9-64B9-FF7D0B4185C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5" name="Oval 2674">
                  <a:extLst>
                    <a:ext uri="{FF2B5EF4-FFF2-40B4-BE49-F238E27FC236}">
                      <a16:creationId xmlns:a16="http://schemas.microsoft.com/office/drawing/2014/main" id="{EC5F4460-7547-4B14-C53C-FE6EB769771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6" name="Oval 2675">
                  <a:extLst>
                    <a:ext uri="{FF2B5EF4-FFF2-40B4-BE49-F238E27FC236}">
                      <a16:creationId xmlns:a16="http://schemas.microsoft.com/office/drawing/2014/main" id="{93714411-3CD5-285F-D087-D38EB6FF05A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7" name="Group 2676">
                <a:extLst>
                  <a:ext uri="{FF2B5EF4-FFF2-40B4-BE49-F238E27FC236}">
                    <a16:creationId xmlns:a16="http://schemas.microsoft.com/office/drawing/2014/main" id="{D370FEDE-927B-9119-768B-8E05EC1AED8D}"/>
                  </a:ext>
                </a:extLst>
              </p:cNvPr>
              <p:cNvGrpSpPr/>
              <p:nvPr/>
            </p:nvGrpSpPr>
            <p:grpSpPr>
              <a:xfrm>
                <a:off x="7249468" y="2774020"/>
                <a:ext cx="971545" cy="53915"/>
                <a:chOff x="5754694" y="6008041"/>
                <a:chExt cx="971545" cy="53915"/>
              </a:xfrm>
            </p:grpSpPr>
            <p:grpSp>
              <p:nvGrpSpPr>
                <p:cNvPr id="2678" name="Group 2677">
                  <a:extLst>
                    <a:ext uri="{FF2B5EF4-FFF2-40B4-BE49-F238E27FC236}">
                      <a16:creationId xmlns:a16="http://schemas.microsoft.com/office/drawing/2014/main" id="{AD1EEF6A-175E-E7B3-EBFF-1B9EA773AE57}"/>
                    </a:ext>
                  </a:extLst>
                </p:cNvPr>
                <p:cNvGrpSpPr/>
                <p:nvPr/>
              </p:nvGrpSpPr>
              <p:grpSpPr>
                <a:xfrm rot="10800000">
                  <a:off x="5825851" y="6008041"/>
                  <a:ext cx="242005" cy="46723"/>
                  <a:chOff x="7979724" y="3580291"/>
                  <a:chExt cx="242005" cy="43678"/>
                </a:xfrm>
              </p:grpSpPr>
              <p:sp>
                <p:nvSpPr>
                  <p:cNvPr id="2742" name="Oval 2741">
                    <a:extLst>
                      <a:ext uri="{FF2B5EF4-FFF2-40B4-BE49-F238E27FC236}">
                        <a16:creationId xmlns:a16="http://schemas.microsoft.com/office/drawing/2014/main" id="{26935DB1-19DF-4983-39CB-CD582FAACB4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3" name="Oval 2742">
                    <a:extLst>
                      <a:ext uri="{FF2B5EF4-FFF2-40B4-BE49-F238E27FC236}">
                        <a16:creationId xmlns:a16="http://schemas.microsoft.com/office/drawing/2014/main" id="{2DFF0FDC-AA1D-BB68-497C-AE9A8E85AFF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4" name="Oval 2743">
                    <a:extLst>
                      <a:ext uri="{FF2B5EF4-FFF2-40B4-BE49-F238E27FC236}">
                        <a16:creationId xmlns:a16="http://schemas.microsoft.com/office/drawing/2014/main" id="{B0D16D75-5D73-501A-ECBF-19FD73E1FA1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5" name="Oval 2744">
                    <a:extLst>
                      <a:ext uri="{FF2B5EF4-FFF2-40B4-BE49-F238E27FC236}">
                        <a16:creationId xmlns:a16="http://schemas.microsoft.com/office/drawing/2014/main" id="{C18EBE15-1040-9A38-97F4-927543D10B5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6" name="Oval 2745">
                    <a:extLst>
                      <a:ext uri="{FF2B5EF4-FFF2-40B4-BE49-F238E27FC236}">
                        <a16:creationId xmlns:a16="http://schemas.microsoft.com/office/drawing/2014/main" id="{914AF502-A806-D16C-D72D-D5BB47AABF8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7" name="Oval 2746">
                    <a:extLst>
                      <a:ext uri="{FF2B5EF4-FFF2-40B4-BE49-F238E27FC236}">
                        <a16:creationId xmlns:a16="http://schemas.microsoft.com/office/drawing/2014/main" id="{D45C1E06-49CE-AFA2-EF06-A674E652F9A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8" name="Oval 2747">
                    <a:extLst>
                      <a:ext uri="{FF2B5EF4-FFF2-40B4-BE49-F238E27FC236}">
                        <a16:creationId xmlns:a16="http://schemas.microsoft.com/office/drawing/2014/main" id="{5DA30FEF-1D96-486A-6DE7-034B03D9422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9" name="Oval 2748">
                    <a:extLst>
                      <a:ext uri="{FF2B5EF4-FFF2-40B4-BE49-F238E27FC236}">
                        <a16:creationId xmlns:a16="http://schemas.microsoft.com/office/drawing/2014/main" id="{126A984B-CDC2-3891-07D2-C5F2656F5BB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9" name="Group 2678">
                  <a:extLst>
                    <a:ext uri="{FF2B5EF4-FFF2-40B4-BE49-F238E27FC236}">
                      <a16:creationId xmlns:a16="http://schemas.microsoft.com/office/drawing/2014/main" id="{EBC6B49E-1127-E77B-6E5B-6726DAAC711E}"/>
                    </a:ext>
                  </a:extLst>
                </p:cNvPr>
                <p:cNvGrpSpPr/>
                <p:nvPr/>
              </p:nvGrpSpPr>
              <p:grpSpPr>
                <a:xfrm>
                  <a:off x="5754694" y="6008857"/>
                  <a:ext cx="242005" cy="43678"/>
                  <a:chOff x="7979724" y="3580291"/>
                  <a:chExt cx="242005" cy="43678"/>
                </a:xfrm>
              </p:grpSpPr>
              <p:sp>
                <p:nvSpPr>
                  <p:cNvPr id="2734" name="Oval 2733">
                    <a:extLst>
                      <a:ext uri="{FF2B5EF4-FFF2-40B4-BE49-F238E27FC236}">
                        <a16:creationId xmlns:a16="http://schemas.microsoft.com/office/drawing/2014/main" id="{47922939-0B07-9406-0FB9-990A2FFCEDD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5" name="Oval 2734">
                    <a:extLst>
                      <a:ext uri="{FF2B5EF4-FFF2-40B4-BE49-F238E27FC236}">
                        <a16:creationId xmlns:a16="http://schemas.microsoft.com/office/drawing/2014/main" id="{1E206F56-AAB8-A3B2-6354-646019C7F58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6" name="Oval 2735">
                    <a:extLst>
                      <a:ext uri="{FF2B5EF4-FFF2-40B4-BE49-F238E27FC236}">
                        <a16:creationId xmlns:a16="http://schemas.microsoft.com/office/drawing/2014/main" id="{BFABBB03-7EE1-D29A-2695-BBD68C772B5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7" name="Oval 2736">
                    <a:extLst>
                      <a:ext uri="{FF2B5EF4-FFF2-40B4-BE49-F238E27FC236}">
                        <a16:creationId xmlns:a16="http://schemas.microsoft.com/office/drawing/2014/main" id="{0764896D-3B72-2C1A-F770-062960E3F25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8" name="Oval 2737">
                    <a:extLst>
                      <a:ext uri="{FF2B5EF4-FFF2-40B4-BE49-F238E27FC236}">
                        <a16:creationId xmlns:a16="http://schemas.microsoft.com/office/drawing/2014/main" id="{31BE1F76-38CE-DF07-8E2D-5F9C1589A2A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9" name="Oval 2738">
                    <a:extLst>
                      <a:ext uri="{FF2B5EF4-FFF2-40B4-BE49-F238E27FC236}">
                        <a16:creationId xmlns:a16="http://schemas.microsoft.com/office/drawing/2014/main" id="{B8CB2E76-2EB3-DE70-D583-C2FCCC7DD34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0" name="Oval 2739">
                    <a:extLst>
                      <a:ext uri="{FF2B5EF4-FFF2-40B4-BE49-F238E27FC236}">
                        <a16:creationId xmlns:a16="http://schemas.microsoft.com/office/drawing/2014/main" id="{032C7897-9C3A-401F-023A-A622129BB93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1" name="Oval 2740">
                    <a:extLst>
                      <a:ext uri="{FF2B5EF4-FFF2-40B4-BE49-F238E27FC236}">
                        <a16:creationId xmlns:a16="http://schemas.microsoft.com/office/drawing/2014/main" id="{09C268AD-1B50-AE3F-2314-42B5ECF5161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0" name="Group 2679">
                  <a:extLst>
                    <a:ext uri="{FF2B5EF4-FFF2-40B4-BE49-F238E27FC236}">
                      <a16:creationId xmlns:a16="http://schemas.microsoft.com/office/drawing/2014/main" id="{C742FD72-3AF6-FE43-6537-91CBE679FD87}"/>
                    </a:ext>
                  </a:extLst>
                </p:cNvPr>
                <p:cNvGrpSpPr/>
                <p:nvPr/>
              </p:nvGrpSpPr>
              <p:grpSpPr>
                <a:xfrm rot="10800000">
                  <a:off x="6066894" y="6011217"/>
                  <a:ext cx="242005" cy="46723"/>
                  <a:chOff x="7979724" y="3580291"/>
                  <a:chExt cx="242005" cy="43678"/>
                </a:xfrm>
              </p:grpSpPr>
              <p:sp>
                <p:nvSpPr>
                  <p:cNvPr id="2726" name="Oval 2725">
                    <a:extLst>
                      <a:ext uri="{FF2B5EF4-FFF2-40B4-BE49-F238E27FC236}">
                        <a16:creationId xmlns:a16="http://schemas.microsoft.com/office/drawing/2014/main" id="{D0C9098F-DC7E-C66A-F57F-82F9A3F54D6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7" name="Oval 2726">
                    <a:extLst>
                      <a:ext uri="{FF2B5EF4-FFF2-40B4-BE49-F238E27FC236}">
                        <a16:creationId xmlns:a16="http://schemas.microsoft.com/office/drawing/2014/main" id="{3E166EB3-A915-F2FE-F42A-1371FBE61F4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8" name="Oval 2727">
                    <a:extLst>
                      <a:ext uri="{FF2B5EF4-FFF2-40B4-BE49-F238E27FC236}">
                        <a16:creationId xmlns:a16="http://schemas.microsoft.com/office/drawing/2014/main" id="{EFA1D6BA-0EF9-D6A3-B84D-F40E79C48DF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 name="Oval 2728">
                    <a:extLst>
                      <a:ext uri="{FF2B5EF4-FFF2-40B4-BE49-F238E27FC236}">
                        <a16:creationId xmlns:a16="http://schemas.microsoft.com/office/drawing/2014/main" id="{181EE7A3-D732-F7E5-8249-F5C16722D34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0" name="Oval 2729">
                    <a:extLst>
                      <a:ext uri="{FF2B5EF4-FFF2-40B4-BE49-F238E27FC236}">
                        <a16:creationId xmlns:a16="http://schemas.microsoft.com/office/drawing/2014/main" id="{0B9FCB8B-A752-3263-2998-34EEDD75116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1" name="Oval 2730">
                    <a:extLst>
                      <a:ext uri="{FF2B5EF4-FFF2-40B4-BE49-F238E27FC236}">
                        <a16:creationId xmlns:a16="http://schemas.microsoft.com/office/drawing/2014/main" id="{A349F714-31A2-3A9B-50F9-44FE1A994D2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2" name="Oval 2731">
                    <a:extLst>
                      <a:ext uri="{FF2B5EF4-FFF2-40B4-BE49-F238E27FC236}">
                        <a16:creationId xmlns:a16="http://schemas.microsoft.com/office/drawing/2014/main" id="{E960B92E-6824-4B75-9904-416FE15F542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3" name="Oval 2732">
                    <a:extLst>
                      <a:ext uri="{FF2B5EF4-FFF2-40B4-BE49-F238E27FC236}">
                        <a16:creationId xmlns:a16="http://schemas.microsoft.com/office/drawing/2014/main" id="{8BDFF0A4-F135-6AEF-6B9B-99D7E97024B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1" name="Group 2680">
                  <a:extLst>
                    <a:ext uri="{FF2B5EF4-FFF2-40B4-BE49-F238E27FC236}">
                      <a16:creationId xmlns:a16="http://schemas.microsoft.com/office/drawing/2014/main" id="{A8BB8452-6D60-3AD3-8B8C-9210803D44B3}"/>
                    </a:ext>
                  </a:extLst>
                </p:cNvPr>
                <p:cNvGrpSpPr/>
                <p:nvPr/>
              </p:nvGrpSpPr>
              <p:grpSpPr>
                <a:xfrm rot="11689693">
                  <a:off x="5995737" y="6012033"/>
                  <a:ext cx="242005" cy="43678"/>
                  <a:chOff x="7979724" y="3580291"/>
                  <a:chExt cx="242005" cy="43678"/>
                </a:xfrm>
              </p:grpSpPr>
              <p:sp>
                <p:nvSpPr>
                  <p:cNvPr id="2718" name="Oval 2717">
                    <a:extLst>
                      <a:ext uri="{FF2B5EF4-FFF2-40B4-BE49-F238E27FC236}">
                        <a16:creationId xmlns:a16="http://schemas.microsoft.com/office/drawing/2014/main" id="{018E1499-E5AF-29E7-5F93-0E891B55C66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9" name="Oval 2718">
                    <a:extLst>
                      <a:ext uri="{FF2B5EF4-FFF2-40B4-BE49-F238E27FC236}">
                        <a16:creationId xmlns:a16="http://schemas.microsoft.com/office/drawing/2014/main" id="{096BEE98-87EB-4E6B-DE8E-26C4E56904B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0" name="Oval 2719">
                    <a:extLst>
                      <a:ext uri="{FF2B5EF4-FFF2-40B4-BE49-F238E27FC236}">
                        <a16:creationId xmlns:a16="http://schemas.microsoft.com/office/drawing/2014/main" id="{392915BB-3E8A-C38C-2ABB-1A2289F6E8B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1" name="Oval 2720">
                    <a:extLst>
                      <a:ext uri="{FF2B5EF4-FFF2-40B4-BE49-F238E27FC236}">
                        <a16:creationId xmlns:a16="http://schemas.microsoft.com/office/drawing/2014/main" id="{2D163EF3-A89B-CE8A-6D12-0F6DAC834AE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2" name="Oval 2721">
                    <a:extLst>
                      <a:ext uri="{FF2B5EF4-FFF2-40B4-BE49-F238E27FC236}">
                        <a16:creationId xmlns:a16="http://schemas.microsoft.com/office/drawing/2014/main" id="{21B88544-3DAF-5E5C-2E82-F8543190A6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3" name="Oval 2722">
                    <a:extLst>
                      <a:ext uri="{FF2B5EF4-FFF2-40B4-BE49-F238E27FC236}">
                        <a16:creationId xmlns:a16="http://schemas.microsoft.com/office/drawing/2014/main" id="{CFA6E3A4-1B50-3792-4375-2E6C314DF82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4" name="Oval 2723">
                    <a:extLst>
                      <a:ext uri="{FF2B5EF4-FFF2-40B4-BE49-F238E27FC236}">
                        <a16:creationId xmlns:a16="http://schemas.microsoft.com/office/drawing/2014/main" id="{BA4DD925-4576-92CC-11E3-110BEE6ABC4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5" name="Oval 2724">
                    <a:extLst>
                      <a:ext uri="{FF2B5EF4-FFF2-40B4-BE49-F238E27FC236}">
                        <a16:creationId xmlns:a16="http://schemas.microsoft.com/office/drawing/2014/main" id="{9C008BD0-239E-3044-52A1-D900DADDDB6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2" name="Group 2681">
                  <a:extLst>
                    <a:ext uri="{FF2B5EF4-FFF2-40B4-BE49-F238E27FC236}">
                      <a16:creationId xmlns:a16="http://schemas.microsoft.com/office/drawing/2014/main" id="{2D23A394-A6B5-43C5-89CA-43CBE11A8D9A}"/>
                    </a:ext>
                  </a:extLst>
                </p:cNvPr>
                <p:cNvGrpSpPr/>
                <p:nvPr/>
              </p:nvGrpSpPr>
              <p:grpSpPr>
                <a:xfrm rot="21292958">
                  <a:off x="6243191" y="6012057"/>
                  <a:ext cx="242005" cy="46723"/>
                  <a:chOff x="7979724" y="3580291"/>
                  <a:chExt cx="242005" cy="43678"/>
                </a:xfrm>
              </p:grpSpPr>
              <p:sp>
                <p:nvSpPr>
                  <p:cNvPr id="2710" name="Oval 2709">
                    <a:extLst>
                      <a:ext uri="{FF2B5EF4-FFF2-40B4-BE49-F238E27FC236}">
                        <a16:creationId xmlns:a16="http://schemas.microsoft.com/office/drawing/2014/main" id="{E9975378-A987-3727-8824-818A66AF1A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1" name="Oval 2710">
                    <a:extLst>
                      <a:ext uri="{FF2B5EF4-FFF2-40B4-BE49-F238E27FC236}">
                        <a16:creationId xmlns:a16="http://schemas.microsoft.com/office/drawing/2014/main" id="{08A5D6CB-F869-BEAF-22D3-B6F94B615A6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2" name="Oval 2711">
                    <a:extLst>
                      <a:ext uri="{FF2B5EF4-FFF2-40B4-BE49-F238E27FC236}">
                        <a16:creationId xmlns:a16="http://schemas.microsoft.com/office/drawing/2014/main" id="{E7F1238D-45CA-6CE5-D314-3576CB4DB9C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3" name="Oval 2712">
                    <a:extLst>
                      <a:ext uri="{FF2B5EF4-FFF2-40B4-BE49-F238E27FC236}">
                        <a16:creationId xmlns:a16="http://schemas.microsoft.com/office/drawing/2014/main" id="{8DFB41DE-55E5-4266-A942-7BF80D26B7B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4" name="Oval 2713">
                    <a:extLst>
                      <a:ext uri="{FF2B5EF4-FFF2-40B4-BE49-F238E27FC236}">
                        <a16:creationId xmlns:a16="http://schemas.microsoft.com/office/drawing/2014/main" id="{6C9EE11B-52FC-FE88-D73B-72386373214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5" name="Oval 2714">
                    <a:extLst>
                      <a:ext uri="{FF2B5EF4-FFF2-40B4-BE49-F238E27FC236}">
                        <a16:creationId xmlns:a16="http://schemas.microsoft.com/office/drawing/2014/main" id="{767CEBE2-AFF2-5660-235F-0065B69D349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6" name="Oval 2715">
                    <a:extLst>
                      <a:ext uri="{FF2B5EF4-FFF2-40B4-BE49-F238E27FC236}">
                        <a16:creationId xmlns:a16="http://schemas.microsoft.com/office/drawing/2014/main" id="{3E17690F-B3F6-FECF-ECA3-4DEB2C5E87C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7" name="Oval 2716">
                    <a:extLst>
                      <a:ext uri="{FF2B5EF4-FFF2-40B4-BE49-F238E27FC236}">
                        <a16:creationId xmlns:a16="http://schemas.microsoft.com/office/drawing/2014/main" id="{874F48E8-74C9-B47C-22B8-4497808032F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3" name="Group 2682">
                  <a:extLst>
                    <a:ext uri="{FF2B5EF4-FFF2-40B4-BE49-F238E27FC236}">
                      <a16:creationId xmlns:a16="http://schemas.microsoft.com/office/drawing/2014/main" id="{F13AE6E6-BBDB-1D7C-1865-F01BEF11BC2A}"/>
                    </a:ext>
                  </a:extLst>
                </p:cNvPr>
                <p:cNvGrpSpPr/>
                <p:nvPr/>
              </p:nvGrpSpPr>
              <p:grpSpPr>
                <a:xfrm>
                  <a:off x="6172034" y="6012873"/>
                  <a:ext cx="242005" cy="43678"/>
                  <a:chOff x="7979724" y="3580291"/>
                  <a:chExt cx="242005" cy="43678"/>
                </a:xfrm>
              </p:grpSpPr>
              <p:sp>
                <p:nvSpPr>
                  <p:cNvPr id="2702" name="Oval 2701">
                    <a:extLst>
                      <a:ext uri="{FF2B5EF4-FFF2-40B4-BE49-F238E27FC236}">
                        <a16:creationId xmlns:a16="http://schemas.microsoft.com/office/drawing/2014/main" id="{9F4EDBAB-2906-ECC0-825D-908C78D0928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3" name="Oval 2702">
                    <a:extLst>
                      <a:ext uri="{FF2B5EF4-FFF2-40B4-BE49-F238E27FC236}">
                        <a16:creationId xmlns:a16="http://schemas.microsoft.com/office/drawing/2014/main" id="{303C8E06-A7E4-B38B-B589-B663A4B1516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4" name="Oval 2703">
                    <a:extLst>
                      <a:ext uri="{FF2B5EF4-FFF2-40B4-BE49-F238E27FC236}">
                        <a16:creationId xmlns:a16="http://schemas.microsoft.com/office/drawing/2014/main" id="{0BFA9486-52FC-76D9-4DE5-E1E17E5B571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5" name="Oval 2704">
                    <a:extLst>
                      <a:ext uri="{FF2B5EF4-FFF2-40B4-BE49-F238E27FC236}">
                        <a16:creationId xmlns:a16="http://schemas.microsoft.com/office/drawing/2014/main" id="{88475B27-98DB-3832-AA6E-06076D59862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6" name="Oval 2705">
                    <a:extLst>
                      <a:ext uri="{FF2B5EF4-FFF2-40B4-BE49-F238E27FC236}">
                        <a16:creationId xmlns:a16="http://schemas.microsoft.com/office/drawing/2014/main" id="{8FA9C6A8-1067-2FAD-D73B-C10BEB18CAE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7" name="Oval 2706">
                    <a:extLst>
                      <a:ext uri="{FF2B5EF4-FFF2-40B4-BE49-F238E27FC236}">
                        <a16:creationId xmlns:a16="http://schemas.microsoft.com/office/drawing/2014/main" id="{9573AFCD-14EF-7AF9-F27B-19F69D257B4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8" name="Oval 2707">
                    <a:extLst>
                      <a:ext uri="{FF2B5EF4-FFF2-40B4-BE49-F238E27FC236}">
                        <a16:creationId xmlns:a16="http://schemas.microsoft.com/office/drawing/2014/main" id="{D42EFAB0-459A-0AED-1DFE-707FA33732E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9" name="Oval 2708">
                    <a:extLst>
                      <a:ext uri="{FF2B5EF4-FFF2-40B4-BE49-F238E27FC236}">
                        <a16:creationId xmlns:a16="http://schemas.microsoft.com/office/drawing/2014/main" id="{27A31D92-557B-68AE-8031-4CF632AE3FE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4" name="Group 2683">
                  <a:extLst>
                    <a:ext uri="{FF2B5EF4-FFF2-40B4-BE49-F238E27FC236}">
                      <a16:creationId xmlns:a16="http://schemas.microsoft.com/office/drawing/2014/main" id="{185927B2-98D2-A132-2CFD-A67F59279A5B}"/>
                    </a:ext>
                  </a:extLst>
                </p:cNvPr>
                <p:cNvGrpSpPr/>
                <p:nvPr/>
              </p:nvGrpSpPr>
              <p:grpSpPr>
                <a:xfrm rot="10800000">
                  <a:off x="6484234" y="6015233"/>
                  <a:ext cx="242005" cy="46723"/>
                  <a:chOff x="7979724" y="3580291"/>
                  <a:chExt cx="242005" cy="43678"/>
                </a:xfrm>
              </p:grpSpPr>
              <p:sp>
                <p:nvSpPr>
                  <p:cNvPr id="2694" name="Oval 2693">
                    <a:extLst>
                      <a:ext uri="{FF2B5EF4-FFF2-40B4-BE49-F238E27FC236}">
                        <a16:creationId xmlns:a16="http://schemas.microsoft.com/office/drawing/2014/main" id="{357DF02C-0A36-8E54-2C11-A6F055922EC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5" name="Oval 2694">
                    <a:extLst>
                      <a:ext uri="{FF2B5EF4-FFF2-40B4-BE49-F238E27FC236}">
                        <a16:creationId xmlns:a16="http://schemas.microsoft.com/office/drawing/2014/main" id="{778B27C7-DEF7-A9EF-98EE-A9C635788C2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6" name="Oval 2695">
                    <a:extLst>
                      <a:ext uri="{FF2B5EF4-FFF2-40B4-BE49-F238E27FC236}">
                        <a16:creationId xmlns:a16="http://schemas.microsoft.com/office/drawing/2014/main" id="{8DF42D7F-FEA7-9CA9-DBE5-4A47FF55018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7" name="Oval 2696">
                    <a:extLst>
                      <a:ext uri="{FF2B5EF4-FFF2-40B4-BE49-F238E27FC236}">
                        <a16:creationId xmlns:a16="http://schemas.microsoft.com/office/drawing/2014/main" id="{AA388045-0CDA-5B4E-8363-1F3A5131DF3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8" name="Oval 2697">
                    <a:extLst>
                      <a:ext uri="{FF2B5EF4-FFF2-40B4-BE49-F238E27FC236}">
                        <a16:creationId xmlns:a16="http://schemas.microsoft.com/office/drawing/2014/main" id="{EEE5612E-19CE-46E7-5EEB-90F68BF3472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9" name="Oval 2698">
                    <a:extLst>
                      <a:ext uri="{FF2B5EF4-FFF2-40B4-BE49-F238E27FC236}">
                        <a16:creationId xmlns:a16="http://schemas.microsoft.com/office/drawing/2014/main" id="{94493D2E-E073-F90A-CE11-74710244964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0" name="Oval 2699">
                    <a:extLst>
                      <a:ext uri="{FF2B5EF4-FFF2-40B4-BE49-F238E27FC236}">
                        <a16:creationId xmlns:a16="http://schemas.microsoft.com/office/drawing/2014/main" id="{BB315ED3-3E72-131A-4307-C896462AC3F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1" name="Oval 2700">
                    <a:extLst>
                      <a:ext uri="{FF2B5EF4-FFF2-40B4-BE49-F238E27FC236}">
                        <a16:creationId xmlns:a16="http://schemas.microsoft.com/office/drawing/2014/main" id="{7FF31089-BBE2-6EB3-9429-EEC5E980B82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5" name="Group 2684">
                  <a:extLst>
                    <a:ext uri="{FF2B5EF4-FFF2-40B4-BE49-F238E27FC236}">
                      <a16:creationId xmlns:a16="http://schemas.microsoft.com/office/drawing/2014/main" id="{132C967C-CC4B-564C-7C70-E06B36AA83EA}"/>
                    </a:ext>
                  </a:extLst>
                </p:cNvPr>
                <p:cNvGrpSpPr/>
                <p:nvPr/>
              </p:nvGrpSpPr>
              <p:grpSpPr>
                <a:xfrm>
                  <a:off x="6413077" y="6016049"/>
                  <a:ext cx="242005" cy="43678"/>
                  <a:chOff x="7979724" y="3580291"/>
                  <a:chExt cx="242005" cy="43678"/>
                </a:xfrm>
              </p:grpSpPr>
              <p:sp>
                <p:nvSpPr>
                  <p:cNvPr id="2686" name="Oval 2685">
                    <a:extLst>
                      <a:ext uri="{FF2B5EF4-FFF2-40B4-BE49-F238E27FC236}">
                        <a16:creationId xmlns:a16="http://schemas.microsoft.com/office/drawing/2014/main" id="{A276C0C3-7AE7-B133-AEE4-80961AA22B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7" name="Oval 2686">
                    <a:extLst>
                      <a:ext uri="{FF2B5EF4-FFF2-40B4-BE49-F238E27FC236}">
                        <a16:creationId xmlns:a16="http://schemas.microsoft.com/office/drawing/2014/main" id="{1A0B8747-2AA0-1242-39A0-138C5503640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8" name="Oval 2687">
                    <a:extLst>
                      <a:ext uri="{FF2B5EF4-FFF2-40B4-BE49-F238E27FC236}">
                        <a16:creationId xmlns:a16="http://schemas.microsoft.com/office/drawing/2014/main" id="{9CE0D0C4-2DE8-7658-E9FA-251FF8C5BCF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9" name="Oval 2688">
                    <a:extLst>
                      <a:ext uri="{FF2B5EF4-FFF2-40B4-BE49-F238E27FC236}">
                        <a16:creationId xmlns:a16="http://schemas.microsoft.com/office/drawing/2014/main" id="{AD6D6A90-D5F7-BA39-CE54-D50B910DEB0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0" name="Oval 2689">
                    <a:extLst>
                      <a:ext uri="{FF2B5EF4-FFF2-40B4-BE49-F238E27FC236}">
                        <a16:creationId xmlns:a16="http://schemas.microsoft.com/office/drawing/2014/main" id="{75EAFF10-23B2-3604-BE92-444F01E3E6B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 name="Oval 2690">
                    <a:extLst>
                      <a:ext uri="{FF2B5EF4-FFF2-40B4-BE49-F238E27FC236}">
                        <a16:creationId xmlns:a16="http://schemas.microsoft.com/office/drawing/2014/main" id="{30C8A0C3-86DB-FA15-CFF0-C3FF0A15F93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2" name="Oval 2691">
                    <a:extLst>
                      <a:ext uri="{FF2B5EF4-FFF2-40B4-BE49-F238E27FC236}">
                        <a16:creationId xmlns:a16="http://schemas.microsoft.com/office/drawing/2014/main" id="{185BD9A4-8348-C55A-A59B-8BB906CB44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3" name="Oval 2692">
                    <a:extLst>
                      <a:ext uri="{FF2B5EF4-FFF2-40B4-BE49-F238E27FC236}">
                        <a16:creationId xmlns:a16="http://schemas.microsoft.com/office/drawing/2014/main" id="{B74473DB-0031-7016-CDF9-0F5093E1880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50" name="Group 2749">
                <a:extLst>
                  <a:ext uri="{FF2B5EF4-FFF2-40B4-BE49-F238E27FC236}">
                    <a16:creationId xmlns:a16="http://schemas.microsoft.com/office/drawing/2014/main" id="{6DE4F198-8E26-029D-6B5E-D1AB557AE2B0}"/>
                  </a:ext>
                </a:extLst>
              </p:cNvPr>
              <p:cNvGrpSpPr/>
              <p:nvPr/>
            </p:nvGrpSpPr>
            <p:grpSpPr>
              <a:xfrm>
                <a:off x="6568714" y="2756366"/>
                <a:ext cx="971545" cy="53915"/>
                <a:chOff x="5754694" y="6008041"/>
                <a:chExt cx="971545" cy="53915"/>
              </a:xfrm>
            </p:grpSpPr>
            <p:grpSp>
              <p:nvGrpSpPr>
                <p:cNvPr id="2751" name="Group 2750">
                  <a:extLst>
                    <a:ext uri="{FF2B5EF4-FFF2-40B4-BE49-F238E27FC236}">
                      <a16:creationId xmlns:a16="http://schemas.microsoft.com/office/drawing/2014/main" id="{C80465AA-5F78-11BC-B221-82C76CD6B60D}"/>
                    </a:ext>
                  </a:extLst>
                </p:cNvPr>
                <p:cNvGrpSpPr/>
                <p:nvPr/>
              </p:nvGrpSpPr>
              <p:grpSpPr>
                <a:xfrm rot="10800000">
                  <a:off x="5825851" y="6008041"/>
                  <a:ext cx="242005" cy="46723"/>
                  <a:chOff x="7979724" y="3580291"/>
                  <a:chExt cx="242005" cy="43678"/>
                </a:xfrm>
              </p:grpSpPr>
              <p:sp>
                <p:nvSpPr>
                  <p:cNvPr id="2815" name="Oval 2814">
                    <a:extLst>
                      <a:ext uri="{FF2B5EF4-FFF2-40B4-BE49-F238E27FC236}">
                        <a16:creationId xmlns:a16="http://schemas.microsoft.com/office/drawing/2014/main" id="{31478558-E644-DF56-7EE1-2E2AE8E1329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6" name="Oval 2815">
                    <a:extLst>
                      <a:ext uri="{FF2B5EF4-FFF2-40B4-BE49-F238E27FC236}">
                        <a16:creationId xmlns:a16="http://schemas.microsoft.com/office/drawing/2014/main" id="{D135449B-27AB-172A-A52E-D94DFAEFBD9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7" name="Oval 2816">
                    <a:extLst>
                      <a:ext uri="{FF2B5EF4-FFF2-40B4-BE49-F238E27FC236}">
                        <a16:creationId xmlns:a16="http://schemas.microsoft.com/office/drawing/2014/main" id="{B8243D46-E8BB-31D8-C858-7C583E59FD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245EF55E-881C-B386-F27E-05D5F5B7DB5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9" name="Oval 2818">
                    <a:extLst>
                      <a:ext uri="{FF2B5EF4-FFF2-40B4-BE49-F238E27FC236}">
                        <a16:creationId xmlns:a16="http://schemas.microsoft.com/office/drawing/2014/main" id="{2D9C2BA6-E947-75E1-8359-ED277F3A93B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0" name="Oval 2819">
                    <a:extLst>
                      <a:ext uri="{FF2B5EF4-FFF2-40B4-BE49-F238E27FC236}">
                        <a16:creationId xmlns:a16="http://schemas.microsoft.com/office/drawing/2014/main" id="{09AA1724-0DC5-515D-737D-E205EBF52D1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1" name="Oval 2820">
                    <a:extLst>
                      <a:ext uri="{FF2B5EF4-FFF2-40B4-BE49-F238E27FC236}">
                        <a16:creationId xmlns:a16="http://schemas.microsoft.com/office/drawing/2014/main" id="{94108621-2529-F966-484C-C7C4838FB6F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2" name="Oval 2821">
                    <a:extLst>
                      <a:ext uri="{FF2B5EF4-FFF2-40B4-BE49-F238E27FC236}">
                        <a16:creationId xmlns:a16="http://schemas.microsoft.com/office/drawing/2014/main" id="{55C9DA88-D67E-9C67-A022-67E65CCB56E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2" name="Group 2751">
                  <a:extLst>
                    <a:ext uri="{FF2B5EF4-FFF2-40B4-BE49-F238E27FC236}">
                      <a16:creationId xmlns:a16="http://schemas.microsoft.com/office/drawing/2014/main" id="{D1C3B9EC-163E-E22E-5673-BB2C35BFBE64}"/>
                    </a:ext>
                  </a:extLst>
                </p:cNvPr>
                <p:cNvGrpSpPr/>
                <p:nvPr/>
              </p:nvGrpSpPr>
              <p:grpSpPr>
                <a:xfrm>
                  <a:off x="5754694" y="6008857"/>
                  <a:ext cx="242005" cy="43678"/>
                  <a:chOff x="7979724" y="3580291"/>
                  <a:chExt cx="242005" cy="43678"/>
                </a:xfrm>
              </p:grpSpPr>
              <p:sp>
                <p:nvSpPr>
                  <p:cNvPr id="2807" name="Oval 2806">
                    <a:extLst>
                      <a:ext uri="{FF2B5EF4-FFF2-40B4-BE49-F238E27FC236}">
                        <a16:creationId xmlns:a16="http://schemas.microsoft.com/office/drawing/2014/main" id="{629CD862-F30D-FC84-30F7-3F60B8BDF80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8" name="Oval 2807">
                    <a:extLst>
                      <a:ext uri="{FF2B5EF4-FFF2-40B4-BE49-F238E27FC236}">
                        <a16:creationId xmlns:a16="http://schemas.microsoft.com/office/drawing/2014/main" id="{51E68F0E-053F-3424-C4A4-85C6C00F54F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9" name="Oval 2808">
                    <a:extLst>
                      <a:ext uri="{FF2B5EF4-FFF2-40B4-BE49-F238E27FC236}">
                        <a16:creationId xmlns:a16="http://schemas.microsoft.com/office/drawing/2014/main" id="{524E191F-1494-4687-AB46-D317519358B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0" name="Oval 2809">
                    <a:extLst>
                      <a:ext uri="{FF2B5EF4-FFF2-40B4-BE49-F238E27FC236}">
                        <a16:creationId xmlns:a16="http://schemas.microsoft.com/office/drawing/2014/main" id="{CC6B0F09-2B3D-BB23-087A-1C0A4413B11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 name="Oval 2810">
                    <a:extLst>
                      <a:ext uri="{FF2B5EF4-FFF2-40B4-BE49-F238E27FC236}">
                        <a16:creationId xmlns:a16="http://schemas.microsoft.com/office/drawing/2014/main" id="{51513D16-0F71-6789-B080-21E9E98E120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2" name="Oval 2811">
                    <a:extLst>
                      <a:ext uri="{FF2B5EF4-FFF2-40B4-BE49-F238E27FC236}">
                        <a16:creationId xmlns:a16="http://schemas.microsoft.com/office/drawing/2014/main" id="{39985BFD-37D9-0744-0D58-75C8DF8466B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3" name="Oval 2812">
                    <a:extLst>
                      <a:ext uri="{FF2B5EF4-FFF2-40B4-BE49-F238E27FC236}">
                        <a16:creationId xmlns:a16="http://schemas.microsoft.com/office/drawing/2014/main" id="{593DA984-4AFC-C2FF-8D13-193AA0D5692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4" name="Oval 2813">
                    <a:extLst>
                      <a:ext uri="{FF2B5EF4-FFF2-40B4-BE49-F238E27FC236}">
                        <a16:creationId xmlns:a16="http://schemas.microsoft.com/office/drawing/2014/main" id="{18D54B7F-FC7A-61EF-DC44-227660FEF66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3" name="Group 2752">
                  <a:extLst>
                    <a:ext uri="{FF2B5EF4-FFF2-40B4-BE49-F238E27FC236}">
                      <a16:creationId xmlns:a16="http://schemas.microsoft.com/office/drawing/2014/main" id="{E734D232-0621-268E-9638-B7CD3B0EFE30}"/>
                    </a:ext>
                  </a:extLst>
                </p:cNvPr>
                <p:cNvGrpSpPr/>
                <p:nvPr/>
              </p:nvGrpSpPr>
              <p:grpSpPr>
                <a:xfrm rot="10800000">
                  <a:off x="6066894" y="6011217"/>
                  <a:ext cx="242005" cy="46723"/>
                  <a:chOff x="7979724" y="3580291"/>
                  <a:chExt cx="242005" cy="43678"/>
                </a:xfrm>
              </p:grpSpPr>
              <p:sp>
                <p:nvSpPr>
                  <p:cNvPr id="2799" name="Oval 2798">
                    <a:extLst>
                      <a:ext uri="{FF2B5EF4-FFF2-40B4-BE49-F238E27FC236}">
                        <a16:creationId xmlns:a16="http://schemas.microsoft.com/office/drawing/2014/main" id="{69669A5F-EAC1-D44F-DD8B-0CA8090C97B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0" name="Oval 2799">
                    <a:extLst>
                      <a:ext uri="{FF2B5EF4-FFF2-40B4-BE49-F238E27FC236}">
                        <a16:creationId xmlns:a16="http://schemas.microsoft.com/office/drawing/2014/main" id="{660BF6A0-6092-4F8A-112F-2F77048A820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1" name="Oval 2800">
                    <a:extLst>
                      <a:ext uri="{FF2B5EF4-FFF2-40B4-BE49-F238E27FC236}">
                        <a16:creationId xmlns:a16="http://schemas.microsoft.com/office/drawing/2014/main" id="{B5421B01-6F89-A6CF-6459-5AED94ADE03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2" name="Oval 2801">
                    <a:extLst>
                      <a:ext uri="{FF2B5EF4-FFF2-40B4-BE49-F238E27FC236}">
                        <a16:creationId xmlns:a16="http://schemas.microsoft.com/office/drawing/2014/main" id="{398903B5-5C64-1DC0-A207-9605B7CEC5A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3" name="Oval 2802">
                    <a:extLst>
                      <a:ext uri="{FF2B5EF4-FFF2-40B4-BE49-F238E27FC236}">
                        <a16:creationId xmlns:a16="http://schemas.microsoft.com/office/drawing/2014/main" id="{40A04E9D-186C-2262-2305-3DE84055CCE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4" name="Oval 2803">
                    <a:extLst>
                      <a:ext uri="{FF2B5EF4-FFF2-40B4-BE49-F238E27FC236}">
                        <a16:creationId xmlns:a16="http://schemas.microsoft.com/office/drawing/2014/main" id="{4D9D28D6-DD21-B34D-8AA3-27CE28EC7EF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5" name="Oval 2804">
                    <a:extLst>
                      <a:ext uri="{FF2B5EF4-FFF2-40B4-BE49-F238E27FC236}">
                        <a16:creationId xmlns:a16="http://schemas.microsoft.com/office/drawing/2014/main" id="{E4C36091-6BF9-DEF9-DC93-C3511469F9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6" name="Oval 2805">
                    <a:extLst>
                      <a:ext uri="{FF2B5EF4-FFF2-40B4-BE49-F238E27FC236}">
                        <a16:creationId xmlns:a16="http://schemas.microsoft.com/office/drawing/2014/main" id="{5F5480A3-BB31-28B8-9AFF-64EAAFEEC1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4" name="Group 2753">
                  <a:extLst>
                    <a:ext uri="{FF2B5EF4-FFF2-40B4-BE49-F238E27FC236}">
                      <a16:creationId xmlns:a16="http://schemas.microsoft.com/office/drawing/2014/main" id="{207CE514-6447-A5A5-295C-09242B48204F}"/>
                    </a:ext>
                  </a:extLst>
                </p:cNvPr>
                <p:cNvGrpSpPr/>
                <p:nvPr/>
              </p:nvGrpSpPr>
              <p:grpSpPr>
                <a:xfrm rot="11689693">
                  <a:off x="5995737" y="6012033"/>
                  <a:ext cx="242005" cy="43678"/>
                  <a:chOff x="7979724" y="3580291"/>
                  <a:chExt cx="242005" cy="43678"/>
                </a:xfrm>
              </p:grpSpPr>
              <p:sp>
                <p:nvSpPr>
                  <p:cNvPr id="2791" name="Oval 2790">
                    <a:extLst>
                      <a:ext uri="{FF2B5EF4-FFF2-40B4-BE49-F238E27FC236}">
                        <a16:creationId xmlns:a16="http://schemas.microsoft.com/office/drawing/2014/main" id="{DACFDE73-05C8-C905-623B-CA2416CBC84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2" name="Oval 2791">
                    <a:extLst>
                      <a:ext uri="{FF2B5EF4-FFF2-40B4-BE49-F238E27FC236}">
                        <a16:creationId xmlns:a16="http://schemas.microsoft.com/office/drawing/2014/main" id="{74DC82B9-B0FD-779A-7857-07816B29E0C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3" name="Oval 2792">
                    <a:extLst>
                      <a:ext uri="{FF2B5EF4-FFF2-40B4-BE49-F238E27FC236}">
                        <a16:creationId xmlns:a16="http://schemas.microsoft.com/office/drawing/2014/main" id="{CCF9310E-F9D0-4647-8DE3-4966339D2A2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4" name="Oval 2793">
                    <a:extLst>
                      <a:ext uri="{FF2B5EF4-FFF2-40B4-BE49-F238E27FC236}">
                        <a16:creationId xmlns:a16="http://schemas.microsoft.com/office/drawing/2014/main" id="{129D1C4F-FC53-961A-B942-F962D0F820D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5" name="Oval 2794">
                    <a:extLst>
                      <a:ext uri="{FF2B5EF4-FFF2-40B4-BE49-F238E27FC236}">
                        <a16:creationId xmlns:a16="http://schemas.microsoft.com/office/drawing/2014/main" id="{B37D7667-E4CE-13B6-4F4C-11E9D9856ED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6" name="Oval 2795">
                    <a:extLst>
                      <a:ext uri="{FF2B5EF4-FFF2-40B4-BE49-F238E27FC236}">
                        <a16:creationId xmlns:a16="http://schemas.microsoft.com/office/drawing/2014/main" id="{4483B3A1-EB39-588F-EE0B-EF6143ECBE8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7" name="Oval 2796">
                    <a:extLst>
                      <a:ext uri="{FF2B5EF4-FFF2-40B4-BE49-F238E27FC236}">
                        <a16:creationId xmlns:a16="http://schemas.microsoft.com/office/drawing/2014/main" id="{A8382214-6AF5-30FE-08D3-21EC245FEC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8" name="Oval 2797">
                    <a:extLst>
                      <a:ext uri="{FF2B5EF4-FFF2-40B4-BE49-F238E27FC236}">
                        <a16:creationId xmlns:a16="http://schemas.microsoft.com/office/drawing/2014/main" id="{BB8AE482-5DDF-FAC7-C021-C77FF0A3890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5" name="Group 2754">
                  <a:extLst>
                    <a:ext uri="{FF2B5EF4-FFF2-40B4-BE49-F238E27FC236}">
                      <a16:creationId xmlns:a16="http://schemas.microsoft.com/office/drawing/2014/main" id="{74976607-0235-1900-B2F4-C022F8AF81B0}"/>
                    </a:ext>
                  </a:extLst>
                </p:cNvPr>
                <p:cNvGrpSpPr/>
                <p:nvPr/>
              </p:nvGrpSpPr>
              <p:grpSpPr>
                <a:xfrm rot="21292958">
                  <a:off x="6243191" y="6012057"/>
                  <a:ext cx="242005" cy="46723"/>
                  <a:chOff x="7979724" y="3580291"/>
                  <a:chExt cx="242005" cy="43678"/>
                </a:xfrm>
              </p:grpSpPr>
              <p:sp>
                <p:nvSpPr>
                  <p:cNvPr id="2783" name="Oval 2782">
                    <a:extLst>
                      <a:ext uri="{FF2B5EF4-FFF2-40B4-BE49-F238E27FC236}">
                        <a16:creationId xmlns:a16="http://schemas.microsoft.com/office/drawing/2014/main" id="{E2956920-C6DA-EDDD-3F6F-539649686D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Oval 2783">
                    <a:extLst>
                      <a:ext uri="{FF2B5EF4-FFF2-40B4-BE49-F238E27FC236}">
                        <a16:creationId xmlns:a16="http://schemas.microsoft.com/office/drawing/2014/main" id="{F0ABD4CC-1C01-5BE0-A0F9-B33E8A5A78E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5" name="Oval 2784">
                    <a:extLst>
                      <a:ext uri="{FF2B5EF4-FFF2-40B4-BE49-F238E27FC236}">
                        <a16:creationId xmlns:a16="http://schemas.microsoft.com/office/drawing/2014/main" id="{997DA1F2-5EAB-2CA1-766C-D51780028E8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6" name="Oval 2785">
                    <a:extLst>
                      <a:ext uri="{FF2B5EF4-FFF2-40B4-BE49-F238E27FC236}">
                        <a16:creationId xmlns:a16="http://schemas.microsoft.com/office/drawing/2014/main" id="{FFEE4E36-1E15-18E5-93CB-484BF3E6608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7" name="Oval 2786">
                    <a:extLst>
                      <a:ext uri="{FF2B5EF4-FFF2-40B4-BE49-F238E27FC236}">
                        <a16:creationId xmlns:a16="http://schemas.microsoft.com/office/drawing/2014/main" id="{F385659D-B0CE-A379-1108-13C782440CA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8" name="Oval 2787">
                    <a:extLst>
                      <a:ext uri="{FF2B5EF4-FFF2-40B4-BE49-F238E27FC236}">
                        <a16:creationId xmlns:a16="http://schemas.microsoft.com/office/drawing/2014/main" id="{69FFB035-42A3-317D-2A2F-951DBC9F1D5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9" name="Oval 2788">
                    <a:extLst>
                      <a:ext uri="{FF2B5EF4-FFF2-40B4-BE49-F238E27FC236}">
                        <a16:creationId xmlns:a16="http://schemas.microsoft.com/office/drawing/2014/main" id="{13CBE11F-B2B4-4D00-71B5-2A69BB03729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0" name="Oval 2789">
                    <a:extLst>
                      <a:ext uri="{FF2B5EF4-FFF2-40B4-BE49-F238E27FC236}">
                        <a16:creationId xmlns:a16="http://schemas.microsoft.com/office/drawing/2014/main" id="{6CAF2ECB-1BA7-B59A-55D1-8337D00344E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6" name="Group 2755">
                  <a:extLst>
                    <a:ext uri="{FF2B5EF4-FFF2-40B4-BE49-F238E27FC236}">
                      <a16:creationId xmlns:a16="http://schemas.microsoft.com/office/drawing/2014/main" id="{9EA4301F-1EB7-5097-E472-0DFFB7E35035}"/>
                    </a:ext>
                  </a:extLst>
                </p:cNvPr>
                <p:cNvGrpSpPr/>
                <p:nvPr/>
              </p:nvGrpSpPr>
              <p:grpSpPr>
                <a:xfrm>
                  <a:off x="6172034" y="6012873"/>
                  <a:ext cx="242005" cy="43678"/>
                  <a:chOff x="7979724" y="3580291"/>
                  <a:chExt cx="242005" cy="43678"/>
                </a:xfrm>
              </p:grpSpPr>
              <p:sp>
                <p:nvSpPr>
                  <p:cNvPr id="2775" name="Oval 2774">
                    <a:extLst>
                      <a:ext uri="{FF2B5EF4-FFF2-40B4-BE49-F238E27FC236}">
                        <a16:creationId xmlns:a16="http://schemas.microsoft.com/office/drawing/2014/main" id="{AF640EDD-2837-10A1-40AC-8F7ACC220B1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6" name="Oval 2775">
                    <a:extLst>
                      <a:ext uri="{FF2B5EF4-FFF2-40B4-BE49-F238E27FC236}">
                        <a16:creationId xmlns:a16="http://schemas.microsoft.com/office/drawing/2014/main" id="{BB5DE2A2-09BC-8178-541F-70F6A7913AF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7" name="Oval 2776">
                    <a:extLst>
                      <a:ext uri="{FF2B5EF4-FFF2-40B4-BE49-F238E27FC236}">
                        <a16:creationId xmlns:a16="http://schemas.microsoft.com/office/drawing/2014/main" id="{54961A5E-614B-471D-9531-F9F3C080688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8" name="Oval 2777">
                    <a:extLst>
                      <a:ext uri="{FF2B5EF4-FFF2-40B4-BE49-F238E27FC236}">
                        <a16:creationId xmlns:a16="http://schemas.microsoft.com/office/drawing/2014/main" id="{CBB9E037-0174-54C4-BF8B-268BE90D7C2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9" name="Oval 2778">
                    <a:extLst>
                      <a:ext uri="{FF2B5EF4-FFF2-40B4-BE49-F238E27FC236}">
                        <a16:creationId xmlns:a16="http://schemas.microsoft.com/office/drawing/2014/main" id="{A0A0DA8E-FB35-F437-75E5-4441F2E9D55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0" name="Oval 2779">
                    <a:extLst>
                      <a:ext uri="{FF2B5EF4-FFF2-40B4-BE49-F238E27FC236}">
                        <a16:creationId xmlns:a16="http://schemas.microsoft.com/office/drawing/2014/main" id="{AA1FB9B2-5396-9B1F-1AEB-3B7C3F160F9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1" name="Oval 2780">
                    <a:extLst>
                      <a:ext uri="{FF2B5EF4-FFF2-40B4-BE49-F238E27FC236}">
                        <a16:creationId xmlns:a16="http://schemas.microsoft.com/office/drawing/2014/main" id="{D892A9E2-08C4-D18E-E706-4F76F1980A8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2" name="Oval 2781">
                    <a:extLst>
                      <a:ext uri="{FF2B5EF4-FFF2-40B4-BE49-F238E27FC236}">
                        <a16:creationId xmlns:a16="http://schemas.microsoft.com/office/drawing/2014/main" id="{910CC0A5-D9E5-B6C0-0BDC-6CF6E11A4D9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7" name="Group 2756">
                  <a:extLst>
                    <a:ext uri="{FF2B5EF4-FFF2-40B4-BE49-F238E27FC236}">
                      <a16:creationId xmlns:a16="http://schemas.microsoft.com/office/drawing/2014/main" id="{A9CF5F3A-EB3B-E408-FEF6-F32E16E54054}"/>
                    </a:ext>
                  </a:extLst>
                </p:cNvPr>
                <p:cNvGrpSpPr/>
                <p:nvPr/>
              </p:nvGrpSpPr>
              <p:grpSpPr>
                <a:xfrm rot="10800000">
                  <a:off x="6484234" y="6015233"/>
                  <a:ext cx="242005" cy="46723"/>
                  <a:chOff x="7979724" y="3580291"/>
                  <a:chExt cx="242005" cy="43678"/>
                </a:xfrm>
              </p:grpSpPr>
              <p:sp>
                <p:nvSpPr>
                  <p:cNvPr id="2767" name="Oval 2766">
                    <a:extLst>
                      <a:ext uri="{FF2B5EF4-FFF2-40B4-BE49-F238E27FC236}">
                        <a16:creationId xmlns:a16="http://schemas.microsoft.com/office/drawing/2014/main" id="{29964897-CBD3-F1EF-6364-BF07AA1C515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8" name="Oval 2767">
                    <a:extLst>
                      <a:ext uri="{FF2B5EF4-FFF2-40B4-BE49-F238E27FC236}">
                        <a16:creationId xmlns:a16="http://schemas.microsoft.com/office/drawing/2014/main" id="{6C177E43-FCBE-F64A-C2B5-4DAB1DF6A0F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 name="Oval 2768">
                    <a:extLst>
                      <a:ext uri="{FF2B5EF4-FFF2-40B4-BE49-F238E27FC236}">
                        <a16:creationId xmlns:a16="http://schemas.microsoft.com/office/drawing/2014/main" id="{CA650CC6-04C9-8DD3-F9E0-6F45B3FE95A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0" name="Oval 2769">
                    <a:extLst>
                      <a:ext uri="{FF2B5EF4-FFF2-40B4-BE49-F238E27FC236}">
                        <a16:creationId xmlns:a16="http://schemas.microsoft.com/office/drawing/2014/main" id="{5FB0CAEA-FE5E-8E10-FE2D-7D42744B8D7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1" name="Oval 2770">
                    <a:extLst>
                      <a:ext uri="{FF2B5EF4-FFF2-40B4-BE49-F238E27FC236}">
                        <a16:creationId xmlns:a16="http://schemas.microsoft.com/office/drawing/2014/main" id="{E9E37F3D-C012-4E8B-8494-01AC5AE56F2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2" name="Oval 2771">
                    <a:extLst>
                      <a:ext uri="{FF2B5EF4-FFF2-40B4-BE49-F238E27FC236}">
                        <a16:creationId xmlns:a16="http://schemas.microsoft.com/office/drawing/2014/main" id="{1A52A0BC-A7EB-F171-4F5E-B9755996A0F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Oval 2772">
                    <a:extLst>
                      <a:ext uri="{FF2B5EF4-FFF2-40B4-BE49-F238E27FC236}">
                        <a16:creationId xmlns:a16="http://schemas.microsoft.com/office/drawing/2014/main" id="{62E405BB-2D21-5B05-02BC-D3699F061CF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4" name="Oval 2773">
                    <a:extLst>
                      <a:ext uri="{FF2B5EF4-FFF2-40B4-BE49-F238E27FC236}">
                        <a16:creationId xmlns:a16="http://schemas.microsoft.com/office/drawing/2014/main" id="{EB8453FA-44EA-E6E5-80EC-7B649DA5437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8" name="Group 2757">
                  <a:extLst>
                    <a:ext uri="{FF2B5EF4-FFF2-40B4-BE49-F238E27FC236}">
                      <a16:creationId xmlns:a16="http://schemas.microsoft.com/office/drawing/2014/main" id="{C6DB7470-BAAA-DD52-6555-8605B1B56922}"/>
                    </a:ext>
                  </a:extLst>
                </p:cNvPr>
                <p:cNvGrpSpPr/>
                <p:nvPr/>
              </p:nvGrpSpPr>
              <p:grpSpPr>
                <a:xfrm>
                  <a:off x="6413077" y="6016049"/>
                  <a:ext cx="242005" cy="43678"/>
                  <a:chOff x="7979724" y="3580291"/>
                  <a:chExt cx="242005" cy="43678"/>
                </a:xfrm>
              </p:grpSpPr>
              <p:sp>
                <p:nvSpPr>
                  <p:cNvPr id="2759" name="Oval 2758">
                    <a:extLst>
                      <a:ext uri="{FF2B5EF4-FFF2-40B4-BE49-F238E27FC236}">
                        <a16:creationId xmlns:a16="http://schemas.microsoft.com/office/drawing/2014/main" id="{2F14003D-BBF1-3961-0BD9-56001F58CA3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0" name="Oval 2759">
                    <a:extLst>
                      <a:ext uri="{FF2B5EF4-FFF2-40B4-BE49-F238E27FC236}">
                        <a16:creationId xmlns:a16="http://schemas.microsoft.com/office/drawing/2014/main" id="{8326FC90-608E-FC82-D295-F1C601ECCAA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1" name="Oval 2760">
                    <a:extLst>
                      <a:ext uri="{FF2B5EF4-FFF2-40B4-BE49-F238E27FC236}">
                        <a16:creationId xmlns:a16="http://schemas.microsoft.com/office/drawing/2014/main" id="{3E292701-7F24-085B-F918-B769A39750C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2" name="Oval 2761">
                    <a:extLst>
                      <a:ext uri="{FF2B5EF4-FFF2-40B4-BE49-F238E27FC236}">
                        <a16:creationId xmlns:a16="http://schemas.microsoft.com/office/drawing/2014/main" id="{6F524A6E-A7E6-5902-0479-238C3A524E6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3" name="Oval 2762">
                    <a:extLst>
                      <a:ext uri="{FF2B5EF4-FFF2-40B4-BE49-F238E27FC236}">
                        <a16:creationId xmlns:a16="http://schemas.microsoft.com/office/drawing/2014/main" id="{A1DE3292-2F23-ECA6-F168-F3E125D25B8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4" name="Oval 2763">
                    <a:extLst>
                      <a:ext uri="{FF2B5EF4-FFF2-40B4-BE49-F238E27FC236}">
                        <a16:creationId xmlns:a16="http://schemas.microsoft.com/office/drawing/2014/main" id="{025FD52B-7F38-86DD-79D5-315AC7A50FE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 name="Oval 2764">
                    <a:extLst>
                      <a:ext uri="{FF2B5EF4-FFF2-40B4-BE49-F238E27FC236}">
                        <a16:creationId xmlns:a16="http://schemas.microsoft.com/office/drawing/2014/main" id="{56044E5E-7726-CF59-43DE-B52294F4A42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 name="Oval 2765">
                    <a:extLst>
                      <a:ext uri="{FF2B5EF4-FFF2-40B4-BE49-F238E27FC236}">
                        <a16:creationId xmlns:a16="http://schemas.microsoft.com/office/drawing/2014/main" id="{C5776FED-6C29-B0BC-2624-5D2D0401552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823" name="TextBox 2822">
              <a:extLst>
                <a:ext uri="{FF2B5EF4-FFF2-40B4-BE49-F238E27FC236}">
                  <a16:creationId xmlns:a16="http://schemas.microsoft.com/office/drawing/2014/main" id="{35718A10-2E43-A701-EB92-49AC7245FF43}"/>
                </a:ext>
              </a:extLst>
            </p:cNvPr>
            <p:cNvSpPr txBox="1"/>
            <p:nvPr/>
          </p:nvSpPr>
          <p:spPr>
            <a:xfrm>
              <a:off x="2324738" y="3200801"/>
              <a:ext cx="1781683" cy="207142"/>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Objects Associated with Sections</a:t>
              </a:r>
            </a:p>
          </p:txBody>
        </p:sp>
        <p:sp>
          <p:nvSpPr>
            <p:cNvPr id="2824" name="TextBox 2823">
              <a:extLst>
                <a:ext uri="{FF2B5EF4-FFF2-40B4-BE49-F238E27FC236}">
                  <a16:creationId xmlns:a16="http://schemas.microsoft.com/office/drawing/2014/main" id="{8E56C0B7-4CF2-E016-1585-17CF039D61D8}"/>
                </a:ext>
              </a:extLst>
            </p:cNvPr>
            <p:cNvSpPr txBox="1"/>
            <p:nvPr/>
          </p:nvSpPr>
          <p:spPr>
            <a:xfrm>
              <a:off x="8321263" y="1980722"/>
              <a:ext cx="87075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Raw data points</a:t>
              </a:r>
            </a:p>
          </p:txBody>
        </p:sp>
        <p:sp>
          <p:nvSpPr>
            <p:cNvPr id="2825" name="TextBox 2824">
              <a:extLst>
                <a:ext uri="{FF2B5EF4-FFF2-40B4-BE49-F238E27FC236}">
                  <a16:creationId xmlns:a16="http://schemas.microsoft.com/office/drawing/2014/main" id="{AACF7B1F-0BAD-D9C5-530D-EF832E5CBDF3}"/>
                </a:ext>
              </a:extLst>
            </p:cNvPr>
            <p:cNvSpPr txBox="1"/>
            <p:nvPr/>
          </p:nvSpPr>
          <p:spPr>
            <a:xfrm>
              <a:off x="9892888" y="2840652"/>
              <a:ext cx="1181734"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Points associated</a:t>
              </a:r>
            </a:p>
            <a:p>
              <a:pPr algn="l"/>
              <a:r>
                <a:rPr lang="en-US" sz="750" dirty="0">
                  <a:ln/>
                  <a:solidFill>
                    <a:srgbClr val="000000"/>
                  </a:solidFill>
                  <a:latin typeface="Helvetica"/>
                  <a:cs typeface="Helvetica"/>
                  <a:sym typeface="Helvetica"/>
                  <a:rtl val="0"/>
                </a:rPr>
                <a:t>With traces and objects</a:t>
              </a:r>
              <a:endParaRPr lang="en-US" sz="750" spc="0" baseline="0" dirty="0">
                <a:ln/>
                <a:solidFill>
                  <a:srgbClr val="000000"/>
                </a:solidFill>
                <a:latin typeface="Helvetica"/>
                <a:cs typeface="Helvetica"/>
                <a:sym typeface="Helvetica"/>
                <a:rtl val="0"/>
              </a:endParaRPr>
            </a:p>
          </p:txBody>
        </p:sp>
        <p:sp>
          <p:nvSpPr>
            <p:cNvPr id="2826" name="Freeform: Shape 2825">
              <a:extLst>
                <a:ext uri="{FF2B5EF4-FFF2-40B4-BE49-F238E27FC236}">
                  <a16:creationId xmlns:a16="http://schemas.microsoft.com/office/drawing/2014/main" id="{D09663A1-074F-2F42-3C70-3E3D1AB1310E}"/>
                </a:ext>
              </a:extLst>
            </p:cNvPr>
            <p:cNvSpPr/>
            <p:nvPr/>
          </p:nvSpPr>
          <p:spPr>
            <a:xfrm>
              <a:off x="6971871" y="330482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827" name="Freeform: Shape 2826">
              <a:extLst>
                <a:ext uri="{FF2B5EF4-FFF2-40B4-BE49-F238E27FC236}">
                  <a16:creationId xmlns:a16="http://schemas.microsoft.com/office/drawing/2014/main" id="{7E0F98B0-29F4-A974-EB31-26E985DCC4F5}"/>
                </a:ext>
              </a:extLst>
            </p:cNvPr>
            <p:cNvSpPr/>
            <p:nvPr/>
          </p:nvSpPr>
          <p:spPr>
            <a:xfrm>
              <a:off x="6830503" y="346323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chemeClr val="bg1">
                  <a:lumMod val="65000"/>
                </a:schemeClr>
              </a:solidFill>
              <a:prstDash val="solid"/>
              <a:miter/>
            </a:ln>
          </p:spPr>
          <p:txBody>
            <a:bodyPr rtlCol="0" anchor="ctr"/>
            <a:lstStyle/>
            <a:p>
              <a:endParaRPr lang="en-US"/>
            </a:p>
          </p:txBody>
        </p:sp>
        <p:sp>
          <p:nvSpPr>
            <p:cNvPr id="2828" name="Freeform: Shape 2827">
              <a:extLst>
                <a:ext uri="{FF2B5EF4-FFF2-40B4-BE49-F238E27FC236}">
                  <a16:creationId xmlns:a16="http://schemas.microsoft.com/office/drawing/2014/main" id="{590D15E4-403C-9327-874C-EE6245B8CBDE}"/>
                </a:ext>
              </a:extLst>
            </p:cNvPr>
            <p:cNvSpPr/>
            <p:nvPr/>
          </p:nvSpPr>
          <p:spPr>
            <a:xfrm>
              <a:off x="8131109" y="363605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chemeClr val="bg1">
                  <a:lumMod val="65000"/>
                </a:schemeClr>
              </a:solidFill>
              <a:prstDash val="solid"/>
              <a:miter/>
            </a:ln>
          </p:spPr>
          <p:txBody>
            <a:bodyPr rtlCol="0" anchor="ctr"/>
            <a:lstStyle/>
            <a:p>
              <a:endParaRPr lang="en-US"/>
            </a:p>
          </p:txBody>
        </p:sp>
        <p:sp>
          <p:nvSpPr>
            <p:cNvPr id="2829" name="Freeform: Shape 2828">
              <a:extLst>
                <a:ext uri="{FF2B5EF4-FFF2-40B4-BE49-F238E27FC236}">
                  <a16:creationId xmlns:a16="http://schemas.microsoft.com/office/drawing/2014/main" id="{59595124-3DCB-54AD-A783-536D37F32D92}"/>
                </a:ext>
              </a:extLst>
            </p:cNvPr>
            <p:cNvSpPr/>
            <p:nvPr/>
          </p:nvSpPr>
          <p:spPr>
            <a:xfrm>
              <a:off x="7790206" y="346323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chemeClr val="bg1">
                  <a:lumMod val="65000"/>
                </a:schemeClr>
              </a:solidFill>
              <a:prstDash val="solid"/>
              <a:miter/>
            </a:ln>
          </p:spPr>
          <p:txBody>
            <a:bodyPr rtlCol="0" anchor="ctr"/>
            <a:lstStyle/>
            <a:p>
              <a:endParaRPr lang="en-US"/>
            </a:p>
          </p:txBody>
        </p:sp>
        <p:sp>
          <p:nvSpPr>
            <p:cNvPr id="2830" name="Freeform: Shape 2829">
              <a:extLst>
                <a:ext uri="{FF2B5EF4-FFF2-40B4-BE49-F238E27FC236}">
                  <a16:creationId xmlns:a16="http://schemas.microsoft.com/office/drawing/2014/main" id="{D32CC4DE-7775-55F6-C2DC-F6C3587CEC1F}"/>
                </a:ext>
              </a:extLst>
            </p:cNvPr>
            <p:cNvSpPr/>
            <p:nvPr/>
          </p:nvSpPr>
          <p:spPr>
            <a:xfrm>
              <a:off x="7887502" y="347038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831" name="Freeform: Shape 2830">
              <a:extLst>
                <a:ext uri="{FF2B5EF4-FFF2-40B4-BE49-F238E27FC236}">
                  <a16:creationId xmlns:a16="http://schemas.microsoft.com/office/drawing/2014/main" id="{10CA6A6C-2AA0-920E-1E14-ACFE30574E0C}"/>
                </a:ext>
              </a:extLst>
            </p:cNvPr>
            <p:cNvSpPr/>
            <p:nvPr/>
          </p:nvSpPr>
          <p:spPr>
            <a:xfrm>
              <a:off x="8770420" y="347038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chemeClr val="bg1">
                  <a:lumMod val="65000"/>
                </a:schemeClr>
              </a:solidFill>
              <a:prstDash val="solid"/>
              <a:miter/>
            </a:ln>
          </p:spPr>
          <p:txBody>
            <a:bodyPr rtlCol="0" anchor="ctr"/>
            <a:lstStyle/>
            <a:p>
              <a:endParaRPr lang="en-US"/>
            </a:p>
          </p:txBody>
        </p:sp>
        <p:sp>
          <p:nvSpPr>
            <p:cNvPr id="2832" name="Freeform: Shape 2831">
              <a:extLst>
                <a:ext uri="{FF2B5EF4-FFF2-40B4-BE49-F238E27FC236}">
                  <a16:creationId xmlns:a16="http://schemas.microsoft.com/office/drawing/2014/main" id="{50A84D0B-A1DB-D15C-C3DB-ED810815ECA4}"/>
                </a:ext>
              </a:extLst>
            </p:cNvPr>
            <p:cNvSpPr/>
            <p:nvPr/>
          </p:nvSpPr>
          <p:spPr>
            <a:xfrm>
              <a:off x="8957964" y="347059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chemeClr val="bg1">
                  <a:lumMod val="65000"/>
                </a:schemeClr>
              </a:solidFill>
              <a:prstDash val="solid"/>
              <a:miter/>
            </a:ln>
          </p:spPr>
          <p:txBody>
            <a:bodyPr rtlCol="0" anchor="ctr"/>
            <a:lstStyle/>
            <a:p>
              <a:endParaRPr lang="en-US"/>
            </a:p>
          </p:txBody>
        </p:sp>
        <p:sp>
          <p:nvSpPr>
            <p:cNvPr id="2833" name="Freeform: Shape 2832">
              <a:extLst>
                <a:ext uri="{FF2B5EF4-FFF2-40B4-BE49-F238E27FC236}">
                  <a16:creationId xmlns:a16="http://schemas.microsoft.com/office/drawing/2014/main" id="{7EF2F7A2-B059-1CE6-BFFE-0BE3F0824A55}"/>
                </a:ext>
              </a:extLst>
            </p:cNvPr>
            <p:cNvSpPr/>
            <p:nvPr/>
          </p:nvSpPr>
          <p:spPr>
            <a:xfrm>
              <a:off x="8770420" y="364204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chemeClr val="bg1">
                  <a:lumMod val="65000"/>
                </a:schemeClr>
              </a:solidFill>
              <a:prstDash val="solid"/>
              <a:miter/>
            </a:ln>
          </p:spPr>
          <p:txBody>
            <a:bodyPr rtlCol="0" anchor="ctr"/>
            <a:lstStyle/>
            <a:p>
              <a:endParaRPr lang="en-US"/>
            </a:p>
          </p:txBody>
        </p:sp>
        <p:sp>
          <p:nvSpPr>
            <p:cNvPr id="2834" name="Freeform: Shape 2833">
              <a:extLst>
                <a:ext uri="{FF2B5EF4-FFF2-40B4-BE49-F238E27FC236}">
                  <a16:creationId xmlns:a16="http://schemas.microsoft.com/office/drawing/2014/main" id="{16498F39-589D-BA96-9E8C-A7413A603D03}"/>
                </a:ext>
              </a:extLst>
            </p:cNvPr>
            <p:cNvSpPr/>
            <p:nvPr/>
          </p:nvSpPr>
          <p:spPr>
            <a:xfrm>
              <a:off x="8540276" y="337908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chemeClr val="bg1">
                  <a:lumMod val="65000"/>
                </a:schemeClr>
              </a:solidFill>
              <a:prstDash val="solid"/>
              <a:miter/>
            </a:ln>
          </p:spPr>
          <p:txBody>
            <a:bodyPr rtlCol="0" anchor="ctr"/>
            <a:lstStyle/>
            <a:p>
              <a:endParaRPr lang="en-US"/>
            </a:p>
          </p:txBody>
        </p:sp>
        <p:sp>
          <p:nvSpPr>
            <p:cNvPr id="2835" name="Freeform: Shape 2834">
              <a:extLst>
                <a:ext uri="{FF2B5EF4-FFF2-40B4-BE49-F238E27FC236}">
                  <a16:creationId xmlns:a16="http://schemas.microsoft.com/office/drawing/2014/main" id="{3A6E9854-73F4-DD90-BFA0-8EADC12BAA18}"/>
                </a:ext>
              </a:extLst>
            </p:cNvPr>
            <p:cNvSpPr/>
            <p:nvPr/>
          </p:nvSpPr>
          <p:spPr>
            <a:xfrm>
              <a:off x="8599285" y="336857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36" name="Freeform: Shape 2835">
              <a:extLst>
                <a:ext uri="{FF2B5EF4-FFF2-40B4-BE49-F238E27FC236}">
                  <a16:creationId xmlns:a16="http://schemas.microsoft.com/office/drawing/2014/main" id="{704F059C-0289-B8E9-74D8-80BE53F519D3}"/>
                </a:ext>
              </a:extLst>
            </p:cNvPr>
            <p:cNvSpPr/>
            <p:nvPr/>
          </p:nvSpPr>
          <p:spPr>
            <a:xfrm>
              <a:off x="8709729" y="321994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37" name="Freeform: Shape 2836">
              <a:extLst>
                <a:ext uri="{FF2B5EF4-FFF2-40B4-BE49-F238E27FC236}">
                  <a16:creationId xmlns:a16="http://schemas.microsoft.com/office/drawing/2014/main" id="{A898A9D6-4C03-97E6-0E8B-67ABD4B3C05F}"/>
                </a:ext>
              </a:extLst>
            </p:cNvPr>
            <p:cNvSpPr/>
            <p:nvPr/>
          </p:nvSpPr>
          <p:spPr>
            <a:xfrm>
              <a:off x="8768632" y="320942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38" name="Freeform: Shape 2837">
              <a:extLst>
                <a:ext uri="{FF2B5EF4-FFF2-40B4-BE49-F238E27FC236}">
                  <a16:creationId xmlns:a16="http://schemas.microsoft.com/office/drawing/2014/main" id="{FC1CE4CE-7E28-8AE2-2523-44C3260DB256}"/>
                </a:ext>
              </a:extLst>
            </p:cNvPr>
            <p:cNvSpPr/>
            <p:nvPr/>
          </p:nvSpPr>
          <p:spPr>
            <a:xfrm>
              <a:off x="7465186" y="337772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chemeClr val="bg1">
                  <a:lumMod val="65000"/>
                </a:schemeClr>
              </a:solidFill>
              <a:prstDash val="solid"/>
              <a:miter/>
            </a:ln>
          </p:spPr>
          <p:txBody>
            <a:bodyPr rtlCol="0" anchor="ctr"/>
            <a:lstStyle/>
            <a:p>
              <a:endParaRPr lang="en-US"/>
            </a:p>
          </p:txBody>
        </p:sp>
        <p:sp>
          <p:nvSpPr>
            <p:cNvPr id="2839" name="Freeform: Shape 2838">
              <a:extLst>
                <a:ext uri="{FF2B5EF4-FFF2-40B4-BE49-F238E27FC236}">
                  <a16:creationId xmlns:a16="http://schemas.microsoft.com/office/drawing/2014/main" id="{0D69CFC1-CB7E-837A-087F-B8F2080242B5}"/>
                </a:ext>
              </a:extLst>
            </p:cNvPr>
            <p:cNvSpPr/>
            <p:nvPr/>
          </p:nvSpPr>
          <p:spPr>
            <a:xfrm>
              <a:off x="7524194" y="336720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40" name="Freeform: Shape 2839">
              <a:extLst>
                <a:ext uri="{FF2B5EF4-FFF2-40B4-BE49-F238E27FC236}">
                  <a16:creationId xmlns:a16="http://schemas.microsoft.com/office/drawing/2014/main" id="{62A9DC5E-D13D-83E6-1EB2-635D6180F0EA}"/>
                </a:ext>
              </a:extLst>
            </p:cNvPr>
            <p:cNvSpPr/>
            <p:nvPr/>
          </p:nvSpPr>
          <p:spPr>
            <a:xfrm>
              <a:off x="7609078" y="321868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41" name="Freeform: Shape 2840">
              <a:extLst>
                <a:ext uri="{FF2B5EF4-FFF2-40B4-BE49-F238E27FC236}">
                  <a16:creationId xmlns:a16="http://schemas.microsoft.com/office/drawing/2014/main" id="{C2307BE2-DDCD-342B-991F-CD2C19351DC2}"/>
                </a:ext>
              </a:extLst>
            </p:cNvPr>
            <p:cNvSpPr/>
            <p:nvPr/>
          </p:nvSpPr>
          <p:spPr>
            <a:xfrm>
              <a:off x="7667982" y="320816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42" name="Freeform: Shape 2841">
              <a:extLst>
                <a:ext uri="{FF2B5EF4-FFF2-40B4-BE49-F238E27FC236}">
                  <a16:creationId xmlns:a16="http://schemas.microsoft.com/office/drawing/2014/main" id="{2D88B5EB-84B5-366F-0C9D-57E77D9658B8}"/>
                </a:ext>
              </a:extLst>
            </p:cNvPr>
            <p:cNvSpPr/>
            <p:nvPr/>
          </p:nvSpPr>
          <p:spPr>
            <a:xfrm>
              <a:off x="8932404" y="330482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chemeClr val="bg1">
                  <a:lumMod val="65000"/>
                </a:schemeClr>
              </a:solidFill>
              <a:prstDash val="solid"/>
              <a:miter/>
            </a:ln>
          </p:spPr>
          <p:txBody>
            <a:bodyPr rtlCol="0" anchor="ctr"/>
            <a:lstStyle/>
            <a:p>
              <a:endParaRPr lang="en-US"/>
            </a:p>
          </p:txBody>
        </p:sp>
        <p:sp>
          <p:nvSpPr>
            <p:cNvPr id="2843" name="Freeform: Shape 2842">
              <a:extLst>
                <a:ext uri="{FF2B5EF4-FFF2-40B4-BE49-F238E27FC236}">
                  <a16:creationId xmlns:a16="http://schemas.microsoft.com/office/drawing/2014/main" id="{513F46B2-C1A9-D3EA-3A35-F772AC102B08}"/>
                </a:ext>
              </a:extLst>
            </p:cNvPr>
            <p:cNvSpPr/>
            <p:nvPr/>
          </p:nvSpPr>
          <p:spPr>
            <a:xfrm>
              <a:off x="6927062" y="370516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chemeClr val="bg1">
                  <a:lumMod val="65000"/>
                </a:schemeClr>
              </a:solidFill>
              <a:prstDash val="solid"/>
              <a:miter/>
            </a:ln>
          </p:spPr>
          <p:txBody>
            <a:bodyPr rtlCol="0" anchor="ctr"/>
            <a:lstStyle/>
            <a:p>
              <a:endParaRPr lang="en-US"/>
            </a:p>
          </p:txBody>
        </p:sp>
        <p:sp>
          <p:nvSpPr>
            <p:cNvPr id="2844" name="Freeform: Shape 2843">
              <a:extLst>
                <a:ext uri="{FF2B5EF4-FFF2-40B4-BE49-F238E27FC236}">
                  <a16:creationId xmlns:a16="http://schemas.microsoft.com/office/drawing/2014/main" id="{0D0C8E2B-47EC-DC42-276C-5BDEAB38D33D}"/>
                </a:ext>
              </a:extLst>
            </p:cNvPr>
            <p:cNvSpPr/>
            <p:nvPr/>
          </p:nvSpPr>
          <p:spPr>
            <a:xfrm>
              <a:off x="7517252" y="304249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chemeClr val="bg1">
                  <a:lumMod val="65000"/>
                </a:schemeClr>
              </a:solidFill>
              <a:prstDash val="solid"/>
              <a:miter/>
            </a:ln>
          </p:spPr>
          <p:txBody>
            <a:bodyPr rtlCol="0" anchor="ctr"/>
            <a:lstStyle/>
            <a:p>
              <a:endParaRPr lang="en-US"/>
            </a:p>
          </p:txBody>
        </p:sp>
        <p:sp>
          <p:nvSpPr>
            <p:cNvPr id="2846" name="Oval 2845">
              <a:extLst>
                <a:ext uri="{FF2B5EF4-FFF2-40B4-BE49-F238E27FC236}">
                  <a16:creationId xmlns:a16="http://schemas.microsoft.com/office/drawing/2014/main" id="{4F902321-3660-17C5-2424-3519E61BD849}"/>
                </a:ext>
              </a:extLst>
            </p:cNvPr>
            <p:cNvSpPr/>
            <p:nvPr/>
          </p:nvSpPr>
          <p:spPr>
            <a:xfrm rot="10800000">
              <a:off x="9604349" y="34436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7" name="Oval 2846">
              <a:extLst>
                <a:ext uri="{FF2B5EF4-FFF2-40B4-BE49-F238E27FC236}">
                  <a16:creationId xmlns:a16="http://schemas.microsoft.com/office/drawing/2014/main" id="{1F9747AF-BE83-0834-FF0C-BFB7D2806A05}"/>
                </a:ext>
              </a:extLst>
            </p:cNvPr>
            <p:cNvSpPr/>
            <p:nvPr/>
          </p:nvSpPr>
          <p:spPr>
            <a:xfrm rot="10800000">
              <a:off x="9572024" y="34325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8" name="Oval 2847">
              <a:extLst>
                <a:ext uri="{FF2B5EF4-FFF2-40B4-BE49-F238E27FC236}">
                  <a16:creationId xmlns:a16="http://schemas.microsoft.com/office/drawing/2014/main" id="{D1E409F0-0B59-5B3F-4EDC-865086EBBAC4}"/>
                </a:ext>
              </a:extLst>
            </p:cNvPr>
            <p:cNvSpPr/>
            <p:nvPr/>
          </p:nvSpPr>
          <p:spPr>
            <a:xfrm rot="10800000">
              <a:off x="9545604" y="34319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9" name="Oval 2848">
              <a:extLst>
                <a:ext uri="{FF2B5EF4-FFF2-40B4-BE49-F238E27FC236}">
                  <a16:creationId xmlns:a16="http://schemas.microsoft.com/office/drawing/2014/main" id="{58BC8277-F948-A238-8F9D-9DF57C03BFB1}"/>
                </a:ext>
              </a:extLst>
            </p:cNvPr>
            <p:cNvSpPr/>
            <p:nvPr/>
          </p:nvSpPr>
          <p:spPr>
            <a:xfrm rot="10800000">
              <a:off x="9657608" y="344144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0" name="Oval 2849">
              <a:extLst>
                <a:ext uri="{FF2B5EF4-FFF2-40B4-BE49-F238E27FC236}">
                  <a16:creationId xmlns:a16="http://schemas.microsoft.com/office/drawing/2014/main" id="{F0620A79-FB2C-2E12-71E4-3BB80D3D2793}"/>
                </a:ext>
              </a:extLst>
            </p:cNvPr>
            <p:cNvSpPr/>
            <p:nvPr/>
          </p:nvSpPr>
          <p:spPr>
            <a:xfrm rot="10800000">
              <a:off x="9624777" y="345733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1" name="Oval 2850">
              <a:extLst>
                <a:ext uri="{FF2B5EF4-FFF2-40B4-BE49-F238E27FC236}">
                  <a16:creationId xmlns:a16="http://schemas.microsoft.com/office/drawing/2014/main" id="{BF089445-7D55-C55D-9E11-6E9AB9B7921C}"/>
                </a:ext>
              </a:extLst>
            </p:cNvPr>
            <p:cNvSpPr/>
            <p:nvPr/>
          </p:nvSpPr>
          <p:spPr>
            <a:xfrm rot="10800000">
              <a:off x="9471503" y="343258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2" name="Oval 2851">
              <a:extLst>
                <a:ext uri="{FF2B5EF4-FFF2-40B4-BE49-F238E27FC236}">
                  <a16:creationId xmlns:a16="http://schemas.microsoft.com/office/drawing/2014/main" id="{0C38644C-C446-5757-2019-6FC3B0926FD3}"/>
                </a:ext>
              </a:extLst>
            </p:cNvPr>
            <p:cNvSpPr/>
            <p:nvPr/>
          </p:nvSpPr>
          <p:spPr>
            <a:xfrm rot="10800000">
              <a:off x="9433891" y="343956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3" name="Oval 2852">
              <a:extLst>
                <a:ext uri="{FF2B5EF4-FFF2-40B4-BE49-F238E27FC236}">
                  <a16:creationId xmlns:a16="http://schemas.microsoft.com/office/drawing/2014/main" id="{C713AA06-2B6B-B6DD-1A30-5313CCAF4A27}"/>
                </a:ext>
              </a:extLst>
            </p:cNvPr>
            <p:cNvSpPr/>
            <p:nvPr/>
          </p:nvSpPr>
          <p:spPr>
            <a:xfrm rot="10800000">
              <a:off x="9498541" y="34358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5" name="Oval 2854">
              <a:extLst>
                <a:ext uri="{FF2B5EF4-FFF2-40B4-BE49-F238E27FC236}">
                  <a16:creationId xmlns:a16="http://schemas.microsoft.com/office/drawing/2014/main" id="{DD914A53-96D6-73A1-6E54-3D00BB4D8E5E}"/>
                </a:ext>
              </a:extLst>
            </p:cNvPr>
            <p:cNvSpPr/>
            <p:nvPr/>
          </p:nvSpPr>
          <p:spPr>
            <a:xfrm rot="10800000">
              <a:off x="9121543" y="32968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6" name="Oval 2855">
              <a:extLst>
                <a:ext uri="{FF2B5EF4-FFF2-40B4-BE49-F238E27FC236}">
                  <a16:creationId xmlns:a16="http://schemas.microsoft.com/office/drawing/2014/main" id="{011637B6-AF28-208C-B59D-4808DAF0AEAE}"/>
                </a:ext>
              </a:extLst>
            </p:cNvPr>
            <p:cNvSpPr/>
            <p:nvPr/>
          </p:nvSpPr>
          <p:spPr>
            <a:xfrm rot="10800000">
              <a:off x="9089218" y="32857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7" name="Oval 2856">
              <a:extLst>
                <a:ext uri="{FF2B5EF4-FFF2-40B4-BE49-F238E27FC236}">
                  <a16:creationId xmlns:a16="http://schemas.microsoft.com/office/drawing/2014/main" id="{DBB03618-A36C-0494-1661-6BE8399A88E6}"/>
                </a:ext>
              </a:extLst>
            </p:cNvPr>
            <p:cNvSpPr/>
            <p:nvPr/>
          </p:nvSpPr>
          <p:spPr>
            <a:xfrm rot="10800000">
              <a:off x="9062798" y="32851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8" name="Oval 2857">
              <a:extLst>
                <a:ext uri="{FF2B5EF4-FFF2-40B4-BE49-F238E27FC236}">
                  <a16:creationId xmlns:a16="http://schemas.microsoft.com/office/drawing/2014/main" id="{4E795D02-E3B7-6E93-9AFB-46A58E26DD66}"/>
                </a:ext>
              </a:extLst>
            </p:cNvPr>
            <p:cNvSpPr/>
            <p:nvPr/>
          </p:nvSpPr>
          <p:spPr>
            <a:xfrm rot="10800000">
              <a:off x="9174802" y="32946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9" name="Oval 2858">
              <a:extLst>
                <a:ext uri="{FF2B5EF4-FFF2-40B4-BE49-F238E27FC236}">
                  <a16:creationId xmlns:a16="http://schemas.microsoft.com/office/drawing/2014/main" id="{4E69834D-7F6F-F702-DA0E-5CFF07A001E6}"/>
                </a:ext>
              </a:extLst>
            </p:cNvPr>
            <p:cNvSpPr/>
            <p:nvPr/>
          </p:nvSpPr>
          <p:spPr>
            <a:xfrm rot="10800000">
              <a:off x="9141971" y="33105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0" name="Oval 2859">
              <a:extLst>
                <a:ext uri="{FF2B5EF4-FFF2-40B4-BE49-F238E27FC236}">
                  <a16:creationId xmlns:a16="http://schemas.microsoft.com/office/drawing/2014/main" id="{5B676CB4-3026-2850-E93E-556CEF51613C}"/>
                </a:ext>
              </a:extLst>
            </p:cNvPr>
            <p:cNvSpPr/>
            <p:nvPr/>
          </p:nvSpPr>
          <p:spPr>
            <a:xfrm rot="10800000">
              <a:off x="8988697" y="32857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1" name="Oval 2860">
              <a:extLst>
                <a:ext uri="{FF2B5EF4-FFF2-40B4-BE49-F238E27FC236}">
                  <a16:creationId xmlns:a16="http://schemas.microsoft.com/office/drawing/2014/main" id="{83D7902F-BCA6-5AA0-7677-6E394DC5F723}"/>
                </a:ext>
              </a:extLst>
            </p:cNvPr>
            <p:cNvSpPr/>
            <p:nvPr/>
          </p:nvSpPr>
          <p:spPr>
            <a:xfrm rot="10800000">
              <a:off x="8951085" y="32927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2" name="Oval 2861">
              <a:extLst>
                <a:ext uri="{FF2B5EF4-FFF2-40B4-BE49-F238E27FC236}">
                  <a16:creationId xmlns:a16="http://schemas.microsoft.com/office/drawing/2014/main" id="{6F232870-7E49-B443-F64F-71B05450B70C}"/>
                </a:ext>
              </a:extLst>
            </p:cNvPr>
            <p:cNvSpPr/>
            <p:nvPr/>
          </p:nvSpPr>
          <p:spPr>
            <a:xfrm rot="10800000">
              <a:off x="9015735" y="32890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4" name="Oval 2863">
              <a:extLst>
                <a:ext uri="{FF2B5EF4-FFF2-40B4-BE49-F238E27FC236}">
                  <a16:creationId xmlns:a16="http://schemas.microsoft.com/office/drawing/2014/main" id="{1B907AE6-D03E-43B9-5970-D6DD1D4D63AA}"/>
                </a:ext>
              </a:extLst>
            </p:cNvPr>
            <p:cNvSpPr/>
            <p:nvPr/>
          </p:nvSpPr>
          <p:spPr>
            <a:xfrm>
              <a:off x="9246770" y="32820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5" name="Oval 2864">
              <a:extLst>
                <a:ext uri="{FF2B5EF4-FFF2-40B4-BE49-F238E27FC236}">
                  <a16:creationId xmlns:a16="http://schemas.microsoft.com/office/drawing/2014/main" id="{595DEA00-7A8B-B357-D3F4-BA178B0613ED}"/>
                </a:ext>
              </a:extLst>
            </p:cNvPr>
            <p:cNvSpPr/>
            <p:nvPr/>
          </p:nvSpPr>
          <p:spPr>
            <a:xfrm>
              <a:off x="9279095" y="3293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6" name="Oval 2865">
              <a:extLst>
                <a:ext uri="{FF2B5EF4-FFF2-40B4-BE49-F238E27FC236}">
                  <a16:creationId xmlns:a16="http://schemas.microsoft.com/office/drawing/2014/main" id="{429A81E0-ECEE-81BB-7C43-66729741A832}"/>
                </a:ext>
              </a:extLst>
            </p:cNvPr>
            <p:cNvSpPr/>
            <p:nvPr/>
          </p:nvSpPr>
          <p:spPr>
            <a:xfrm>
              <a:off x="9305515" y="329378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 name="Oval 2866">
              <a:extLst>
                <a:ext uri="{FF2B5EF4-FFF2-40B4-BE49-F238E27FC236}">
                  <a16:creationId xmlns:a16="http://schemas.microsoft.com/office/drawing/2014/main" id="{FB618663-77E7-BBAA-B8D8-A87692B70599}"/>
                </a:ext>
              </a:extLst>
            </p:cNvPr>
            <p:cNvSpPr/>
            <p:nvPr/>
          </p:nvSpPr>
          <p:spPr>
            <a:xfrm>
              <a:off x="9193511" y="32842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 name="Oval 2867">
              <a:extLst>
                <a:ext uri="{FF2B5EF4-FFF2-40B4-BE49-F238E27FC236}">
                  <a16:creationId xmlns:a16="http://schemas.microsoft.com/office/drawing/2014/main" id="{FF5E5985-43BD-654F-AADA-77A3BEEAA304}"/>
                </a:ext>
              </a:extLst>
            </p:cNvPr>
            <p:cNvSpPr/>
            <p:nvPr/>
          </p:nvSpPr>
          <p:spPr>
            <a:xfrm>
              <a:off x="9226342" y="326839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9" name="Oval 2868">
              <a:extLst>
                <a:ext uri="{FF2B5EF4-FFF2-40B4-BE49-F238E27FC236}">
                  <a16:creationId xmlns:a16="http://schemas.microsoft.com/office/drawing/2014/main" id="{89120B03-AA41-4889-8B61-B74245980A7B}"/>
                </a:ext>
              </a:extLst>
            </p:cNvPr>
            <p:cNvSpPr/>
            <p:nvPr/>
          </p:nvSpPr>
          <p:spPr>
            <a:xfrm>
              <a:off x="9379616" y="32931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0" name="Oval 2869">
              <a:extLst>
                <a:ext uri="{FF2B5EF4-FFF2-40B4-BE49-F238E27FC236}">
                  <a16:creationId xmlns:a16="http://schemas.microsoft.com/office/drawing/2014/main" id="{C08D94F7-06D3-70EE-0214-17A92CE8EAC7}"/>
                </a:ext>
              </a:extLst>
            </p:cNvPr>
            <p:cNvSpPr/>
            <p:nvPr/>
          </p:nvSpPr>
          <p:spPr>
            <a:xfrm>
              <a:off x="9417228" y="32861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1" name="Oval 2870">
              <a:extLst>
                <a:ext uri="{FF2B5EF4-FFF2-40B4-BE49-F238E27FC236}">
                  <a16:creationId xmlns:a16="http://schemas.microsoft.com/office/drawing/2014/main" id="{90FFE6B9-3467-C61E-7A58-6A84D57C4392}"/>
                </a:ext>
              </a:extLst>
            </p:cNvPr>
            <p:cNvSpPr/>
            <p:nvPr/>
          </p:nvSpPr>
          <p:spPr>
            <a:xfrm>
              <a:off x="9352578" y="32898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3" name="Oval 2872">
              <a:extLst>
                <a:ext uri="{FF2B5EF4-FFF2-40B4-BE49-F238E27FC236}">
                  <a16:creationId xmlns:a16="http://schemas.microsoft.com/office/drawing/2014/main" id="{B6D688B5-4DC7-5AEC-64B5-58D8F10E5D68}"/>
                </a:ext>
              </a:extLst>
            </p:cNvPr>
            <p:cNvSpPr/>
            <p:nvPr/>
          </p:nvSpPr>
          <p:spPr>
            <a:xfrm rot="10800000">
              <a:off x="9694101" y="32863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4" name="Oval 2873">
              <a:extLst>
                <a:ext uri="{FF2B5EF4-FFF2-40B4-BE49-F238E27FC236}">
                  <a16:creationId xmlns:a16="http://schemas.microsoft.com/office/drawing/2014/main" id="{0808DA38-FCDE-BF7B-B1CB-86CBCADE0C5E}"/>
                </a:ext>
              </a:extLst>
            </p:cNvPr>
            <p:cNvSpPr/>
            <p:nvPr/>
          </p:nvSpPr>
          <p:spPr>
            <a:xfrm rot="10800000">
              <a:off x="9661776" y="327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5" name="Oval 2874">
              <a:extLst>
                <a:ext uri="{FF2B5EF4-FFF2-40B4-BE49-F238E27FC236}">
                  <a16:creationId xmlns:a16="http://schemas.microsoft.com/office/drawing/2014/main" id="{204C1E10-8C3D-3145-A2A5-C138E2E335D4}"/>
                </a:ext>
              </a:extLst>
            </p:cNvPr>
            <p:cNvSpPr/>
            <p:nvPr/>
          </p:nvSpPr>
          <p:spPr>
            <a:xfrm rot="10800000">
              <a:off x="9635356" y="32737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6" name="Oval 2875">
              <a:extLst>
                <a:ext uri="{FF2B5EF4-FFF2-40B4-BE49-F238E27FC236}">
                  <a16:creationId xmlns:a16="http://schemas.microsoft.com/office/drawing/2014/main" id="{3AD76F64-72FE-3F42-447B-3383BA2772A0}"/>
                </a:ext>
              </a:extLst>
            </p:cNvPr>
            <p:cNvSpPr/>
            <p:nvPr/>
          </p:nvSpPr>
          <p:spPr>
            <a:xfrm rot="10800000">
              <a:off x="9747360" y="3283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7" name="Oval 2876">
              <a:extLst>
                <a:ext uri="{FF2B5EF4-FFF2-40B4-BE49-F238E27FC236}">
                  <a16:creationId xmlns:a16="http://schemas.microsoft.com/office/drawing/2014/main" id="{861590A6-DF14-63DA-5D8E-5847F4096514}"/>
                </a:ext>
              </a:extLst>
            </p:cNvPr>
            <p:cNvSpPr/>
            <p:nvPr/>
          </p:nvSpPr>
          <p:spPr>
            <a:xfrm rot="10800000">
              <a:off x="9714529" y="3300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8" name="Oval 2877">
              <a:extLst>
                <a:ext uri="{FF2B5EF4-FFF2-40B4-BE49-F238E27FC236}">
                  <a16:creationId xmlns:a16="http://schemas.microsoft.com/office/drawing/2014/main" id="{93C2134A-476B-DD02-4024-F93D9E84BEFA}"/>
                </a:ext>
              </a:extLst>
            </p:cNvPr>
            <p:cNvSpPr/>
            <p:nvPr/>
          </p:nvSpPr>
          <p:spPr>
            <a:xfrm rot="10800000">
              <a:off x="9561255" y="32744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9" name="Oval 2878">
              <a:extLst>
                <a:ext uri="{FF2B5EF4-FFF2-40B4-BE49-F238E27FC236}">
                  <a16:creationId xmlns:a16="http://schemas.microsoft.com/office/drawing/2014/main" id="{DF3A3E3D-4E36-F6B8-6426-3A097C1A90A0}"/>
                </a:ext>
              </a:extLst>
            </p:cNvPr>
            <p:cNvSpPr/>
            <p:nvPr/>
          </p:nvSpPr>
          <p:spPr>
            <a:xfrm rot="10800000">
              <a:off x="9523643" y="3281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0" name="Oval 2879">
              <a:extLst>
                <a:ext uri="{FF2B5EF4-FFF2-40B4-BE49-F238E27FC236}">
                  <a16:creationId xmlns:a16="http://schemas.microsoft.com/office/drawing/2014/main" id="{16FA29B2-1273-8F47-FC0B-E2BC953F772B}"/>
                </a:ext>
              </a:extLst>
            </p:cNvPr>
            <p:cNvSpPr/>
            <p:nvPr/>
          </p:nvSpPr>
          <p:spPr>
            <a:xfrm rot="10800000">
              <a:off x="9588293"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2" name="Oval 2881">
              <a:extLst>
                <a:ext uri="{FF2B5EF4-FFF2-40B4-BE49-F238E27FC236}">
                  <a16:creationId xmlns:a16="http://schemas.microsoft.com/office/drawing/2014/main" id="{5BB92C63-9990-7FC8-77D2-4ECD9E5C0912}"/>
                </a:ext>
              </a:extLst>
            </p:cNvPr>
            <p:cNvSpPr/>
            <p:nvPr/>
          </p:nvSpPr>
          <p:spPr>
            <a:xfrm>
              <a:off x="9505745" y="32882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3" name="Oval 2882">
              <a:extLst>
                <a:ext uri="{FF2B5EF4-FFF2-40B4-BE49-F238E27FC236}">
                  <a16:creationId xmlns:a16="http://schemas.microsoft.com/office/drawing/2014/main" id="{BB40FBD6-133A-1040-3C2E-C297E7FC9F96}"/>
                </a:ext>
              </a:extLst>
            </p:cNvPr>
            <p:cNvSpPr/>
            <p:nvPr/>
          </p:nvSpPr>
          <p:spPr>
            <a:xfrm>
              <a:off x="9538070" y="32993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4" name="Oval 2883">
              <a:extLst>
                <a:ext uri="{FF2B5EF4-FFF2-40B4-BE49-F238E27FC236}">
                  <a16:creationId xmlns:a16="http://schemas.microsoft.com/office/drawing/2014/main" id="{AD434553-56A5-BBA1-4B53-862530BA787D}"/>
                </a:ext>
              </a:extLst>
            </p:cNvPr>
            <p:cNvSpPr/>
            <p:nvPr/>
          </p:nvSpPr>
          <p:spPr>
            <a:xfrm>
              <a:off x="9564490" y="32999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5" name="Oval 2884">
              <a:extLst>
                <a:ext uri="{FF2B5EF4-FFF2-40B4-BE49-F238E27FC236}">
                  <a16:creationId xmlns:a16="http://schemas.microsoft.com/office/drawing/2014/main" id="{EE67F31E-A3AA-4DE2-BA1D-5E38BC0A12D6}"/>
                </a:ext>
              </a:extLst>
            </p:cNvPr>
            <p:cNvSpPr/>
            <p:nvPr/>
          </p:nvSpPr>
          <p:spPr>
            <a:xfrm>
              <a:off x="9452486" y="32904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6" name="Oval 2885">
              <a:extLst>
                <a:ext uri="{FF2B5EF4-FFF2-40B4-BE49-F238E27FC236}">
                  <a16:creationId xmlns:a16="http://schemas.microsoft.com/office/drawing/2014/main" id="{06FBE6F9-6674-BD5E-B47F-7B11EC2120F5}"/>
                </a:ext>
              </a:extLst>
            </p:cNvPr>
            <p:cNvSpPr/>
            <p:nvPr/>
          </p:nvSpPr>
          <p:spPr>
            <a:xfrm>
              <a:off x="9485317" y="32745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7" name="Oval 2886">
              <a:extLst>
                <a:ext uri="{FF2B5EF4-FFF2-40B4-BE49-F238E27FC236}">
                  <a16:creationId xmlns:a16="http://schemas.microsoft.com/office/drawing/2014/main" id="{583B278F-0D80-425F-F4F6-45D9E7927212}"/>
                </a:ext>
              </a:extLst>
            </p:cNvPr>
            <p:cNvSpPr/>
            <p:nvPr/>
          </p:nvSpPr>
          <p:spPr>
            <a:xfrm>
              <a:off x="9638591" y="32993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8" name="Oval 2887">
              <a:extLst>
                <a:ext uri="{FF2B5EF4-FFF2-40B4-BE49-F238E27FC236}">
                  <a16:creationId xmlns:a16="http://schemas.microsoft.com/office/drawing/2014/main" id="{AC085F7E-462D-BA5B-E45F-020793C86E1D}"/>
                </a:ext>
              </a:extLst>
            </p:cNvPr>
            <p:cNvSpPr/>
            <p:nvPr/>
          </p:nvSpPr>
          <p:spPr>
            <a:xfrm>
              <a:off x="9676203" y="32923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9" name="Oval 2888">
              <a:extLst>
                <a:ext uri="{FF2B5EF4-FFF2-40B4-BE49-F238E27FC236}">
                  <a16:creationId xmlns:a16="http://schemas.microsoft.com/office/drawing/2014/main" id="{0DA0C834-A0A5-0011-F561-732878F94F4B}"/>
                </a:ext>
              </a:extLst>
            </p:cNvPr>
            <p:cNvSpPr/>
            <p:nvPr/>
          </p:nvSpPr>
          <p:spPr>
            <a:xfrm>
              <a:off x="9611553" y="32960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1" name="Oval 2890">
              <a:extLst>
                <a:ext uri="{FF2B5EF4-FFF2-40B4-BE49-F238E27FC236}">
                  <a16:creationId xmlns:a16="http://schemas.microsoft.com/office/drawing/2014/main" id="{97CB96B6-AAD0-6A2D-E64D-2FB907A98095}"/>
                </a:ext>
              </a:extLst>
            </p:cNvPr>
            <p:cNvSpPr/>
            <p:nvPr/>
          </p:nvSpPr>
          <p:spPr>
            <a:xfrm rot="10800000">
              <a:off x="8820951"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2" name="Oval 2891">
              <a:extLst>
                <a:ext uri="{FF2B5EF4-FFF2-40B4-BE49-F238E27FC236}">
                  <a16:creationId xmlns:a16="http://schemas.microsoft.com/office/drawing/2014/main" id="{F9BAC5DD-20B1-B2B9-5481-4942FA1EE6FE}"/>
                </a:ext>
              </a:extLst>
            </p:cNvPr>
            <p:cNvSpPr/>
            <p:nvPr/>
          </p:nvSpPr>
          <p:spPr>
            <a:xfrm rot="10800000">
              <a:off x="8788626"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Oval 2892">
              <a:extLst>
                <a:ext uri="{FF2B5EF4-FFF2-40B4-BE49-F238E27FC236}">
                  <a16:creationId xmlns:a16="http://schemas.microsoft.com/office/drawing/2014/main" id="{36DEAD4D-0713-D2C9-FD4B-2944B12CBCAD}"/>
                </a:ext>
              </a:extLst>
            </p:cNvPr>
            <p:cNvSpPr/>
            <p:nvPr/>
          </p:nvSpPr>
          <p:spPr>
            <a:xfrm rot="10800000">
              <a:off x="8762206"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Oval 2893">
              <a:extLst>
                <a:ext uri="{FF2B5EF4-FFF2-40B4-BE49-F238E27FC236}">
                  <a16:creationId xmlns:a16="http://schemas.microsoft.com/office/drawing/2014/main" id="{B692C204-F536-8DBD-DCF7-EB53D782C3AE}"/>
                </a:ext>
              </a:extLst>
            </p:cNvPr>
            <p:cNvSpPr/>
            <p:nvPr/>
          </p:nvSpPr>
          <p:spPr>
            <a:xfrm rot="10800000">
              <a:off x="8874210"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5" name="Oval 2894">
              <a:extLst>
                <a:ext uri="{FF2B5EF4-FFF2-40B4-BE49-F238E27FC236}">
                  <a16:creationId xmlns:a16="http://schemas.microsoft.com/office/drawing/2014/main" id="{9BE4A550-A3B8-6B5D-1A6A-9489130EF5D3}"/>
                </a:ext>
              </a:extLst>
            </p:cNvPr>
            <p:cNvSpPr/>
            <p:nvPr/>
          </p:nvSpPr>
          <p:spPr>
            <a:xfrm rot="10800000">
              <a:off x="8841379"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6" name="Oval 2895">
              <a:extLst>
                <a:ext uri="{FF2B5EF4-FFF2-40B4-BE49-F238E27FC236}">
                  <a16:creationId xmlns:a16="http://schemas.microsoft.com/office/drawing/2014/main" id="{7C688497-AD6F-7D19-17B8-56D70A6B8E7F}"/>
                </a:ext>
              </a:extLst>
            </p:cNvPr>
            <p:cNvSpPr/>
            <p:nvPr/>
          </p:nvSpPr>
          <p:spPr>
            <a:xfrm rot="10800000">
              <a:off x="8688105"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7" name="Oval 2896">
              <a:extLst>
                <a:ext uri="{FF2B5EF4-FFF2-40B4-BE49-F238E27FC236}">
                  <a16:creationId xmlns:a16="http://schemas.microsoft.com/office/drawing/2014/main" id="{5CE495FF-9172-B067-6F32-0DB7FD6DCACA}"/>
                </a:ext>
              </a:extLst>
            </p:cNvPr>
            <p:cNvSpPr/>
            <p:nvPr/>
          </p:nvSpPr>
          <p:spPr>
            <a:xfrm rot="10800000">
              <a:off x="8650493"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8" name="Oval 2897">
              <a:extLst>
                <a:ext uri="{FF2B5EF4-FFF2-40B4-BE49-F238E27FC236}">
                  <a16:creationId xmlns:a16="http://schemas.microsoft.com/office/drawing/2014/main" id="{47F36A5C-16A9-D475-007B-0A4935883ADB}"/>
                </a:ext>
              </a:extLst>
            </p:cNvPr>
            <p:cNvSpPr/>
            <p:nvPr/>
          </p:nvSpPr>
          <p:spPr>
            <a:xfrm rot="10800000">
              <a:off x="8715143"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0" name="Oval 2899">
              <a:extLst>
                <a:ext uri="{FF2B5EF4-FFF2-40B4-BE49-F238E27FC236}">
                  <a16:creationId xmlns:a16="http://schemas.microsoft.com/office/drawing/2014/main" id="{5AFC4FAB-C466-0DD2-4A22-94280FB600E2}"/>
                </a:ext>
              </a:extLst>
            </p:cNvPr>
            <p:cNvSpPr/>
            <p:nvPr/>
          </p:nvSpPr>
          <p:spPr>
            <a:xfrm>
              <a:off x="8632595"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1" name="Oval 2900">
              <a:extLst>
                <a:ext uri="{FF2B5EF4-FFF2-40B4-BE49-F238E27FC236}">
                  <a16:creationId xmlns:a16="http://schemas.microsoft.com/office/drawing/2014/main" id="{CD9BCDB2-9020-3AA4-42BE-CB3905DD4F96}"/>
                </a:ext>
              </a:extLst>
            </p:cNvPr>
            <p:cNvSpPr/>
            <p:nvPr/>
          </p:nvSpPr>
          <p:spPr>
            <a:xfrm>
              <a:off x="8664920"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2" name="Oval 2901">
              <a:extLst>
                <a:ext uri="{FF2B5EF4-FFF2-40B4-BE49-F238E27FC236}">
                  <a16:creationId xmlns:a16="http://schemas.microsoft.com/office/drawing/2014/main" id="{29DF633B-EC93-E1EA-8151-B92D0C2B4183}"/>
                </a:ext>
              </a:extLst>
            </p:cNvPr>
            <p:cNvSpPr/>
            <p:nvPr/>
          </p:nvSpPr>
          <p:spPr>
            <a:xfrm>
              <a:off x="8691340"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3" name="Oval 2902">
              <a:extLst>
                <a:ext uri="{FF2B5EF4-FFF2-40B4-BE49-F238E27FC236}">
                  <a16:creationId xmlns:a16="http://schemas.microsoft.com/office/drawing/2014/main" id="{1A4EED0B-117E-FB12-6DC0-55192FF6A2E0}"/>
                </a:ext>
              </a:extLst>
            </p:cNvPr>
            <p:cNvSpPr/>
            <p:nvPr/>
          </p:nvSpPr>
          <p:spPr>
            <a:xfrm>
              <a:off x="8579336"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4" name="Oval 2903">
              <a:extLst>
                <a:ext uri="{FF2B5EF4-FFF2-40B4-BE49-F238E27FC236}">
                  <a16:creationId xmlns:a16="http://schemas.microsoft.com/office/drawing/2014/main" id="{18236889-9D10-E915-87D5-FB499C9A8DCB}"/>
                </a:ext>
              </a:extLst>
            </p:cNvPr>
            <p:cNvSpPr/>
            <p:nvPr/>
          </p:nvSpPr>
          <p:spPr>
            <a:xfrm>
              <a:off x="8612167"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5" name="Oval 2904">
              <a:extLst>
                <a:ext uri="{FF2B5EF4-FFF2-40B4-BE49-F238E27FC236}">
                  <a16:creationId xmlns:a16="http://schemas.microsoft.com/office/drawing/2014/main" id="{F31A3233-1E96-49EE-4958-AC2B452B90A3}"/>
                </a:ext>
              </a:extLst>
            </p:cNvPr>
            <p:cNvSpPr/>
            <p:nvPr/>
          </p:nvSpPr>
          <p:spPr>
            <a:xfrm>
              <a:off x="8765441"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6" name="Oval 2905">
              <a:extLst>
                <a:ext uri="{FF2B5EF4-FFF2-40B4-BE49-F238E27FC236}">
                  <a16:creationId xmlns:a16="http://schemas.microsoft.com/office/drawing/2014/main" id="{8723DBC9-796A-C074-6128-EECDBB7C19EF}"/>
                </a:ext>
              </a:extLst>
            </p:cNvPr>
            <p:cNvSpPr/>
            <p:nvPr/>
          </p:nvSpPr>
          <p:spPr>
            <a:xfrm>
              <a:off x="8803053"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7" name="Oval 2906">
              <a:extLst>
                <a:ext uri="{FF2B5EF4-FFF2-40B4-BE49-F238E27FC236}">
                  <a16:creationId xmlns:a16="http://schemas.microsoft.com/office/drawing/2014/main" id="{DF15FA78-11D5-3EB2-8DB6-5FFFA952390E}"/>
                </a:ext>
              </a:extLst>
            </p:cNvPr>
            <p:cNvSpPr/>
            <p:nvPr/>
          </p:nvSpPr>
          <p:spPr>
            <a:xfrm>
              <a:off x="8738403"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9" name="Oval 2908">
              <a:extLst>
                <a:ext uri="{FF2B5EF4-FFF2-40B4-BE49-F238E27FC236}">
                  <a16:creationId xmlns:a16="http://schemas.microsoft.com/office/drawing/2014/main" id="{A4923EDE-B18B-0320-287D-70B23FED3D79}"/>
                </a:ext>
              </a:extLst>
            </p:cNvPr>
            <p:cNvSpPr/>
            <p:nvPr/>
          </p:nvSpPr>
          <p:spPr>
            <a:xfrm rot="10800000">
              <a:off x="9125893" y="32730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0" name="Oval 2909">
              <a:extLst>
                <a:ext uri="{FF2B5EF4-FFF2-40B4-BE49-F238E27FC236}">
                  <a16:creationId xmlns:a16="http://schemas.microsoft.com/office/drawing/2014/main" id="{552B3F25-AEEE-04E0-D6B1-7BC7F0513E46}"/>
                </a:ext>
              </a:extLst>
            </p:cNvPr>
            <p:cNvSpPr/>
            <p:nvPr/>
          </p:nvSpPr>
          <p:spPr>
            <a:xfrm rot="10800000">
              <a:off x="9093568" y="32612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1" name="Oval 2910">
              <a:extLst>
                <a:ext uri="{FF2B5EF4-FFF2-40B4-BE49-F238E27FC236}">
                  <a16:creationId xmlns:a16="http://schemas.microsoft.com/office/drawing/2014/main" id="{A2561B08-4FAD-C520-3594-4256563B57AA}"/>
                </a:ext>
              </a:extLst>
            </p:cNvPr>
            <p:cNvSpPr/>
            <p:nvPr/>
          </p:nvSpPr>
          <p:spPr>
            <a:xfrm rot="10800000">
              <a:off x="9067148" y="32605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2" name="Oval 2911">
              <a:extLst>
                <a:ext uri="{FF2B5EF4-FFF2-40B4-BE49-F238E27FC236}">
                  <a16:creationId xmlns:a16="http://schemas.microsoft.com/office/drawing/2014/main" id="{91B1D2F7-C734-EFC6-16F5-F878F4AC3ED7}"/>
                </a:ext>
              </a:extLst>
            </p:cNvPr>
            <p:cNvSpPr/>
            <p:nvPr/>
          </p:nvSpPr>
          <p:spPr>
            <a:xfrm rot="10800000">
              <a:off x="9179152" y="3270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3" name="Oval 2912">
              <a:extLst>
                <a:ext uri="{FF2B5EF4-FFF2-40B4-BE49-F238E27FC236}">
                  <a16:creationId xmlns:a16="http://schemas.microsoft.com/office/drawing/2014/main" id="{104EB393-0AC4-AEFB-99F3-4ECAAB91D45D}"/>
                </a:ext>
              </a:extLst>
            </p:cNvPr>
            <p:cNvSpPr/>
            <p:nvPr/>
          </p:nvSpPr>
          <p:spPr>
            <a:xfrm rot="10800000">
              <a:off x="9146321" y="3287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4" name="Oval 2913">
              <a:extLst>
                <a:ext uri="{FF2B5EF4-FFF2-40B4-BE49-F238E27FC236}">
                  <a16:creationId xmlns:a16="http://schemas.microsoft.com/office/drawing/2014/main" id="{D68DE229-1BBC-ED94-ADAA-2D409894D2F7}"/>
                </a:ext>
              </a:extLst>
            </p:cNvPr>
            <p:cNvSpPr/>
            <p:nvPr/>
          </p:nvSpPr>
          <p:spPr>
            <a:xfrm rot="10800000">
              <a:off x="8993047" y="32612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5" name="Oval 2914">
              <a:extLst>
                <a:ext uri="{FF2B5EF4-FFF2-40B4-BE49-F238E27FC236}">
                  <a16:creationId xmlns:a16="http://schemas.microsoft.com/office/drawing/2014/main" id="{73FCD889-8564-1603-ED63-0F17CEDDCA8D}"/>
                </a:ext>
              </a:extLst>
            </p:cNvPr>
            <p:cNvSpPr/>
            <p:nvPr/>
          </p:nvSpPr>
          <p:spPr>
            <a:xfrm rot="10800000">
              <a:off x="8955435" y="32686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6" name="Oval 2915">
              <a:extLst>
                <a:ext uri="{FF2B5EF4-FFF2-40B4-BE49-F238E27FC236}">
                  <a16:creationId xmlns:a16="http://schemas.microsoft.com/office/drawing/2014/main" id="{92B4B6C8-BF5B-C8FA-BC95-5657BEB8526E}"/>
                </a:ext>
              </a:extLst>
            </p:cNvPr>
            <p:cNvSpPr/>
            <p:nvPr/>
          </p:nvSpPr>
          <p:spPr>
            <a:xfrm rot="10800000">
              <a:off x="9020085" y="32647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8" name="Oval 2917">
              <a:extLst>
                <a:ext uri="{FF2B5EF4-FFF2-40B4-BE49-F238E27FC236}">
                  <a16:creationId xmlns:a16="http://schemas.microsoft.com/office/drawing/2014/main" id="{FAD1761F-A474-8868-BB69-70508A7E09AE}"/>
                </a:ext>
              </a:extLst>
            </p:cNvPr>
            <p:cNvSpPr/>
            <p:nvPr/>
          </p:nvSpPr>
          <p:spPr>
            <a:xfrm rot="10800000">
              <a:off x="9465222" y="3514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9" name="Oval 2918">
              <a:extLst>
                <a:ext uri="{FF2B5EF4-FFF2-40B4-BE49-F238E27FC236}">
                  <a16:creationId xmlns:a16="http://schemas.microsoft.com/office/drawing/2014/main" id="{C99FC711-A7BD-7661-0EB3-C83B91AE8CC1}"/>
                </a:ext>
              </a:extLst>
            </p:cNvPr>
            <p:cNvSpPr/>
            <p:nvPr/>
          </p:nvSpPr>
          <p:spPr>
            <a:xfrm rot="10800000">
              <a:off x="9432897" y="35024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0" name="Oval 2919">
              <a:extLst>
                <a:ext uri="{FF2B5EF4-FFF2-40B4-BE49-F238E27FC236}">
                  <a16:creationId xmlns:a16="http://schemas.microsoft.com/office/drawing/2014/main" id="{4BE5D3D2-A5FF-8377-3B90-8734D125CAF7}"/>
                </a:ext>
              </a:extLst>
            </p:cNvPr>
            <p:cNvSpPr/>
            <p:nvPr/>
          </p:nvSpPr>
          <p:spPr>
            <a:xfrm rot="10800000">
              <a:off x="9406477" y="35018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1" name="Oval 2920">
              <a:extLst>
                <a:ext uri="{FF2B5EF4-FFF2-40B4-BE49-F238E27FC236}">
                  <a16:creationId xmlns:a16="http://schemas.microsoft.com/office/drawing/2014/main" id="{D943A73B-F4EF-57CC-4B7A-59D7402BC238}"/>
                </a:ext>
              </a:extLst>
            </p:cNvPr>
            <p:cNvSpPr/>
            <p:nvPr/>
          </p:nvSpPr>
          <p:spPr>
            <a:xfrm rot="10800000">
              <a:off x="9518481" y="3511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2" name="Oval 2921">
              <a:extLst>
                <a:ext uri="{FF2B5EF4-FFF2-40B4-BE49-F238E27FC236}">
                  <a16:creationId xmlns:a16="http://schemas.microsoft.com/office/drawing/2014/main" id="{E839C79A-1160-6BE6-FC39-884C5B49D9AA}"/>
                </a:ext>
              </a:extLst>
            </p:cNvPr>
            <p:cNvSpPr/>
            <p:nvPr/>
          </p:nvSpPr>
          <p:spPr>
            <a:xfrm rot="10800000">
              <a:off x="9485650" y="3528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3" name="Oval 2922">
              <a:extLst>
                <a:ext uri="{FF2B5EF4-FFF2-40B4-BE49-F238E27FC236}">
                  <a16:creationId xmlns:a16="http://schemas.microsoft.com/office/drawing/2014/main" id="{A101EFB4-2957-5A45-C8B7-B225DD175753}"/>
                </a:ext>
              </a:extLst>
            </p:cNvPr>
            <p:cNvSpPr/>
            <p:nvPr/>
          </p:nvSpPr>
          <p:spPr>
            <a:xfrm rot="10800000">
              <a:off x="9332376" y="350249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4" name="Oval 2923">
              <a:extLst>
                <a:ext uri="{FF2B5EF4-FFF2-40B4-BE49-F238E27FC236}">
                  <a16:creationId xmlns:a16="http://schemas.microsoft.com/office/drawing/2014/main" id="{4AD8685F-83C4-05F5-2CDC-2A1072DF88FD}"/>
                </a:ext>
              </a:extLst>
            </p:cNvPr>
            <p:cNvSpPr/>
            <p:nvPr/>
          </p:nvSpPr>
          <p:spPr>
            <a:xfrm rot="10800000">
              <a:off x="9294764" y="35099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5" name="Oval 2924">
              <a:extLst>
                <a:ext uri="{FF2B5EF4-FFF2-40B4-BE49-F238E27FC236}">
                  <a16:creationId xmlns:a16="http://schemas.microsoft.com/office/drawing/2014/main" id="{14032DDE-EF4D-9DD3-8AD2-F1C7309DAA70}"/>
                </a:ext>
              </a:extLst>
            </p:cNvPr>
            <p:cNvSpPr/>
            <p:nvPr/>
          </p:nvSpPr>
          <p:spPr>
            <a:xfrm rot="10800000">
              <a:off x="9359414" y="35060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7" name="Oval 2926">
              <a:extLst>
                <a:ext uri="{FF2B5EF4-FFF2-40B4-BE49-F238E27FC236}">
                  <a16:creationId xmlns:a16="http://schemas.microsoft.com/office/drawing/2014/main" id="{21E33D56-C666-65E3-4F01-A4160E4A532B}"/>
                </a:ext>
              </a:extLst>
            </p:cNvPr>
            <p:cNvSpPr/>
            <p:nvPr/>
          </p:nvSpPr>
          <p:spPr>
            <a:xfrm rot="10800000">
              <a:off x="9404585" y="3457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8" name="Oval 2927">
              <a:extLst>
                <a:ext uri="{FF2B5EF4-FFF2-40B4-BE49-F238E27FC236}">
                  <a16:creationId xmlns:a16="http://schemas.microsoft.com/office/drawing/2014/main" id="{D04494C5-6979-9898-7686-6DB8F48D0A7E}"/>
                </a:ext>
              </a:extLst>
            </p:cNvPr>
            <p:cNvSpPr/>
            <p:nvPr/>
          </p:nvSpPr>
          <p:spPr>
            <a:xfrm rot="10800000">
              <a:off x="9372260" y="34456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9" name="Oval 2928">
              <a:extLst>
                <a:ext uri="{FF2B5EF4-FFF2-40B4-BE49-F238E27FC236}">
                  <a16:creationId xmlns:a16="http://schemas.microsoft.com/office/drawing/2014/main" id="{5F207E78-2B59-C6DD-E625-9B705DBBFF26}"/>
                </a:ext>
              </a:extLst>
            </p:cNvPr>
            <p:cNvSpPr/>
            <p:nvPr/>
          </p:nvSpPr>
          <p:spPr>
            <a:xfrm rot="10800000">
              <a:off x="9345840" y="3444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0" name="Oval 2929">
              <a:extLst>
                <a:ext uri="{FF2B5EF4-FFF2-40B4-BE49-F238E27FC236}">
                  <a16:creationId xmlns:a16="http://schemas.microsoft.com/office/drawing/2014/main" id="{DF17A169-87E6-D093-872B-D750C83E6E7D}"/>
                </a:ext>
              </a:extLst>
            </p:cNvPr>
            <p:cNvSpPr/>
            <p:nvPr/>
          </p:nvSpPr>
          <p:spPr>
            <a:xfrm rot="10800000">
              <a:off x="9457844" y="3455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1" name="Oval 2930">
              <a:extLst>
                <a:ext uri="{FF2B5EF4-FFF2-40B4-BE49-F238E27FC236}">
                  <a16:creationId xmlns:a16="http://schemas.microsoft.com/office/drawing/2014/main" id="{0FE9D920-EE17-463E-8C62-31221E24F65A}"/>
                </a:ext>
              </a:extLst>
            </p:cNvPr>
            <p:cNvSpPr/>
            <p:nvPr/>
          </p:nvSpPr>
          <p:spPr>
            <a:xfrm rot="10800000">
              <a:off x="9425013" y="3472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2" name="Oval 2931">
              <a:extLst>
                <a:ext uri="{FF2B5EF4-FFF2-40B4-BE49-F238E27FC236}">
                  <a16:creationId xmlns:a16="http://schemas.microsoft.com/office/drawing/2014/main" id="{B81069C7-EED5-C789-C98E-3731C173461C}"/>
                </a:ext>
              </a:extLst>
            </p:cNvPr>
            <p:cNvSpPr/>
            <p:nvPr/>
          </p:nvSpPr>
          <p:spPr>
            <a:xfrm rot="10800000">
              <a:off x="9271739" y="344565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 name="Oval 2932">
              <a:extLst>
                <a:ext uri="{FF2B5EF4-FFF2-40B4-BE49-F238E27FC236}">
                  <a16:creationId xmlns:a16="http://schemas.microsoft.com/office/drawing/2014/main" id="{53433D96-8A1A-E79B-CA65-C018B1A894D1}"/>
                </a:ext>
              </a:extLst>
            </p:cNvPr>
            <p:cNvSpPr/>
            <p:nvPr/>
          </p:nvSpPr>
          <p:spPr>
            <a:xfrm rot="10800000">
              <a:off x="9234127" y="34531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4" name="Oval 2933">
              <a:extLst>
                <a:ext uri="{FF2B5EF4-FFF2-40B4-BE49-F238E27FC236}">
                  <a16:creationId xmlns:a16="http://schemas.microsoft.com/office/drawing/2014/main" id="{5E5C48F1-B22A-274B-07FD-B59396E49188}"/>
                </a:ext>
              </a:extLst>
            </p:cNvPr>
            <p:cNvSpPr/>
            <p:nvPr/>
          </p:nvSpPr>
          <p:spPr>
            <a:xfrm rot="10800000">
              <a:off x="9298777" y="34491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6" name="Oval 2935">
              <a:extLst>
                <a:ext uri="{FF2B5EF4-FFF2-40B4-BE49-F238E27FC236}">
                  <a16:creationId xmlns:a16="http://schemas.microsoft.com/office/drawing/2014/main" id="{3F9982F8-F626-850A-95DF-B570E13C791A}"/>
                </a:ext>
              </a:extLst>
            </p:cNvPr>
            <p:cNvSpPr/>
            <p:nvPr/>
          </p:nvSpPr>
          <p:spPr>
            <a:xfrm rot="10800000">
              <a:off x="9337694" y="365278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7" name="Oval 2936">
              <a:extLst>
                <a:ext uri="{FF2B5EF4-FFF2-40B4-BE49-F238E27FC236}">
                  <a16:creationId xmlns:a16="http://schemas.microsoft.com/office/drawing/2014/main" id="{31039374-0450-9FE3-A621-CC168F603754}"/>
                </a:ext>
              </a:extLst>
            </p:cNvPr>
            <p:cNvSpPr/>
            <p:nvPr/>
          </p:nvSpPr>
          <p:spPr>
            <a:xfrm rot="10800000">
              <a:off x="9305369" y="364093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8" name="Oval 2937">
              <a:extLst>
                <a:ext uri="{FF2B5EF4-FFF2-40B4-BE49-F238E27FC236}">
                  <a16:creationId xmlns:a16="http://schemas.microsoft.com/office/drawing/2014/main" id="{AB24DF23-A5A9-7CC6-9485-426AE8379497}"/>
                </a:ext>
              </a:extLst>
            </p:cNvPr>
            <p:cNvSpPr/>
            <p:nvPr/>
          </p:nvSpPr>
          <p:spPr>
            <a:xfrm rot="10800000">
              <a:off x="9278949" y="36402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9" name="Oval 2938">
              <a:extLst>
                <a:ext uri="{FF2B5EF4-FFF2-40B4-BE49-F238E27FC236}">
                  <a16:creationId xmlns:a16="http://schemas.microsoft.com/office/drawing/2014/main" id="{EF17609E-29EA-CEFB-6EF4-3572AEED3A51}"/>
                </a:ext>
              </a:extLst>
            </p:cNvPr>
            <p:cNvSpPr/>
            <p:nvPr/>
          </p:nvSpPr>
          <p:spPr>
            <a:xfrm rot="10800000">
              <a:off x="9390953" y="3650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0" name="Oval 2939">
              <a:extLst>
                <a:ext uri="{FF2B5EF4-FFF2-40B4-BE49-F238E27FC236}">
                  <a16:creationId xmlns:a16="http://schemas.microsoft.com/office/drawing/2014/main" id="{D843E47A-8FD0-9265-3676-6F7FC494AD37}"/>
                </a:ext>
              </a:extLst>
            </p:cNvPr>
            <p:cNvSpPr/>
            <p:nvPr/>
          </p:nvSpPr>
          <p:spPr>
            <a:xfrm rot="10800000">
              <a:off x="9358122" y="3667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1" name="Oval 2940">
              <a:extLst>
                <a:ext uri="{FF2B5EF4-FFF2-40B4-BE49-F238E27FC236}">
                  <a16:creationId xmlns:a16="http://schemas.microsoft.com/office/drawing/2014/main" id="{ABE8E03A-3F30-1ED2-EA67-0C02EB71CDFD}"/>
                </a:ext>
              </a:extLst>
            </p:cNvPr>
            <p:cNvSpPr/>
            <p:nvPr/>
          </p:nvSpPr>
          <p:spPr>
            <a:xfrm rot="10800000">
              <a:off x="9204848" y="36409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2" name="Oval 2941">
              <a:extLst>
                <a:ext uri="{FF2B5EF4-FFF2-40B4-BE49-F238E27FC236}">
                  <a16:creationId xmlns:a16="http://schemas.microsoft.com/office/drawing/2014/main" id="{C85D30FB-46B1-0D41-BB5A-0DE0A0C42FEA}"/>
                </a:ext>
              </a:extLst>
            </p:cNvPr>
            <p:cNvSpPr/>
            <p:nvPr/>
          </p:nvSpPr>
          <p:spPr>
            <a:xfrm rot="10800000">
              <a:off x="9167236" y="3648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3" name="Oval 2942">
              <a:extLst>
                <a:ext uri="{FF2B5EF4-FFF2-40B4-BE49-F238E27FC236}">
                  <a16:creationId xmlns:a16="http://schemas.microsoft.com/office/drawing/2014/main" id="{06B8FC20-CCD3-9F5E-5E91-4E8483F45779}"/>
                </a:ext>
              </a:extLst>
            </p:cNvPr>
            <p:cNvSpPr/>
            <p:nvPr/>
          </p:nvSpPr>
          <p:spPr>
            <a:xfrm rot="10800000">
              <a:off x="9231886" y="364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45" name="Group 2944">
              <a:extLst>
                <a:ext uri="{FF2B5EF4-FFF2-40B4-BE49-F238E27FC236}">
                  <a16:creationId xmlns:a16="http://schemas.microsoft.com/office/drawing/2014/main" id="{43D091C5-A218-F71A-F07E-AF2734A639D5}"/>
                </a:ext>
              </a:extLst>
            </p:cNvPr>
            <p:cNvGrpSpPr/>
            <p:nvPr/>
          </p:nvGrpSpPr>
          <p:grpSpPr>
            <a:xfrm rot="10800000">
              <a:off x="8289614" y="3618437"/>
              <a:ext cx="242005" cy="46723"/>
              <a:chOff x="7979724" y="3580291"/>
              <a:chExt cx="242005" cy="43678"/>
            </a:xfrm>
          </p:grpSpPr>
          <p:sp>
            <p:nvSpPr>
              <p:cNvPr id="3009" name="Oval 3008">
                <a:extLst>
                  <a:ext uri="{FF2B5EF4-FFF2-40B4-BE49-F238E27FC236}">
                    <a16:creationId xmlns:a16="http://schemas.microsoft.com/office/drawing/2014/main" id="{E6FB39C6-F37F-4874-F702-90C1381AEA5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0" name="Oval 3009">
                <a:extLst>
                  <a:ext uri="{FF2B5EF4-FFF2-40B4-BE49-F238E27FC236}">
                    <a16:creationId xmlns:a16="http://schemas.microsoft.com/office/drawing/2014/main" id="{80043F89-CE1B-80F8-D1FD-27A7F8FC92B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1" name="Oval 3010">
                <a:extLst>
                  <a:ext uri="{FF2B5EF4-FFF2-40B4-BE49-F238E27FC236}">
                    <a16:creationId xmlns:a16="http://schemas.microsoft.com/office/drawing/2014/main" id="{B8ECE331-79EE-3F79-921C-14B1FF1CFAB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2" name="Oval 3011">
                <a:extLst>
                  <a:ext uri="{FF2B5EF4-FFF2-40B4-BE49-F238E27FC236}">
                    <a16:creationId xmlns:a16="http://schemas.microsoft.com/office/drawing/2014/main" id="{0B068B9E-0B98-BD84-9403-746106D83F8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3" name="Oval 3012">
                <a:extLst>
                  <a:ext uri="{FF2B5EF4-FFF2-40B4-BE49-F238E27FC236}">
                    <a16:creationId xmlns:a16="http://schemas.microsoft.com/office/drawing/2014/main" id="{A6792F46-3C3E-828B-84C1-823B4252FA2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4" name="Oval 3013">
                <a:extLst>
                  <a:ext uri="{FF2B5EF4-FFF2-40B4-BE49-F238E27FC236}">
                    <a16:creationId xmlns:a16="http://schemas.microsoft.com/office/drawing/2014/main" id="{4756CEC5-3890-0389-A1F1-4B71043A950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5" name="Oval 3014">
                <a:extLst>
                  <a:ext uri="{FF2B5EF4-FFF2-40B4-BE49-F238E27FC236}">
                    <a16:creationId xmlns:a16="http://schemas.microsoft.com/office/drawing/2014/main" id="{76EF6489-A186-AEA8-9870-244FD28F27F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6" name="Oval 3015">
                <a:extLst>
                  <a:ext uri="{FF2B5EF4-FFF2-40B4-BE49-F238E27FC236}">
                    <a16:creationId xmlns:a16="http://schemas.microsoft.com/office/drawing/2014/main" id="{FC2A7062-9B39-67D8-0BAC-45581A42EFA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6" name="Group 2945">
              <a:extLst>
                <a:ext uri="{FF2B5EF4-FFF2-40B4-BE49-F238E27FC236}">
                  <a16:creationId xmlns:a16="http://schemas.microsoft.com/office/drawing/2014/main" id="{42CD0694-B0ED-D7D9-5CCF-DC54109D117B}"/>
                </a:ext>
              </a:extLst>
            </p:cNvPr>
            <p:cNvGrpSpPr/>
            <p:nvPr/>
          </p:nvGrpSpPr>
          <p:grpSpPr>
            <a:xfrm>
              <a:off x="8218457" y="3619253"/>
              <a:ext cx="242005" cy="43678"/>
              <a:chOff x="7979724" y="3580291"/>
              <a:chExt cx="242005" cy="43678"/>
            </a:xfrm>
          </p:grpSpPr>
          <p:sp>
            <p:nvSpPr>
              <p:cNvPr id="3001" name="Oval 3000">
                <a:extLst>
                  <a:ext uri="{FF2B5EF4-FFF2-40B4-BE49-F238E27FC236}">
                    <a16:creationId xmlns:a16="http://schemas.microsoft.com/office/drawing/2014/main" id="{1CE29978-55D5-2119-78CE-61A0A7E0CF7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2" name="Oval 3001">
                <a:extLst>
                  <a:ext uri="{FF2B5EF4-FFF2-40B4-BE49-F238E27FC236}">
                    <a16:creationId xmlns:a16="http://schemas.microsoft.com/office/drawing/2014/main" id="{22A4B064-7A43-8028-49EF-FF7C442C8A0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3" name="Oval 3002">
                <a:extLst>
                  <a:ext uri="{FF2B5EF4-FFF2-40B4-BE49-F238E27FC236}">
                    <a16:creationId xmlns:a16="http://schemas.microsoft.com/office/drawing/2014/main" id="{7ED932FE-1660-DD2F-0AFE-B22BC8A2B23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4" name="Oval 3003">
                <a:extLst>
                  <a:ext uri="{FF2B5EF4-FFF2-40B4-BE49-F238E27FC236}">
                    <a16:creationId xmlns:a16="http://schemas.microsoft.com/office/drawing/2014/main" id="{F967906C-DEE4-42EA-1A3D-01E2DF300E5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5" name="Oval 3004">
                <a:extLst>
                  <a:ext uri="{FF2B5EF4-FFF2-40B4-BE49-F238E27FC236}">
                    <a16:creationId xmlns:a16="http://schemas.microsoft.com/office/drawing/2014/main" id="{139E3248-D6DB-2DD1-7606-01F7A18F088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6" name="Oval 3005">
                <a:extLst>
                  <a:ext uri="{FF2B5EF4-FFF2-40B4-BE49-F238E27FC236}">
                    <a16:creationId xmlns:a16="http://schemas.microsoft.com/office/drawing/2014/main" id="{EA534333-DE91-0118-C332-4ABFCB1A413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7" name="Oval 3006">
                <a:extLst>
                  <a:ext uri="{FF2B5EF4-FFF2-40B4-BE49-F238E27FC236}">
                    <a16:creationId xmlns:a16="http://schemas.microsoft.com/office/drawing/2014/main" id="{6D2B188A-6EE8-C4AF-CB4C-A8C2E2E4C8F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8" name="Oval 3007">
                <a:extLst>
                  <a:ext uri="{FF2B5EF4-FFF2-40B4-BE49-F238E27FC236}">
                    <a16:creationId xmlns:a16="http://schemas.microsoft.com/office/drawing/2014/main" id="{72F7EB45-3A81-BA91-1797-A80A0E53913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7" name="Group 2946">
              <a:extLst>
                <a:ext uri="{FF2B5EF4-FFF2-40B4-BE49-F238E27FC236}">
                  <a16:creationId xmlns:a16="http://schemas.microsoft.com/office/drawing/2014/main" id="{0F398F13-E14E-46A3-3F9B-4573F7BD1066}"/>
                </a:ext>
              </a:extLst>
            </p:cNvPr>
            <p:cNvGrpSpPr/>
            <p:nvPr/>
          </p:nvGrpSpPr>
          <p:grpSpPr>
            <a:xfrm rot="10800000">
              <a:off x="8530657" y="3621613"/>
              <a:ext cx="242005" cy="46723"/>
              <a:chOff x="7979724" y="3580291"/>
              <a:chExt cx="242005" cy="43678"/>
            </a:xfrm>
          </p:grpSpPr>
          <p:sp>
            <p:nvSpPr>
              <p:cNvPr id="2993" name="Oval 2992">
                <a:extLst>
                  <a:ext uri="{FF2B5EF4-FFF2-40B4-BE49-F238E27FC236}">
                    <a16:creationId xmlns:a16="http://schemas.microsoft.com/office/drawing/2014/main" id="{86D39977-B92E-0676-6C56-CF5D23851C8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4" name="Oval 2993">
                <a:extLst>
                  <a:ext uri="{FF2B5EF4-FFF2-40B4-BE49-F238E27FC236}">
                    <a16:creationId xmlns:a16="http://schemas.microsoft.com/office/drawing/2014/main" id="{45AF293F-5B9F-8602-C611-84F4C1C6A0D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5" name="Oval 2994">
                <a:extLst>
                  <a:ext uri="{FF2B5EF4-FFF2-40B4-BE49-F238E27FC236}">
                    <a16:creationId xmlns:a16="http://schemas.microsoft.com/office/drawing/2014/main" id="{EFEC8200-7360-41D9-59B7-E26DE12B404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6" name="Oval 2995">
                <a:extLst>
                  <a:ext uri="{FF2B5EF4-FFF2-40B4-BE49-F238E27FC236}">
                    <a16:creationId xmlns:a16="http://schemas.microsoft.com/office/drawing/2014/main" id="{1A98018A-4088-054F-1796-F58325E9651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7" name="Oval 2996">
                <a:extLst>
                  <a:ext uri="{FF2B5EF4-FFF2-40B4-BE49-F238E27FC236}">
                    <a16:creationId xmlns:a16="http://schemas.microsoft.com/office/drawing/2014/main" id="{73F79F83-1A2C-8EB0-CFEB-6E46FF1632C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8" name="Oval 2997">
                <a:extLst>
                  <a:ext uri="{FF2B5EF4-FFF2-40B4-BE49-F238E27FC236}">
                    <a16:creationId xmlns:a16="http://schemas.microsoft.com/office/drawing/2014/main" id="{C45C5568-4708-81E1-6472-CFC8DC211A6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9" name="Oval 2998">
                <a:extLst>
                  <a:ext uri="{FF2B5EF4-FFF2-40B4-BE49-F238E27FC236}">
                    <a16:creationId xmlns:a16="http://schemas.microsoft.com/office/drawing/2014/main" id="{7AB68D92-A591-A366-3552-80CEE52EAD1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0" name="Oval 2999">
                <a:extLst>
                  <a:ext uri="{FF2B5EF4-FFF2-40B4-BE49-F238E27FC236}">
                    <a16:creationId xmlns:a16="http://schemas.microsoft.com/office/drawing/2014/main" id="{AA4CCFD9-22A8-F643-131A-4F9CD1C87C9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8" name="Group 2947">
              <a:extLst>
                <a:ext uri="{FF2B5EF4-FFF2-40B4-BE49-F238E27FC236}">
                  <a16:creationId xmlns:a16="http://schemas.microsoft.com/office/drawing/2014/main" id="{046DC00D-2124-6F75-095B-CF924B404B56}"/>
                </a:ext>
              </a:extLst>
            </p:cNvPr>
            <p:cNvGrpSpPr/>
            <p:nvPr/>
          </p:nvGrpSpPr>
          <p:grpSpPr>
            <a:xfrm rot="11689693">
              <a:off x="8459500" y="3622429"/>
              <a:ext cx="242005" cy="43678"/>
              <a:chOff x="7979724" y="3580291"/>
              <a:chExt cx="242005" cy="43678"/>
            </a:xfrm>
          </p:grpSpPr>
          <p:sp>
            <p:nvSpPr>
              <p:cNvPr id="2985" name="Oval 2984">
                <a:extLst>
                  <a:ext uri="{FF2B5EF4-FFF2-40B4-BE49-F238E27FC236}">
                    <a16:creationId xmlns:a16="http://schemas.microsoft.com/office/drawing/2014/main" id="{2EAA2330-488B-DFB3-6665-3E1529E411A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6" name="Oval 2985">
                <a:extLst>
                  <a:ext uri="{FF2B5EF4-FFF2-40B4-BE49-F238E27FC236}">
                    <a16:creationId xmlns:a16="http://schemas.microsoft.com/office/drawing/2014/main" id="{0D74DCD3-2AB4-7F59-FC2B-928FD7855C6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7" name="Oval 2986">
                <a:extLst>
                  <a:ext uri="{FF2B5EF4-FFF2-40B4-BE49-F238E27FC236}">
                    <a16:creationId xmlns:a16="http://schemas.microsoft.com/office/drawing/2014/main" id="{503C2C27-5534-0671-9A2F-78B3358C054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8" name="Oval 2987">
                <a:extLst>
                  <a:ext uri="{FF2B5EF4-FFF2-40B4-BE49-F238E27FC236}">
                    <a16:creationId xmlns:a16="http://schemas.microsoft.com/office/drawing/2014/main" id="{7DBBA92C-4F9E-B268-0C44-8F7D14636F2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9" name="Oval 2988">
                <a:extLst>
                  <a:ext uri="{FF2B5EF4-FFF2-40B4-BE49-F238E27FC236}">
                    <a16:creationId xmlns:a16="http://schemas.microsoft.com/office/drawing/2014/main" id="{6F688F98-7145-C20E-806E-FE37B30DA9A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0" name="Oval 2989">
                <a:extLst>
                  <a:ext uri="{FF2B5EF4-FFF2-40B4-BE49-F238E27FC236}">
                    <a16:creationId xmlns:a16="http://schemas.microsoft.com/office/drawing/2014/main" id="{584B5E52-C895-7241-B6E2-BA4BDD9785C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1" name="Oval 2990">
                <a:extLst>
                  <a:ext uri="{FF2B5EF4-FFF2-40B4-BE49-F238E27FC236}">
                    <a16:creationId xmlns:a16="http://schemas.microsoft.com/office/drawing/2014/main" id="{8AD0BA3B-72A0-3491-7E13-7E93F57C968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2" name="Oval 2991">
                <a:extLst>
                  <a:ext uri="{FF2B5EF4-FFF2-40B4-BE49-F238E27FC236}">
                    <a16:creationId xmlns:a16="http://schemas.microsoft.com/office/drawing/2014/main" id="{FA168942-4B4F-36D0-2397-AAC6A086C18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9" name="Group 2948">
              <a:extLst>
                <a:ext uri="{FF2B5EF4-FFF2-40B4-BE49-F238E27FC236}">
                  <a16:creationId xmlns:a16="http://schemas.microsoft.com/office/drawing/2014/main" id="{42312501-E882-0889-618B-09CF61D0309C}"/>
                </a:ext>
              </a:extLst>
            </p:cNvPr>
            <p:cNvGrpSpPr/>
            <p:nvPr/>
          </p:nvGrpSpPr>
          <p:grpSpPr>
            <a:xfrm rot="21292958">
              <a:off x="8706954" y="3622453"/>
              <a:ext cx="242005" cy="46723"/>
              <a:chOff x="7979724" y="3580291"/>
              <a:chExt cx="242005" cy="43678"/>
            </a:xfrm>
          </p:grpSpPr>
          <p:sp>
            <p:nvSpPr>
              <p:cNvPr id="2977" name="Oval 2976">
                <a:extLst>
                  <a:ext uri="{FF2B5EF4-FFF2-40B4-BE49-F238E27FC236}">
                    <a16:creationId xmlns:a16="http://schemas.microsoft.com/office/drawing/2014/main" id="{7A421567-4700-9267-77F7-DF0557452BD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8" name="Oval 2977">
                <a:extLst>
                  <a:ext uri="{FF2B5EF4-FFF2-40B4-BE49-F238E27FC236}">
                    <a16:creationId xmlns:a16="http://schemas.microsoft.com/office/drawing/2014/main" id="{7930A0D6-E275-78D0-6C79-91F7502D469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9" name="Oval 2978">
                <a:extLst>
                  <a:ext uri="{FF2B5EF4-FFF2-40B4-BE49-F238E27FC236}">
                    <a16:creationId xmlns:a16="http://schemas.microsoft.com/office/drawing/2014/main" id="{52D400AF-F5B6-08F1-1838-FB8C9C11909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0" name="Oval 2979">
                <a:extLst>
                  <a:ext uri="{FF2B5EF4-FFF2-40B4-BE49-F238E27FC236}">
                    <a16:creationId xmlns:a16="http://schemas.microsoft.com/office/drawing/2014/main" id="{BC386558-A24B-12F4-62F4-59900098DDD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1" name="Oval 2980">
                <a:extLst>
                  <a:ext uri="{FF2B5EF4-FFF2-40B4-BE49-F238E27FC236}">
                    <a16:creationId xmlns:a16="http://schemas.microsoft.com/office/drawing/2014/main" id="{98BAC1E7-2392-6E65-4900-9CAE3DF1529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2" name="Oval 2981">
                <a:extLst>
                  <a:ext uri="{FF2B5EF4-FFF2-40B4-BE49-F238E27FC236}">
                    <a16:creationId xmlns:a16="http://schemas.microsoft.com/office/drawing/2014/main" id="{3A6DB9A6-5D65-64AB-9C04-E6BB85BABC5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3" name="Oval 2982">
                <a:extLst>
                  <a:ext uri="{FF2B5EF4-FFF2-40B4-BE49-F238E27FC236}">
                    <a16:creationId xmlns:a16="http://schemas.microsoft.com/office/drawing/2014/main" id="{A7649EE1-D055-C568-54CA-431ECD96E21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4" name="Oval 2983">
                <a:extLst>
                  <a:ext uri="{FF2B5EF4-FFF2-40B4-BE49-F238E27FC236}">
                    <a16:creationId xmlns:a16="http://schemas.microsoft.com/office/drawing/2014/main" id="{2D725F1C-1DD7-975C-BF6F-171FDBBE749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0" name="Group 2949">
              <a:extLst>
                <a:ext uri="{FF2B5EF4-FFF2-40B4-BE49-F238E27FC236}">
                  <a16:creationId xmlns:a16="http://schemas.microsoft.com/office/drawing/2014/main" id="{30AA8286-12AD-269F-74B5-8BABB148CC97}"/>
                </a:ext>
              </a:extLst>
            </p:cNvPr>
            <p:cNvGrpSpPr/>
            <p:nvPr/>
          </p:nvGrpSpPr>
          <p:grpSpPr>
            <a:xfrm>
              <a:off x="8635797" y="3623269"/>
              <a:ext cx="242005" cy="43678"/>
              <a:chOff x="7979724" y="3580291"/>
              <a:chExt cx="242005" cy="43678"/>
            </a:xfrm>
          </p:grpSpPr>
          <p:sp>
            <p:nvSpPr>
              <p:cNvPr id="2969" name="Oval 2968">
                <a:extLst>
                  <a:ext uri="{FF2B5EF4-FFF2-40B4-BE49-F238E27FC236}">
                    <a16:creationId xmlns:a16="http://schemas.microsoft.com/office/drawing/2014/main" id="{21CF5F7D-5EEE-47C3-8EF8-BA8F08ECE42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 name="Oval 2969">
                <a:extLst>
                  <a:ext uri="{FF2B5EF4-FFF2-40B4-BE49-F238E27FC236}">
                    <a16:creationId xmlns:a16="http://schemas.microsoft.com/office/drawing/2014/main" id="{C3C751B3-2379-AB6E-E886-55E421F3ABA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 name="Oval 2970">
                <a:extLst>
                  <a:ext uri="{FF2B5EF4-FFF2-40B4-BE49-F238E27FC236}">
                    <a16:creationId xmlns:a16="http://schemas.microsoft.com/office/drawing/2014/main" id="{B67499E8-60FA-9E71-EAE0-A1CED273FBF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2" name="Oval 2971">
                <a:extLst>
                  <a:ext uri="{FF2B5EF4-FFF2-40B4-BE49-F238E27FC236}">
                    <a16:creationId xmlns:a16="http://schemas.microsoft.com/office/drawing/2014/main" id="{4839AD9F-B41C-52F1-3E0D-C7C68953A8C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3" name="Oval 2972">
                <a:extLst>
                  <a:ext uri="{FF2B5EF4-FFF2-40B4-BE49-F238E27FC236}">
                    <a16:creationId xmlns:a16="http://schemas.microsoft.com/office/drawing/2014/main" id="{A927F536-ABEA-EF71-32C8-0AA976E8C0E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4" name="Oval 2973">
                <a:extLst>
                  <a:ext uri="{FF2B5EF4-FFF2-40B4-BE49-F238E27FC236}">
                    <a16:creationId xmlns:a16="http://schemas.microsoft.com/office/drawing/2014/main" id="{79F4864C-6238-72E2-CE79-0372764E2D3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5" name="Oval 2974">
                <a:extLst>
                  <a:ext uri="{FF2B5EF4-FFF2-40B4-BE49-F238E27FC236}">
                    <a16:creationId xmlns:a16="http://schemas.microsoft.com/office/drawing/2014/main" id="{AD95FF18-F363-6A68-117A-33EE302AA2C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6" name="Oval 2975">
                <a:extLst>
                  <a:ext uri="{FF2B5EF4-FFF2-40B4-BE49-F238E27FC236}">
                    <a16:creationId xmlns:a16="http://schemas.microsoft.com/office/drawing/2014/main" id="{1B51E801-0C82-E2D8-B049-8B8906E98A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1" name="Group 2950">
              <a:extLst>
                <a:ext uri="{FF2B5EF4-FFF2-40B4-BE49-F238E27FC236}">
                  <a16:creationId xmlns:a16="http://schemas.microsoft.com/office/drawing/2014/main" id="{38F53D48-CF20-9CE1-1768-F08613253A29}"/>
                </a:ext>
              </a:extLst>
            </p:cNvPr>
            <p:cNvGrpSpPr/>
            <p:nvPr/>
          </p:nvGrpSpPr>
          <p:grpSpPr>
            <a:xfrm rot="10800000">
              <a:off x="8947997" y="3625629"/>
              <a:ext cx="242005" cy="46723"/>
              <a:chOff x="7979724" y="3580291"/>
              <a:chExt cx="242005" cy="43678"/>
            </a:xfrm>
          </p:grpSpPr>
          <p:sp>
            <p:nvSpPr>
              <p:cNvPr id="2961" name="Oval 2960">
                <a:extLst>
                  <a:ext uri="{FF2B5EF4-FFF2-40B4-BE49-F238E27FC236}">
                    <a16:creationId xmlns:a16="http://schemas.microsoft.com/office/drawing/2014/main" id="{87B425F5-1FF4-0228-8F86-92D152EF8D3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2" name="Oval 2961">
                <a:extLst>
                  <a:ext uri="{FF2B5EF4-FFF2-40B4-BE49-F238E27FC236}">
                    <a16:creationId xmlns:a16="http://schemas.microsoft.com/office/drawing/2014/main" id="{212D95DB-58DE-10CC-BBA8-8B644D46174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3" name="Oval 2962">
                <a:extLst>
                  <a:ext uri="{FF2B5EF4-FFF2-40B4-BE49-F238E27FC236}">
                    <a16:creationId xmlns:a16="http://schemas.microsoft.com/office/drawing/2014/main" id="{CF81CB19-4F4A-BF21-EE11-4FDC5720A7B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4" name="Oval 2963">
                <a:extLst>
                  <a:ext uri="{FF2B5EF4-FFF2-40B4-BE49-F238E27FC236}">
                    <a16:creationId xmlns:a16="http://schemas.microsoft.com/office/drawing/2014/main" id="{17D0DEED-FB92-C827-5791-560D43112D7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5" name="Oval 2964">
                <a:extLst>
                  <a:ext uri="{FF2B5EF4-FFF2-40B4-BE49-F238E27FC236}">
                    <a16:creationId xmlns:a16="http://schemas.microsoft.com/office/drawing/2014/main" id="{6EFA5A87-B210-7993-4415-C97EF1CCFC8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6" name="Oval 2965">
                <a:extLst>
                  <a:ext uri="{FF2B5EF4-FFF2-40B4-BE49-F238E27FC236}">
                    <a16:creationId xmlns:a16="http://schemas.microsoft.com/office/drawing/2014/main" id="{B26DD799-A5E5-4BA1-2668-31F19A3D404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7" name="Oval 2966">
                <a:extLst>
                  <a:ext uri="{FF2B5EF4-FFF2-40B4-BE49-F238E27FC236}">
                    <a16:creationId xmlns:a16="http://schemas.microsoft.com/office/drawing/2014/main" id="{00D9F561-B476-701E-8587-E6D7D649D41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8" name="Oval 2967">
                <a:extLst>
                  <a:ext uri="{FF2B5EF4-FFF2-40B4-BE49-F238E27FC236}">
                    <a16:creationId xmlns:a16="http://schemas.microsoft.com/office/drawing/2014/main" id="{822A7D6D-70CF-9FA3-810D-985EFBEA1C5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2" name="Group 2951">
              <a:extLst>
                <a:ext uri="{FF2B5EF4-FFF2-40B4-BE49-F238E27FC236}">
                  <a16:creationId xmlns:a16="http://schemas.microsoft.com/office/drawing/2014/main" id="{2D5CE30C-4424-414E-1486-BE8A1BB65899}"/>
                </a:ext>
              </a:extLst>
            </p:cNvPr>
            <p:cNvGrpSpPr/>
            <p:nvPr/>
          </p:nvGrpSpPr>
          <p:grpSpPr>
            <a:xfrm>
              <a:off x="8876840" y="3626445"/>
              <a:ext cx="242005" cy="43678"/>
              <a:chOff x="7979724" y="3580291"/>
              <a:chExt cx="242005" cy="43678"/>
            </a:xfrm>
          </p:grpSpPr>
          <p:sp>
            <p:nvSpPr>
              <p:cNvPr id="2953" name="Oval 2952">
                <a:extLst>
                  <a:ext uri="{FF2B5EF4-FFF2-40B4-BE49-F238E27FC236}">
                    <a16:creationId xmlns:a16="http://schemas.microsoft.com/office/drawing/2014/main" id="{D1E0D931-B9EF-C5C3-865F-39F7F39FBF8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4" name="Oval 2953">
                <a:extLst>
                  <a:ext uri="{FF2B5EF4-FFF2-40B4-BE49-F238E27FC236}">
                    <a16:creationId xmlns:a16="http://schemas.microsoft.com/office/drawing/2014/main" id="{5CBDCDD0-11C8-DF3F-2874-3388DA48DE6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5" name="Oval 2954">
                <a:extLst>
                  <a:ext uri="{FF2B5EF4-FFF2-40B4-BE49-F238E27FC236}">
                    <a16:creationId xmlns:a16="http://schemas.microsoft.com/office/drawing/2014/main" id="{E224BE69-A58E-E39A-783A-45AB1FA59C6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6" name="Oval 2955">
                <a:extLst>
                  <a:ext uri="{FF2B5EF4-FFF2-40B4-BE49-F238E27FC236}">
                    <a16:creationId xmlns:a16="http://schemas.microsoft.com/office/drawing/2014/main" id="{9CB6E578-422A-3951-7E09-725784AFD1A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7" name="Oval 2956">
                <a:extLst>
                  <a:ext uri="{FF2B5EF4-FFF2-40B4-BE49-F238E27FC236}">
                    <a16:creationId xmlns:a16="http://schemas.microsoft.com/office/drawing/2014/main" id="{DD65484D-1A7F-91C4-3E99-8B859C52BC4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8" name="Oval 2957">
                <a:extLst>
                  <a:ext uri="{FF2B5EF4-FFF2-40B4-BE49-F238E27FC236}">
                    <a16:creationId xmlns:a16="http://schemas.microsoft.com/office/drawing/2014/main" id="{FEE39164-269F-766F-7F8A-DE20A7C3834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9" name="Oval 2958">
                <a:extLst>
                  <a:ext uri="{FF2B5EF4-FFF2-40B4-BE49-F238E27FC236}">
                    <a16:creationId xmlns:a16="http://schemas.microsoft.com/office/drawing/2014/main" id="{06217B11-0D69-90A1-67D1-9E2A263AFB6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0" name="Oval 2959">
                <a:extLst>
                  <a:ext uri="{FF2B5EF4-FFF2-40B4-BE49-F238E27FC236}">
                    <a16:creationId xmlns:a16="http://schemas.microsoft.com/office/drawing/2014/main" id="{33EF8FC3-C609-5510-F4D5-EBF47AF21F3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8" name="Group 3017">
              <a:extLst>
                <a:ext uri="{FF2B5EF4-FFF2-40B4-BE49-F238E27FC236}">
                  <a16:creationId xmlns:a16="http://schemas.microsoft.com/office/drawing/2014/main" id="{F9333DBD-DA0A-8AF3-B3EA-AF0437E356EB}"/>
                </a:ext>
              </a:extLst>
            </p:cNvPr>
            <p:cNvGrpSpPr/>
            <p:nvPr/>
          </p:nvGrpSpPr>
          <p:grpSpPr>
            <a:xfrm rot="10800000">
              <a:off x="7271547" y="3132517"/>
              <a:ext cx="242005" cy="46723"/>
              <a:chOff x="7979724" y="3580291"/>
              <a:chExt cx="242005" cy="43678"/>
            </a:xfrm>
          </p:grpSpPr>
          <p:sp>
            <p:nvSpPr>
              <p:cNvPr id="3082" name="Oval 3081">
                <a:extLst>
                  <a:ext uri="{FF2B5EF4-FFF2-40B4-BE49-F238E27FC236}">
                    <a16:creationId xmlns:a16="http://schemas.microsoft.com/office/drawing/2014/main" id="{41644B6B-5278-3DAF-291E-7DC584FAA69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Oval 3082">
                <a:extLst>
                  <a:ext uri="{FF2B5EF4-FFF2-40B4-BE49-F238E27FC236}">
                    <a16:creationId xmlns:a16="http://schemas.microsoft.com/office/drawing/2014/main" id="{E3AB0A04-5535-CB4C-6C14-027683EC782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Oval 3083">
                <a:extLst>
                  <a:ext uri="{FF2B5EF4-FFF2-40B4-BE49-F238E27FC236}">
                    <a16:creationId xmlns:a16="http://schemas.microsoft.com/office/drawing/2014/main" id="{BCCE4F5D-9074-DD24-FA05-16D0258CBA1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Oval 3084">
                <a:extLst>
                  <a:ext uri="{FF2B5EF4-FFF2-40B4-BE49-F238E27FC236}">
                    <a16:creationId xmlns:a16="http://schemas.microsoft.com/office/drawing/2014/main" id="{F872C471-0DF5-98C0-E14A-5824081A9B0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6" name="Oval 3085">
                <a:extLst>
                  <a:ext uri="{FF2B5EF4-FFF2-40B4-BE49-F238E27FC236}">
                    <a16:creationId xmlns:a16="http://schemas.microsoft.com/office/drawing/2014/main" id="{3C7251AF-DE3C-A626-F7CC-CB8CC4B657D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Oval 3086">
                <a:extLst>
                  <a:ext uri="{FF2B5EF4-FFF2-40B4-BE49-F238E27FC236}">
                    <a16:creationId xmlns:a16="http://schemas.microsoft.com/office/drawing/2014/main" id="{275E3916-587B-DF68-C373-7CC007FF685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Oval 3087">
                <a:extLst>
                  <a:ext uri="{FF2B5EF4-FFF2-40B4-BE49-F238E27FC236}">
                    <a16:creationId xmlns:a16="http://schemas.microsoft.com/office/drawing/2014/main" id="{6B62E007-2E74-346B-754B-915E939DDB3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Oval 3088">
                <a:extLst>
                  <a:ext uri="{FF2B5EF4-FFF2-40B4-BE49-F238E27FC236}">
                    <a16:creationId xmlns:a16="http://schemas.microsoft.com/office/drawing/2014/main" id="{37F52A1E-FDEF-0FAB-105F-9DBCBD720CA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9" name="Group 3018">
              <a:extLst>
                <a:ext uri="{FF2B5EF4-FFF2-40B4-BE49-F238E27FC236}">
                  <a16:creationId xmlns:a16="http://schemas.microsoft.com/office/drawing/2014/main" id="{AC50E752-9EA5-71DF-EC6B-9FEBF79796C1}"/>
                </a:ext>
              </a:extLst>
            </p:cNvPr>
            <p:cNvGrpSpPr/>
            <p:nvPr/>
          </p:nvGrpSpPr>
          <p:grpSpPr>
            <a:xfrm>
              <a:off x="7200390" y="3133333"/>
              <a:ext cx="242005" cy="43678"/>
              <a:chOff x="7979724" y="3580291"/>
              <a:chExt cx="242005" cy="43678"/>
            </a:xfrm>
          </p:grpSpPr>
          <p:sp>
            <p:nvSpPr>
              <p:cNvPr id="3074" name="Oval 3073">
                <a:extLst>
                  <a:ext uri="{FF2B5EF4-FFF2-40B4-BE49-F238E27FC236}">
                    <a16:creationId xmlns:a16="http://schemas.microsoft.com/office/drawing/2014/main" id="{9824372F-0CB9-0C3B-8D88-8CC018D7847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5" name="Oval 3074">
                <a:extLst>
                  <a:ext uri="{FF2B5EF4-FFF2-40B4-BE49-F238E27FC236}">
                    <a16:creationId xmlns:a16="http://schemas.microsoft.com/office/drawing/2014/main" id="{9B0B7A91-4F1D-E9CB-964C-E88427ACBE7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6" name="Oval 3075">
                <a:extLst>
                  <a:ext uri="{FF2B5EF4-FFF2-40B4-BE49-F238E27FC236}">
                    <a16:creationId xmlns:a16="http://schemas.microsoft.com/office/drawing/2014/main" id="{AF42EF61-C677-A691-985A-68E5DC62B9F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Oval 3076">
                <a:extLst>
                  <a:ext uri="{FF2B5EF4-FFF2-40B4-BE49-F238E27FC236}">
                    <a16:creationId xmlns:a16="http://schemas.microsoft.com/office/drawing/2014/main" id="{D77FE630-7D76-C97E-F85E-73DFDA29A6B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8" name="Oval 3077">
                <a:extLst>
                  <a:ext uri="{FF2B5EF4-FFF2-40B4-BE49-F238E27FC236}">
                    <a16:creationId xmlns:a16="http://schemas.microsoft.com/office/drawing/2014/main" id="{6FB6D232-F51A-35B7-7585-BB96BD9DFC6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9" name="Oval 3078">
                <a:extLst>
                  <a:ext uri="{FF2B5EF4-FFF2-40B4-BE49-F238E27FC236}">
                    <a16:creationId xmlns:a16="http://schemas.microsoft.com/office/drawing/2014/main" id="{2D93F48E-DA2F-2101-6D82-1732DF8E893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Oval 3079">
                <a:extLst>
                  <a:ext uri="{FF2B5EF4-FFF2-40B4-BE49-F238E27FC236}">
                    <a16:creationId xmlns:a16="http://schemas.microsoft.com/office/drawing/2014/main" id="{15D3C9DB-9FD2-61DD-7454-DFBFB2A4A0A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Oval 3080">
                <a:extLst>
                  <a:ext uri="{FF2B5EF4-FFF2-40B4-BE49-F238E27FC236}">
                    <a16:creationId xmlns:a16="http://schemas.microsoft.com/office/drawing/2014/main" id="{1F82301F-54D5-15EC-5B3C-017ACE1516F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0" name="Group 3019">
              <a:extLst>
                <a:ext uri="{FF2B5EF4-FFF2-40B4-BE49-F238E27FC236}">
                  <a16:creationId xmlns:a16="http://schemas.microsoft.com/office/drawing/2014/main" id="{084C16D3-C183-6911-FF43-BCFF63FB1330}"/>
                </a:ext>
              </a:extLst>
            </p:cNvPr>
            <p:cNvGrpSpPr/>
            <p:nvPr/>
          </p:nvGrpSpPr>
          <p:grpSpPr>
            <a:xfrm rot="10800000">
              <a:off x="7512590" y="3135693"/>
              <a:ext cx="242005" cy="46723"/>
              <a:chOff x="7979724" y="3580291"/>
              <a:chExt cx="242005" cy="43678"/>
            </a:xfrm>
          </p:grpSpPr>
          <p:sp>
            <p:nvSpPr>
              <p:cNvPr id="3066" name="Oval 3065">
                <a:extLst>
                  <a:ext uri="{FF2B5EF4-FFF2-40B4-BE49-F238E27FC236}">
                    <a16:creationId xmlns:a16="http://schemas.microsoft.com/office/drawing/2014/main" id="{81C81AD7-3CAD-44E6-E905-9A192A5466E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7" name="Oval 3066">
                <a:extLst>
                  <a:ext uri="{FF2B5EF4-FFF2-40B4-BE49-F238E27FC236}">
                    <a16:creationId xmlns:a16="http://schemas.microsoft.com/office/drawing/2014/main" id="{38FB3CE2-DA76-CC68-402A-B41140ECDC6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8" name="Oval 3067">
                <a:extLst>
                  <a:ext uri="{FF2B5EF4-FFF2-40B4-BE49-F238E27FC236}">
                    <a16:creationId xmlns:a16="http://schemas.microsoft.com/office/drawing/2014/main" id="{236F32E1-6330-FAAD-8901-BB7EC22D8FA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9" name="Oval 3068">
                <a:extLst>
                  <a:ext uri="{FF2B5EF4-FFF2-40B4-BE49-F238E27FC236}">
                    <a16:creationId xmlns:a16="http://schemas.microsoft.com/office/drawing/2014/main" id="{A34743F3-5B98-A2B9-A648-7FB6EA0B837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0" name="Oval 3069">
                <a:extLst>
                  <a:ext uri="{FF2B5EF4-FFF2-40B4-BE49-F238E27FC236}">
                    <a16:creationId xmlns:a16="http://schemas.microsoft.com/office/drawing/2014/main" id="{66669E67-E594-E365-5185-C9D9C13DDCD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1" name="Oval 3070">
                <a:extLst>
                  <a:ext uri="{FF2B5EF4-FFF2-40B4-BE49-F238E27FC236}">
                    <a16:creationId xmlns:a16="http://schemas.microsoft.com/office/drawing/2014/main" id="{150A395B-D79E-1FA6-77E3-888C609C3F2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 name="Oval 3071">
                <a:extLst>
                  <a:ext uri="{FF2B5EF4-FFF2-40B4-BE49-F238E27FC236}">
                    <a16:creationId xmlns:a16="http://schemas.microsoft.com/office/drawing/2014/main" id="{4726C9AD-68E5-E75A-3422-F7CD1ED08B3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 name="Oval 3072">
                <a:extLst>
                  <a:ext uri="{FF2B5EF4-FFF2-40B4-BE49-F238E27FC236}">
                    <a16:creationId xmlns:a16="http://schemas.microsoft.com/office/drawing/2014/main" id="{DD24957C-7CF1-B8FD-A851-8BEFC8CB2D2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1" name="Group 3020">
              <a:extLst>
                <a:ext uri="{FF2B5EF4-FFF2-40B4-BE49-F238E27FC236}">
                  <a16:creationId xmlns:a16="http://schemas.microsoft.com/office/drawing/2014/main" id="{C757F26D-53BE-5ED5-6EF3-8AB965FCCC41}"/>
                </a:ext>
              </a:extLst>
            </p:cNvPr>
            <p:cNvGrpSpPr/>
            <p:nvPr/>
          </p:nvGrpSpPr>
          <p:grpSpPr>
            <a:xfrm rot="11689693">
              <a:off x="7441433" y="3136509"/>
              <a:ext cx="242005" cy="43678"/>
              <a:chOff x="7979724" y="3580291"/>
              <a:chExt cx="242005" cy="43678"/>
            </a:xfrm>
          </p:grpSpPr>
          <p:sp>
            <p:nvSpPr>
              <p:cNvPr id="3058" name="Oval 3057">
                <a:extLst>
                  <a:ext uri="{FF2B5EF4-FFF2-40B4-BE49-F238E27FC236}">
                    <a16:creationId xmlns:a16="http://schemas.microsoft.com/office/drawing/2014/main" id="{127D4D25-5456-7406-8B4F-702FA959F4F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9" name="Oval 3058">
                <a:extLst>
                  <a:ext uri="{FF2B5EF4-FFF2-40B4-BE49-F238E27FC236}">
                    <a16:creationId xmlns:a16="http://schemas.microsoft.com/office/drawing/2014/main" id="{051452BF-599E-3FA2-813C-705BC280132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0" name="Oval 3059">
                <a:extLst>
                  <a:ext uri="{FF2B5EF4-FFF2-40B4-BE49-F238E27FC236}">
                    <a16:creationId xmlns:a16="http://schemas.microsoft.com/office/drawing/2014/main" id="{BFBAB8D9-E660-F52C-60C9-C7435B0BB66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1" name="Oval 3060">
                <a:extLst>
                  <a:ext uri="{FF2B5EF4-FFF2-40B4-BE49-F238E27FC236}">
                    <a16:creationId xmlns:a16="http://schemas.microsoft.com/office/drawing/2014/main" id="{32CC450B-F860-D872-A9D9-FBC3D498DF7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2" name="Oval 3061">
                <a:extLst>
                  <a:ext uri="{FF2B5EF4-FFF2-40B4-BE49-F238E27FC236}">
                    <a16:creationId xmlns:a16="http://schemas.microsoft.com/office/drawing/2014/main" id="{71201D4A-F9AD-284F-BADE-AD539EC348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Oval 3062">
                <a:extLst>
                  <a:ext uri="{FF2B5EF4-FFF2-40B4-BE49-F238E27FC236}">
                    <a16:creationId xmlns:a16="http://schemas.microsoft.com/office/drawing/2014/main" id="{58AA1721-54CD-B8DB-77DF-141E5FB74B1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4" name="Oval 3063">
                <a:extLst>
                  <a:ext uri="{FF2B5EF4-FFF2-40B4-BE49-F238E27FC236}">
                    <a16:creationId xmlns:a16="http://schemas.microsoft.com/office/drawing/2014/main" id="{3D56B5EE-B401-5212-0242-2B2FFD421EF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5" name="Oval 3064">
                <a:extLst>
                  <a:ext uri="{FF2B5EF4-FFF2-40B4-BE49-F238E27FC236}">
                    <a16:creationId xmlns:a16="http://schemas.microsoft.com/office/drawing/2014/main" id="{A7749349-2836-B6C1-AFC3-891420568F2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2" name="Group 3021">
              <a:extLst>
                <a:ext uri="{FF2B5EF4-FFF2-40B4-BE49-F238E27FC236}">
                  <a16:creationId xmlns:a16="http://schemas.microsoft.com/office/drawing/2014/main" id="{5B69B7CC-1FE5-B9BE-8143-1CBB4C9D6FEA}"/>
                </a:ext>
              </a:extLst>
            </p:cNvPr>
            <p:cNvGrpSpPr/>
            <p:nvPr/>
          </p:nvGrpSpPr>
          <p:grpSpPr>
            <a:xfrm rot="21292958">
              <a:off x="7688887" y="3136533"/>
              <a:ext cx="242005" cy="46723"/>
              <a:chOff x="7979724" y="3580291"/>
              <a:chExt cx="242005" cy="43678"/>
            </a:xfrm>
          </p:grpSpPr>
          <p:sp>
            <p:nvSpPr>
              <p:cNvPr id="3050" name="Oval 3049">
                <a:extLst>
                  <a:ext uri="{FF2B5EF4-FFF2-40B4-BE49-F238E27FC236}">
                    <a16:creationId xmlns:a16="http://schemas.microsoft.com/office/drawing/2014/main" id="{07D35574-ACB6-72A7-199A-FBD8FD89C1D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1" name="Oval 3050">
                <a:extLst>
                  <a:ext uri="{FF2B5EF4-FFF2-40B4-BE49-F238E27FC236}">
                    <a16:creationId xmlns:a16="http://schemas.microsoft.com/office/drawing/2014/main" id="{7F4F83C2-08D8-6009-1151-8D11F9769FA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2" name="Oval 3051">
                <a:extLst>
                  <a:ext uri="{FF2B5EF4-FFF2-40B4-BE49-F238E27FC236}">
                    <a16:creationId xmlns:a16="http://schemas.microsoft.com/office/drawing/2014/main" id="{15A40D53-9845-A570-5685-433F37E204E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3" name="Oval 3052">
                <a:extLst>
                  <a:ext uri="{FF2B5EF4-FFF2-40B4-BE49-F238E27FC236}">
                    <a16:creationId xmlns:a16="http://schemas.microsoft.com/office/drawing/2014/main" id="{C66CB3F6-A0F1-9465-5874-9C47B039FC8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4" name="Oval 3053">
                <a:extLst>
                  <a:ext uri="{FF2B5EF4-FFF2-40B4-BE49-F238E27FC236}">
                    <a16:creationId xmlns:a16="http://schemas.microsoft.com/office/drawing/2014/main" id="{4348FA18-57C0-DDAF-C9B3-AB5E0324A75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5" name="Oval 3054">
                <a:extLst>
                  <a:ext uri="{FF2B5EF4-FFF2-40B4-BE49-F238E27FC236}">
                    <a16:creationId xmlns:a16="http://schemas.microsoft.com/office/drawing/2014/main" id="{FD1071F5-F14E-7101-F622-58201EC5143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6" name="Oval 3055">
                <a:extLst>
                  <a:ext uri="{FF2B5EF4-FFF2-40B4-BE49-F238E27FC236}">
                    <a16:creationId xmlns:a16="http://schemas.microsoft.com/office/drawing/2014/main" id="{0376C7B5-BCF1-D52E-480A-DE251B92874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7" name="Oval 3056">
                <a:extLst>
                  <a:ext uri="{FF2B5EF4-FFF2-40B4-BE49-F238E27FC236}">
                    <a16:creationId xmlns:a16="http://schemas.microsoft.com/office/drawing/2014/main" id="{8C85F5B3-7564-A0C8-3586-59CBC9FAC35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3" name="Group 3022">
              <a:extLst>
                <a:ext uri="{FF2B5EF4-FFF2-40B4-BE49-F238E27FC236}">
                  <a16:creationId xmlns:a16="http://schemas.microsoft.com/office/drawing/2014/main" id="{5B707FE9-41F5-3A8C-0A88-96A5E97EFDA5}"/>
                </a:ext>
              </a:extLst>
            </p:cNvPr>
            <p:cNvGrpSpPr/>
            <p:nvPr/>
          </p:nvGrpSpPr>
          <p:grpSpPr>
            <a:xfrm>
              <a:off x="7617730" y="3137349"/>
              <a:ext cx="242005" cy="43678"/>
              <a:chOff x="7979724" y="3580291"/>
              <a:chExt cx="242005" cy="43678"/>
            </a:xfrm>
          </p:grpSpPr>
          <p:sp>
            <p:nvSpPr>
              <p:cNvPr id="3042" name="Oval 3041">
                <a:extLst>
                  <a:ext uri="{FF2B5EF4-FFF2-40B4-BE49-F238E27FC236}">
                    <a16:creationId xmlns:a16="http://schemas.microsoft.com/office/drawing/2014/main" id="{81B039B7-D213-0F10-F4D3-E10ECEA9251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3" name="Oval 3042">
                <a:extLst>
                  <a:ext uri="{FF2B5EF4-FFF2-40B4-BE49-F238E27FC236}">
                    <a16:creationId xmlns:a16="http://schemas.microsoft.com/office/drawing/2014/main" id="{78BCADAC-B894-2511-CF10-620B7C60C7D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4" name="Oval 3043">
                <a:extLst>
                  <a:ext uri="{FF2B5EF4-FFF2-40B4-BE49-F238E27FC236}">
                    <a16:creationId xmlns:a16="http://schemas.microsoft.com/office/drawing/2014/main" id="{CCE48EB6-3406-C351-8049-6E0FE4F129D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5" name="Oval 3044">
                <a:extLst>
                  <a:ext uri="{FF2B5EF4-FFF2-40B4-BE49-F238E27FC236}">
                    <a16:creationId xmlns:a16="http://schemas.microsoft.com/office/drawing/2014/main" id="{7B8DC39B-66A6-D2DE-9D32-EDE7A86E94F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6" name="Oval 3045">
                <a:extLst>
                  <a:ext uri="{FF2B5EF4-FFF2-40B4-BE49-F238E27FC236}">
                    <a16:creationId xmlns:a16="http://schemas.microsoft.com/office/drawing/2014/main" id="{500B6BCC-CA0F-2362-F448-774A25D3F67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7" name="Oval 3046">
                <a:extLst>
                  <a:ext uri="{FF2B5EF4-FFF2-40B4-BE49-F238E27FC236}">
                    <a16:creationId xmlns:a16="http://schemas.microsoft.com/office/drawing/2014/main" id="{076562E3-18EB-95A0-960E-A3EF0181C14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8" name="Oval 3047">
                <a:extLst>
                  <a:ext uri="{FF2B5EF4-FFF2-40B4-BE49-F238E27FC236}">
                    <a16:creationId xmlns:a16="http://schemas.microsoft.com/office/drawing/2014/main" id="{502074BA-5FF6-5DD6-4B9F-FBA20EBB379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9" name="Oval 3048">
                <a:extLst>
                  <a:ext uri="{FF2B5EF4-FFF2-40B4-BE49-F238E27FC236}">
                    <a16:creationId xmlns:a16="http://schemas.microsoft.com/office/drawing/2014/main" id="{512CE611-7AB9-5C5F-49C5-E7FAD458116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4" name="Group 3023">
              <a:extLst>
                <a:ext uri="{FF2B5EF4-FFF2-40B4-BE49-F238E27FC236}">
                  <a16:creationId xmlns:a16="http://schemas.microsoft.com/office/drawing/2014/main" id="{921FF038-396A-D563-51BB-345BCE38A044}"/>
                </a:ext>
              </a:extLst>
            </p:cNvPr>
            <p:cNvGrpSpPr/>
            <p:nvPr/>
          </p:nvGrpSpPr>
          <p:grpSpPr>
            <a:xfrm rot="10800000">
              <a:off x="7929930" y="3139709"/>
              <a:ext cx="242005" cy="46723"/>
              <a:chOff x="7979724" y="3580291"/>
              <a:chExt cx="242005" cy="43678"/>
            </a:xfrm>
          </p:grpSpPr>
          <p:sp>
            <p:nvSpPr>
              <p:cNvPr id="3034" name="Oval 3033">
                <a:extLst>
                  <a:ext uri="{FF2B5EF4-FFF2-40B4-BE49-F238E27FC236}">
                    <a16:creationId xmlns:a16="http://schemas.microsoft.com/office/drawing/2014/main" id="{0F198072-AA90-6E58-8256-026FA520391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5" name="Oval 3034">
                <a:extLst>
                  <a:ext uri="{FF2B5EF4-FFF2-40B4-BE49-F238E27FC236}">
                    <a16:creationId xmlns:a16="http://schemas.microsoft.com/office/drawing/2014/main" id="{A1890F97-B2A5-C661-ADD0-FA7D85893B7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6" name="Oval 3035">
                <a:extLst>
                  <a:ext uri="{FF2B5EF4-FFF2-40B4-BE49-F238E27FC236}">
                    <a16:creationId xmlns:a16="http://schemas.microsoft.com/office/drawing/2014/main" id="{A25ADBDD-9D34-08AA-D75F-2E60EF3F6C0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7" name="Oval 3036">
                <a:extLst>
                  <a:ext uri="{FF2B5EF4-FFF2-40B4-BE49-F238E27FC236}">
                    <a16:creationId xmlns:a16="http://schemas.microsoft.com/office/drawing/2014/main" id="{B76C47E5-41C6-7D8E-5135-7449C5F44F7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8" name="Oval 3037">
                <a:extLst>
                  <a:ext uri="{FF2B5EF4-FFF2-40B4-BE49-F238E27FC236}">
                    <a16:creationId xmlns:a16="http://schemas.microsoft.com/office/drawing/2014/main" id="{AABECCAE-9F51-2CA2-B978-825BB7685D8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9" name="Oval 3038">
                <a:extLst>
                  <a:ext uri="{FF2B5EF4-FFF2-40B4-BE49-F238E27FC236}">
                    <a16:creationId xmlns:a16="http://schemas.microsoft.com/office/drawing/2014/main" id="{221800E0-26A5-8BBA-BFC9-77A12C25BB1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0" name="Oval 3039">
                <a:extLst>
                  <a:ext uri="{FF2B5EF4-FFF2-40B4-BE49-F238E27FC236}">
                    <a16:creationId xmlns:a16="http://schemas.microsoft.com/office/drawing/2014/main" id="{9AC8F007-7291-B031-A837-DB0454B5D45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1" name="Oval 3040">
                <a:extLst>
                  <a:ext uri="{FF2B5EF4-FFF2-40B4-BE49-F238E27FC236}">
                    <a16:creationId xmlns:a16="http://schemas.microsoft.com/office/drawing/2014/main" id="{6C984750-9989-6A5D-A51D-96A92FFAFA4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5" name="Group 3024">
              <a:extLst>
                <a:ext uri="{FF2B5EF4-FFF2-40B4-BE49-F238E27FC236}">
                  <a16:creationId xmlns:a16="http://schemas.microsoft.com/office/drawing/2014/main" id="{AED05739-BD77-BB28-27D0-FF74FEB330AD}"/>
                </a:ext>
              </a:extLst>
            </p:cNvPr>
            <p:cNvGrpSpPr/>
            <p:nvPr/>
          </p:nvGrpSpPr>
          <p:grpSpPr>
            <a:xfrm>
              <a:off x="7858773" y="3140525"/>
              <a:ext cx="242005" cy="43678"/>
              <a:chOff x="7979724" y="3580291"/>
              <a:chExt cx="242005" cy="43678"/>
            </a:xfrm>
          </p:grpSpPr>
          <p:sp>
            <p:nvSpPr>
              <p:cNvPr id="3026" name="Oval 3025">
                <a:extLst>
                  <a:ext uri="{FF2B5EF4-FFF2-40B4-BE49-F238E27FC236}">
                    <a16:creationId xmlns:a16="http://schemas.microsoft.com/office/drawing/2014/main" id="{ADA36C8D-4B56-C335-9A1F-49A6C9E644C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7" name="Oval 3026">
                <a:extLst>
                  <a:ext uri="{FF2B5EF4-FFF2-40B4-BE49-F238E27FC236}">
                    <a16:creationId xmlns:a16="http://schemas.microsoft.com/office/drawing/2014/main" id="{3CDD92C7-17FB-D2DB-0567-56FC0000B14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8" name="Oval 3027">
                <a:extLst>
                  <a:ext uri="{FF2B5EF4-FFF2-40B4-BE49-F238E27FC236}">
                    <a16:creationId xmlns:a16="http://schemas.microsoft.com/office/drawing/2014/main" id="{53DFD951-90CB-9CB1-7249-9EE10940CC5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9" name="Oval 3028">
                <a:extLst>
                  <a:ext uri="{FF2B5EF4-FFF2-40B4-BE49-F238E27FC236}">
                    <a16:creationId xmlns:a16="http://schemas.microsoft.com/office/drawing/2014/main" id="{1EBD3199-7B8D-59EC-C2C1-086B984B3F2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0" name="Oval 3029">
                <a:extLst>
                  <a:ext uri="{FF2B5EF4-FFF2-40B4-BE49-F238E27FC236}">
                    <a16:creationId xmlns:a16="http://schemas.microsoft.com/office/drawing/2014/main" id="{87152C69-6C88-D7CB-5184-F3B6EBE8356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1" name="Oval 3030">
                <a:extLst>
                  <a:ext uri="{FF2B5EF4-FFF2-40B4-BE49-F238E27FC236}">
                    <a16:creationId xmlns:a16="http://schemas.microsoft.com/office/drawing/2014/main" id="{B9694665-2366-2782-11A3-6835F2C95F3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2" name="Oval 3031">
                <a:extLst>
                  <a:ext uri="{FF2B5EF4-FFF2-40B4-BE49-F238E27FC236}">
                    <a16:creationId xmlns:a16="http://schemas.microsoft.com/office/drawing/2014/main" id="{5D436DAA-AFF4-31AA-5C9B-DA3B1D42053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3" name="Oval 3032">
                <a:extLst>
                  <a:ext uri="{FF2B5EF4-FFF2-40B4-BE49-F238E27FC236}">
                    <a16:creationId xmlns:a16="http://schemas.microsoft.com/office/drawing/2014/main" id="{F61A3D3B-045D-470C-ACDA-4306B470475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1" name="Group 3090">
              <a:extLst>
                <a:ext uri="{FF2B5EF4-FFF2-40B4-BE49-F238E27FC236}">
                  <a16:creationId xmlns:a16="http://schemas.microsoft.com/office/drawing/2014/main" id="{D80F9911-1A3D-EF1A-A0D8-B8B6FEA45940}"/>
                </a:ext>
              </a:extLst>
            </p:cNvPr>
            <p:cNvGrpSpPr/>
            <p:nvPr/>
          </p:nvGrpSpPr>
          <p:grpSpPr>
            <a:xfrm rot="10800000">
              <a:off x="6934772" y="3424659"/>
              <a:ext cx="242005" cy="46723"/>
              <a:chOff x="7979724" y="3580291"/>
              <a:chExt cx="242005" cy="43678"/>
            </a:xfrm>
          </p:grpSpPr>
          <p:sp>
            <p:nvSpPr>
              <p:cNvPr id="3155" name="Oval 3154">
                <a:extLst>
                  <a:ext uri="{FF2B5EF4-FFF2-40B4-BE49-F238E27FC236}">
                    <a16:creationId xmlns:a16="http://schemas.microsoft.com/office/drawing/2014/main" id="{272ED27A-E9BB-BDCA-0E7E-B025B15E031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6" name="Oval 3155">
                <a:extLst>
                  <a:ext uri="{FF2B5EF4-FFF2-40B4-BE49-F238E27FC236}">
                    <a16:creationId xmlns:a16="http://schemas.microsoft.com/office/drawing/2014/main" id="{3D6FC86F-5071-5FB3-1808-660A5A671D2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7" name="Oval 3156">
                <a:extLst>
                  <a:ext uri="{FF2B5EF4-FFF2-40B4-BE49-F238E27FC236}">
                    <a16:creationId xmlns:a16="http://schemas.microsoft.com/office/drawing/2014/main" id="{ABC58E51-A0F7-D5D8-8DF8-E027F46D4F5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8" name="Oval 3157">
                <a:extLst>
                  <a:ext uri="{FF2B5EF4-FFF2-40B4-BE49-F238E27FC236}">
                    <a16:creationId xmlns:a16="http://schemas.microsoft.com/office/drawing/2014/main" id="{A85E24BD-D92C-8E09-D4B9-051CCEF83A5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9" name="Oval 3158">
                <a:extLst>
                  <a:ext uri="{FF2B5EF4-FFF2-40B4-BE49-F238E27FC236}">
                    <a16:creationId xmlns:a16="http://schemas.microsoft.com/office/drawing/2014/main" id="{C47B53FE-A397-1741-E4CB-BB82814C5DF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0" name="Oval 3159">
                <a:extLst>
                  <a:ext uri="{FF2B5EF4-FFF2-40B4-BE49-F238E27FC236}">
                    <a16:creationId xmlns:a16="http://schemas.microsoft.com/office/drawing/2014/main" id="{889B13D0-A028-7729-3FA4-7D1C9B49DD0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1" name="Oval 3160">
                <a:extLst>
                  <a:ext uri="{FF2B5EF4-FFF2-40B4-BE49-F238E27FC236}">
                    <a16:creationId xmlns:a16="http://schemas.microsoft.com/office/drawing/2014/main" id="{81B792BB-F818-7F78-38C4-0D56995A59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2" name="Oval 3161">
                <a:extLst>
                  <a:ext uri="{FF2B5EF4-FFF2-40B4-BE49-F238E27FC236}">
                    <a16:creationId xmlns:a16="http://schemas.microsoft.com/office/drawing/2014/main" id="{8692006F-DF79-FECC-C2A3-D4A9FA3AB70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2" name="Group 3091">
              <a:extLst>
                <a:ext uri="{FF2B5EF4-FFF2-40B4-BE49-F238E27FC236}">
                  <a16:creationId xmlns:a16="http://schemas.microsoft.com/office/drawing/2014/main" id="{AD474DC7-8A3B-8621-486A-5FE10026ED3B}"/>
                </a:ext>
              </a:extLst>
            </p:cNvPr>
            <p:cNvGrpSpPr/>
            <p:nvPr/>
          </p:nvGrpSpPr>
          <p:grpSpPr>
            <a:xfrm>
              <a:off x="6863615" y="3425475"/>
              <a:ext cx="242005" cy="43678"/>
              <a:chOff x="7979724" y="3580291"/>
              <a:chExt cx="242005" cy="43678"/>
            </a:xfrm>
          </p:grpSpPr>
          <p:sp>
            <p:nvSpPr>
              <p:cNvPr id="3147" name="Oval 3146">
                <a:extLst>
                  <a:ext uri="{FF2B5EF4-FFF2-40B4-BE49-F238E27FC236}">
                    <a16:creationId xmlns:a16="http://schemas.microsoft.com/office/drawing/2014/main" id="{FD72670E-EC4C-1F9E-46B0-4FBF6FEE1A1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8" name="Oval 3147">
                <a:extLst>
                  <a:ext uri="{FF2B5EF4-FFF2-40B4-BE49-F238E27FC236}">
                    <a16:creationId xmlns:a16="http://schemas.microsoft.com/office/drawing/2014/main" id="{37518721-254A-9E5C-189D-98710F53D50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9" name="Oval 3148">
                <a:extLst>
                  <a:ext uri="{FF2B5EF4-FFF2-40B4-BE49-F238E27FC236}">
                    <a16:creationId xmlns:a16="http://schemas.microsoft.com/office/drawing/2014/main" id="{388B53BA-D629-A787-9177-8EE6A858883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0" name="Oval 3149">
                <a:extLst>
                  <a:ext uri="{FF2B5EF4-FFF2-40B4-BE49-F238E27FC236}">
                    <a16:creationId xmlns:a16="http://schemas.microsoft.com/office/drawing/2014/main" id="{72B01419-64A8-FA9A-1B24-A677DEEFFCC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1" name="Oval 3150">
                <a:extLst>
                  <a:ext uri="{FF2B5EF4-FFF2-40B4-BE49-F238E27FC236}">
                    <a16:creationId xmlns:a16="http://schemas.microsoft.com/office/drawing/2014/main" id="{CBDE0898-4B56-8DC6-5833-12E0C730FAC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2" name="Oval 3151">
                <a:extLst>
                  <a:ext uri="{FF2B5EF4-FFF2-40B4-BE49-F238E27FC236}">
                    <a16:creationId xmlns:a16="http://schemas.microsoft.com/office/drawing/2014/main" id="{AA76A055-28C9-AFCA-AED1-D69D126A912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3" name="Oval 3152">
                <a:extLst>
                  <a:ext uri="{FF2B5EF4-FFF2-40B4-BE49-F238E27FC236}">
                    <a16:creationId xmlns:a16="http://schemas.microsoft.com/office/drawing/2014/main" id="{108A6956-C8AE-55C3-0812-DF9E135F6C0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4" name="Oval 3153">
                <a:extLst>
                  <a:ext uri="{FF2B5EF4-FFF2-40B4-BE49-F238E27FC236}">
                    <a16:creationId xmlns:a16="http://schemas.microsoft.com/office/drawing/2014/main" id="{C836BB6C-CC00-635C-484B-3D3BB6DAE61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3" name="Group 3092">
              <a:extLst>
                <a:ext uri="{FF2B5EF4-FFF2-40B4-BE49-F238E27FC236}">
                  <a16:creationId xmlns:a16="http://schemas.microsoft.com/office/drawing/2014/main" id="{A9D448F7-A2B9-E8A5-86A9-E18A4903D541}"/>
                </a:ext>
              </a:extLst>
            </p:cNvPr>
            <p:cNvGrpSpPr/>
            <p:nvPr/>
          </p:nvGrpSpPr>
          <p:grpSpPr>
            <a:xfrm rot="10800000">
              <a:off x="7175815" y="3427835"/>
              <a:ext cx="242005" cy="46723"/>
              <a:chOff x="7979724" y="3580291"/>
              <a:chExt cx="242005" cy="43678"/>
            </a:xfrm>
          </p:grpSpPr>
          <p:sp>
            <p:nvSpPr>
              <p:cNvPr id="3139" name="Oval 3138">
                <a:extLst>
                  <a:ext uri="{FF2B5EF4-FFF2-40B4-BE49-F238E27FC236}">
                    <a16:creationId xmlns:a16="http://schemas.microsoft.com/office/drawing/2014/main" id="{6B614A61-CA26-0E35-BAFC-0D35F2840F4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0" name="Oval 3139">
                <a:extLst>
                  <a:ext uri="{FF2B5EF4-FFF2-40B4-BE49-F238E27FC236}">
                    <a16:creationId xmlns:a16="http://schemas.microsoft.com/office/drawing/2014/main" id="{5B1082E0-0836-0818-E04C-26BC80BFCCC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1" name="Oval 3140">
                <a:extLst>
                  <a:ext uri="{FF2B5EF4-FFF2-40B4-BE49-F238E27FC236}">
                    <a16:creationId xmlns:a16="http://schemas.microsoft.com/office/drawing/2014/main" id="{41AD64F5-4C41-E796-E704-D4D7587853C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2" name="Oval 3141">
                <a:extLst>
                  <a:ext uri="{FF2B5EF4-FFF2-40B4-BE49-F238E27FC236}">
                    <a16:creationId xmlns:a16="http://schemas.microsoft.com/office/drawing/2014/main" id="{1BD09098-B3D8-1F96-3182-DA2516D8543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3" name="Oval 3142">
                <a:extLst>
                  <a:ext uri="{FF2B5EF4-FFF2-40B4-BE49-F238E27FC236}">
                    <a16:creationId xmlns:a16="http://schemas.microsoft.com/office/drawing/2014/main" id="{965A8CA3-B2C1-EC1B-0946-274FCB6BE7F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4" name="Oval 3143">
                <a:extLst>
                  <a:ext uri="{FF2B5EF4-FFF2-40B4-BE49-F238E27FC236}">
                    <a16:creationId xmlns:a16="http://schemas.microsoft.com/office/drawing/2014/main" id="{B1303C03-F30C-324A-5DFA-FD081BAFCCD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5" name="Oval 3144">
                <a:extLst>
                  <a:ext uri="{FF2B5EF4-FFF2-40B4-BE49-F238E27FC236}">
                    <a16:creationId xmlns:a16="http://schemas.microsoft.com/office/drawing/2014/main" id="{41F4534A-D156-D0A7-83DC-D9F475EE4C7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6" name="Oval 3145">
                <a:extLst>
                  <a:ext uri="{FF2B5EF4-FFF2-40B4-BE49-F238E27FC236}">
                    <a16:creationId xmlns:a16="http://schemas.microsoft.com/office/drawing/2014/main" id="{ACD3331A-CEC8-5A9D-5E67-A9D9F8E6129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4" name="Group 3093">
              <a:extLst>
                <a:ext uri="{FF2B5EF4-FFF2-40B4-BE49-F238E27FC236}">
                  <a16:creationId xmlns:a16="http://schemas.microsoft.com/office/drawing/2014/main" id="{FDB004C6-1B54-D649-8922-3A579C5039FD}"/>
                </a:ext>
              </a:extLst>
            </p:cNvPr>
            <p:cNvGrpSpPr/>
            <p:nvPr/>
          </p:nvGrpSpPr>
          <p:grpSpPr>
            <a:xfrm rot="11689693">
              <a:off x="7104658" y="3428651"/>
              <a:ext cx="242005" cy="43678"/>
              <a:chOff x="7979724" y="3580291"/>
              <a:chExt cx="242005" cy="43678"/>
            </a:xfrm>
          </p:grpSpPr>
          <p:sp>
            <p:nvSpPr>
              <p:cNvPr id="3131" name="Oval 3130">
                <a:extLst>
                  <a:ext uri="{FF2B5EF4-FFF2-40B4-BE49-F238E27FC236}">
                    <a16:creationId xmlns:a16="http://schemas.microsoft.com/office/drawing/2014/main" id="{0218C51D-3EE6-B585-9F94-97CF2BAE9E8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2" name="Oval 3131">
                <a:extLst>
                  <a:ext uri="{FF2B5EF4-FFF2-40B4-BE49-F238E27FC236}">
                    <a16:creationId xmlns:a16="http://schemas.microsoft.com/office/drawing/2014/main" id="{C90CCC34-D3E1-5B30-A6F4-1FB92774E94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3" name="Oval 3132">
                <a:extLst>
                  <a:ext uri="{FF2B5EF4-FFF2-40B4-BE49-F238E27FC236}">
                    <a16:creationId xmlns:a16="http://schemas.microsoft.com/office/drawing/2014/main" id="{B57EA0FD-2CCA-DA3E-23AE-4ABA3AE6E7D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4" name="Oval 3133">
                <a:extLst>
                  <a:ext uri="{FF2B5EF4-FFF2-40B4-BE49-F238E27FC236}">
                    <a16:creationId xmlns:a16="http://schemas.microsoft.com/office/drawing/2014/main" id="{41EACA7D-9A45-A0D0-BBCE-D574B0BF819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5" name="Oval 3134">
                <a:extLst>
                  <a:ext uri="{FF2B5EF4-FFF2-40B4-BE49-F238E27FC236}">
                    <a16:creationId xmlns:a16="http://schemas.microsoft.com/office/drawing/2014/main" id="{559ECDCA-2238-CC1F-4983-CE75988176F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6" name="Oval 3135">
                <a:extLst>
                  <a:ext uri="{FF2B5EF4-FFF2-40B4-BE49-F238E27FC236}">
                    <a16:creationId xmlns:a16="http://schemas.microsoft.com/office/drawing/2014/main" id="{964A2E13-3856-07D0-4C45-219F9D79472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7" name="Oval 3136">
                <a:extLst>
                  <a:ext uri="{FF2B5EF4-FFF2-40B4-BE49-F238E27FC236}">
                    <a16:creationId xmlns:a16="http://schemas.microsoft.com/office/drawing/2014/main" id="{62B0ABEB-225B-C030-5B34-F5BD575528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8" name="Oval 3137">
                <a:extLst>
                  <a:ext uri="{FF2B5EF4-FFF2-40B4-BE49-F238E27FC236}">
                    <a16:creationId xmlns:a16="http://schemas.microsoft.com/office/drawing/2014/main" id="{95142FB2-490C-5A0E-3071-CCB01D22376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5" name="Group 3094">
              <a:extLst>
                <a:ext uri="{FF2B5EF4-FFF2-40B4-BE49-F238E27FC236}">
                  <a16:creationId xmlns:a16="http://schemas.microsoft.com/office/drawing/2014/main" id="{C0437289-1F81-32F6-9EDA-3A0A7A8E6393}"/>
                </a:ext>
              </a:extLst>
            </p:cNvPr>
            <p:cNvGrpSpPr/>
            <p:nvPr/>
          </p:nvGrpSpPr>
          <p:grpSpPr>
            <a:xfrm rot="21292958">
              <a:off x="7352112" y="3428675"/>
              <a:ext cx="242005" cy="46723"/>
              <a:chOff x="7979724" y="3580291"/>
              <a:chExt cx="242005" cy="43678"/>
            </a:xfrm>
          </p:grpSpPr>
          <p:sp>
            <p:nvSpPr>
              <p:cNvPr id="3123" name="Oval 3122">
                <a:extLst>
                  <a:ext uri="{FF2B5EF4-FFF2-40B4-BE49-F238E27FC236}">
                    <a16:creationId xmlns:a16="http://schemas.microsoft.com/office/drawing/2014/main" id="{30F910C1-324E-6A21-6151-BB4B2CCFF9D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4" name="Oval 3123">
                <a:extLst>
                  <a:ext uri="{FF2B5EF4-FFF2-40B4-BE49-F238E27FC236}">
                    <a16:creationId xmlns:a16="http://schemas.microsoft.com/office/drawing/2014/main" id="{8AFC1B1D-737D-F7CB-31BC-AC68F3DA8E4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5" name="Oval 3124">
                <a:extLst>
                  <a:ext uri="{FF2B5EF4-FFF2-40B4-BE49-F238E27FC236}">
                    <a16:creationId xmlns:a16="http://schemas.microsoft.com/office/drawing/2014/main" id="{81A44FBB-9307-6C35-0356-50F411700FB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6" name="Oval 3125">
                <a:extLst>
                  <a:ext uri="{FF2B5EF4-FFF2-40B4-BE49-F238E27FC236}">
                    <a16:creationId xmlns:a16="http://schemas.microsoft.com/office/drawing/2014/main" id="{AFBD2950-4041-38E6-5D4A-4B37C4ECBFB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7" name="Oval 3126">
                <a:extLst>
                  <a:ext uri="{FF2B5EF4-FFF2-40B4-BE49-F238E27FC236}">
                    <a16:creationId xmlns:a16="http://schemas.microsoft.com/office/drawing/2014/main" id="{C9A7A0B6-714F-CA06-A026-6550E02E7C9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8" name="Oval 3127">
                <a:extLst>
                  <a:ext uri="{FF2B5EF4-FFF2-40B4-BE49-F238E27FC236}">
                    <a16:creationId xmlns:a16="http://schemas.microsoft.com/office/drawing/2014/main" id="{4485EB70-25B0-CBB9-FD3C-3BCF5BC1EE3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9" name="Oval 3128">
                <a:extLst>
                  <a:ext uri="{FF2B5EF4-FFF2-40B4-BE49-F238E27FC236}">
                    <a16:creationId xmlns:a16="http://schemas.microsoft.com/office/drawing/2014/main" id="{3E470209-472C-9C53-453D-4A17E54676E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0" name="Oval 3129">
                <a:extLst>
                  <a:ext uri="{FF2B5EF4-FFF2-40B4-BE49-F238E27FC236}">
                    <a16:creationId xmlns:a16="http://schemas.microsoft.com/office/drawing/2014/main" id="{C3280093-185E-3C83-C978-373BA99331D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6" name="Group 3095">
              <a:extLst>
                <a:ext uri="{FF2B5EF4-FFF2-40B4-BE49-F238E27FC236}">
                  <a16:creationId xmlns:a16="http://schemas.microsoft.com/office/drawing/2014/main" id="{8E6EB886-B8B7-97E1-8B91-238ABE7CA246}"/>
                </a:ext>
              </a:extLst>
            </p:cNvPr>
            <p:cNvGrpSpPr/>
            <p:nvPr/>
          </p:nvGrpSpPr>
          <p:grpSpPr>
            <a:xfrm>
              <a:off x="7280955" y="3429491"/>
              <a:ext cx="242005" cy="43678"/>
              <a:chOff x="7979724" y="3580291"/>
              <a:chExt cx="242005" cy="43678"/>
            </a:xfrm>
          </p:grpSpPr>
          <p:sp>
            <p:nvSpPr>
              <p:cNvPr id="3115" name="Oval 3114">
                <a:extLst>
                  <a:ext uri="{FF2B5EF4-FFF2-40B4-BE49-F238E27FC236}">
                    <a16:creationId xmlns:a16="http://schemas.microsoft.com/office/drawing/2014/main" id="{9F377BA6-0DF7-22DF-5048-32F5A8204AF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6" name="Oval 3115">
                <a:extLst>
                  <a:ext uri="{FF2B5EF4-FFF2-40B4-BE49-F238E27FC236}">
                    <a16:creationId xmlns:a16="http://schemas.microsoft.com/office/drawing/2014/main" id="{8900F1F8-A809-6861-9E93-366FF3EB61A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7" name="Oval 3116">
                <a:extLst>
                  <a:ext uri="{FF2B5EF4-FFF2-40B4-BE49-F238E27FC236}">
                    <a16:creationId xmlns:a16="http://schemas.microsoft.com/office/drawing/2014/main" id="{2FD27471-DCD1-7DF2-98DE-D6052F8B31C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8" name="Oval 3117">
                <a:extLst>
                  <a:ext uri="{FF2B5EF4-FFF2-40B4-BE49-F238E27FC236}">
                    <a16:creationId xmlns:a16="http://schemas.microsoft.com/office/drawing/2014/main" id="{094F415A-3972-B22B-DECF-96D0AA77D37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9" name="Oval 3118">
                <a:extLst>
                  <a:ext uri="{FF2B5EF4-FFF2-40B4-BE49-F238E27FC236}">
                    <a16:creationId xmlns:a16="http://schemas.microsoft.com/office/drawing/2014/main" id="{3D21845A-E0D9-8A37-F2CE-61B7DDB39B3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0" name="Oval 3119">
                <a:extLst>
                  <a:ext uri="{FF2B5EF4-FFF2-40B4-BE49-F238E27FC236}">
                    <a16:creationId xmlns:a16="http://schemas.microsoft.com/office/drawing/2014/main" id="{F612A573-5B24-B08D-99C5-6981A505460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1" name="Oval 3120">
                <a:extLst>
                  <a:ext uri="{FF2B5EF4-FFF2-40B4-BE49-F238E27FC236}">
                    <a16:creationId xmlns:a16="http://schemas.microsoft.com/office/drawing/2014/main" id="{B042DA60-31B0-B9CE-D0D2-735F677FA48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2" name="Oval 3121">
                <a:extLst>
                  <a:ext uri="{FF2B5EF4-FFF2-40B4-BE49-F238E27FC236}">
                    <a16:creationId xmlns:a16="http://schemas.microsoft.com/office/drawing/2014/main" id="{E47DFD9A-0F58-A059-20D4-908EA6822C0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7" name="Group 3096">
              <a:extLst>
                <a:ext uri="{FF2B5EF4-FFF2-40B4-BE49-F238E27FC236}">
                  <a16:creationId xmlns:a16="http://schemas.microsoft.com/office/drawing/2014/main" id="{38E9D547-A4AE-A6D0-251B-F08D262473C9}"/>
                </a:ext>
              </a:extLst>
            </p:cNvPr>
            <p:cNvGrpSpPr/>
            <p:nvPr/>
          </p:nvGrpSpPr>
          <p:grpSpPr>
            <a:xfrm rot="10800000">
              <a:off x="7593155" y="3431851"/>
              <a:ext cx="242005" cy="46723"/>
              <a:chOff x="7979724" y="3580291"/>
              <a:chExt cx="242005" cy="43678"/>
            </a:xfrm>
          </p:grpSpPr>
          <p:sp>
            <p:nvSpPr>
              <p:cNvPr id="3107" name="Oval 3106">
                <a:extLst>
                  <a:ext uri="{FF2B5EF4-FFF2-40B4-BE49-F238E27FC236}">
                    <a16:creationId xmlns:a16="http://schemas.microsoft.com/office/drawing/2014/main" id="{1CB240AD-E3FE-9238-6C6E-87CBBDD5E52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8" name="Oval 3107">
                <a:extLst>
                  <a:ext uri="{FF2B5EF4-FFF2-40B4-BE49-F238E27FC236}">
                    <a16:creationId xmlns:a16="http://schemas.microsoft.com/office/drawing/2014/main" id="{63CCF324-5336-F2CF-36F9-01622448761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9" name="Oval 3108">
                <a:extLst>
                  <a:ext uri="{FF2B5EF4-FFF2-40B4-BE49-F238E27FC236}">
                    <a16:creationId xmlns:a16="http://schemas.microsoft.com/office/drawing/2014/main" id="{8427AEFD-D695-D789-B64F-AD99921A24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0" name="Oval 3109">
                <a:extLst>
                  <a:ext uri="{FF2B5EF4-FFF2-40B4-BE49-F238E27FC236}">
                    <a16:creationId xmlns:a16="http://schemas.microsoft.com/office/drawing/2014/main" id="{89935AD0-5D2A-3E49-CBCF-FEB1E57E22F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1" name="Oval 3110">
                <a:extLst>
                  <a:ext uri="{FF2B5EF4-FFF2-40B4-BE49-F238E27FC236}">
                    <a16:creationId xmlns:a16="http://schemas.microsoft.com/office/drawing/2014/main" id="{9855621C-DAF3-75A2-2AF2-3D58D485F19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2" name="Oval 3111">
                <a:extLst>
                  <a:ext uri="{FF2B5EF4-FFF2-40B4-BE49-F238E27FC236}">
                    <a16:creationId xmlns:a16="http://schemas.microsoft.com/office/drawing/2014/main" id="{3534BB18-B380-BAA3-89E9-EADB511E49D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3" name="Oval 3112">
                <a:extLst>
                  <a:ext uri="{FF2B5EF4-FFF2-40B4-BE49-F238E27FC236}">
                    <a16:creationId xmlns:a16="http://schemas.microsoft.com/office/drawing/2014/main" id="{41310B0F-BD6D-87FC-7548-FA5A0CA5BD6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4" name="Oval 3113">
                <a:extLst>
                  <a:ext uri="{FF2B5EF4-FFF2-40B4-BE49-F238E27FC236}">
                    <a16:creationId xmlns:a16="http://schemas.microsoft.com/office/drawing/2014/main" id="{12DB1C1A-B5CE-8EDE-5616-BD8F10156E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8" name="Group 3097">
              <a:extLst>
                <a:ext uri="{FF2B5EF4-FFF2-40B4-BE49-F238E27FC236}">
                  <a16:creationId xmlns:a16="http://schemas.microsoft.com/office/drawing/2014/main" id="{59FED90C-74C6-6DD3-9F83-20AA8AD41CE3}"/>
                </a:ext>
              </a:extLst>
            </p:cNvPr>
            <p:cNvGrpSpPr/>
            <p:nvPr/>
          </p:nvGrpSpPr>
          <p:grpSpPr>
            <a:xfrm>
              <a:off x="7521998" y="3432667"/>
              <a:ext cx="242005" cy="43678"/>
              <a:chOff x="7979724" y="3580291"/>
              <a:chExt cx="242005" cy="43678"/>
            </a:xfrm>
          </p:grpSpPr>
          <p:sp>
            <p:nvSpPr>
              <p:cNvPr id="3099" name="Oval 3098">
                <a:extLst>
                  <a:ext uri="{FF2B5EF4-FFF2-40B4-BE49-F238E27FC236}">
                    <a16:creationId xmlns:a16="http://schemas.microsoft.com/office/drawing/2014/main" id="{EDF136A1-20B0-79AD-E3F6-88B982B111F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Oval 3099">
                <a:extLst>
                  <a:ext uri="{FF2B5EF4-FFF2-40B4-BE49-F238E27FC236}">
                    <a16:creationId xmlns:a16="http://schemas.microsoft.com/office/drawing/2014/main" id="{5BD0CF56-2F15-B381-95C4-E1DC8C0B4A1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Oval 3100">
                <a:extLst>
                  <a:ext uri="{FF2B5EF4-FFF2-40B4-BE49-F238E27FC236}">
                    <a16:creationId xmlns:a16="http://schemas.microsoft.com/office/drawing/2014/main" id="{60C4AFA8-F1A7-8E97-4162-92CF9C6CDB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Oval 3101">
                <a:extLst>
                  <a:ext uri="{FF2B5EF4-FFF2-40B4-BE49-F238E27FC236}">
                    <a16:creationId xmlns:a16="http://schemas.microsoft.com/office/drawing/2014/main" id="{9E0D8374-7E45-30F5-9B71-7154C16B5C5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3" name="Oval 3102">
                <a:extLst>
                  <a:ext uri="{FF2B5EF4-FFF2-40B4-BE49-F238E27FC236}">
                    <a16:creationId xmlns:a16="http://schemas.microsoft.com/office/drawing/2014/main" id="{3D31A9C8-2CFE-D2EB-84AF-8BFB07A2124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Oval 3103">
                <a:extLst>
                  <a:ext uri="{FF2B5EF4-FFF2-40B4-BE49-F238E27FC236}">
                    <a16:creationId xmlns:a16="http://schemas.microsoft.com/office/drawing/2014/main" id="{B319ECDE-6AB1-8040-5A16-AF16F486144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5" name="Oval 3104">
                <a:extLst>
                  <a:ext uri="{FF2B5EF4-FFF2-40B4-BE49-F238E27FC236}">
                    <a16:creationId xmlns:a16="http://schemas.microsoft.com/office/drawing/2014/main" id="{592D018F-9F7F-A424-62BC-7C0F2FFBC61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6" name="Oval 3105">
                <a:extLst>
                  <a:ext uri="{FF2B5EF4-FFF2-40B4-BE49-F238E27FC236}">
                    <a16:creationId xmlns:a16="http://schemas.microsoft.com/office/drawing/2014/main" id="{C28166BB-81D9-2C3D-1B68-46E041930A9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4" name="Group 3163">
              <a:extLst>
                <a:ext uri="{FF2B5EF4-FFF2-40B4-BE49-F238E27FC236}">
                  <a16:creationId xmlns:a16="http://schemas.microsoft.com/office/drawing/2014/main" id="{6FD19154-4EEF-972D-F296-4ECF45EB4541}"/>
                </a:ext>
              </a:extLst>
            </p:cNvPr>
            <p:cNvGrpSpPr/>
            <p:nvPr/>
          </p:nvGrpSpPr>
          <p:grpSpPr>
            <a:xfrm rot="10800000">
              <a:off x="8133475" y="3142078"/>
              <a:ext cx="242005" cy="46723"/>
              <a:chOff x="7979724" y="3580291"/>
              <a:chExt cx="242005" cy="43678"/>
            </a:xfrm>
          </p:grpSpPr>
          <p:sp>
            <p:nvSpPr>
              <p:cNvPr id="3228" name="Oval 3227">
                <a:extLst>
                  <a:ext uri="{FF2B5EF4-FFF2-40B4-BE49-F238E27FC236}">
                    <a16:creationId xmlns:a16="http://schemas.microsoft.com/office/drawing/2014/main" id="{C0117B5B-AA4D-FABC-64E4-45B050A66CB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9" name="Oval 3228">
                <a:extLst>
                  <a:ext uri="{FF2B5EF4-FFF2-40B4-BE49-F238E27FC236}">
                    <a16:creationId xmlns:a16="http://schemas.microsoft.com/office/drawing/2014/main" id="{2AD99748-23BE-6C24-6B69-ECD5914E776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0" name="Oval 3229">
                <a:extLst>
                  <a:ext uri="{FF2B5EF4-FFF2-40B4-BE49-F238E27FC236}">
                    <a16:creationId xmlns:a16="http://schemas.microsoft.com/office/drawing/2014/main" id="{2B50DE46-2640-155F-E3A6-D8C725026E5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1" name="Oval 3230">
                <a:extLst>
                  <a:ext uri="{FF2B5EF4-FFF2-40B4-BE49-F238E27FC236}">
                    <a16:creationId xmlns:a16="http://schemas.microsoft.com/office/drawing/2014/main" id="{005648B0-84AD-9853-546A-8F990AB7990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2" name="Oval 3231">
                <a:extLst>
                  <a:ext uri="{FF2B5EF4-FFF2-40B4-BE49-F238E27FC236}">
                    <a16:creationId xmlns:a16="http://schemas.microsoft.com/office/drawing/2014/main" id="{90137541-F331-8FE7-4B57-2661FEE220C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3" name="Oval 3232">
                <a:extLst>
                  <a:ext uri="{FF2B5EF4-FFF2-40B4-BE49-F238E27FC236}">
                    <a16:creationId xmlns:a16="http://schemas.microsoft.com/office/drawing/2014/main" id="{35968994-5BA2-2DD4-2EF5-792D5D7F1BD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4" name="Oval 3233">
                <a:extLst>
                  <a:ext uri="{FF2B5EF4-FFF2-40B4-BE49-F238E27FC236}">
                    <a16:creationId xmlns:a16="http://schemas.microsoft.com/office/drawing/2014/main" id="{2F914439-049E-CE99-EC9A-1BAFB6EF6C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5" name="Oval 3234">
                <a:extLst>
                  <a:ext uri="{FF2B5EF4-FFF2-40B4-BE49-F238E27FC236}">
                    <a16:creationId xmlns:a16="http://schemas.microsoft.com/office/drawing/2014/main" id="{8DEDF863-90C6-499A-0F60-A63C5194CFB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5" name="Group 3164">
              <a:extLst>
                <a:ext uri="{FF2B5EF4-FFF2-40B4-BE49-F238E27FC236}">
                  <a16:creationId xmlns:a16="http://schemas.microsoft.com/office/drawing/2014/main" id="{5806E756-60D2-8694-A24C-541A33BC4C63}"/>
                </a:ext>
              </a:extLst>
            </p:cNvPr>
            <p:cNvGrpSpPr/>
            <p:nvPr/>
          </p:nvGrpSpPr>
          <p:grpSpPr>
            <a:xfrm>
              <a:off x="8062318" y="3142894"/>
              <a:ext cx="242005" cy="43678"/>
              <a:chOff x="7979724" y="3580291"/>
              <a:chExt cx="242005" cy="43678"/>
            </a:xfrm>
          </p:grpSpPr>
          <p:sp>
            <p:nvSpPr>
              <p:cNvPr id="3220" name="Oval 3219">
                <a:extLst>
                  <a:ext uri="{FF2B5EF4-FFF2-40B4-BE49-F238E27FC236}">
                    <a16:creationId xmlns:a16="http://schemas.microsoft.com/office/drawing/2014/main" id="{FA2E8D06-601D-A4E0-C70E-C39816708F9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1" name="Oval 3220">
                <a:extLst>
                  <a:ext uri="{FF2B5EF4-FFF2-40B4-BE49-F238E27FC236}">
                    <a16:creationId xmlns:a16="http://schemas.microsoft.com/office/drawing/2014/main" id="{174227DC-BDE7-F036-4370-5429C9A1B00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2" name="Oval 3221">
                <a:extLst>
                  <a:ext uri="{FF2B5EF4-FFF2-40B4-BE49-F238E27FC236}">
                    <a16:creationId xmlns:a16="http://schemas.microsoft.com/office/drawing/2014/main" id="{B8ECF480-BA3A-0DE4-3EBC-A774100DFEA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3" name="Oval 3222">
                <a:extLst>
                  <a:ext uri="{FF2B5EF4-FFF2-40B4-BE49-F238E27FC236}">
                    <a16:creationId xmlns:a16="http://schemas.microsoft.com/office/drawing/2014/main" id="{08252AFA-1D39-123A-EA91-4949A496F87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4" name="Oval 3223">
                <a:extLst>
                  <a:ext uri="{FF2B5EF4-FFF2-40B4-BE49-F238E27FC236}">
                    <a16:creationId xmlns:a16="http://schemas.microsoft.com/office/drawing/2014/main" id="{DC305C9C-91FB-5E1F-6DDD-6E39F64C272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5" name="Oval 3224">
                <a:extLst>
                  <a:ext uri="{FF2B5EF4-FFF2-40B4-BE49-F238E27FC236}">
                    <a16:creationId xmlns:a16="http://schemas.microsoft.com/office/drawing/2014/main" id="{7EF0E4C7-0493-FE11-EF62-429F13C3834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6" name="Oval 3225">
                <a:extLst>
                  <a:ext uri="{FF2B5EF4-FFF2-40B4-BE49-F238E27FC236}">
                    <a16:creationId xmlns:a16="http://schemas.microsoft.com/office/drawing/2014/main" id="{DBF3DDEB-5B34-525F-F0C4-6A6FC5DE84B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7" name="Oval 3226">
                <a:extLst>
                  <a:ext uri="{FF2B5EF4-FFF2-40B4-BE49-F238E27FC236}">
                    <a16:creationId xmlns:a16="http://schemas.microsoft.com/office/drawing/2014/main" id="{E973B31C-2A05-0A12-43E8-02EB7C6BF18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6" name="Group 3165">
              <a:extLst>
                <a:ext uri="{FF2B5EF4-FFF2-40B4-BE49-F238E27FC236}">
                  <a16:creationId xmlns:a16="http://schemas.microsoft.com/office/drawing/2014/main" id="{B1E9C7F9-4453-6F03-F596-7F956751AA82}"/>
                </a:ext>
              </a:extLst>
            </p:cNvPr>
            <p:cNvGrpSpPr/>
            <p:nvPr/>
          </p:nvGrpSpPr>
          <p:grpSpPr>
            <a:xfrm rot="10800000">
              <a:off x="8374518" y="3145254"/>
              <a:ext cx="242005" cy="46723"/>
              <a:chOff x="7979724" y="3580291"/>
              <a:chExt cx="242005" cy="43678"/>
            </a:xfrm>
          </p:grpSpPr>
          <p:sp>
            <p:nvSpPr>
              <p:cNvPr id="3212" name="Oval 3211">
                <a:extLst>
                  <a:ext uri="{FF2B5EF4-FFF2-40B4-BE49-F238E27FC236}">
                    <a16:creationId xmlns:a16="http://schemas.microsoft.com/office/drawing/2014/main" id="{2870D323-74A8-74BB-5A0F-883F94AB200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3" name="Oval 3212">
                <a:extLst>
                  <a:ext uri="{FF2B5EF4-FFF2-40B4-BE49-F238E27FC236}">
                    <a16:creationId xmlns:a16="http://schemas.microsoft.com/office/drawing/2014/main" id="{70FF77C1-102D-EFD0-B15D-2931C8A6137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4" name="Oval 3213">
                <a:extLst>
                  <a:ext uri="{FF2B5EF4-FFF2-40B4-BE49-F238E27FC236}">
                    <a16:creationId xmlns:a16="http://schemas.microsoft.com/office/drawing/2014/main" id="{7094BC81-9AE7-8A3A-929C-6935677B089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5" name="Oval 3214">
                <a:extLst>
                  <a:ext uri="{FF2B5EF4-FFF2-40B4-BE49-F238E27FC236}">
                    <a16:creationId xmlns:a16="http://schemas.microsoft.com/office/drawing/2014/main" id="{1A7865D0-8108-CE2B-EED6-8FA1EC6C389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6" name="Oval 3215">
                <a:extLst>
                  <a:ext uri="{FF2B5EF4-FFF2-40B4-BE49-F238E27FC236}">
                    <a16:creationId xmlns:a16="http://schemas.microsoft.com/office/drawing/2014/main" id="{5455A4FD-D4F3-55AA-1822-F875DDF7746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7" name="Oval 3216">
                <a:extLst>
                  <a:ext uri="{FF2B5EF4-FFF2-40B4-BE49-F238E27FC236}">
                    <a16:creationId xmlns:a16="http://schemas.microsoft.com/office/drawing/2014/main" id="{2282C2E7-0C0D-89BE-4A88-9B3C6E9566B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8" name="Oval 3217">
                <a:extLst>
                  <a:ext uri="{FF2B5EF4-FFF2-40B4-BE49-F238E27FC236}">
                    <a16:creationId xmlns:a16="http://schemas.microsoft.com/office/drawing/2014/main" id="{3B7DE81A-B6D9-6EE3-A210-6C906DB1FEC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9" name="Oval 3218">
                <a:extLst>
                  <a:ext uri="{FF2B5EF4-FFF2-40B4-BE49-F238E27FC236}">
                    <a16:creationId xmlns:a16="http://schemas.microsoft.com/office/drawing/2014/main" id="{4939D28D-1C0D-A382-B800-89C44172836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7" name="Group 3166">
              <a:extLst>
                <a:ext uri="{FF2B5EF4-FFF2-40B4-BE49-F238E27FC236}">
                  <a16:creationId xmlns:a16="http://schemas.microsoft.com/office/drawing/2014/main" id="{10CBF8E6-9301-BC4B-EFE4-0D64501E63BD}"/>
                </a:ext>
              </a:extLst>
            </p:cNvPr>
            <p:cNvGrpSpPr/>
            <p:nvPr/>
          </p:nvGrpSpPr>
          <p:grpSpPr>
            <a:xfrm rot="11689693">
              <a:off x="8303361" y="3146070"/>
              <a:ext cx="242005" cy="43678"/>
              <a:chOff x="7979724" y="3580291"/>
              <a:chExt cx="242005" cy="43678"/>
            </a:xfrm>
          </p:grpSpPr>
          <p:sp>
            <p:nvSpPr>
              <p:cNvPr id="3204" name="Oval 3203">
                <a:extLst>
                  <a:ext uri="{FF2B5EF4-FFF2-40B4-BE49-F238E27FC236}">
                    <a16:creationId xmlns:a16="http://schemas.microsoft.com/office/drawing/2014/main" id="{46F8DB5A-5C5A-2CF6-CD33-6C433AE9638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5" name="Oval 3204">
                <a:extLst>
                  <a:ext uri="{FF2B5EF4-FFF2-40B4-BE49-F238E27FC236}">
                    <a16:creationId xmlns:a16="http://schemas.microsoft.com/office/drawing/2014/main" id="{E3CBDD5C-86F3-193A-232A-84E1FD12D8C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6" name="Oval 3205">
                <a:extLst>
                  <a:ext uri="{FF2B5EF4-FFF2-40B4-BE49-F238E27FC236}">
                    <a16:creationId xmlns:a16="http://schemas.microsoft.com/office/drawing/2014/main" id="{2157D5C6-5C24-F078-6B1B-C53E13DD32E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7" name="Oval 3206">
                <a:extLst>
                  <a:ext uri="{FF2B5EF4-FFF2-40B4-BE49-F238E27FC236}">
                    <a16:creationId xmlns:a16="http://schemas.microsoft.com/office/drawing/2014/main" id="{6F0B5CEE-EEC5-15D0-1CB7-DE6ADEED7A5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8" name="Oval 3207">
                <a:extLst>
                  <a:ext uri="{FF2B5EF4-FFF2-40B4-BE49-F238E27FC236}">
                    <a16:creationId xmlns:a16="http://schemas.microsoft.com/office/drawing/2014/main" id="{F6986347-CEC8-76BC-2242-A0DD23AE455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9" name="Oval 3208">
                <a:extLst>
                  <a:ext uri="{FF2B5EF4-FFF2-40B4-BE49-F238E27FC236}">
                    <a16:creationId xmlns:a16="http://schemas.microsoft.com/office/drawing/2014/main" id="{32D09635-C7B0-42C1-8448-7580B36D202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0" name="Oval 3209">
                <a:extLst>
                  <a:ext uri="{FF2B5EF4-FFF2-40B4-BE49-F238E27FC236}">
                    <a16:creationId xmlns:a16="http://schemas.microsoft.com/office/drawing/2014/main" id="{89075BF8-B2E4-E61E-81CB-7BBAC01BFCB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1" name="Oval 3210">
                <a:extLst>
                  <a:ext uri="{FF2B5EF4-FFF2-40B4-BE49-F238E27FC236}">
                    <a16:creationId xmlns:a16="http://schemas.microsoft.com/office/drawing/2014/main" id="{0533B342-31A8-6778-F390-02E0B9A8B76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8" name="Group 3167">
              <a:extLst>
                <a:ext uri="{FF2B5EF4-FFF2-40B4-BE49-F238E27FC236}">
                  <a16:creationId xmlns:a16="http://schemas.microsoft.com/office/drawing/2014/main" id="{8776D685-308B-1C80-F1B0-2B8B9A11D46E}"/>
                </a:ext>
              </a:extLst>
            </p:cNvPr>
            <p:cNvGrpSpPr/>
            <p:nvPr/>
          </p:nvGrpSpPr>
          <p:grpSpPr>
            <a:xfrm rot="21292958">
              <a:off x="8550815" y="3146094"/>
              <a:ext cx="242005" cy="46723"/>
              <a:chOff x="7979724" y="3580291"/>
              <a:chExt cx="242005" cy="43678"/>
            </a:xfrm>
          </p:grpSpPr>
          <p:sp>
            <p:nvSpPr>
              <p:cNvPr id="3196" name="Oval 3195">
                <a:extLst>
                  <a:ext uri="{FF2B5EF4-FFF2-40B4-BE49-F238E27FC236}">
                    <a16:creationId xmlns:a16="http://schemas.microsoft.com/office/drawing/2014/main" id="{9AAF8323-1B12-8E94-AF6D-1D4D5841808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7" name="Oval 3196">
                <a:extLst>
                  <a:ext uri="{FF2B5EF4-FFF2-40B4-BE49-F238E27FC236}">
                    <a16:creationId xmlns:a16="http://schemas.microsoft.com/office/drawing/2014/main" id="{D090C3EF-6C4E-CF07-A4CB-CB1BDBACF67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3F27C43E-14A3-19DB-9837-42132F251AF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9" name="Oval 3198">
                <a:extLst>
                  <a:ext uri="{FF2B5EF4-FFF2-40B4-BE49-F238E27FC236}">
                    <a16:creationId xmlns:a16="http://schemas.microsoft.com/office/drawing/2014/main" id="{17A4DA44-9255-EF98-6E88-417D3F7C521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0" name="Oval 3199">
                <a:extLst>
                  <a:ext uri="{FF2B5EF4-FFF2-40B4-BE49-F238E27FC236}">
                    <a16:creationId xmlns:a16="http://schemas.microsoft.com/office/drawing/2014/main" id="{CD4E907A-67AA-02C3-1AED-5A43B3BC233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1" name="Oval 3200">
                <a:extLst>
                  <a:ext uri="{FF2B5EF4-FFF2-40B4-BE49-F238E27FC236}">
                    <a16:creationId xmlns:a16="http://schemas.microsoft.com/office/drawing/2014/main" id="{A19E0B1A-2D14-CEDE-A40B-EE71499BFE6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2" name="Oval 3201">
                <a:extLst>
                  <a:ext uri="{FF2B5EF4-FFF2-40B4-BE49-F238E27FC236}">
                    <a16:creationId xmlns:a16="http://schemas.microsoft.com/office/drawing/2014/main" id="{633023DB-E825-8CAE-4006-EB09AC5E3A7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3" name="Oval 3202">
                <a:extLst>
                  <a:ext uri="{FF2B5EF4-FFF2-40B4-BE49-F238E27FC236}">
                    <a16:creationId xmlns:a16="http://schemas.microsoft.com/office/drawing/2014/main" id="{DA361A5F-DEE7-BC21-8AB5-2268DCF3A76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9" name="Group 3168">
              <a:extLst>
                <a:ext uri="{FF2B5EF4-FFF2-40B4-BE49-F238E27FC236}">
                  <a16:creationId xmlns:a16="http://schemas.microsoft.com/office/drawing/2014/main" id="{631D26BC-A537-7731-21F7-61CFFC6471A3}"/>
                </a:ext>
              </a:extLst>
            </p:cNvPr>
            <p:cNvGrpSpPr/>
            <p:nvPr/>
          </p:nvGrpSpPr>
          <p:grpSpPr>
            <a:xfrm>
              <a:off x="8479658" y="3146910"/>
              <a:ext cx="242005" cy="43678"/>
              <a:chOff x="7979724" y="3580291"/>
              <a:chExt cx="242005" cy="43678"/>
            </a:xfrm>
          </p:grpSpPr>
          <p:sp>
            <p:nvSpPr>
              <p:cNvPr id="3188" name="Oval 3187">
                <a:extLst>
                  <a:ext uri="{FF2B5EF4-FFF2-40B4-BE49-F238E27FC236}">
                    <a16:creationId xmlns:a16="http://schemas.microsoft.com/office/drawing/2014/main" id="{EF678520-99EC-55E7-DC8E-9AC3A3E6ACE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9" name="Oval 3188">
                <a:extLst>
                  <a:ext uri="{FF2B5EF4-FFF2-40B4-BE49-F238E27FC236}">
                    <a16:creationId xmlns:a16="http://schemas.microsoft.com/office/drawing/2014/main" id="{D244B10C-D5C2-2618-57D7-8F6D2A03784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0" name="Oval 3189">
                <a:extLst>
                  <a:ext uri="{FF2B5EF4-FFF2-40B4-BE49-F238E27FC236}">
                    <a16:creationId xmlns:a16="http://schemas.microsoft.com/office/drawing/2014/main" id="{5BDB5774-7F88-02FB-41C4-5FCDFEB4221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1" name="Oval 3190">
                <a:extLst>
                  <a:ext uri="{FF2B5EF4-FFF2-40B4-BE49-F238E27FC236}">
                    <a16:creationId xmlns:a16="http://schemas.microsoft.com/office/drawing/2014/main" id="{54B0A9A3-A1CD-DFC7-0070-383CC17335D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2" name="Oval 3191">
                <a:extLst>
                  <a:ext uri="{FF2B5EF4-FFF2-40B4-BE49-F238E27FC236}">
                    <a16:creationId xmlns:a16="http://schemas.microsoft.com/office/drawing/2014/main" id="{75211622-4007-D19A-3E49-18D47B6C672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3" name="Oval 3192">
                <a:extLst>
                  <a:ext uri="{FF2B5EF4-FFF2-40B4-BE49-F238E27FC236}">
                    <a16:creationId xmlns:a16="http://schemas.microsoft.com/office/drawing/2014/main" id="{B37F3DD7-2D5F-05DC-C690-9BE78B507BC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4" name="Oval 3193">
                <a:extLst>
                  <a:ext uri="{FF2B5EF4-FFF2-40B4-BE49-F238E27FC236}">
                    <a16:creationId xmlns:a16="http://schemas.microsoft.com/office/drawing/2014/main" id="{A4B4B73B-2333-CE84-894D-EB52A7871F3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5" name="Oval 3194">
                <a:extLst>
                  <a:ext uri="{FF2B5EF4-FFF2-40B4-BE49-F238E27FC236}">
                    <a16:creationId xmlns:a16="http://schemas.microsoft.com/office/drawing/2014/main" id="{13E5D86D-EEA3-E793-FC0A-88BB0F92D17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0" name="Group 3169">
              <a:extLst>
                <a:ext uri="{FF2B5EF4-FFF2-40B4-BE49-F238E27FC236}">
                  <a16:creationId xmlns:a16="http://schemas.microsoft.com/office/drawing/2014/main" id="{82FA642E-F84E-B724-16CB-73484D67B0F7}"/>
                </a:ext>
              </a:extLst>
            </p:cNvPr>
            <p:cNvGrpSpPr/>
            <p:nvPr/>
          </p:nvGrpSpPr>
          <p:grpSpPr>
            <a:xfrm rot="10800000">
              <a:off x="8791858" y="3149270"/>
              <a:ext cx="242005" cy="46723"/>
              <a:chOff x="7979724" y="3580291"/>
              <a:chExt cx="242005" cy="43678"/>
            </a:xfrm>
          </p:grpSpPr>
          <p:sp>
            <p:nvSpPr>
              <p:cNvPr id="3180" name="Oval 3179">
                <a:extLst>
                  <a:ext uri="{FF2B5EF4-FFF2-40B4-BE49-F238E27FC236}">
                    <a16:creationId xmlns:a16="http://schemas.microsoft.com/office/drawing/2014/main" id="{09DADE8E-5FAC-CBD4-AD1F-4A2D56BE52D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1" name="Oval 3180">
                <a:extLst>
                  <a:ext uri="{FF2B5EF4-FFF2-40B4-BE49-F238E27FC236}">
                    <a16:creationId xmlns:a16="http://schemas.microsoft.com/office/drawing/2014/main" id="{61816EEE-522B-A33E-1BFD-5CB5BA64991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2" name="Oval 3181">
                <a:extLst>
                  <a:ext uri="{FF2B5EF4-FFF2-40B4-BE49-F238E27FC236}">
                    <a16:creationId xmlns:a16="http://schemas.microsoft.com/office/drawing/2014/main" id="{DA075A28-868E-5320-9AE5-A8BC0095600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3" name="Oval 3182">
                <a:extLst>
                  <a:ext uri="{FF2B5EF4-FFF2-40B4-BE49-F238E27FC236}">
                    <a16:creationId xmlns:a16="http://schemas.microsoft.com/office/drawing/2014/main" id="{D95C73F0-002D-FFC3-3255-0BA16AA3C57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4" name="Oval 3183">
                <a:extLst>
                  <a:ext uri="{FF2B5EF4-FFF2-40B4-BE49-F238E27FC236}">
                    <a16:creationId xmlns:a16="http://schemas.microsoft.com/office/drawing/2014/main" id="{47A87F76-1946-B664-EC46-F1AC022D63F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5" name="Oval 3184">
                <a:extLst>
                  <a:ext uri="{FF2B5EF4-FFF2-40B4-BE49-F238E27FC236}">
                    <a16:creationId xmlns:a16="http://schemas.microsoft.com/office/drawing/2014/main" id="{1402169B-037C-0025-9BA4-A0F69509DB0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6" name="Oval 3185">
                <a:extLst>
                  <a:ext uri="{FF2B5EF4-FFF2-40B4-BE49-F238E27FC236}">
                    <a16:creationId xmlns:a16="http://schemas.microsoft.com/office/drawing/2014/main" id="{0760B2A9-4860-4F30-E9B9-78ED574EDE9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7" name="Oval 3186">
                <a:extLst>
                  <a:ext uri="{FF2B5EF4-FFF2-40B4-BE49-F238E27FC236}">
                    <a16:creationId xmlns:a16="http://schemas.microsoft.com/office/drawing/2014/main" id="{90ABD90E-4E02-729A-8554-2D3847C4093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1" name="Group 3170">
              <a:extLst>
                <a:ext uri="{FF2B5EF4-FFF2-40B4-BE49-F238E27FC236}">
                  <a16:creationId xmlns:a16="http://schemas.microsoft.com/office/drawing/2014/main" id="{B87DB534-6142-4287-D262-83D52B0F311F}"/>
                </a:ext>
              </a:extLst>
            </p:cNvPr>
            <p:cNvGrpSpPr/>
            <p:nvPr/>
          </p:nvGrpSpPr>
          <p:grpSpPr>
            <a:xfrm>
              <a:off x="8720701" y="3150086"/>
              <a:ext cx="242005" cy="43678"/>
              <a:chOff x="7979724" y="3580291"/>
              <a:chExt cx="242005" cy="43678"/>
            </a:xfrm>
          </p:grpSpPr>
          <p:sp>
            <p:nvSpPr>
              <p:cNvPr id="3172" name="Oval 3171">
                <a:extLst>
                  <a:ext uri="{FF2B5EF4-FFF2-40B4-BE49-F238E27FC236}">
                    <a16:creationId xmlns:a16="http://schemas.microsoft.com/office/drawing/2014/main" id="{143FAEAC-264C-826B-5686-1E4C62CD966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3" name="Oval 3172">
                <a:extLst>
                  <a:ext uri="{FF2B5EF4-FFF2-40B4-BE49-F238E27FC236}">
                    <a16:creationId xmlns:a16="http://schemas.microsoft.com/office/drawing/2014/main" id="{3B718E3F-653E-4DD6-910B-53B2FC153DD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 name="Oval 3173">
                <a:extLst>
                  <a:ext uri="{FF2B5EF4-FFF2-40B4-BE49-F238E27FC236}">
                    <a16:creationId xmlns:a16="http://schemas.microsoft.com/office/drawing/2014/main" id="{BFBA73A3-1C77-5EDE-802F-A035A1C2F32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 name="Oval 3174">
                <a:extLst>
                  <a:ext uri="{FF2B5EF4-FFF2-40B4-BE49-F238E27FC236}">
                    <a16:creationId xmlns:a16="http://schemas.microsoft.com/office/drawing/2014/main" id="{095D735C-2AF7-F71B-F3D2-FB945B4291C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 name="Oval 3175">
                <a:extLst>
                  <a:ext uri="{FF2B5EF4-FFF2-40B4-BE49-F238E27FC236}">
                    <a16:creationId xmlns:a16="http://schemas.microsoft.com/office/drawing/2014/main" id="{D9BA161C-9181-50EB-CFEB-DD6B671BDDC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7" name="Oval 3176">
                <a:extLst>
                  <a:ext uri="{FF2B5EF4-FFF2-40B4-BE49-F238E27FC236}">
                    <a16:creationId xmlns:a16="http://schemas.microsoft.com/office/drawing/2014/main" id="{A533EBF2-F8E7-FD25-1227-653B9EBCA83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8" name="Oval 3177">
                <a:extLst>
                  <a:ext uri="{FF2B5EF4-FFF2-40B4-BE49-F238E27FC236}">
                    <a16:creationId xmlns:a16="http://schemas.microsoft.com/office/drawing/2014/main" id="{67637C62-CB1A-B947-B110-F66976C38F5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9" name="Oval 3178">
                <a:extLst>
                  <a:ext uri="{FF2B5EF4-FFF2-40B4-BE49-F238E27FC236}">
                    <a16:creationId xmlns:a16="http://schemas.microsoft.com/office/drawing/2014/main" id="{C3F74BFF-02B1-CD62-E670-4B7FEF52884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7" name="Group 3236">
              <a:extLst>
                <a:ext uri="{FF2B5EF4-FFF2-40B4-BE49-F238E27FC236}">
                  <a16:creationId xmlns:a16="http://schemas.microsoft.com/office/drawing/2014/main" id="{55911BE2-98EB-5B7B-08AE-2D8EBC8AC9B4}"/>
                </a:ext>
              </a:extLst>
            </p:cNvPr>
            <p:cNvGrpSpPr/>
            <p:nvPr/>
          </p:nvGrpSpPr>
          <p:grpSpPr>
            <a:xfrm rot="10800000">
              <a:off x="9024148" y="3129026"/>
              <a:ext cx="242005" cy="46723"/>
              <a:chOff x="7979724" y="3580291"/>
              <a:chExt cx="242005" cy="43678"/>
            </a:xfrm>
          </p:grpSpPr>
          <p:sp>
            <p:nvSpPr>
              <p:cNvPr id="3301" name="Oval 3300">
                <a:extLst>
                  <a:ext uri="{FF2B5EF4-FFF2-40B4-BE49-F238E27FC236}">
                    <a16:creationId xmlns:a16="http://schemas.microsoft.com/office/drawing/2014/main" id="{97A082A0-6BC0-A1AF-5259-7245DF97E34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2" name="Oval 3301">
                <a:extLst>
                  <a:ext uri="{FF2B5EF4-FFF2-40B4-BE49-F238E27FC236}">
                    <a16:creationId xmlns:a16="http://schemas.microsoft.com/office/drawing/2014/main" id="{0AB1F3E2-19CD-4209-EEC2-4CE01A64373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3" name="Oval 3302">
                <a:extLst>
                  <a:ext uri="{FF2B5EF4-FFF2-40B4-BE49-F238E27FC236}">
                    <a16:creationId xmlns:a16="http://schemas.microsoft.com/office/drawing/2014/main" id="{00697908-11E2-FE49-878C-4C4628918DD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4" name="Oval 3303">
                <a:extLst>
                  <a:ext uri="{FF2B5EF4-FFF2-40B4-BE49-F238E27FC236}">
                    <a16:creationId xmlns:a16="http://schemas.microsoft.com/office/drawing/2014/main" id="{D9B6EC7C-C229-9DEF-A972-0B94DF2F5FB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5" name="Oval 3304">
                <a:extLst>
                  <a:ext uri="{FF2B5EF4-FFF2-40B4-BE49-F238E27FC236}">
                    <a16:creationId xmlns:a16="http://schemas.microsoft.com/office/drawing/2014/main" id="{E258125A-F6A6-32BF-8B00-1E7168444F8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6" name="Oval 3305">
                <a:extLst>
                  <a:ext uri="{FF2B5EF4-FFF2-40B4-BE49-F238E27FC236}">
                    <a16:creationId xmlns:a16="http://schemas.microsoft.com/office/drawing/2014/main" id="{CEA61D1F-8278-DCFB-D9F9-E826846894B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7" name="Oval 3306">
                <a:extLst>
                  <a:ext uri="{FF2B5EF4-FFF2-40B4-BE49-F238E27FC236}">
                    <a16:creationId xmlns:a16="http://schemas.microsoft.com/office/drawing/2014/main" id="{E6F8CDEF-756D-0AC9-56C8-6C2057AC747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8" name="Oval 3307">
                <a:extLst>
                  <a:ext uri="{FF2B5EF4-FFF2-40B4-BE49-F238E27FC236}">
                    <a16:creationId xmlns:a16="http://schemas.microsoft.com/office/drawing/2014/main" id="{0710D064-5F75-D9F4-F4E0-BAAD57C69FC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8" name="Group 3237">
              <a:extLst>
                <a:ext uri="{FF2B5EF4-FFF2-40B4-BE49-F238E27FC236}">
                  <a16:creationId xmlns:a16="http://schemas.microsoft.com/office/drawing/2014/main" id="{84C3EAAE-0525-28F5-4B3E-6974566D8061}"/>
                </a:ext>
              </a:extLst>
            </p:cNvPr>
            <p:cNvGrpSpPr/>
            <p:nvPr/>
          </p:nvGrpSpPr>
          <p:grpSpPr>
            <a:xfrm>
              <a:off x="8952991" y="3129842"/>
              <a:ext cx="242005" cy="43678"/>
              <a:chOff x="7979724" y="3580291"/>
              <a:chExt cx="242005" cy="43678"/>
            </a:xfrm>
          </p:grpSpPr>
          <p:sp>
            <p:nvSpPr>
              <p:cNvPr id="3293" name="Oval 3292">
                <a:extLst>
                  <a:ext uri="{FF2B5EF4-FFF2-40B4-BE49-F238E27FC236}">
                    <a16:creationId xmlns:a16="http://schemas.microsoft.com/office/drawing/2014/main" id="{023D79ED-3370-9E02-F6AA-A7DE8B89942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4" name="Oval 3293">
                <a:extLst>
                  <a:ext uri="{FF2B5EF4-FFF2-40B4-BE49-F238E27FC236}">
                    <a16:creationId xmlns:a16="http://schemas.microsoft.com/office/drawing/2014/main" id="{23563E1F-A025-4856-B69B-429CD13FE40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5" name="Oval 3294">
                <a:extLst>
                  <a:ext uri="{FF2B5EF4-FFF2-40B4-BE49-F238E27FC236}">
                    <a16:creationId xmlns:a16="http://schemas.microsoft.com/office/drawing/2014/main" id="{A121AC87-A12B-DC11-1701-71299C492F3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6" name="Oval 3295">
                <a:extLst>
                  <a:ext uri="{FF2B5EF4-FFF2-40B4-BE49-F238E27FC236}">
                    <a16:creationId xmlns:a16="http://schemas.microsoft.com/office/drawing/2014/main" id="{9A250AAD-20F2-2453-1EED-137D0FC7F75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7" name="Oval 3296">
                <a:extLst>
                  <a:ext uri="{FF2B5EF4-FFF2-40B4-BE49-F238E27FC236}">
                    <a16:creationId xmlns:a16="http://schemas.microsoft.com/office/drawing/2014/main" id="{EDE4C65E-6178-7A7F-965D-699687B8D09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8" name="Oval 3297">
                <a:extLst>
                  <a:ext uri="{FF2B5EF4-FFF2-40B4-BE49-F238E27FC236}">
                    <a16:creationId xmlns:a16="http://schemas.microsoft.com/office/drawing/2014/main" id="{A475A887-B48A-990D-1665-93A4F4712B8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9" name="Oval 3298">
                <a:extLst>
                  <a:ext uri="{FF2B5EF4-FFF2-40B4-BE49-F238E27FC236}">
                    <a16:creationId xmlns:a16="http://schemas.microsoft.com/office/drawing/2014/main" id="{60E29D7C-85F0-0265-18C0-26892202F11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0" name="Oval 3299">
                <a:extLst>
                  <a:ext uri="{FF2B5EF4-FFF2-40B4-BE49-F238E27FC236}">
                    <a16:creationId xmlns:a16="http://schemas.microsoft.com/office/drawing/2014/main" id="{7E11C280-A267-B705-C22B-6B763E85479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9" name="Group 3238">
              <a:extLst>
                <a:ext uri="{FF2B5EF4-FFF2-40B4-BE49-F238E27FC236}">
                  <a16:creationId xmlns:a16="http://schemas.microsoft.com/office/drawing/2014/main" id="{A5B41C80-11A5-886E-1325-FEFDF3C1FF79}"/>
                </a:ext>
              </a:extLst>
            </p:cNvPr>
            <p:cNvGrpSpPr/>
            <p:nvPr/>
          </p:nvGrpSpPr>
          <p:grpSpPr>
            <a:xfrm rot="10800000">
              <a:off x="9265191" y="3132202"/>
              <a:ext cx="242005" cy="46723"/>
              <a:chOff x="7979724" y="3580291"/>
              <a:chExt cx="242005" cy="43678"/>
            </a:xfrm>
          </p:grpSpPr>
          <p:sp>
            <p:nvSpPr>
              <p:cNvPr id="3285" name="Oval 3284">
                <a:extLst>
                  <a:ext uri="{FF2B5EF4-FFF2-40B4-BE49-F238E27FC236}">
                    <a16:creationId xmlns:a16="http://schemas.microsoft.com/office/drawing/2014/main" id="{F9D2C5A6-96E7-2702-0B4E-DECA030B90F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6" name="Oval 3285">
                <a:extLst>
                  <a:ext uri="{FF2B5EF4-FFF2-40B4-BE49-F238E27FC236}">
                    <a16:creationId xmlns:a16="http://schemas.microsoft.com/office/drawing/2014/main" id="{C586D560-BEC4-A043-7C3D-FFF68B55E7A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 name="Oval 3286">
                <a:extLst>
                  <a:ext uri="{FF2B5EF4-FFF2-40B4-BE49-F238E27FC236}">
                    <a16:creationId xmlns:a16="http://schemas.microsoft.com/office/drawing/2014/main" id="{02B14963-820B-3C31-0B52-37C0B66D8A4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8" name="Oval 3287">
                <a:extLst>
                  <a:ext uri="{FF2B5EF4-FFF2-40B4-BE49-F238E27FC236}">
                    <a16:creationId xmlns:a16="http://schemas.microsoft.com/office/drawing/2014/main" id="{86406026-07DB-1E83-B23E-4B6B1BBF41D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9" name="Oval 3288">
                <a:extLst>
                  <a:ext uri="{FF2B5EF4-FFF2-40B4-BE49-F238E27FC236}">
                    <a16:creationId xmlns:a16="http://schemas.microsoft.com/office/drawing/2014/main" id="{CCC81626-D9C6-4A5F-CA1F-C5AD77E2C4E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0" name="Oval 3289">
                <a:extLst>
                  <a:ext uri="{FF2B5EF4-FFF2-40B4-BE49-F238E27FC236}">
                    <a16:creationId xmlns:a16="http://schemas.microsoft.com/office/drawing/2014/main" id="{2F8F6373-2B03-2D15-42BC-E6695B435E6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1" name="Oval 3290">
                <a:extLst>
                  <a:ext uri="{FF2B5EF4-FFF2-40B4-BE49-F238E27FC236}">
                    <a16:creationId xmlns:a16="http://schemas.microsoft.com/office/drawing/2014/main" id="{DB1A2AA2-35CF-D03A-43F0-32083D677A6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2" name="Oval 3291">
                <a:extLst>
                  <a:ext uri="{FF2B5EF4-FFF2-40B4-BE49-F238E27FC236}">
                    <a16:creationId xmlns:a16="http://schemas.microsoft.com/office/drawing/2014/main" id="{45904622-CBBC-8205-15CF-CDB9943B5E3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0" name="Group 3239">
              <a:extLst>
                <a:ext uri="{FF2B5EF4-FFF2-40B4-BE49-F238E27FC236}">
                  <a16:creationId xmlns:a16="http://schemas.microsoft.com/office/drawing/2014/main" id="{1CA7539C-9AE0-D67D-C1F8-62642D5CBEB3}"/>
                </a:ext>
              </a:extLst>
            </p:cNvPr>
            <p:cNvGrpSpPr/>
            <p:nvPr/>
          </p:nvGrpSpPr>
          <p:grpSpPr>
            <a:xfrm rot="11689693">
              <a:off x="9194034" y="3133018"/>
              <a:ext cx="242005" cy="43678"/>
              <a:chOff x="7979724" y="3580291"/>
              <a:chExt cx="242005" cy="43678"/>
            </a:xfrm>
          </p:grpSpPr>
          <p:sp>
            <p:nvSpPr>
              <p:cNvPr id="3277" name="Oval 3276">
                <a:extLst>
                  <a:ext uri="{FF2B5EF4-FFF2-40B4-BE49-F238E27FC236}">
                    <a16:creationId xmlns:a16="http://schemas.microsoft.com/office/drawing/2014/main" id="{A86A6B7B-B464-DABA-595A-FC63170A3EE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 name="Oval 3277">
                <a:extLst>
                  <a:ext uri="{FF2B5EF4-FFF2-40B4-BE49-F238E27FC236}">
                    <a16:creationId xmlns:a16="http://schemas.microsoft.com/office/drawing/2014/main" id="{41E9583C-95FA-215E-1BA3-BA2EBF0532E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9" name="Oval 3278">
                <a:extLst>
                  <a:ext uri="{FF2B5EF4-FFF2-40B4-BE49-F238E27FC236}">
                    <a16:creationId xmlns:a16="http://schemas.microsoft.com/office/drawing/2014/main" id="{76FFB686-EFF2-2C04-3F23-CE9B6D834EC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0" name="Oval 3279">
                <a:extLst>
                  <a:ext uri="{FF2B5EF4-FFF2-40B4-BE49-F238E27FC236}">
                    <a16:creationId xmlns:a16="http://schemas.microsoft.com/office/drawing/2014/main" id="{4D179B9F-E41B-E36D-77DE-9FB16F5FF3F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1" name="Oval 3280">
                <a:extLst>
                  <a:ext uri="{FF2B5EF4-FFF2-40B4-BE49-F238E27FC236}">
                    <a16:creationId xmlns:a16="http://schemas.microsoft.com/office/drawing/2014/main" id="{F3603991-728C-C561-6CCE-3FEC0C82E53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2" name="Oval 3281">
                <a:extLst>
                  <a:ext uri="{FF2B5EF4-FFF2-40B4-BE49-F238E27FC236}">
                    <a16:creationId xmlns:a16="http://schemas.microsoft.com/office/drawing/2014/main" id="{DB9E25ED-2B63-C27F-09F1-AFA20290A3E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3" name="Oval 3282">
                <a:extLst>
                  <a:ext uri="{FF2B5EF4-FFF2-40B4-BE49-F238E27FC236}">
                    <a16:creationId xmlns:a16="http://schemas.microsoft.com/office/drawing/2014/main" id="{D08512AE-7A53-AFFF-5E30-BF2BD09A4FB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4" name="Oval 3283">
                <a:extLst>
                  <a:ext uri="{FF2B5EF4-FFF2-40B4-BE49-F238E27FC236}">
                    <a16:creationId xmlns:a16="http://schemas.microsoft.com/office/drawing/2014/main" id="{5AF67CDF-6F28-4DCF-B78F-64F128C91F8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1" name="Group 3240">
              <a:extLst>
                <a:ext uri="{FF2B5EF4-FFF2-40B4-BE49-F238E27FC236}">
                  <a16:creationId xmlns:a16="http://schemas.microsoft.com/office/drawing/2014/main" id="{B79892D7-7324-DB15-538C-66D64ACD949A}"/>
                </a:ext>
              </a:extLst>
            </p:cNvPr>
            <p:cNvGrpSpPr/>
            <p:nvPr/>
          </p:nvGrpSpPr>
          <p:grpSpPr>
            <a:xfrm rot="21292958">
              <a:off x="9441488" y="3133042"/>
              <a:ext cx="242005" cy="46723"/>
              <a:chOff x="7979724" y="3580291"/>
              <a:chExt cx="242005" cy="43678"/>
            </a:xfrm>
          </p:grpSpPr>
          <p:sp>
            <p:nvSpPr>
              <p:cNvPr id="3269" name="Oval 3268">
                <a:extLst>
                  <a:ext uri="{FF2B5EF4-FFF2-40B4-BE49-F238E27FC236}">
                    <a16:creationId xmlns:a16="http://schemas.microsoft.com/office/drawing/2014/main" id="{7F952132-E04E-3FEB-2414-9F250C529F3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0" name="Oval 3269">
                <a:extLst>
                  <a:ext uri="{FF2B5EF4-FFF2-40B4-BE49-F238E27FC236}">
                    <a16:creationId xmlns:a16="http://schemas.microsoft.com/office/drawing/2014/main" id="{C8A6262C-BED1-E8A0-10F0-C57B377DCAC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1" name="Oval 3270">
                <a:extLst>
                  <a:ext uri="{FF2B5EF4-FFF2-40B4-BE49-F238E27FC236}">
                    <a16:creationId xmlns:a16="http://schemas.microsoft.com/office/drawing/2014/main" id="{31C42AD8-C04D-B5F8-7E45-F60BC7B03D5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2" name="Oval 3271">
                <a:extLst>
                  <a:ext uri="{FF2B5EF4-FFF2-40B4-BE49-F238E27FC236}">
                    <a16:creationId xmlns:a16="http://schemas.microsoft.com/office/drawing/2014/main" id="{0BA99791-9D79-72BD-BFE5-32D1074213E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3" name="Oval 3272">
                <a:extLst>
                  <a:ext uri="{FF2B5EF4-FFF2-40B4-BE49-F238E27FC236}">
                    <a16:creationId xmlns:a16="http://schemas.microsoft.com/office/drawing/2014/main" id="{6517D0F8-AB6B-F64F-D460-262AC4A4AE7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4" name="Oval 3273">
                <a:extLst>
                  <a:ext uri="{FF2B5EF4-FFF2-40B4-BE49-F238E27FC236}">
                    <a16:creationId xmlns:a16="http://schemas.microsoft.com/office/drawing/2014/main" id="{3731506A-096E-C864-B499-E0849C2F6D5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5" name="Oval 3274">
                <a:extLst>
                  <a:ext uri="{FF2B5EF4-FFF2-40B4-BE49-F238E27FC236}">
                    <a16:creationId xmlns:a16="http://schemas.microsoft.com/office/drawing/2014/main" id="{1244438E-D331-21BD-E2B1-44C85F2FC3C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6" name="Oval 3275">
                <a:extLst>
                  <a:ext uri="{FF2B5EF4-FFF2-40B4-BE49-F238E27FC236}">
                    <a16:creationId xmlns:a16="http://schemas.microsoft.com/office/drawing/2014/main" id="{446DF362-B3C7-EA10-2D52-BD605B2E1D4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2" name="Group 3241">
              <a:extLst>
                <a:ext uri="{FF2B5EF4-FFF2-40B4-BE49-F238E27FC236}">
                  <a16:creationId xmlns:a16="http://schemas.microsoft.com/office/drawing/2014/main" id="{55B722B9-D1B2-0C80-1A09-B6A3483E3BCE}"/>
                </a:ext>
              </a:extLst>
            </p:cNvPr>
            <p:cNvGrpSpPr/>
            <p:nvPr/>
          </p:nvGrpSpPr>
          <p:grpSpPr>
            <a:xfrm>
              <a:off x="9370331" y="3133858"/>
              <a:ext cx="242005" cy="43678"/>
              <a:chOff x="7979724" y="3580291"/>
              <a:chExt cx="242005" cy="43678"/>
            </a:xfrm>
          </p:grpSpPr>
          <p:sp>
            <p:nvSpPr>
              <p:cNvPr id="3261" name="Oval 3260">
                <a:extLst>
                  <a:ext uri="{FF2B5EF4-FFF2-40B4-BE49-F238E27FC236}">
                    <a16:creationId xmlns:a16="http://schemas.microsoft.com/office/drawing/2014/main" id="{541BB204-E5E7-22D9-0F10-2D976A96833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2" name="Oval 3261">
                <a:extLst>
                  <a:ext uri="{FF2B5EF4-FFF2-40B4-BE49-F238E27FC236}">
                    <a16:creationId xmlns:a16="http://schemas.microsoft.com/office/drawing/2014/main" id="{4BEEB750-D475-9DF0-C70F-0CD7DC6A0B8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3" name="Oval 3262">
                <a:extLst>
                  <a:ext uri="{FF2B5EF4-FFF2-40B4-BE49-F238E27FC236}">
                    <a16:creationId xmlns:a16="http://schemas.microsoft.com/office/drawing/2014/main" id="{0BC96A03-E75F-9B47-254E-6FA6FDB16A1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4" name="Oval 3263">
                <a:extLst>
                  <a:ext uri="{FF2B5EF4-FFF2-40B4-BE49-F238E27FC236}">
                    <a16:creationId xmlns:a16="http://schemas.microsoft.com/office/drawing/2014/main" id="{E1466FB0-7C24-AE64-3EEC-0B39146B16F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5" name="Oval 3264">
                <a:extLst>
                  <a:ext uri="{FF2B5EF4-FFF2-40B4-BE49-F238E27FC236}">
                    <a16:creationId xmlns:a16="http://schemas.microsoft.com/office/drawing/2014/main" id="{DE2B8316-23A9-5051-E999-5EE05A04718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6" name="Oval 3265">
                <a:extLst>
                  <a:ext uri="{FF2B5EF4-FFF2-40B4-BE49-F238E27FC236}">
                    <a16:creationId xmlns:a16="http://schemas.microsoft.com/office/drawing/2014/main" id="{B9AD3D4B-7088-98CA-D774-F5F43C384A3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7" name="Oval 3266">
                <a:extLst>
                  <a:ext uri="{FF2B5EF4-FFF2-40B4-BE49-F238E27FC236}">
                    <a16:creationId xmlns:a16="http://schemas.microsoft.com/office/drawing/2014/main" id="{D8BF8DBC-70FE-ABFC-96BA-D8E0626C17B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8" name="Oval 3267">
                <a:extLst>
                  <a:ext uri="{FF2B5EF4-FFF2-40B4-BE49-F238E27FC236}">
                    <a16:creationId xmlns:a16="http://schemas.microsoft.com/office/drawing/2014/main" id="{FB234C90-D9EC-E7AA-902F-387B5FF39A9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3" name="Group 3242">
              <a:extLst>
                <a:ext uri="{FF2B5EF4-FFF2-40B4-BE49-F238E27FC236}">
                  <a16:creationId xmlns:a16="http://schemas.microsoft.com/office/drawing/2014/main" id="{7AEBD3F1-551A-12EB-031A-DFCF8DA5E50D}"/>
                </a:ext>
              </a:extLst>
            </p:cNvPr>
            <p:cNvGrpSpPr/>
            <p:nvPr/>
          </p:nvGrpSpPr>
          <p:grpSpPr>
            <a:xfrm rot="10800000">
              <a:off x="9682531" y="3136218"/>
              <a:ext cx="242005" cy="46723"/>
              <a:chOff x="7979724" y="3580291"/>
              <a:chExt cx="242005" cy="43678"/>
            </a:xfrm>
          </p:grpSpPr>
          <p:sp>
            <p:nvSpPr>
              <p:cNvPr id="3253" name="Oval 3252">
                <a:extLst>
                  <a:ext uri="{FF2B5EF4-FFF2-40B4-BE49-F238E27FC236}">
                    <a16:creationId xmlns:a16="http://schemas.microsoft.com/office/drawing/2014/main" id="{55029CF4-5558-201B-6771-24B6992E078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4" name="Oval 3253">
                <a:extLst>
                  <a:ext uri="{FF2B5EF4-FFF2-40B4-BE49-F238E27FC236}">
                    <a16:creationId xmlns:a16="http://schemas.microsoft.com/office/drawing/2014/main" id="{8D8F6BF2-4A69-AC41-8D3B-AC97AB1E8D0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5" name="Oval 3254">
                <a:extLst>
                  <a:ext uri="{FF2B5EF4-FFF2-40B4-BE49-F238E27FC236}">
                    <a16:creationId xmlns:a16="http://schemas.microsoft.com/office/drawing/2014/main" id="{CAE8E917-43D2-A69D-9AFF-D70927D47AE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6" name="Oval 3255">
                <a:extLst>
                  <a:ext uri="{FF2B5EF4-FFF2-40B4-BE49-F238E27FC236}">
                    <a16:creationId xmlns:a16="http://schemas.microsoft.com/office/drawing/2014/main" id="{2438FA48-E10B-1DB5-064F-EEEFF5C0997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7" name="Oval 3256">
                <a:extLst>
                  <a:ext uri="{FF2B5EF4-FFF2-40B4-BE49-F238E27FC236}">
                    <a16:creationId xmlns:a16="http://schemas.microsoft.com/office/drawing/2014/main" id="{64307DC7-CB2F-1C25-5DEB-88EDC8D58ED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8" name="Oval 3257">
                <a:extLst>
                  <a:ext uri="{FF2B5EF4-FFF2-40B4-BE49-F238E27FC236}">
                    <a16:creationId xmlns:a16="http://schemas.microsoft.com/office/drawing/2014/main" id="{E841A56C-AD34-CBD9-2258-A4EE139EF4D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9" name="Oval 3258">
                <a:extLst>
                  <a:ext uri="{FF2B5EF4-FFF2-40B4-BE49-F238E27FC236}">
                    <a16:creationId xmlns:a16="http://schemas.microsoft.com/office/drawing/2014/main" id="{408881D0-DFD6-C64C-9456-854567F450C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0" name="Oval 3259">
                <a:extLst>
                  <a:ext uri="{FF2B5EF4-FFF2-40B4-BE49-F238E27FC236}">
                    <a16:creationId xmlns:a16="http://schemas.microsoft.com/office/drawing/2014/main" id="{7B0A50D4-ABCD-5110-2CB1-B772EF67DAF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4" name="Group 3243">
              <a:extLst>
                <a:ext uri="{FF2B5EF4-FFF2-40B4-BE49-F238E27FC236}">
                  <a16:creationId xmlns:a16="http://schemas.microsoft.com/office/drawing/2014/main" id="{A1CEB56F-6CB1-C7F5-7F72-F9C3D87DAEA1}"/>
                </a:ext>
              </a:extLst>
            </p:cNvPr>
            <p:cNvGrpSpPr/>
            <p:nvPr/>
          </p:nvGrpSpPr>
          <p:grpSpPr>
            <a:xfrm>
              <a:off x="9611374" y="3137034"/>
              <a:ext cx="242005" cy="43678"/>
              <a:chOff x="7979724" y="3580291"/>
              <a:chExt cx="242005" cy="43678"/>
            </a:xfrm>
          </p:grpSpPr>
          <p:sp>
            <p:nvSpPr>
              <p:cNvPr id="3245" name="Oval 3244">
                <a:extLst>
                  <a:ext uri="{FF2B5EF4-FFF2-40B4-BE49-F238E27FC236}">
                    <a16:creationId xmlns:a16="http://schemas.microsoft.com/office/drawing/2014/main" id="{E390E332-1E97-E7E6-F4E6-AF277DFD9AF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6" name="Oval 3245">
                <a:extLst>
                  <a:ext uri="{FF2B5EF4-FFF2-40B4-BE49-F238E27FC236}">
                    <a16:creationId xmlns:a16="http://schemas.microsoft.com/office/drawing/2014/main" id="{42CD0532-BC43-BDB5-068F-741A617D900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7" name="Oval 3246">
                <a:extLst>
                  <a:ext uri="{FF2B5EF4-FFF2-40B4-BE49-F238E27FC236}">
                    <a16:creationId xmlns:a16="http://schemas.microsoft.com/office/drawing/2014/main" id="{70895E1A-CC6B-276C-0FEA-A70CD5391E8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8" name="Oval 3247">
                <a:extLst>
                  <a:ext uri="{FF2B5EF4-FFF2-40B4-BE49-F238E27FC236}">
                    <a16:creationId xmlns:a16="http://schemas.microsoft.com/office/drawing/2014/main" id="{A4A9F66A-5337-2215-0510-40A6879CE65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9" name="Oval 3248">
                <a:extLst>
                  <a:ext uri="{FF2B5EF4-FFF2-40B4-BE49-F238E27FC236}">
                    <a16:creationId xmlns:a16="http://schemas.microsoft.com/office/drawing/2014/main" id="{A69BE9BE-8401-67F7-8438-93A62D52BCE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0" name="Oval 3249">
                <a:extLst>
                  <a:ext uri="{FF2B5EF4-FFF2-40B4-BE49-F238E27FC236}">
                    <a16:creationId xmlns:a16="http://schemas.microsoft.com/office/drawing/2014/main" id="{402E6E54-B601-0187-9004-92669A40EF6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1" name="Oval 3250">
                <a:extLst>
                  <a:ext uri="{FF2B5EF4-FFF2-40B4-BE49-F238E27FC236}">
                    <a16:creationId xmlns:a16="http://schemas.microsoft.com/office/drawing/2014/main" id="{B4330591-9FCD-558E-1AC6-5F8ED9E94B1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2" name="Oval 3251">
                <a:extLst>
                  <a:ext uri="{FF2B5EF4-FFF2-40B4-BE49-F238E27FC236}">
                    <a16:creationId xmlns:a16="http://schemas.microsoft.com/office/drawing/2014/main" id="{5223C0AB-D7FF-A8C2-880A-F488C0623AE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0" name="Group 3309">
              <a:extLst>
                <a:ext uri="{FF2B5EF4-FFF2-40B4-BE49-F238E27FC236}">
                  <a16:creationId xmlns:a16="http://schemas.microsoft.com/office/drawing/2014/main" id="{DA420643-9790-08F5-F10A-718E87E7173C}"/>
                </a:ext>
              </a:extLst>
            </p:cNvPr>
            <p:cNvGrpSpPr/>
            <p:nvPr/>
          </p:nvGrpSpPr>
          <p:grpSpPr>
            <a:xfrm rot="10800000">
              <a:off x="8761387" y="3418096"/>
              <a:ext cx="242005" cy="46723"/>
              <a:chOff x="7979724" y="3580291"/>
              <a:chExt cx="242005" cy="43678"/>
            </a:xfrm>
          </p:grpSpPr>
          <p:sp>
            <p:nvSpPr>
              <p:cNvPr id="3374" name="Oval 3373">
                <a:extLst>
                  <a:ext uri="{FF2B5EF4-FFF2-40B4-BE49-F238E27FC236}">
                    <a16:creationId xmlns:a16="http://schemas.microsoft.com/office/drawing/2014/main" id="{C81950C7-605E-2030-148B-2CE13DDDE63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5" name="Oval 3374">
                <a:extLst>
                  <a:ext uri="{FF2B5EF4-FFF2-40B4-BE49-F238E27FC236}">
                    <a16:creationId xmlns:a16="http://schemas.microsoft.com/office/drawing/2014/main" id="{D8D77191-FEDF-9A0C-EAB9-C88742A9CAB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6" name="Oval 3375">
                <a:extLst>
                  <a:ext uri="{FF2B5EF4-FFF2-40B4-BE49-F238E27FC236}">
                    <a16:creationId xmlns:a16="http://schemas.microsoft.com/office/drawing/2014/main" id="{C903B83A-99B3-F77B-2AEB-F342CF81556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7" name="Oval 3376">
                <a:extLst>
                  <a:ext uri="{FF2B5EF4-FFF2-40B4-BE49-F238E27FC236}">
                    <a16:creationId xmlns:a16="http://schemas.microsoft.com/office/drawing/2014/main" id="{38E5E8D1-5786-5382-F9AB-FE105E47DDC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8" name="Oval 3377">
                <a:extLst>
                  <a:ext uri="{FF2B5EF4-FFF2-40B4-BE49-F238E27FC236}">
                    <a16:creationId xmlns:a16="http://schemas.microsoft.com/office/drawing/2014/main" id="{300CF557-B300-5807-277D-94F9E7EEDC8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 name="Oval 3378">
                <a:extLst>
                  <a:ext uri="{FF2B5EF4-FFF2-40B4-BE49-F238E27FC236}">
                    <a16:creationId xmlns:a16="http://schemas.microsoft.com/office/drawing/2014/main" id="{5815FC19-77A9-855B-8F2B-303C39D336A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 name="Oval 3379">
                <a:extLst>
                  <a:ext uri="{FF2B5EF4-FFF2-40B4-BE49-F238E27FC236}">
                    <a16:creationId xmlns:a16="http://schemas.microsoft.com/office/drawing/2014/main" id="{0AB012B7-2A4B-492E-C9F7-B3BD8F01AE4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1" name="Oval 3380">
                <a:extLst>
                  <a:ext uri="{FF2B5EF4-FFF2-40B4-BE49-F238E27FC236}">
                    <a16:creationId xmlns:a16="http://schemas.microsoft.com/office/drawing/2014/main" id="{F60F1C32-AFEE-71F1-A55A-50D39C29A0C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1" name="Group 3310">
              <a:extLst>
                <a:ext uri="{FF2B5EF4-FFF2-40B4-BE49-F238E27FC236}">
                  <a16:creationId xmlns:a16="http://schemas.microsoft.com/office/drawing/2014/main" id="{67443488-C24B-FA3C-BBB7-DDEA38058EAC}"/>
                </a:ext>
              </a:extLst>
            </p:cNvPr>
            <p:cNvGrpSpPr/>
            <p:nvPr/>
          </p:nvGrpSpPr>
          <p:grpSpPr>
            <a:xfrm>
              <a:off x="8690230" y="3418912"/>
              <a:ext cx="242005" cy="43678"/>
              <a:chOff x="7979724" y="3580291"/>
              <a:chExt cx="242005" cy="43678"/>
            </a:xfrm>
          </p:grpSpPr>
          <p:sp>
            <p:nvSpPr>
              <p:cNvPr id="3366" name="Oval 3365">
                <a:extLst>
                  <a:ext uri="{FF2B5EF4-FFF2-40B4-BE49-F238E27FC236}">
                    <a16:creationId xmlns:a16="http://schemas.microsoft.com/office/drawing/2014/main" id="{80A8ACFC-5C06-2682-97FC-2991792C066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7" name="Oval 3366">
                <a:extLst>
                  <a:ext uri="{FF2B5EF4-FFF2-40B4-BE49-F238E27FC236}">
                    <a16:creationId xmlns:a16="http://schemas.microsoft.com/office/drawing/2014/main" id="{3F8D4780-F3BE-F399-E21D-B7156FD1272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8" name="Oval 3367">
                <a:extLst>
                  <a:ext uri="{FF2B5EF4-FFF2-40B4-BE49-F238E27FC236}">
                    <a16:creationId xmlns:a16="http://schemas.microsoft.com/office/drawing/2014/main" id="{EC907B80-5776-731A-0F75-BFE8B70E308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9" name="Oval 3368">
                <a:extLst>
                  <a:ext uri="{FF2B5EF4-FFF2-40B4-BE49-F238E27FC236}">
                    <a16:creationId xmlns:a16="http://schemas.microsoft.com/office/drawing/2014/main" id="{6C2E77C5-DE95-2FF2-63AA-B85CCE6181F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0" name="Oval 3369">
                <a:extLst>
                  <a:ext uri="{FF2B5EF4-FFF2-40B4-BE49-F238E27FC236}">
                    <a16:creationId xmlns:a16="http://schemas.microsoft.com/office/drawing/2014/main" id="{B257012D-94D7-36DF-2EEB-B1E22D39F62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1" name="Oval 3370">
                <a:extLst>
                  <a:ext uri="{FF2B5EF4-FFF2-40B4-BE49-F238E27FC236}">
                    <a16:creationId xmlns:a16="http://schemas.microsoft.com/office/drawing/2014/main" id="{193581F8-AC0A-C573-B7F7-8C296966185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2" name="Oval 3371">
                <a:extLst>
                  <a:ext uri="{FF2B5EF4-FFF2-40B4-BE49-F238E27FC236}">
                    <a16:creationId xmlns:a16="http://schemas.microsoft.com/office/drawing/2014/main" id="{BBC17F99-0E38-420E-272A-5D9D4B9598B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3" name="Oval 3372">
                <a:extLst>
                  <a:ext uri="{FF2B5EF4-FFF2-40B4-BE49-F238E27FC236}">
                    <a16:creationId xmlns:a16="http://schemas.microsoft.com/office/drawing/2014/main" id="{F62A2145-6014-B15A-87E9-3ED2CFD7B3A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2" name="Group 3311">
              <a:extLst>
                <a:ext uri="{FF2B5EF4-FFF2-40B4-BE49-F238E27FC236}">
                  <a16:creationId xmlns:a16="http://schemas.microsoft.com/office/drawing/2014/main" id="{055EC2E9-436B-CB3F-9353-432EC3BA57C5}"/>
                </a:ext>
              </a:extLst>
            </p:cNvPr>
            <p:cNvGrpSpPr/>
            <p:nvPr/>
          </p:nvGrpSpPr>
          <p:grpSpPr>
            <a:xfrm rot="10800000">
              <a:off x="9002430" y="3421272"/>
              <a:ext cx="242005" cy="46723"/>
              <a:chOff x="7979724" y="3580291"/>
              <a:chExt cx="242005" cy="43678"/>
            </a:xfrm>
          </p:grpSpPr>
          <p:sp>
            <p:nvSpPr>
              <p:cNvPr id="3358" name="Oval 3357">
                <a:extLst>
                  <a:ext uri="{FF2B5EF4-FFF2-40B4-BE49-F238E27FC236}">
                    <a16:creationId xmlns:a16="http://schemas.microsoft.com/office/drawing/2014/main" id="{C59F955B-6B07-CE19-262C-4E61CEB3BAB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9" name="Oval 3358">
                <a:extLst>
                  <a:ext uri="{FF2B5EF4-FFF2-40B4-BE49-F238E27FC236}">
                    <a16:creationId xmlns:a16="http://schemas.microsoft.com/office/drawing/2014/main" id="{81D562CB-5C0C-54CA-B6D8-C30DF4905A4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0" name="Oval 3359">
                <a:extLst>
                  <a:ext uri="{FF2B5EF4-FFF2-40B4-BE49-F238E27FC236}">
                    <a16:creationId xmlns:a16="http://schemas.microsoft.com/office/drawing/2014/main" id="{5A986A36-E7ED-F832-0649-5E3442FE2B5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1" name="Oval 3360">
                <a:extLst>
                  <a:ext uri="{FF2B5EF4-FFF2-40B4-BE49-F238E27FC236}">
                    <a16:creationId xmlns:a16="http://schemas.microsoft.com/office/drawing/2014/main" id="{46E93A99-28E7-FA9E-E334-5EA607AF38B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2" name="Oval 3361">
                <a:extLst>
                  <a:ext uri="{FF2B5EF4-FFF2-40B4-BE49-F238E27FC236}">
                    <a16:creationId xmlns:a16="http://schemas.microsoft.com/office/drawing/2014/main" id="{DF3FB935-F256-9A9C-DE65-7A6E03F9FEF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3" name="Oval 3362">
                <a:extLst>
                  <a:ext uri="{FF2B5EF4-FFF2-40B4-BE49-F238E27FC236}">
                    <a16:creationId xmlns:a16="http://schemas.microsoft.com/office/drawing/2014/main" id="{E653D271-6B61-2A37-6ADF-B11EDABB0FF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4" name="Oval 3363">
                <a:extLst>
                  <a:ext uri="{FF2B5EF4-FFF2-40B4-BE49-F238E27FC236}">
                    <a16:creationId xmlns:a16="http://schemas.microsoft.com/office/drawing/2014/main" id="{0CC968BD-2BB9-6060-F39E-5DCEF1AFE01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5" name="Oval 3364">
                <a:extLst>
                  <a:ext uri="{FF2B5EF4-FFF2-40B4-BE49-F238E27FC236}">
                    <a16:creationId xmlns:a16="http://schemas.microsoft.com/office/drawing/2014/main" id="{05B58E1D-DC3E-0E86-E954-69E5CCFD753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3" name="Group 3312">
              <a:extLst>
                <a:ext uri="{FF2B5EF4-FFF2-40B4-BE49-F238E27FC236}">
                  <a16:creationId xmlns:a16="http://schemas.microsoft.com/office/drawing/2014/main" id="{E11C9DD0-0636-C034-DAE3-6A85656AB05A}"/>
                </a:ext>
              </a:extLst>
            </p:cNvPr>
            <p:cNvGrpSpPr/>
            <p:nvPr/>
          </p:nvGrpSpPr>
          <p:grpSpPr>
            <a:xfrm rot="11689693">
              <a:off x="8931273" y="3422088"/>
              <a:ext cx="242005" cy="43678"/>
              <a:chOff x="7979724" y="3580291"/>
              <a:chExt cx="242005" cy="43678"/>
            </a:xfrm>
          </p:grpSpPr>
          <p:sp>
            <p:nvSpPr>
              <p:cNvPr id="3350" name="Oval 3349">
                <a:extLst>
                  <a:ext uri="{FF2B5EF4-FFF2-40B4-BE49-F238E27FC236}">
                    <a16:creationId xmlns:a16="http://schemas.microsoft.com/office/drawing/2014/main" id="{068D9E54-D955-F5C7-7FE6-B19C0268428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1" name="Oval 3350">
                <a:extLst>
                  <a:ext uri="{FF2B5EF4-FFF2-40B4-BE49-F238E27FC236}">
                    <a16:creationId xmlns:a16="http://schemas.microsoft.com/office/drawing/2014/main" id="{6ECEA9B4-B4BB-3A84-634E-53953F1D306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2" name="Oval 3351">
                <a:extLst>
                  <a:ext uri="{FF2B5EF4-FFF2-40B4-BE49-F238E27FC236}">
                    <a16:creationId xmlns:a16="http://schemas.microsoft.com/office/drawing/2014/main" id="{41B70C14-DF32-8EEA-F270-1656D7FAE0B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3" name="Oval 3352">
                <a:extLst>
                  <a:ext uri="{FF2B5EF4-FFF2-40B4-BE49-F238E27FC236}">
                    <a16:creationId xmlns:a16="http://schemas.microsoft.com/office/drawing/2014/main" id="{FD2F3C4B-192A-CA03-59B7-7DE96BDD130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4" name="Oval 3353">
                <a:extLst>
                  <a:ext uri="{FF2B5EF4-FFF2-40B4-BE49-F238E27FC236}">
                    <a16:creationId xmlns:a16="http://schemas.microsoft.com/office/drawing/2014/main" id="{EBC18212-967F-CF4D-E742-BB3E73F10B3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5" name="Oval 3354">
                <a:extLst>
                  <a:ext uri="{FF2B5EF4-FFF2-40B4-BE49-F238E27FC236}">
                    <a16:creationId xmlns:a16="http://schemas.microsoft.com/office/drawing/2014/main" id="{0ADCD6E3-73B9-0174-42ED-F002F41A508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6" name="Oval 3355">
                <a:extLst>
                  <a:ext uri="{FF2B5EF4-FFF2-40B4-BE49-F238E27FC236}">
                    <a16:creationId xmlns:a16="http://schemas.microsoft.com/office/drawing/2014/main" id="{E4B3AD26-5CE2-0AE1-D700-E1012AE17DD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7" name="Oval 3356">
                <a:extLst>
                  <a:ext uri="{FF2B5EF4-FFF2-40B4-BE49-F238E27FC236}">
                    <a16:creationId xmlns:a16="http://schemas.microsoft.com/office/drawing/2014/main" id="{A3368C2A-F856-13E9-9BA9-A7E78980B8D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4" name="Group 3313">
              <a:extLst>
                <a:ext uri="{FF2B5EF4-FFF2-40B4-BE49-F238E27FC236}">
                  <a16:creationId xmlns:a16="http://schemas.microsoft.com/office/drawing/2014/main" id="{BCCB5807-9FDE-3351-316C-8498743FF659}"/>
                </a:ext>
              </a:extLst>
            </p:cNvPr>
            <p:cNvGrpSpPr/>
            <p:nvPr/>
          </p:nvGrpSpPr>
          <p:grpSpPr>
            <a:xfrm rot="21292958">
              <a:off x="9178727" y="3422112"/>
              <a:ext cx="242005" cy="46723"/>
              <a:chOff x="7979724" y="3580291"/>
              <a:chExt cx="242005" cy="43678"/>
            </a:xfrm>
          </p:grpSpPr>
          <p:sp>
            <p:nvSpPr>
              <p:cNvPr id="3342" name="Oval 3341">
                <a:extLst>
                  <a:ext uri="{FF2B5EF4-FFF2-40B4-BE49-F238E27FC236}">
                    <a16:creationId xmlns:a16="http://schemas.microsoft.com/office/drawing/2014/main" id="{5F507D4A-D2E3-EBA1-542E-7099E1DD3DC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3" name="Oval 3342">
                <a:extLst>
                  <a:ext uri="{FF2B5EF4-FFF2-40B4-BE49-F238E27FC236}">
                    <a16:creationId xmlns:a16="http://schemas.microsoft.com/office/drawing/2014/main" id="{AD250A40-725C-D159-EEAE-0562872135B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4" name="Oval 3343">
                <a:extLst>
                  <a:ext uri="{FF2B5EF4-FFF2-40B4-BE49-F238E27FC236}">
                    <a16:creationId xmlns:a16="http://schemas.microsoft.com/office/drawing/2014/main" id="{8AC7898F-0CE8-4FAE-D94E-D1EED74CF5B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5" name="Oval 3344">
                <a:extLst>
                  <a:ext uri="{FF2B5EF4-FFF2-40B4-BE49-F238E27FC236}">
                    <a16:creationId xmlns:a16="http://schemas.microsoft.com/office/drawing/2014/main" id="{0E877909-3085-2C07-16A3-488A0766081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6" name="Oval 3345">
                <a:extLst>
                  <a:ext uri="{FF2B5EF4-FFF2-40B4-BE49-F238E27FC236}">
                    <a16:creationId xmlns:a16="http://schemas.microsoft.com/office/drawing/2014/main" id="{BF6765A4-55C0-CEBF-7D4A-916705A6557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7" name="Oval 3346">
                <a:extLst>
                  <a:ext uri="{FF2B5EF4-FFF2-40B4-BE49-F238E27FC236}">
                    <a16:creationId xmlns:a16="http://schemas.microsoft.com/office/drawing/2014/main" id="{83481B55-FC2A-61C5-44D9-C36005CF4FC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8" name="Oval 3347">
                <a:extLst>
                  <a:ext uri="{FF2B5EF4-FFF2-40B4-BE49-F238E27FC236}">
                    <a16:creationId xmlns:a16="http://schemas.microsoft.com/office/drawing/2014/main" id="{33AEF66F-A615-5269-4E96-79E3AC4348F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9" name="Oval 3348">
                <a:extLst>
                  <a:ext uri="{FF2B5EF4-FFF2-40B4-BE49-F238E27FC236}">
                    <a16:creationId xmlns:a16="http://schemas.microsoft.com/office/drawing/2014/main" id="{31EE221F-CDE1-B5F6-C991-00F2FC69B86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5" name="Group 3314">
              <a:extLst>
                <a:ext uri="{FF2B5EF4-FFF2-40B4-BE49-F238E27FC236}">
                  <a16:creationId xmlns:a16="http://schemas.microsoft.com/office/drawing/2014/main" id="{CF05DA2A-A765-FA51-6000-C81C28EE006C}"/>
                </a:ext>
              </a:extLst>
            </p:cNvPr>
            <p:cNvGrpSpPr/>
            <p:nvPr/>
          </p:nvGrpSpPr>
          <p:grpSpPr>
            <a:xfrm>
              <a:off x="9107570" y="3422928"/>
              <a:ext cx="242005" cy="43678"/>
              <a:chOff x="7979724" y="3580291"/>
              <a:chExt cx="242005" cy="43678"/>
            </a:xfrm>
          </p:grpSpPr>
          <p:sp>
            <p:nvSpPr>
              <p:cNvPr id="3334" name="Oval 3333">
                <a:extLst>
                  <a:ext uri="{FF2B5EF4-FFF2-40B4-BE49-F238E27FC236}">
                    <a16:creationId xmlns:a16="http://schemas.microsoft.com/office/drawing/2014/main" id="{48E50307-4D7C-92CF-79F9-A0FFDCDCE09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5" name="Oval 3334">
                <a:extLst>
                  <a:ext uri="{FF2B5EF4-FFF2-40B4-BE49-F238E27FC236}">
                    <a16:creationId xmlns:a16="http://schemas.microsoft.com/office/drawing/2014/main" id="{9C5ACCE0-1C3B-347F-3FCC-C13401CE734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6" name="Oval 3335">
                <a:extLst>
                  <a:ext uri="{FF2B5EF4-FFF2-40B4-BE49-F238E27FC236}">
                    <a16:creationId xmlns:a16="http://schemas.microsoft.com/office/drawing/2014/main" id="{9DE7A918-4FE7-B2C3-CF19-2B241595377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7" name="Oval 3336">
                <a:extLst>
                  <a:ext uri="{FF2B5EF4-FFF2-40B4-BE49-F238E27FC236}">
                    <a16:creationId xmlns:a16="http://schemas.microsoft.com/office/drawing/2014/main" id="{C01430AE-DE87-9318-D1B0-ED628B22D0E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8" name="Oval 3337">
                <a:extLst>
                  <a:ext uri="{FF2B5EF4-FFF2-40B4-BE49-F238E27FC236}">
                    <a16:creationId xmlns:a16="http://schemas.microsoft.com/office/drawing/2014/main" id="{3CC4ED88-FF8C-94A8-603B-87D49A6B819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9" name="Oval 3338">
                <a:extLst>
                  <a:ext uri="{FF2B5EF4-FFF2-40B4-BE49-F238E27FC236}">
                    <a16:creationId xmlns:a16="http://schemas.microsoft.com/office/drawing/2014/main" id="{2FEB7698-BEA8-2A7C-D205-43A9767AEC1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0" name="Oval 3339">
                <a:extLst>
                  <a:ext uri="{FF2B5EF4-FFF2-40B4-BE49-F238E27FC236}">
                    <a16:creationId xmlns:a16="http://schemas.microsoft.com/office/drawing/2014/main" id="{EB4A235E-B32E-50C4-39DE-AF6D8E167C9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1" name="Oval 3340">
                <a:extLst>
                  <a:ext uri="{FF2B5EF4-FFF2-40B4-BE49-F238E27FC236}">
                    <a16:creationId xmlns:a16="http://schemas.microsoft.com/office/drawing/2014/main" id="{0B378745-68C6-816D-6D5D-BC19F0050BD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6" name="Group 3315">
              <a:extLst>
                <a:ext uri="{FF2B5EF4-FFF2-40B4-BE49-F238E27FC236}">
                  <a16:creationId xmlns:a16="http://schemas.microsoft.com/office/drawing/2014/main" id="{AA5CA7C2-53FD-4785-FDCB-B03691F05931}"/>
                </a:ext>
              </a:extLst>
            </p:cNvPr>
            <p:cNvGrpSpPr/>
            <p:nvPr/>
          </p:nvGrpSpPr>
          <p:grpSpPr>
            <a:xfrm rot="10800000">
              <a:off x="9419770" y="3425288"/>
              <a:ext cx="242005" cy="46723"/>
              <a:chOff x="7979724" y="3580291"/>
              <a:chExt cx="242005" cy="43678"/>
            </a:xfrm>
          </p:grpSpPr>
          <p:sp>
            <p:nvSpPr>
              <p:cNvPr id="3326" name="Oval 3325">
                <a:extLst>
                  <a:ext uri="{FF2B5EF4-FFF2-40B4-BE49-F238E27FC236}">
                    <a16:creationId xmlns:a16="http://schemas.microsoft.com/office/drawing/2014/main" id="{37125811-9341-9DA1-1341-7F9C85E4134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7" name="Oval 3326">
                <a:extLst>
                  <a:ext uri="{FF2B5EF4-FFF2-40B4-BE49-F238E27FC236}">
                    <a16:creationId xmlns:a16="http://schemas.microsoft.com/office/drawing/2014/main" id="{278E5DE7-77D3-A4B9-CECE-C1A71E01351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8" name="Oval 3327">
                <a:extLst>
                  <a:ext uri="{FF2B5EF4-FFF2-40B4-BE49-F238E27FC236}">
                    <a16:creationId xmlns:a16="http://schemas.microsoft.com/office/drawing/2014/main" id="{CE801AF3-7A7A-BC2E-2199-11E83236C5A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9" name="Oval 3328">
                <a:extLst>
                  <a:ext uri="{FF2B5EF4-FFF2-40B4-BE49-F238E27FC236}">
                    <a16:creationId xmlns:a16="http://schemas.microsoft.com/office/drawing/2014/main" id="{7ADFDBE1-5E3C-0945-C31D-BF803E5FE0A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0" name="Oval 3329">
                <a:extLst>
                  <a:ext uri="{FF2B5EF4-FFF2-40B4-BE49-F238E27FC236}">
                    <a16:creationId xmlns:a16="http://schemas.microsoft.com/office/drawing/2014/main" id="{8D68D64B-26CE-8DBA-7AD8-B5F6709564D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1" name="Oval 3330">
                <a:extLst>
                  <a:ext uri="{FF2B5EF4-FFF2-40B4-BE49-F238E27FC236}">
                    <a16:creationId xmlns:a16="http://schemas.microsoft.com/office/drawing/2014/main" id="{10959584-AF4A-0B4C-E2D8-BC4A7CCA438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2" name="Oval 3331">
                <a:extLst>
                  <a:ext uri="{FF2B5EF4-FFF2-40B4-BE49-F238E27FC236}">
                    <a16:creationId xmlns:a16="http://schemas.microsoft.com/office/drawing/2014/main" id="{69B7446D-56CC-185D-9FD8-EF6964E17B3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3" name="Oval 3332">
                <a:extLst>
                  <a:ext uri="{FF2B5EF4-FFF2-40B4-BE49-F238E27FC236}">
                    <a16:creationId xmlns:a16="http://schemas.microsoft.com/office/drawing/2014/main" id="{525AA118-6727-2612-9419-FBCB4D9544A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7" name="Group 3316">
              <a:extLst>
                <a:ext uri="{FF2B5EF4-FFF2-40B4-BE49-F238E27FC236}">
                  <a16:creationId xmlns:a16="http://schemas.microsoft.com/office/drawing/2014/main" id="{1FBA9887-C15F-64C5-C8A8-4B787A4DCED3}"/>
                </a:ext>
              </a:extLst>
            </p:cNvPr>
            <p:cNvGrpSpPr/>
            <p:nvPr/>
          </p:nvGrpSpPr>
          <p:grpSpPr>
            <a:xfrm>
              <a:off x="9348613" y="3426104"/>
              <a:ext cx="242005" cy="43678"/>
              <a:chOff x="7979724" y="3580291"/>
              <a:chExt cx="242005" cy="43678"/>
            </a:xfrm>
          </p:grpSpPr>
          <p:sp>
            <p:nvSpPr>
              <p:cNvPr id="3318" name="Oval 3317">
                <a:extLst>
                  <a:ext uri="{FF2B5EF4-FFF2-40B4-BE49-F238E27FC236}">
                    <a16:creationId xmlns:a16="http://schemas.microsoft.com/office/drawing/2014/main" id="{A68C44B9-1770-E4A8-7A6D-7BD795B5222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9" name="Oval 3318">
                <a:extLst>
                  <a:ext uri="{FF2B5EF4-FFF2-40B4-BE49-F238E27FC236}">
                    <a16:creationId xmlns:a16="http://schemas.microsoft.com/office/drawing/2014/main" id="{BEDEF95A-2767-424E-72AE-501BD2B795F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0" name="Oval 3319">
                <a:extLst>
                  <a:ext uri="{FF2B5EF4-FFF2-40B4-BE49-F238E27FC236}">
                    <a16:creationId xmlns:a16="http://schemas.microsoft.com/office/drawing/2014/main" id="{0447531B-4342-CDD2-7939-A973B3588B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1" name="Oval 3320">
                <a:extLst>
                  <a:ext uri="{FF2B5EF4-FFF2-40B4-BE49-F238E27FC236}">
                    <a16:creationId xmlns:a16="http://schemas.microsoft.com/office/drawing/2014/main" id="{2613DC73-3367-AA86-2064-38908DFAA58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2" name="Oval 3321">
                <a:extLst>
                  <a:ext uri="{FF2B5EF4-FFF2-40B4-BE49-F238E27FC236}">
                    <a16:creationId xmlns:a16="http://schemas.microsoft.com/office/drawing/2014/main" id="{80E04645-1269-5E9B-34DE-69391F9225A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3" name="Oval 3322">
                <a:extLst>
                  <a:ext uri="{FF2B5EF4-FFF2-40B4-BE49-F238E27FC236}">
                    <a16:creationId xmlns:a16="http://schemas.microsoft.com/office/drawing/2014/main" id="{ABC0C41E-2375-E8BE-F9FA-CA8CA7503EC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4" name="Oval 3323">
                <a:extLst>
                  <a:ext uri="{FF2B5EF4-FFF2-40B4-BE49-F238E27FC236}">
                    <a16:creationId xmlns:a16="http://schemas.microsoft.com/office/drawing/2014/main" id="{DF0BFE4E-0D25-C647-2A1B-FE41A2A66AF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5" name="Oval 3324">
                <a:extLst>
                  <a:ext uri="{FF2B5EF4-FFF2-40B4-BE49-F238E27FC236}">
                    <a16:creationId xmlns:a16="http://schemas.microsoft.com/office/drawing/2014/main" id="{22E17D89-F119-4E2F-7CF3-509DDB58B68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83" name="Oval 3382">
              <a:extLst>
                <a:ext uri="{FF2B5EF4-FFF2-40B4-BE49-F238E27FC236}">
                  <a16:creationId xmlns:a16="http://schemas.microsoft.com/office/drawing/2014/main" id="{1331DE98-CC08-6102-FFA5-2FB9A1C733DF}"/>
                </a:ext>
              </a:extLst>
            </p:cNvPr>
            <p:cNvSpPr/>
            <p:nvPr/>
          </p:nvSpPr>
          <p:spPr>
            <a:xfrm rot="1379869">
              <a:off x="7849345" y="34880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4" name="Oval 3383">
              <a:extLst>
                <a:ext uri="{FF2B5EF4-FFF2-40B4-BE49-F238E27FC236}">
                  <a16:creationId xmlns:a16="http://schemas.microsoft.com/office/drawing/2014/main" id="{589AE8F3-67CA-C06F-A405-FF7B59355539}"/>
                </a:ext>
              </a:extLst>
            </p:cNvPr>
            <p:cNvSpPr/>
            <p:nvPr/>
          </p:nvSpPr>
          <p:spPr>
            <a:xfrm rot="1379869">
              <a:off x="7874772" y="35108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5" name="Oval 3384">
              <a:extLst>
                <a:ext uri="{FF2B5EF4-FFF2-40B4-BE49-F238E27FC236}">
                  <a16:creationId xmlns:a16="http://schemas.microsoft.com/office/drawing/2014/main" id="{5297DD15-485C-FCE3-D0C6-8DAAED1D81C9}"/>
                </a:ext>
              </a:extLst>
            </p:cNvPr>
            <p:cNvSpPr/>
            <p:nvPr/>
          </p:nvSpPr>
          <p:spPr>
            <a:xfrm rot="1379869">
              <a:off x="7898845" y="35217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6" name="Oval 3385">
              <a:extLst>
                <a:ext uri="{FF2B5EF4-FFF2-40B4-BE49-F238E27FC236}">
                  <a16:creationId xmlns:a16="http://schemas.microsoft.com/office/drawing/2014/main" id="{C465854B-B10C-DB65-886C-394E4BED6E7F}"/>
                </a:ext>
              </a:extLst>
            </p:cNvPr>
            <p:cNvSpPr/>
            <p:nvPr/>
          </p:nvSpPr>
          <p:spPr>
            <a:xfrm rot="1379869">
              <a:off x="7799453" y="34692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7" name="Oval 3386">
              <a:extLst>
                <a:ext uri="{FF2B5EF4-FFF2-40B4-BE49-F238E27FC236}">
                  <a16:creationId xmlns:a16="http://schemas.microsoft.com/office/drawing/2014/main" id="{25EE238A-301A-D1BD-E6F9-EA1537BB64C6}"/>
                </a:ext>
              </a:extLst>
            </p:cNvPr>
            <p:cNvSpPr/>
            <p:nvPr/>
          </p:nvSpPr>
          <p:spPr>
            <a:xfrm rot="1379869">
              <a:off x="7835884" y="34674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8" name="Oval 3387">
              <a:extLst>
                <a:ext uri="{FF2B5EF4-FFF2-40B4-BE49-F238E27FC236}">
                  <a16:creationId xmlns:a16="http://schemas.microsoft.com/office/drawing/2014/main" id="{70A66C8D-046E-576D-25C8-64A915B1D50C}"/>
                </a:ext>
              </a:extLst>
            </p:cNvPr>
            <p:cNvSpPr/>
            <p:nvPr/>
          </p:nvSpPr>
          <p:spPr>
            <a:xfrm rot="1379869">
              <a:off x="7967304" y="35501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9" name="Oval 3388">
              <a:extLst>
                <a:ext uri="{FF2B5EF4-FFF2-40B4-BE49-F238E27FC236}">
                  <a16:creationId xmlns:a16="http://schemas.microsoft.com/office/drawing/2014/main" id="{B0ABD563-DA5A-EF40-8988-8ADB5F1148D1}"/>
                </a:ext>
              </a:extLst>
            </p:cNvPr>
            <p:cNvSpPr/>
            <p:nvPr/>
          </p:nvSpPr>
          <p:spPr>
            <a:xfrm rot="1379869">
              <a:off x="8004657" y="35584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0" name="Oval 3389">
              <a:extLst>
                <a:ext uri="{FF2B5EF4-FFF2-40B4-BE49-F238E27FC236}">
                  <a16:creationId xmlns:a16="http://schemas.microsoft.com/office/drawing/2014/main" id="{8CB6057F-5CDF-86C1-94DB-EAE82CDFDA81}"/>
                </a:ext>
              </a:extLst>
            </p:cNvPr>
            <p:cNvSpPr/>
            <p:nvPr/>
          </p:nvSpPr>
          <p:spPr>
            <a:xfrm rot="1379869">
              <a:off x="7943701" y="353655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2" name="Oval 3391">
              <a:extLst>
                <a:ext uri="{FF2B5EF4-FFF2-40B4-BE49-F238E27FC236}">
                  <a16:creationId xmlns:a16="http://schemas.microsoft.com/office/drawing/2014/main" id="{085BEACB-EE21-655B-E3EA-7E560AC38A6D}"/>
                </a:ext>
              </a:extLst>
            </p:cNvPr>
            <p:cNvSpPr/>
            <p:nvPr/>
          </p:nvSpPr>
          <p:spPr>
            <a:xfrm rot="569977">
              <a:off x="9077319" y="3476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20EE0B77-3B21-5176-EFCA-305178581F7E}"/>
                </a:ext>
              </a:extLst>
            </p:cNvPr>
            <p:cNvSpPr/>
            <p:nvPr/>
          </p:nvSpPr>
          <p:spPr>
            <a:xfrm rot="569977">
              <a:off x="9107372" y="34930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4" name="Oval 3393">
              <a:extLst>
                <a:ext uri="{FF2B5EF4-FFF2-40B4-BE49-F238E27FC236}">
                  <a16:creationId xmlns:a16="http://schemas.microsoft.com/office/drawing/2014/main" id="{7D2D4CCC-AD8C-AB8A-18F0-BDA032621B29}"/>
                </a:ext>
              </a:extLst>
            </p:cNvPr>
            <p:cNvSpPr/>
            <p:nvPr/>
          </p:nvSpPr>
          <p:spPr>
            <a:xfrm rot="569977">
              <a:off x="9133325" y="34980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5" name="Oval 3394">
              <a:extLst>
                <a:ext uri="{FF2B5EF4-FFF2-40B4-BE49-F238E27FC236}">
                  <a16:creationId xmlns:a16="http://schemas.microsoft.com/office/drawing/2014/main" id="{42D1C20F-1F1D-CE1E-7DB5-0DCAB1FA1B9B}"/>
                </a:ext>
              </a:extLst>
            </p:cNvPr>
            <p:cNvSpPr/>
            <p:nvPr/>
          </p:nvSpPr>
          <p:spPr>
            <a:xfrm rot="569977">
              <a:off x="9024424" y="34702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6" name="Oval 3395">
              <a:extLst>
                <a:ext uri="{FF2B5EF4-FFF2-40B4-BE49-F238E27FC236}">
                  <a16:creationId xmlns:a16="http://schemas.microsoft.com/office/drawing/2014/main" id="{9BD2EC0C-BF14-A4C1-DA9C-2E951A4ADD20}"/>
                </a:ext>
              </a:extLst>
            </p:cNvPr>
            <p:cNvSpPr/>
            <p:nvPr/>
          </p:nvSpPr>
          <p:spPr>
            <a:xfrm rot="569977">
              <a:off x="9059428" y="34599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7" name="Oval 3396">
              <a:extLst>
                <a:ext uri="{FF2B5EF4-FFF2-40B4-BE49-F238E27FC236}">
                  <a16:creationId xmlns:a16="http://schemas.microsoft.com/office/drawing/2014/main" id="{4B465764-9EFB-DC54-7BC5-416B85F401C8}"/>
                </a:ext>
              </a:extLst>
            </p:cNvPr>
            <p:cNvSpPr/>
            <p:nvPr/>
          </p:nvSpPr>
          <p:spPr>
            <a:xfrm rot="569977">
              <a:off x="9206514" y="35096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8" name="Oval 3397">
              <a:extLst>
                <a:ext uri="{FF2B5EF4-FFF2-40B4-BE49-F238E27FC236}">
                  <a16:creationId xmlns:a16="http://schemas.microsoft.com/office/drawing/2014/main" id="{DDF0CE7B-B6D4-839D-FCB6-A424439E0A7A}"/>
                </a:ext>
              </a:extLst>
            </p:cNvPr>
            <p:cNvSpPr/>
            <p:nvPr/>
          </p:nvSpPr>
          <p:spPr>
            <a:xfrm rot="569977">
              <a:off x="9244764" y="35089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9" name="Oval 3398">
              <a:extLst>
                <a:ext uri="{FF2B5EF4-FFF2-40B4-BE49-F238E27FC236}">
                  <a16:creationId xmlns:a16="http://schemas.microsoft.com/office/drawing/2014/main" id="{C61E99F0-E376-26EF-D16F-72A43947087E}"/>
                </a:ext>
              </a:extLst>
            </p:cNvPr>
            <p:cNvSpPr/>
            <p:nvPr/>
          </p:nvSpPr>
          <p:spPr>
            <a:xfrm rot="569977">
              <a:off x="9180390" y="35019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1" name="Oval 3400">
              <a:extLst>
                <a:ext uri="{FF2B5EF4-FFF2-40B4-BE49-F238E27FC236}">
                  <a16:creationId xmlns:a16="http://schemas.microsoft.com/office/drawing/2014/main" id="{B1E5E6E0-5DBF-23B5-2DD2-54F76A854CCF}"/>
                </a:ext>
              </a:extLst>
            </p:cNvPr>
            <p:cNvSpPr/>
            <p:nvPr/>
          </p:nvSpPr>
          <p:spPr>
            <a:xfrm rot="1379869">
              <a:off x="7918918" y="355196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2" name="Oval 3401">
              <a:extLst>
                <a:ext uri="{FF2B5EF4-FFF2-40B4-BE49-F238E27FC236}">
                  <a16:creationId xmlns:a16="http://schemas.microsoft.com/office/drawing/2014/main" id="{ECC1A6F1-39FD-4AF5-FBDF-1D572C14159B}"/>
                </a:ext>
              </a:extLst>
            </p:cNvPr>
            <p:cNvSpPr/>
            <p:nvPr/>
          </p:nvSpPr>
          <p:spPr>
            <a:xfrm rot="1379869">
              <a:off x="7944345" y="35747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3" name="Oval 3402">
              <a:extLst>
                <a:ext uri="{FF2B5EF4-FFF2-40B4-BE49-F238E27FC236}">
                  <a16:creationId xmlns:a16="http://schemas.microsoft.com/office/drawing/2014/main" id="{E1A7EE4D-E325-C5F7-E0E9-63C251702CCD}"/>
                </a:ext>
              </a:extLst>
            </p:cNvPr>
            <p:cNvSpPr/>
            <p:nvPr/>
          </p:nvSpPr>
          <p:spPr>
            <a:xfrm rot="1379869">
              <a:off x="7968418" y="35856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4" name="Oval 3403">
              <a:extLst>
                <a:ext uri="{FF2B5EF4-FFF2-40B4-BE49-F238E27FC236}">
                  <a16:creationId xmlns:a16="http://schemas.microsoft.com/office/drawing/2014/main" id="{56FF66C1-2309-82FF-7894-E48DDF9DB99A}"/>
                </a:ext>
              </a:extLst>
            </p:cNvPr>
            <p:cNvSpPr/>
            <p:nvPr/>
          </p:nvSpPr>
          <p:spPr>
            <a:xfrm rot="1379869">
              <a:off x="7869026" y="35331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5" name="Oval 3404">
              <a:extLst>
                <a:ext uri="{FF2B5EF4-FFF2-40B4-BE49-F238E27FC236}">
                  <a16:creationId xmlns:a16="http://schemas.microsoft.com/office/drawing/2014/main" id="{5C468D11-1238-5E34-ABD1-AF609CD5921C}"/>
                </a:ext>
              </a:extLst>
            </p:cNvPr>
            <p:cNvSpPr/>
            <p:nvPr/>
          </p:nvSpPr>
          <p:spPr>
            <a:xfrm rot="1379869">
              <a:off x="7905457" y="353139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6" name="Oval 3405">
              <a:extLst>
                <a:ext uri="{FF2B5EF4-FFF2-40B4-BE49-F238E27FC236}">
                  <a16:creationId xmlns:a16="http://schemas.microsoft.com/office/drawing/2014/main" id="{F479C8CC-8389-577C-CDC9-CDCDCBC1CD9F}"/>
                </a:ext>
              </a:extLst>
            </p:cNvPr>
            <p:cNvSpPr/>
            <p:nvPr/>
          </p:nvSpPr>
          <p:spPr>
            <a:xfrm rot="1379869">
              <a:off x="8036877" y="36140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7" name="Oval 3406">
              <a:extLst>
                <a:ext uri="{FF2B5EF4-FFF2-40B4-BE49-F238E27FC236}">
                  <a16:creationId xmlns:a16="http://schemas.microsoft.com/office/drawing/2014/main" id="{06EDEC1B-A512-93CE-D850-4EE1722E0B99}"/>
                </a:ext>
              </a:extLst>
            </p:cNvPr>
            <p:cNvSpPr/>
            <p:nvPr/>
          </p:nvSpPr>
          <p:spPr>
            <a:xfrm rot="1379869">
              <a:off x="8074230" y="36223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8" name="Oval 3407">
              <a:extLst>
                <a:ext uri="{FF2B5EF4-FFF2-40B4-BE49-F238E27FC236}">
                  <a16:creationId xmlns:a16="http://schemas.microsoft.com/office/drawing/2014/main" id="{FEC07A44-6D2B-86EB-87F0-B90714302438}"/>
                </a:ext>
              </a:extLst>
            </p:cNvPr>
            <p:cNvSpPr/>
            <p:nvPr/>
          </p:nvSpPr>
          <p:spPr>
            <a:xfrm rot="1379869">
              <a:off x="8013274" y="36004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0" name="Oval 3409">
              <a:extLst>
                <a:ext uri="{FF2B5EF4-FFF2-40B4-BE49-F238E27FC236}">
                  <a16:creationId xmlns:a16="http://schemas.microsoft.com/office/drawing/2014/main" id="{E1DF5282-0F8A-954F-14DC-CF850F592B46}"/>
                </a:ext>
              </a:extLst>
            </p:cNvPr>
            <p:cNvSpPr/>
            <p:nvPr/>
          </p:nvSpPr>
          <p:spPr>
            <a:xfrm rot="10800000">
              <a:off x="8261621" y="36179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1" name="Oval 3410">
              <a:extLst>
                <a:ext uri="{FF2B5EF4-FFF2-40B4-BE49-F238E27FC236}">
                  <a16:creationId xmlns:a16="http://schemas.microsoft.com/office/drawing/2014/main" id="{04FE81F0-4121-C1A7-7693-FBBD7B258619}"/>
                </a:ext>
              </a:extLst>
            </p:cNvPr>
            <p:cNvSpPr/>
            <p:nvPr/>
          </p:nvSpPr>
          <p:spPr>
            <a:xfrm rot="10800000">
              <a:off x="8229296" y="36061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2" name="Oval 3411">
              <a:extLst>
                <a:ext uri="{FF2B5EF4-FFF2-40B4-BE49-F238E27FC236}">
                  <a16:creationId xmlns:a16="http://schemas.microsoft.com/office/drawing/2014/main" id="{34F7B1C4-78CB-5B73-0F48-0DB8130DC5E1}"/>
                </a:ext>
              </a:extLst>
            </p:cNvPr>
            <p:cNvSpPr/>
            <p:nvPr/>
          </p:nvSpPr>
          <p:spPr>
            <a:xfrm rot="10800000">
              <a:off x="8202876" y="36054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3" name="Oval 3412">
              <a:extLst>
                <a:ext uri="{FF2B5EF4-FFF2-40B4-BE49-F238E27FC236}">
                  <a16:creationId xmlns:a16="http://schemas.microsoft.com/office/drawing/2014/main" id="{9AAC96F8-A2C2-E2D4-904F-D09D20082CA6}"/>
                </a:ext>
              </a:extLst>
            </p:cNvPr>
            <p:cNvSpPr/>
            <p:nvPr/>
          </p:nvSpPr>
          <p:spPr>
            <a:xfrm rot="10800000">
              <a:off x="8314880" y="3615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4" name="Oval 3413">
              <a:extLst>
                <a:ext uri="{FF2B5EF4-FFF2-40B4-BE49-F238E27FC236}">
                  <a16:creationId xmlns:a16="http://schemas.microsoft.com/office/drawing/2014/main" id="{E24CBB19-EB0D-1868-50B3-CE33E8FE259F}"/>
                </a:ext>
              </a:extLst>
            </p:cNvPr>
            <p:cNvSpPr/>
            <p:nvPr/>
          </p:nvSpPr>
          <p:spPr>
            <a:xfrm rot="10800000">
              <a:off x="8282049" y="3632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5" name="Oval 3414">
              <a:extLst>
                <a:ext uri="{FF2B5EF4-FFF2-40B4-BE49-F238E27FC236}">
                  <a16:creationId xmlns:a16="http://schemas.microsoft.com/office/drawing/2014/main" id="{4913F548-8A0E-F7A1-2572-B9280007D44A}"/>
                </a:ext>
              </a:extLst>
            </p:cNvPr>
            <p:cNvSpPr/>
            <p:nvPr/>
          </p:nvSpPr>
          <p:spPr>
            <a:xfrm rot="10800000">
              <a:off x="8128775" y="360613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6" name="Oval 3415">
              <a:extLst>
                <a:ext uri="{FF2B5EF4-FFF2-40B4-BE49-F238E27FC236}">
                  <a16:creationId xmlns:a16="http://schemas.microsoft.com/office/drawing/2014/main" id="{1177FF71-33AF-93BF-A993-30BF7D5E9D7F}"/>
                </a:ext>
              </a:extLst>
            </p:cNvPr>
            <p:cNvSpPr/>
            <p:nvPr/>
          </p:nvSpPr>
          <p:spPr>
            <a:xfrm rot="10800000">
              <a:off x="8091163" y="36136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7" name="Oval 3416">
              <a:extLst>
                <a:ext uri="{FF2B5EF4-FFF2-40B4-BE49-F238E27FC236}">
                  <a16:creationId xmlns:a16="http://schemas.microsoft.com/office/drawing/2014/main" id="{D9E44592-00C0-B4AD-2E62-BC9618A9E3C0}"/>
                </a:ext>
              </a:extLst>
            </p:cNvPr>
            <p:cNvSpPr/>
            <p:nvPr/>
          </p:nvSpPr>
          <p:spPr>
            <a:xfrm rot="10800000">
              <a:off x="8155813" y="36096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9" name="Oval 3418">
              <a:extLst>
                <a:ext uri="{FF2B5EF4-FFF2-40B4-BE49-F238E27FC236}">
                  <a16:creationId xmlns:a16="http://schemas.microsoft.com/office/drawing/2014/main" id="{6065BD5C-2DCA-868C-7312-DD715F2EC7BE}"/>
                </a:ext>
              </a:extLst>
            </p:cNvPr>
            <p:cNvSpPr/>
            <p:nvPr/>
          </p:nvSpPr>
          <p:spPr>
            <a:xfrm>
              <a:off x="8073265" y="36199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0" name="Oval 3419">
              <a:extLst>
                <a:ext uri="{FF2B5EF4-FFF2-40B4-BE49-F238E27FC236}">
                  <a16:creationId xmlns:a16="http://schemas.microsoft.com/office/drawing/2014/main" id="{B2187E24-F1F5-4F90-893A-C5A66B089125}"/>
                </a:ext>
              </a:extLst>
            </p:cNvPr>
            <p:cNvSpPr/>
            <p:nvPr/>
          </p:nvSpPr>
          <p:spPr>
            <a:xfrm>
              <a:off x="8105590" y="36310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1" name="Oval 3420">
              <a:extLst>
                <a:ext uri="{FF2B5EF4-FFF2-40B4-BE49-F238E27FC236}">
                  <a16:creationId xmlns:a16="http://schemas.microsoft.com/office/drawing/2014/main" id="{49377376-40DC-A460-421C-905B4E2FFF2C}"/>
                </a:ext>
              </a:extLst>
            </p:cNvPr>
            <p:cNvSpPr/>
            <p:nvPr/>
          </p:nvSpPr>
          <p:spPr>
            <a:xfrm>
              <a:off x="8132010" y="36316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2" name="Oval 3421">
              <a:extLst>
                <a:ext uri="{FF2B5EF4-FFF2-40B4-BE49-F238E27FC236}">
                  <a16:creationId xmlns:a16="http://schemas.microsoft.com/office/drawing/2014/main" id="{B1074569-2B29-4031-C824-A073BA68E75C}"/>
                </a:ext>
              </a:extLst>
            </p:cNvPr>
            <p:cNvSpPr/>
            <p:nvPr/>
          </p:nvSpPr>
          <p:spPr>
            <a:xfrm>
              <a:off x="8020006" y="36221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3" name="Oval 3422">
              <a:extLst>
                <a:ext uri="{FF2B5EF4-FFF2-40B4-BE49-F238E27FC236}">
                  <a16:creationId xmlns:a16="http://schemas.microsoft.com/office/drawing/2014/main" id="{D0A612F6-F4A7-8863-1BC6-FA10877B0C12}"/>
                </a:ext>
              </a:extLst>
            </p:cNvPr>
            <p:cNvSpPr/>
            <p:nvPr/>
          </p:nvSpPr>
          <p:spPr>
            <a:xfrm>
              <a:off x="8052837" y="36062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4" name="Oval 3423">
              <a:extLst>
                <a:ext uri="{FF2B5EF4-FFF2-40B4-BE49-F238E27FC236}">
                  <a16:creationId xmlns:a16="http://schemas.microsoft.com/office/drawing/2014/main" id="{624C99AA-D9A5-41F1-36DB-664F52D59DD5}"/>
                </a:ext>
              </a:extLst>
            </p:cNvPr>
            <p:cNvSpPr/>
            <p:nvPr/>
          </p:nvSpPr>
          <p:spPr>
            <a:xfrm>
              <a:off x="8206111" y="36310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5" name="Oval 3424">
              <a:extLst>
                <a:ext uri="{FF2B5EF4-FFF2-40B4-BE49-F238E27FC236}">
                  <a16:creationId xmlns:a16="http://schemas.microsoft.com/office/drawing/2014/main" id="{4BC97999-179E-457C-848F-881FA14D3276}"/>
                </a:ext>
              </a:extLst>
            </p:cNvPr>
            <p:cNvSpPr/>
            <p:nvPr/>
          </p:nvSpPr>
          <p:spPr>
            <a:xfrm>
              <a:off x="8243723" y="36240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6" name="Oval 3425">
              <a:extLst>
                <a:ext uri="{FF2B5EF4-FFF2-40B4-BE49-F238E27FC236}">
                  <a16:creationId xmlns:a16="http://schemas.microsoft.com/office/drawing/2014/main" id="{6E9F1F7C-CE25-8B9F-F00B-D7A9F3E31D93}"/>
                </a:ext>
              </a:extLst>
            </p:cNvPr>
            <p:cNvSpPr/>
            <p:nvPr/>
          </p:nvSpPr>
          <p:spPr>
            <a:xfrm>
              <a:off x="8179073" y="36277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8" name="Oval 3427">
              <a:extLst>
                <a:ext uri="{FF2B5EF4-FFF2-40B4-BE49-F238E27FC236}">
                  <a16:creationId xmlns:a16="http://schemas.microsoft.com/office/drawing/2014/main" id="{7408F3AC-925A-6C35-575C-0B613F36023A}"/>
                </a:ext>
              </a:extLst>
            </p:cNvPr>
            <p:cNvSpPr/>
            <p:nvPr/>
          </p:nvSpPr>
          <p:spPr>
            <a:xfrm rot="10800000">
              <a:off x="7601290" y="32844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9" name="Oval 3428">
              <a:extLst>
                <a:ext uri="{FF2B5EF4-FFF2-40B4-BE49-F238E27FC236}">
                  <a16:creationId xmlns:a16="http://schemas.microsoft.com/office/drawing/2014/main" id="{8B36B010-0F06-36F9-7E14-88A670B7039D}"/>
                </a:ext>
              </a:extLst>
            </p:cNvPr>
            <p:cNvSpPr/>
            <p:nvPr/>
          </p:nvSpPr>
          <p:spPr>
            <a:xfrm rot="10800000">
              <a:off x="7568965" y="32726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0" name="Oval 3429">
              <a:extLst>
                <a:ext uri="{FF2B5EF4-FFF2-40B4-BE49-F238E27FC236}">
                  <a16:creationId xmlns:a16="http://schemas.microsoft.com/office/drawing/2014/main" id="{22ECDB1A-A617-7B2E-F82D-10B199B9564C}"/>
                </a:ext>
              </a:extLst>
            </p:cNvPr>
            <p:cNvSpPr/>
            <p:nvPr/>
          </p:nvSpPr>
          <p:spPr>
            <a:xfrm rot="10800000">
              <a:off x="7542545" y="32719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1" name="Oval 3430">
              <a:extLst>
                <a:ext uri="{FF2B5EF4-FFF2-40B4-BE49-F238E27FC236}">
                  <a16:creationId xmlns:a16="http://schemas.microsoft.com/office/drawing/2014/main" id="{717A590E-1ED5-3F81-2484-E610BBC3DBFF}"/>
                </a:ext>
              </a:extLst>
            </p:cNvPr>
            <p:cNvSpPr/>
            <p:nvPr/>
          </p:nvSpPr>
          <p:spPr>
            <a:xfrm rot="10800000">
              <a:off x="7654549" y="3282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2" name="Oval 3431">
              <a:extLst>
                <a:ext uri="{FF2B5EF4-FFF2-40B4-BE49-F238E27FC236}">
                  <a16:creationId xmlns:a16="http://schemas.microsoft.com/office/drawing/2014/main" id="{0635CE5D-D745-B1C9-6AE8-DE3C7685FD8A}"/>
                </a:ext>
              </a:extLst>
            </p:cNvPr>
            <p:cNvSpPr/>
            <p:nvPr/>
          </p:nvSpPr>
          <p:spPr>
            <a:xfrm rot="10800000">
              <a:off x="7621718" y="3299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3" name="Oval 3432">
              <a:extLst>
                <a:ext uri="{FF2B5EF4-FFF2-40B4-BE49-F238E27FC236}">
                  <a16:creationId xmlns:a16="http://schemas.microsoft.com/office/drawing/2014/main" id="{511DC661-79C1-CBCA-AE40-C146DC061FC9}"/>
                </a:ext>
              </a:extLst>
            </p:cNvPr>
            <p:cNvSpPr/>
            <p:nvPr/>
          </p:nvSpPr>
          <p:spPr>
            <a:xfrm rot="10800000">
              <a:off x="7468444" y="32726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4" name="Oval 3433">
              <a:extLst>
                <a:ext uri="{FF2B5EF4-FFF2-40B4-BE49-F238E27FC236}">
                  <a16:creationId xmlns:a16="http://schemas.microsoft.com/office/drawing/2014/main" id="{FFB0F997-3260-00C1-EE7B-35A03D35AB2F}"/>
                </a:ext>
              </a:extLst>
            </p:cNvPr>
            <p:cNvSpPr/>
            <p:nvPr/>
          </p:nvSpPr>
          <p:spPr>
            <a:xfrm rot="10800000">
              <a:off x="7430832" y="32800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5" name="Oval 3434">
              <a:extLst>
                <a:ext uri="{FF2B5EF4-FFF2-40B4-BE49-F238E27FC236}">
                  <a16:creationId xmlns:a16="http://schemas.microsoft.com/office/drawing/2014/main" id="{F513D756-4585-6857-FAB6-DEFE35C012EC}"/>
                </a:ext>
              </a:extLst>
            </p:cNvPr>
            <p:cNvSpPr/>
            <p:nvPr/>
          </p:nvSpPr>
          <p:spPr>
            <a:xfrm rot="10800000">
              <a:off x="7495482" y="32761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7" name="Oval 3436">
              <a:extLst>
                <a:ext uri="{FF2B5EF4-FFF2-40B4-BE49-F238E27FC236}">
                  <a16:creationId xmlns:a16="http://schemas.microsoft.com/office/drawing/2014/main" id="{8A609587-703B-7408-4522-F4FB96062E3D}"/>
                </a:ext>
              </a:extLst>
            </p:cNvPr>
            <p:cNvSpPr/>
            <p:nvPr/>
          </p:nvSpPr>
          <p:spPr>
            <a:xfrm>
              <a:off x="7412934" y="32864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8" name="Oval 3437">
              <a:extLst>
                <a:ext uri="{FF2B5EF4-FFF2-40B4-BE49-F238E27FC236}">
                  <a16:creationId xmlns:a16="http://schemas.microsoft.com/office/drawing/2014/main" id="{9BFB3C29-3E7A-A014-1D05-25998A933838}"/>
                </a:ext>
              </a:extLst>
            </p:cNvPr>
            <p:cNvSpPr/>
            <p:nvPr/>
          </p:nvSpPr>
          <p:spPr>
            <a:xfrm>
              <a:off x="7445259" y="329750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9" name="Oval 3438">
              <a:extLst>
                <a:ext uri="{FF2B5EF4-FFF2-40B4-BE49-F238E27FC236}">
                  <a16:creationId xmlns:a16="http://schemas.microsoft.com/office/drawing/2014/main" id="{7FD69EC5-E1FF-6414-1E3D-F12703CB15E6}"/>
                </a:ext>
              </a:extLst>
            </p:cNvPr>
            <p:cNvSpPr/>
            <p:nvPr/>
          </p:nvSpPr>
          <p:spPr>
            <a:xfrm>
              <a:off x="7471679" y="329813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0" name="Oval 3439">
              <a:extLst>
                <a:ext uri="{FF2B5EF4-FFF2-40B4-BE49-F238E27FC236}">
                  <a16:creationId xmlns:a16="http://schemas.microsoft.com/office/drawing/2014/main" id="{11A22E06-0BF2-3274-131B-54F857F1BDD2}"/>
                </a:ext>
              </a:extLst>
            </p:cNvPr>
            <p:cNvSpPr/>
            <p:nvPr/>
          </p:nvSpPr>
          <p:spPr>
            <a:xfrm>
              <a:off x="7359675" y="32886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1" name="Oval 3440">
              <a:extLst>
                <a:ext uri="{FF2B5EF4-FFF2-40B4-BE49-F238E27FC236}">
                  <a16:creationId xmlns:a16="http://schemas.microsoft.com/office/drawing/2014/main" id="{A9C8E77A-0317-80D2-89E7-F997F423F8DD}"/>
                </a:ext>
              </a:extLst>
            </p:cNvPr>
            <p:cNvSpPr/>
            <p:nvPr/>
          </p:nvSpPr>
          <p:spPr>
            <a:xfrm>
              <a:off x="7392506" y="32727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2" name="Oval 3441">
              <a:extLst>
                <a:ext uri="{FF2B5EF4-FFF2-40B4-BE49-F238E27FC236}">
                  <a16:creationId xmlns:a16="http://schemas.microsoft.com/office/drawing/2014/main" id="{8B60685B-3D07-2F3E-F1E4-7017074A1623}"/>
                </a:ext>
              </a:extLst>
            </p:cNvPr>
            <p:cNvSpPr/>
            <p:nvPr/>
          </p:nvSpPr>
          <p:spPr>
            <a:xfrm>
              <a:off x="7545780" y="329750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3" name="Oval 3442">
              <a:extLst>
                <a:ext uri="{FF2B5EF4-FFF2-40B4-BE49-F238E27FC236}">
                  <a16:creationId xmlns:a16="http://schemas.microsoft.com/office/drawing/2014/main" id="{28DE3F2B-6253-4A28-4E75-BE5DCF903938}"/>
                </a:ext>
              </a:extLst>
            </p:cNvPr>
            <p:cNvSpPr/>
            <p:nvPr/>
          </p:nvSpPr>
          <p:spPr>
            <a:xfrm>
              <a:off x="7583392" y="329051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4" name="Oval 3443">
              <a:extLst>
                <a:ext uri="{FF2B5EF4-FFF2-40B4-BE49-F238E27FC236}">
                  <a16:creationId xmlns:a16="http://schemas.microsoft.com/office/drawing/2014/main" id="{6939AE1B-803F-7931-2145-752FB9172D6B}"/>
                </a:ext>
              </a:extLst>
            </p:cNvPr>
            <p:cNvSpPr/>
            <p:nvPr/>
          </p:nvSpPr>
          <p:spPr>
            <a:xfrm>
              <a:off x="7518742" y="32942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6" name="Oval 3445">
              <a:extLst>
                <a:ext uri="{FF2B5EF4-FFF2-40B4-BE49-F238E27FC236}">
                  <a16:creationId xmlns:a16="http://schemas.microsoft.com/office/drawing/2014/main" id="{450A4C10-B709-221F-BFF6-9FDCD77D2F3D}"/>
                </a:ext>
              </a:extLst>
            </p:cNvPr>
            <p:cNvSpPr/>
            <p:nvPr/>
          </p:nvSpPr>
          <p:spPr>
            <a:xfrm rot="10800000">
              <a:off x="8002545" y="32866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7" name="Oval 3446">
              <a:extLst>
                <a:ext uri="{FF2B5EF4-FFF2-40B4-BE49-F238E27FC236}">
                  <a16:creationId xmlns:a16="http://schemas.microsoft.com/office/drawing/2014/main" id="{FB92B77E-5F55-89C6-1C9D-85927C7C397F}"/>
                </a:ext>
              </a:extLst>
            </p:cNvPr>
            <p:cNvSpPr/>
            <p:nvPr/>
          </p:nvSpPr>
          <p:spPr>
            <a:xfrm rot="10800000">
              <a:off x="7970220" y="32748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8" name="Oval 3447">
              <a:extLst>
                <a:ext uri="{FF2B5EF4-FFF2-40B4-BE49-F238E27FC236}">
                  <a16:creationId xmlns:a16="http://schemas.microsoft.com/office/drawing/2014/main" id="{A578F32D-974E-B379-8755-44DED7DC2DF7}"/>
                </a:ext>
              </a:extLst>
            </p:cNvPr>
            <p:cNvSpPr/>
            <p:nvPr/>
          </p:nvSpPr>
          <p:spPr>
            <a:xfrm rot="10800000">
              <a:off x="7943800" y="32741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9" name="Oval 3448">
              <a:extLst>
                <a:ext uri="{FF2B5EF4-FFF2-40B4-BE49-F238E27FC236}">
                  <a16:creationId xmlns:a16="http://schemas.microsoft.com/office/drawing/2014/main" id="{B695C5B7-1510-47FB-F330-8DAEFA049502}"/>
                </a:ext>
              </a:extLst>
            </p:cNvPr>
            <p:cNvSpPr/>
            <p:nvPr/>
          </p:nvSpPr>
          <p:spPr>
            <a:xfrm rot="10800000">
              <a:off x="8055804" y="3284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0" name="Oval 3449">
              <a:extLst>
                <a:ext uri="{FF2B5EF4-FFF2-40B4-BE49-F238E27FC236}">
                  <a16:creationId xmlns:a16="http://schemas.microsoft.com/office/drawing/2014/main" id="{3162336A-25AF-B611-2C71-85CDB6E8AA5C}"/>
                </a:ext>
              </a:extLst>
            </p:cNvPr>
            <p:cNvSpPr/>
            <p:nvPr/>
          </p:nvSpPr>
          <p:spPr>
            <a:xfrm rot="10800000">
              <a:off x="8022973" y="3301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1" name="Oval 3450">
              <a:extLst>
                <a:ext uri="{FF2B5EF4-FFF2-40B4-BE49-F238E27FC236}">
                  <a16:creationId xmlns:a16="http://schemas.microsoft.com/office/drawing/2014/main" id="{D1316BC7-3744-3693-9206-B63C73319C6F}"/>
                </a:ext>
              </a:extLst>
            </p:cNvPr>
            <p:cNvSpPr/>
            <p:nvPr/>
          </p:nvSpPr>
          <p:spPr>
            <a:xfrm rot="10800000">
              <a:off x="7869699" y="32748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2" name="Oval 3451">
              <a:extLst>
                <a:ext uri="{FF2B5EF4-FFF2-40B4-BE49-F238E27FC236}">
                  <a16:creationId xmlns:a16="http://schemas.microsoft.com/office/drawing/2014/main" id="{B79A5813-BE11-45B8-1540-CE9B4D8979E7}"/>
                </a:ext>
              </a:extLst>
            </p:cNvPr>
            <p:cNvSpPr/>
            <p:nvPr/>
          </p:nvSpPr>
          <p:spPr>
            <a:xfrm rot="10800000">
              <a:off x="7832087" y="32822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3" name="Oval 3452">
              <a:extLst>
                <a:ext uri="{FF2B5EF4-FFF2-40B4-BE49-F238E27FC236}">
                  <a16:creationId xmlns:a16="http://schemas.microsoft.com/office/drawing/2014/main" id="{DADC2459-3A92-72AB-3B7B-3C6C5CF43535}"/>
                </a:ext>
              </a:extLst>
            </p:cNvPr>
            <p:cNvSpPr/>
            <p:nvPr/>
          </p:nvSpPr>
          <p:spPr>
            <a:xfrm rot="10800000">
              <a:off x="7896737" y="32783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5" name="Oval 3454">
              <a:extLst>
                <a:ext uri="{FF2B5EF4-FFF2-40B4-BE49-F238E27FC236}">
                  <a16:creationId xmlns:a16="http://schemas.microsoft.com/office/drawing/2014/main" id="{06A59D25-DF63-CFC0-193D-EF6A2F472EA6}"/>
                </a:ext>
              </a:extLst>
            </p:cNvPr>
            <p:cNvSpPr/>
            <p:nvPr/>
          </p:nvSpPr>
          <p:spPr>
            <a:xfrm>
              <a:off x="7814189" y="328863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6" name="Oval 3455">
              <a:extLst>
                <a:ext uri="{FF2B5EF4-FFF2-40B4-BE49-F238E27FC236}">
                  <a16:creationId xmlns:a16="http://schemas.microsoft.com/office/drawing/2014/main" id="{6F7A9BC3-08FF-AB09-3F56-F91F5435799F}"/>
                </a:ext>
              </a:extLst>
            </p:cNvPr>
            <p:cNvSpPr/>
            <p:nvPr/>
          </p:nvSpPr>
          <p:spPr>
            <a:xfrm>
              <a:off x="7846514" y="329971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7" name="Oval 3456">
              <a:extLst>
                <a:ext uri="{FF2B5EF4-FFF2-40B4-BE49-F238E27FC236}">
                  <a16:creationId xmlns:a16="http://schemas.microsoft.com/office/drawing/2014/main" id="{9DF2042E-F643-8A41-A396-A614AC278A54}"/>
                </a:ext>
              </a:extLst>
            </p:cNvPr>
            <p:cNvSpPr/>
            <p:nvPr/>
          </p:nvSpPr>
          <p:spPr>
            <a:xfrm>
              <a:off x="7872934" y="33003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8" name="Oval 3457">
              <a:extLst>
                <a:ext uri="{FF2B5EF4-FFF2-40B4-BE49-F238E27FC236}">
                  <a16:creationId xmlns:a16="http://schemas.microsoft.com/office/drawing/2014/main" id="{E9B06F38-A8A3-B58D-4542-8DF6CDC633F3}"/>
                </a:ext>
              </a:extLst>
            </p:cNvPr>
            <p:cNvSpPr/>
            <p:nvPr/>
          </p:nvSpPr>
          <p:spPr>
            <a:xfrm>
              <a:off x="7760930" y="329084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9" name="Oval 3458">
              <a:extLst>
                <a:ext uri="{FF2B5EF4-FFF2-40B4-BE49-F238E27FC236}">
                  <a16:creationId xmlns:a16="http://schemas.microsoft.com/office/drawing/2014/main" id="{AE23CD29-9489-2C99-FF4A-3AF32270AB49}"/>
                </a:ext>
              </a:extLst>
            </p:cNvPr>
            <p:cNvSpPr/>
            <p:nvPr/>
          </p:nvSpPr>
          <p:spPr>
            <a:xfrm>
              <a:off x="7793761" y="327495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0" name="Oval 3459">
              <a:extLst>
                <a:ext uri="{FF2B5EF4-FFF2-40B4-BE49-F238E27FC236}">
                  <a16:creationId xmlns:a16="http://schemas.microsoft.com/office/drawing/2014/main" id="{0298808D-F6A6-7623-F9D1-ECCC9320E00F}"/>
                </a:ext>
              </a:extLst>
            </p:cNvPr>
            <p:cNvSpPr/>
            <p:nvPr/>
          </p:nvSpPr>
          <p:spPr>
            <a:xfrm>
              <a:off x="7947035" y="32997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1" name="Oval 3460">
              <a:extLst>
                <a:ext uri="{FF2B5EF4-FFF2-40B4-BE49-F238E27FC236}">
                  <a16:creationId xmlns:a16="http://schemas.microsoft.com/office/drawing/2014/main" id="{B8ED7261-0270-A18F-C9ED-3F22ADD48366}"/>
                </a:ext>
              </a:extLst>
            </p:cNvPr>
            <p:cNvSpPr/>
            <p:nvPr/>
          </p:nvSpPr>
          <p:spPr>
            <a:xfrm>
              <a:off x="7984647" y="32927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2" name="Oval 3461">
              <a:extLst>
                <a:ext uri="{FF2B5EF4-FFF2-40B4-BE49-F238E27FC236}">
                  <a16:creationId xmlns:a16="http://schemas.microsoft.com/office/drawing/2014/main" id="{E4D947BE-7F23-E37B-9ABB-94621C2DF16C}"/>
                </a:ext>
              </a:extLst>
            </p:cNvPr>
            <p:cNvSpPr/>
            <p:nvPr/>
          </p:nvSpPr>
          <p:spPr>
            <a:xfrm>
              <a:off x="7919997" y="32964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4" name="Oval 3463">
              <a:extLst>
                <a:ext uri="{FF2B5EF4-FFF2-40B4-BE49-F238E27FC236}">
                  <a16:creationId xmlns:a16="http://schemas.microsoft.com/office/drawing/2014/main" id="{2E00E144-BB4A-1ACC-4C8D-A48C59E09523}"/>
                </a:ext>
              </a:extLst>
            </p:cNvPr>
            <p:cNvSpPr/>
            <p:nvPr/>
          </p:nvSpPr>
          <p:spPr>
            <a:xfrm rot="10800000">
              <a:off x="8396635"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5" name="Oval 3464">
              <a:extLst>
                <a:ext uri="{FF2B5EF4-FFF2-40B4-BE49-F238E27FC236}">
                  <a16:creationId xmlns:a16="http://schemas.microsoft.com/office/drawing/2014/main" id="{EE18E2D2-B324-217E-E8B3-8831D990C1E8}"/>
                </a:ext>
              </a:extLst>
            </p:cNvPr>
            <p:cNvSpPr/>
            <p:nvPr/>
          </p:nvSpPr>
          <p:spPr>
            <a:xfrm rot="10800000">
              <a:off x="8364310"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6" name="Oval 3465">
              <a:extLst>
                <a:ext uri="{FF2B5EF4-FFF2-40B4-BE49-F238E27FC236}">
                  <a16:creationId xmlns:a16="http://schemas.microsoft.com/office/drawing/2014/main" id="{2249262E-8039-96D2-EE62-3D37D6F5D938}"/>
                </a:ext>
              </a:extLst>
            </p:cNvPr>
            <p:cNvSpPr/>
            <p:nvPr/>
          </p:nvSpPr>
          <p:spPr>
            <a:xfrm rot="10800000">
              <a:off x="8337890"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7" name="Oval 3466">
              <a:extLst>
                <a:ext uri="{FF2B5EF4-FFF2-40B4-BE49-F238E27FC236}">
                  <a16:creationId xmlns:a16="http://schemas.microsoft.com/office/drawing/2014/main" id="{56F15B6F-33B7-48B6-DBDC-6CE89AF83F5C}"/>
                </a:ext>
              </a:extLst>
            </p:cNvPr>
            <p:cNvSpPr/>
            <p:nvPr/>
          </p:nvSpPr>
          <p:spPr>
            <a:xfrm rot="10800000">
              <a:off x="8449894"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8" name="Oval 3467">
              <a:extLst>
                <a:ext uri="{FF2B5EF4-FFF2-40B4-BE49-F238E27FC236}">
                  <a16:creationId xmlns:a16="http://schemas.microsoft.com/office/drawing/2014/main" id="{F091FA93-43F3-985A-7758-A44BBE33CB51}"/>
                </a:ext>
              </a:extLst>
            </p:cNvPr>
            <p:cNvSpPr/>
            <p:nvPr/>
          </p:nvSpPr>
          <p:spPr>
            <a:xfrm rot="10800000">
              <a:off x="8417063"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9" name="Oval 3468">
              <a:extLst>
                <a:ext uri="{FF2B5EF4-FFF2-40B4-BE49-F238E27FC236}">
                  <a16:creationId xmlns:a16="http://schemas.microsoft.com/office/drawing/2014/main" id="{8E0D87A5-5211-84AC-CCD1-106F799C494D}"/>
                </a:ext>
              </a:extLst>
            </p:cNvPr>
            <p:cNvSpPr/>
            <p:nvPr/>
          </p:nvSpPr>
          <p:spPr>
            <a:xfrm rot="10800000">
              <a:off x="8263789"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0" name="Oval 3469">
              <a:extLst>
                <a:ext uri="{FF2B5EF4-FFF2-40B4-BE49-F238E27FC236}">
                  <a16:creationId xmlns:a16="http://schemas.microsoft.com/office/drawing/2014/main" id="{D5D6F27F-FCB9-749B-3CFC-DB671DDBAEAB}"/>
                </a:ext>
              </a:extLst>
            </p:cNvPr>
            <p:cNvSpPr/>
            <p:nvPr/>
          </p:nvSpPr>
          <p:spPr>
            <a:xfrm rot="10800000">
              <a:off x="8226177"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 name="Oval 3470">
              <a:extLst>
                <a:ext uri="{FF2B5EF4-FFF2-40B4-BE49-F238E27FC236}">
                  <a16:creationId xmlns:a16="http://schemas.microsoft.com/office/drawing/2014/main" id="{4E10C3CD-899D-4A2F-80E7-A0756CE0A27C}"/>
                </a:ext>
              </a:extLst>
            </p:cNvPr>
            <p:cNvSpPr/>
            <p:nvPr/>
          </p:nvSpPr>
          <p:spPr>
            <a:xfrm rot="10800000">
              <a:off x="8290827"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3" name="Oval 3472">
              <a:extLst>
                <a:ext uri="{FF2B5EF4-FFF2-40B4-BE49-F238E27FC236}">
                  <a16:creationId xmlns:a16="http://schemas.microsoft.com/office/drawing/2014/main" id="{103C2D5F-DDB0-27DB-8D5B-205274C634DD}"/>
                </a:ext>
              </a:extLst>
            </p:cNvPr>
            <p:cNvSpPr/>
            <p:nvPr/>
          </p:nvSpPr>
          <p:spPr>
            <a:xfrm>
              <a:off x="8208279"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4" name="Oval 3473">
              <a:extLst>
                <a:ext uri="{FF2B5EF4-FFF2-40B4-BE49-F238E27FC236}">
                  <a16:creationId xmlns:a16="http://schemas.microsoft.com/office/drawing/2014/main" id="{4890B6C0-2D9F-4E1F-9867-D568C7B7AF52}"/>
                </a:ext>
              </a:extLst>
            </p:cNvPr>
            <p:cNvSpPr/>
            <p:nvPr/>
          </p:nvSpPr>
          <p:spPr>
            <a:xfrm>
              <a:off x="8240604"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5" name="Oval 3474">
              <a:extLst>
                <a:ext uri="{FF2B5EF4-FFF2-40B4-BE49-F238E27FC236}">
                  <a16:creationId xmlns:a16="http://schemas.microsoft.com/office/drawing/2014/main" id="{4C69F011-A3E6-AD8F-3ABD-17E53F2D81C4}"/>
                </a:ext>
              </a:extLst>
            </p:cNvPr>
            <p:cNvSpPr/>
            <p:nvPr/>
          </p:nvSpPr>
          <p:spPr>
            <a:xfrm>
              <a:off x="8267024"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6" name="Oval 3475">
              <a:extLst>
                <a:ext uri="{FF2B5EF4-FFF2-40B4-BE49-F238E27FC236}">
                  <a16:creationId xmlns:a16="http://schemas.microsoft.com/office/drawing/2014/main" id="{C092C304-CEC8-1939-9C58-893982A45115}"/>
                </a:ext>
              </a:extLst>
            </p:cNvPr>
            <p:cNvSpPr/>
            <p:nvPr/>
          </p:nvSpPr>
          <p:spPr>
            <a:xfrm>
              <a:off x="8155020"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7" name="Oval 3476">
              <a:extLst>
                <a:ext uri="{FF2B5EF4-FFF2-40B4-BE49-F238E27FC236}">
                  <a16:creationId xmlns:a16="http://schemas.microsoft.com/office/drawing/2014/main" id="{122BCB36-2DDA-B83B-CC17-AD96C3FAC651}"/>
                </a:ext>
              </a:extLst>
            </p:cNvPr>
            <p:cNvSpPr/>
            <p:nvPr/>
          </p:nvSpPr>
          <p:spPr>
            <a:xfrm>
              <a:off x="8187851"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8" name="Oval 3477">
              <a:extLst>
                <a:ext uri="{FF2B5EF4-FFF2-40B4-BE49-F238E27FC236}">
                  <a16:creationId xmlns:a16="http://schemas.microsoft.com/office/drawing/2014/main" id="{6D0F4D7D-5C3E-FE38-70B5-C9598B5A109F}"/>
                </a:ext>
              </a:extLst>
            </p:cNvPr>
            <p:cNvSpPr/>
            <p:nvPr/>
          </p:nvSpPr>
          <p:spPr>
            <a:xfrm>
              <a:off x="8341125"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9" name="Oval 3478">
              <a:extLst>
                <a:ext uri="{FF2B5EF4-FFF2-40B4-BE49-F238E27FC236}">
                  <a16:creationId xmlns:a16="http://schemas.microsoft.com/office/drawing/2014/main" id="{D493E1D5-A3DC-02D9-3FFE-89EF8CFB6C79}"/>
                </a:ext>
              </a:extLst>
            </p:cNvPr>
            <p:cNvSpPr/>
            <p:nvPr/>
          </p:nvSpPr>
          <p:spPr>
            <a:xfrm>
              <a:off x="8378737"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0" name="Oval 3479">
              <a:extLst>
                <a:ext uri="{FF2B5EF4-FFF2-40B4-BE49-F238E27FC236}">
                  <a16:creationId xmlns:a16="http://schemas.microsoft.com/office/drawing/2014/main" id="{37760687-6D46-F774-D4C1-7EEDB3494CAA}"/>
                </a:ext>
              </a:extLst>
            </p:cNvPr>
            <p:cNvSpPr/>
            <p:nvPr/>
          </p:nvSpPr>
          <p:spPr>
            <a:xfrm>
              <a:off x="8314087"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2" name="Oval 3481">
              <a:extLst>
                <a:ext uri="{FF2B5EF4-FFF2-40B4-BE49-F238E27FC236}">
                  <a16:creationId xmlns:a16="http://schemas.microsoft.com/office/drawing/2014/main" id="{E9C677BE-1693-6374-5034-278F4D149CB8}"/>
                </a:ext>
              </a:extLst>
            </p:cNvPr>
            <p:cNvSpPr/>
            <p:nvPr/>
          </p:nvSpPr>
          <p:spPr>
            <a:xfrm rot="10800000">
              <a:off x="8504696" y="346411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3" name="Oval 3482">
              <a:extLst>
                <a:ext uri="{FF2B5EF4-FFF2-40B4-BE49-F238E27FC236}">
                  <a16:creationId xmlns:a16="http://schemas.microsoft.com/office/drawing/2014/main" id="{917687F4-FDC0-50CA-EDAE-6EA33D9F2FA4}"/>
                </a:ext>
              </a:extLst>
            </p:cNvPr>
            <p:cNvSpPr/>
            <p:nvPr/>
          </p:nvSpPr>
          <p:spPr>
            <a:xfrm rot="10800000">
              <a:off x="8472371" y="3452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4" name="Oval 3483">
              <a:extLst>
                <a:ext uri="{FF2B5EF4-FFF2-40B4-BE49-F238E27FC236}">
                  <a16:creationId xmlns:a16="http://schemas.microsoft.com/office/drawing/2014/main" id="{F5CAAB25-40FB-6EB7-A608-D98B13E73888}"/>
                </a:ext>
              </a:extLst>
            </p:cNvPr>
            <p:cNvSpPr/>
            <p:nvPr/>
          </p:nvSpPr>
          <p:spPr>
            <a:xfrm rot="10800000">
              <a:off x="8445951" y="34515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5" name="Oval 3484">
              <a:extLst>
                <a:ext uri="{FF2B5EF4-FFF2-40B4-BE49-F238E27FC236}">
                  <a16:creationId xmlns:a16="http://schemas.microsoft.com/office/drawing/2014/main" id="{EBEB0EE6-2576-8AF7-992B-49C01404D9B5}"/>
                </a:ext>
              </a:extLst>
            </p:cNvPr>
            <p:cNvSpPr/>
            <p:nvPr/>
          </p:nvSpPr>
          <p:spPr>
            <a:xfrm rot="10800000">
              <a:off x="8557955" y="3461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6" name="Oval 3485">
              <a:extLst>
                <a:ext uri="{FF2B5EF4-FFF2-40B4-BE49-F238E27FC236}">
                  <a16:creationId xmlns:a16="http://schemas.microsoft.com/office/drawing/2014/main" id="{036F9C23-171B-063F-023C-92522018DD24}"/>
                </a:ext>
              </a:extLst>
            </p:cNvPr>
            <p:cNvSpPr/>
            <p:nvPr/>
          </p:nvSpPr>
          <p:spPr>
            <a:xfrm rot="10800000">
              <a:off x="8525124" y="3478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7" name="Oval 3486">
              <a:extLst>
                <a:ext uri="{FF2B5EF4-FFF2-40B4-BE49-F238E27FC236}">
                  <a16:creationId xmlns:a16="http://schemas.microsoft.com/office/drawing/2014/main" id="{36DA44FE-1A03-9CDA-A54B-0138303EE23C}"/>
                </a:ext>
              </a:extLst>
            </p:cNvPr>
            <p:cNvSpPr/>
            <p:nvPr/>
          </p:nvSpPr>
          <p:spPr>
            <a:xfrm rot="10800000">
              <a:off x="8371850" y="34522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8" name="Oval 3487">
              <a:extLst>
                <a:ext uri="{FF2B5EF4-FFF2-40B4-BE49-F238E27FC236}">
                  <a16:creationId xmlns:a16="http://schemas.microsoft.com/office/drawing/2014/main" id="{8BF3ABBF-A8D1-FEDB-23B5-6AE75757A7C3}"/>
                </a:ext>
              </a:extLst>
            </p:cNvPr>
            <p:cNvSpPr/>
            <p:nvPr/>
          </p:nvSpPr>
          <p:spPr>
            <a:xfrm rot="10800000">
              <a:off x="8334238" y="34597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9" name="Oval 3488">
              <a:extLst>
                <a:ext uri="{FF2B5EF4-FFF2-40B4-BE49-F238E27FC236}">
                  <a16:creationId xmlns:a16="http://schemas.microsoft.com/office/drawing/2014/main" id="{1C4A1FE4-028D-6B04-A004-56E9403F18F9}"/>
                </a:ext>
              </a:extLst>
            </p:cNvPr>
            <p:cNvSpPr/>
            <p:nvPr/>
          </p:nvSpPr>
          <p:spPr>
            <a:xfrm rot="10800000">
              <a:off x="8398888" y="34557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1" name="Oval 3490">
              <a:extLst>
                <a:ext uri="{FF2B5EF4-FFF2-40B4-BE49-F238E27FC236}">
                  <a16:creationId xmlns:a16="http://schemas.microsoft.com/office/drawing/2014/main" id="{0375577E-E0D8-2E71-312A-3A03291B19FD}"/>
                </a:ext>
              </a:extLst>
            </p:cNvPr>
            <p:cNvSpPr/>
            <p:nvPr/>
          </p:nvSpPr>
          <p:spPr>
            <a:xfrm>
              <a:off x="8316340" y="34660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2" name="Oval 3491">
              <a:extLst>
                <a:ext uri="{FF2B5EF4-FFF2-40B4-BE49-F238E27FC236}">
                  <a16:creationId xmlns:a16="http://schemas.microsoft.com/office/drawing/2014/main" id="{7B24DA01-6909-FB1B-91C8-AEC31CA2B186}"/>
                </a:ext>
              </a:extLst>
            </p:cNvPr>
            <p:cNvSpPr/>
            <p:nvPr/>
          </p:nvSpPr>
          <p:spPr>
            <a:xfrm>
              <a:off x="8348665" y="34771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3" name="Oval 3492">
              <a:extLst>
                <a:ext uri="{FF2B5EF4-FFF2-40B4-BE49-F238E27FC236}">
                  <a16:creationId xmlns:a16="http://schemas.microsoft.com/office/drawing/2014/main" id="{C1C8EEE9-1AFE-172E-ACD5-9AF86C4000B3}"/>
                </a:ext>
              </a:extLst>
            </p:cNvPr>
            <p:cNvSpPr/>
            <p:nvPr/>
          </p:nvSpPr>
          <p:spPr>
            <a:xfrm>
              <a:off x="8375085" y="347778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4" name="Oval 3493">
              <a:extLst>
                <a:ext uri="{FF2B5EF4-FFF2-40B4-BE49-F238E27FC236}">
                  <a16:creationId xmlns:a16="http://schemas.microsoft.com/office/drawing/2014/main" id="{77957ECE-F05E-ED43-60F5-45E80688F528}"/>
                </a:ext>
              </a:extLst>
            </p:cNvPr>
            <p:cNvSpPr/>
            <p:nvPr/>
          </p:nvSpPr>
          <p:spPr>
            <a:xfrm>
              <a:off x="8263081" y="3468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5" name="Oval 3494">
              <a:extLst>
                <a:ext uri="{FF2B5EF4-FFF2-40B4-BE49-F238E27FC236}">
                  <a16:creationId xmlns:a16="http://schemas.microsoft.com/office/drawing/2014/main" id="{058F3940-0952-4971-75EE-4B0ABC2A1AD4}"/>
                </a:ext>
              </a:extLst>
            </p:cNvPr>
            <p:cNvSpPr/>
            <p:nvPr/>
          </p:nvSpPr>
          <p:spPr>
            <a:xfrm>
              <a:off x="8295912" y="34523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6" name="Oval 3495">
              <a:extLst>
                <a:ext uri="{FF2B5EF4-FFF2-40B4-BE49-F238E27FC236}">
                  <a16:creationId xmlns:a16="http://schemas.microsoft.com/office/drawing/2014/main" id="{0A1DDD15-36AD-09D5-75D0-754E0DD965C4}"/>
                </a:ext>
              </a:extLst>
            </p:cNvPr>
            <p:cNvSpPr/>
            <p:nvPr/>
          </p:nvSpPr>
          <p:spPr>
            <a:xfrm>
              <a:off x="8449186" y="3477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7" name="Oval 3496">
              <a:extLst>
                <a:ext uri="{FF2B5EF4-FFF2-40B4-BE49-F238E27FC236}">
                  <a16:creationId xmlns:a16="http://schemas.microsoft.com/office/drawing/2014/main" id="{3E219454-7FF5-DCA9-6E55-064FDCD1DBB2}"/>
                </a:ext>
              </a:extLst>
            </p:cNvPr>
            <p:cNvSpPr/>
            <p:nvPr/>
          </p:nvSpPr>
          <p:spPr>
            <a:xfrm>
              <a:off x="8486798" y="34701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8" name="Oval 3497">
              <a:extLst>
                <a:ext uri="{FF2B5EF4-FFF2-40B4-BE49-F238E27FC236}">
                  <a16:creationId xmlns:a16="http://schemas.microsoft.com/office/drawing/2014/main" id="{9CEE6424-F375-371D-3480-A4F632651690}"/>
                </a:ext>
              </a:extLst>
            </p:cNvPr>
            <p:cNvSpPr/>
            <p:nvPr/>
          </p:nvSpPr>
          <p:spPr>
            <a:xfrm>
              <a:off x="8422148" y="34738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0" name="Oval 3499">
              <a:extLst>
                <a:ext uri="{FF2B5EF4-FFF2-40B4-BE49-F238E27FC236}">
                  <a16:creationId xmlns:a16="http://schemas.microsoft.com/office/drawing/2014/main" id="{11D54562-D3F7-F082-8BA5-7E346EE530C0}"/>
                </a:ext>
              </a:extLst>
            </p:cNvPr>
            <p:cNvSpPr/>
            <p:nvPr/>
          </p:nvSpPr>
          <p:spPr>
            <a:xfrm rot="10800000">
              <a:off x="8047516" y="34517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1" name="Oval 3500">
              <a:extLst>
                <a:ext uri="{FF2B5EF4-FFF2-40B4-BE49-F238E27FC236}">
                  <a16:creationId xmlns:a16="http://schemas.microsoft.com/office/drawing/2014/main" id="{5EBA98A6-4F13-1C67-C1E9-8C006A466E85}"/>
                </a:ext>
              </a:extLst>
            </p:cNvPr>
            <p:cNvSpPr/>
            <p:nvPr/>
          </p:nvSpPr>
          <p:spPr>
            <a:xfrm rot="10800000">
              <a:off x="8015191" y="34399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2" name="Oval 3501">
              <a:extLst>
                <a:ext uri="{FF2B5EF4-FFF2-40B4-BE49-F238E27FC236}">
                  <a16:creationId xmlns:a16="http://schemas.microsoft.com/office/drawing/2014/main" id="{E9063A26-8DF3-ED05-5C7B-DC01CED3B9E2}"/>
                </a:ext>
              </a:extLst>
            </p:cNvPr>
            <p:cNvSpPr/>
            <p:nvPr/>
          </p:nvSpPr>
          <p:spPr>
            <a:xfrm rot="10800000">
              <a:off x="7988771" y="34392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3" name="Oval 3502">
              <a:extLst>
                <a:ext uri="{FF2B5EF4-FFF2-40B4-BE49-F238E27FC236}">
                  <a16:creationId xmlns:a16="http://schemas.microsoft.com/office/drawing/2014/main" id="{7BA5D2D9-43E8-97FF-B538-39D7407EF1AA}"/>
                </a:ext>
              </a:extLst>
            </p:cNvPr>
            <p:cNvSpPr/>
            <p:nvPr/>
          </p:nvSpPr>
          <p:spPr>
            <a:xfrm rot="10800000">
              <a:off x="8100775" y="3449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4" name="Oval 3503">
              <a:extLst>
                <a:ext uri="{FF2B5EF4-FFF2-40B4-BE49-F238E27FC236}">
                  <a16:creationId xmlns:a16="http://schemas.microsoft.com/office/drawing/2014/main" id="{8ED1BCC0-7806-D115-2616-2059AD5D1480}"/>
                </a:ext>
              </a:extLst>
            </p:cNvPr>
            <p:cNvSpPr/>
            <p:nvPr/>
          </p:nvSpPr>
          <p:spPr>
            <a:xfrm rot="10800000">
              <a:off x="8067944" y="3466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5" name="Oval 3504">
              <a:extLst>
                <a:ext uri="{FF2B5EF4-FFF2-40B4-BE49-F238E27FC236}">
                  <a16:creationId xmlns:a16="http://schemas.microsoft.com/office/drawing/2014/main" id="{78EC6958-FC8B-9F88-FB79-80D0E4BFBE64}"/>
                </a:ext>
              </a:extLst>
            </p:cNvPr>
            <p:cNvSpPr/>
            <p:nvPr/>
          </p:nvSpPr>
          <p:spPr>
            <a:xfrm rot="10800000">
              <a:off x="7914670" y="34399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6" name="Oval 3505">
              <a:extLst>
                <a:ext uri="{FF2B5EF4-FFF2-40B4-BE49-F238E27FC236}">
                  <a16:creationId xmlns:a16="http://schemas.microsoft.com/office/drawing/2014/main" id="{E05EC794-CB7A-FFA9-EB5B-B6B83F6E4A42}"/>
                </a:ext>
              </a:extLst>
            </p:cNvPr>
            <p:cNvSpPr/>
            <p:nvPr/>
          </p:nvSpPr>
          <p:spPr>
            <a:xfrm rot="10800000">
              <a:off x="7877058" y="34473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7" name="Oval 3506">
              <a:extLst>
                <a:ext uri="{FF2B5EF4-FFF2-40B4-BE49-F238E27FC236}">
                  <a16:creationId xmlns:a16="http://schemas.microsoft.com/office/drawing/2014/main" id="{680F8C9C-5AD3-8A3B-D34F-C20F39FC5A2B}"/>
                </a:ext>
              </a:extLst>
            </p:cNvPr>
            <p:cNvSpPr/>
            <p:nvPr/>
          </p:nvSpPr>
          <p:spPr>
            <a:xfrm rot="10800000">
              <a:off x="7941708" y="34434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9" name="Oval 3508">
              <a:extLst>
                <a:ext uri="{FF2B5EF4-FFF2-40B4-BE49-F238E27FC236}">
                  <a16:creationId xmlns:a16="http://schemas.microsoft.com/office/drawing/2014/main" id="{7B55B78A-980B-14FA-7957-9FBB5A34F0A1}"/>
                </a:ext>
              </a:extLst>
            </p:cNvPr>
            <p:cNvSpPr/>
            <p:nvPr/>
          </p:nvSpPr>
          <p:spPr>
            <a:xfrm>
              <a:off x="7859160" y="34537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0" name="Oval 3509">
              <a:extLst>
                <a:ext uri="{FF2B5EF4-FFF2-40B4-BE49-F238E27FC236}">
                  <a16:creationId xmlns:a16="http://schemas.microsoft.com/office/drawing/2014/main" id="{225306C3-6396-5EE8-B9B2-640A99C009B0}"/>
                </a:ext>
              </a:extLst>
            </p:cNvPr>
            <p:cNvSpPr/>
            <p:nvPr/>
          </p:nvSpPr>
          <p:spPr>
            <a:xfrm>
              <a:off x="7891485" y="34648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1" name="Oval 3510">
              <a:extLst>
                <a:ext uri="{FF2B5EF4-FFF2-40B4-BE49-F238E27FC236}">
                  <a16:creationId xmlns:a16="http://schemas.microsoft.com/office/drawing/2014/main" id="{842D5502-331E-E521-E3AB-4B3D6560518C}"/>
                </a:ext>
              </a:extLst>
            </p:cNvPr>
            <p:cNvSpPr/>
            <p:nvPr/>
          </p:nvSpPr>
          <p:spPr>
            <a:xfrm>
              <a:off x="7917905" y="34654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2" name="Oval 3511">
              <a:extLst>
                <a:ext uri="{FF2B5EF4-FFF2-40B4-BE49-F238E27FC236}">
                  <a16:creationId xmlns:a16="http://schemas.microsoft.com/office/drawing/2014/main" id="{68148BC7-BE10-86FA-CD47-F764F4AA5FD9}"/>
                </a:ext>
              </a:extLst>
            </p:cNvPr>
            <p:cNvSpPr/>
            <p:nvPr/>
          </p:nvSpPr>
          <p:spPr>
            <a:xfrm>
              <a:off x="7805901" y="34559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3" name="Oval 3512">
              <a:extLst>
                <a:ext uri="{FF2B5EF4-FFF2-40B4-BE49-F238E27FC236}">
                  <a16:creationId xmlns:a16="http://schemas.microsoft.com/office/drawing/2014/main" id="{527B1D0F-F68A-7BFE-C1F7-3BD5371A7670}"/>
                </a:ext>
              </a:extLst>
            </p:cNvPr>
            <p:cNvSpPr/>
            <p:nvPr/>
          </p:nvSpPr>
          <p:spPr>
            <a:xfrm>
              <a:off x="7838732" y="344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4" name="Oval 3513">
              <a:extLst>
                <a:ext uri="{FF2B5EF4-FFF2-40B4-BE49-F238E27FC236}">
                  <a16:creationId xmlns:a16="http://schemas.microsoft.com/office/drawing/2014/main" id="{7369754A-8844-96C0-6D53-AA4E41DDC1F6}"/>
                </a:ext>
              </a:extLst>
            </p:cNvPr>
            <p:cNvSpPr/>
            <p:nvPr/>
          </p:nvSpPr>
          <p:spPr>
            <a:xfrm>
              <a:off x="7992006" y="346481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5" name="Oval 3514">
              <a:extLst>
                <a:ext uri="{FF2B5EF4-FFF2-40B4-BE49-F238E27FC236}">
                  <a16:creationId xmlns:a16="http://schemas.microsoft.com/office/drawing/2014/main" id="{99FEF050-CC59-214E-DBF5-5971B2008EEB}"/>
                </a:ext>
              </a:extLst>
            </p:cNvPr>
            <p:cNvSpPr/>
            <p:nvPr/>
          </p:nvSpPr>
          <p:spPr>
            <a:xfrm>
              <a:off x="8029618" y="3457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6" name="Oval 3515">
              <a:extLst>
                <a:ext uri="{FF2B5EF4-FFF2-40B4-BE49-F238E27FC236}">
                  <a16:creationId xmlns:a16="http://schemas.microsoft.com/office/drawing/2014/main" id="{36915688-53AB-6519-25C3-FBFC854F5A8A}"/>
                </a:ext>
              </a:extLst>
            </p:cNvPr>
            <p:cNvSpPr/>
            <p:nvPr/>
          </p:nvSpPr>
          <p:spPr>
            <a:xfrm>
              <a:off x="7964968" y="34615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8" name="Oval 3517">
              <a:extLst>
                <a:ext uri="{FF2B5EF4-FFF2-40B4-BE49-F238E27FC236}">
                  <a16:creationId xmlns:a16="http://schemas.microsoft.com/office/drawing/2014/main" id="{1CE01733-BBD7-DB8E-D9E1-3AC834DF734B}"/>
                </a:ext>
              </a:extLst>
            </p:cNvPr>
            <p:cNvSpPr/>
            <p:nvPr/>
          </p:nvSpPr>
          <p:spPr>
            <a:xfrm rot="10800000">
              <a:off x="7155331" y="3299141"/>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9" name="Oval 3518">
              <a:extLst>
                <a:ext uri="{FF2B5EF4-FFF2-40B4-BE49-F238E27FC236}">
                  <a16:creationId xmlns:a16="http://schemas.microsoft.com/office/drawing/2014/main" id="{2D0BA2DF-8DB6-A36F-3F0F-D3C4CC710E3A}"/>
                </a:ext>
              </a:extLst>
            </p:cNvPr>
            <p:cNvSpPr/>
            <p:nvPr/>
          </p:nvSpPr>
          <p:spPr>
            <a:xfrm rot="10800000">
              <a:off x="7136384" y="3277795"/>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0" name="Oval 3519">
              <a:extLst>
                <a:ext uri="{FF2B5EF4-FFF2-40B4-BE49-F238E27FC236}">
                  <a16:creationId xmlns:a16="http://schemas.microsoft.com/office/drawing/2014/main" id="{4024D5BE-EB2C-E1D1-FF07-014A40645CA8}"/>
                </a:ext>
              </a:extLst>
            </p:cNvPr>
            <p:cNvSpPr/>
            <p:nvPr/>
          </p:nvSpPr>
          <p:spPr>
            <a:xfrm rot="10800000">
              <a:off x="7120898" y="3276574"/>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1" name="Oval 3520">
              <a:extLst>
                <a:ext uri="{FF2B5EF4-FFF2-40B4-BE49-F238E27FC236}">
                  <a16:creationId xmlns:a16="http://schemas.microsoft.com/office/drawing/2014/main" id="{811025FE-88F9-C25B-95C5-CFBB9BB0C1C7}"/>
                </a:ext>
              </a:extLst>
            </p:cNvPr>
            <p:cNvSpPr/>
            <p:nvPr/>
          </p:nvSpPr>
          <p:spPr>
            <a:xfrm rot="10800000">
              <a:off x="7186549" y="3294872"/>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2" name="Oval 3521">
              <a:extLst>
                <a:ext uri="{FF2B5EF4-FFF2-40B4-BE49-F238E27FC236}">
                  <a16:creationId xmlns:a16="http://schemas.microsoft.com/office/drawing/2014/main" id="{F660FDD0-A76D-DDA7-B448-ABA9CC375009}"/>
                </a:ext>
              </a:extLst>
            </p:cNvPr>
            <p:cNvSpPr/>
            <p:nvPr/>
          </p:nvSpPr>
          <p:spPr>
            <a:xfrm rot="10800000">
              <a:off x="7167305" y="3325489"/>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3" name="Oval 3522">
              <a:extLst>
                <a:ext uri="{FF2B5EF4-FFF2-40B4-BE49-F238E27FC236}">
                  <a16:creationId xmlns:a16="http://schemas.microsoft.com/office/drawing/2014/main" id="{A9427347-538C-8AFC-4977-DAC1D4ADE5A2}"/>
                </a:ext>
              </a:extLst>
            </p:cNvPr>
            <p:cNvSpPr/>
            <p:nvPr/>
          </p:nvSpPr>
          <p:spPr>
            <a:xfrm rot="10800000">
              <a:off x="7077463" y="3277797"/>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4" name="Oval 3523">
              <a:extLst>
                <a:ext uri="{FF2B5EF4-FFF2-40B4-BE49-F238E27FC236}">
                  <a16:creationId xmlns:a16="http://schemas.microsoft.com/office/drawing/2014/main" id="{BA0711FC-A7DA-0529-F977-B2362AA362C7}"/>
                </a:ext>
              </a:extLst>
            </p:cNvPr>
            <p:cNvSpPr/>
            <p:nvPr/>
          </p:nvSpPr>
          <p:spPr>
            <a:xfrm rot="10800000">
              <a:off x="7055417" y="3291260"/>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5" name="Oval 3524">
              <a:extLst>
                <a:ext uri="{FF2B5EF4-FFF2-40B4-BE49-F238E27FC236}">
                  <a16:creationId xmlns:a16="http://schemas.microsoft.com/office/drawing/2014/main" id="{0915F261-7AD4-4781-C465-0984C6CE1E66}"/>
                </a:ext>
              </a:extLst>
            </p:cNvPr>
            <p:cNvSpPr/>
            <p:nvPr/>
          </p:nvSpPr>
          <p:spPr>
            <a:xfrm rot="10800000">
              <a:off x="7093312" y="3284138"/>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7" name="Oval 3526">
              <a:extLst>
                <a:ext uri="{FF2B5EF4-FFF2-40B4-BE49-F238E27FC236}">
                  <a16:creationId xmlns:a16="http://schemas.microsoft.com/office/drawing/2014/main" id="{D8D1A72C-2E6D-5068-CC45-FA1DB9496143}"/>
                </a:ext>
              </a:extLst>
            </p:cNvPr>
            <p:cNvSpPr/>
            <p:nvPr/>
          </p:nvSpPr>
          <p:spPr>
            <a:xfrm rot="10800000">
              <a:off x="7244242" y="368147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8" name="Oval 3527">
              <a:extLst>
                <a:ext uri="{FF2B5EF4-FFF2-40B4-BE49-F238E27FC236}">
                  <a16:creationId xmlns:a16="http://schemas.microsoft.com/office/drawing/2014/main" id="{16586172-E555-9A56-6EA3-660D8479E237}"/>
                </a:ext>
              </a:extLst>
            </p:cNvPr>
            <p:cNvSpPr/>
            <p:nvPr/>
          </p:nvSpPr>
          <p:spPr>
            <a:xfrm rot="10800000">
              <a:off x="7211917" y="366053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9" name="Oval 3528">
              <a:extLst>
                <a:ext uri="{FF2B5EF4-FFF2-40B4-BE49-F238E27FC236}">
                  <a16:creationId xmlns:a16="http://schemas.microsoft.com/office/drawing/2014/main" id="{FB3026F4-EBEF-9DAA-7F7F-5B90F44D4777}"/>
                </a:ext>
              </a:extLst>
            </p:cNvPr>
            <p:cNvSpPr/>
            <p:nvPr/>
          </p:nvSpPr>
          <p:spPr>
            <a:xfrm rot="10800000">
              <a:off x="7185497" y="36593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0" name="Oval 3529">
              <a:extLst>
                <a:ext uri="{FF2B5EF4-FFF2-40B4-BE49-F238E27FC236}">
                  <a16:creationId xmlns:a16="http://schemas.microsoft.com/office/drawing/2014/main" id="{F9BFD38D-B69D-D3AA-CF1A-8E6ACF6CC583}"/>
                </a:ext>
              </a:extLst>
            </p:cNvPr>
            <p:cNvSpPr/>
            <p:nvPr/>
          </p:nvSpPr>
          <p:spPr>
            <a:xfrm rot="10800000">
              <a:off x="7297501" y="367728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1" name="Oval 3530">
              <a:extLst>
                <a:ext uri="{FF2B5EF4-FFF2-40B4-BE49-F238E27FC236}">
                  <a16:creationId xmlns:a16="http://schemas.microsoft.com/office/drawing/2014/main" id="{523B93CF-E5ED-F577-64BF-EA4B500FF9EB}"/>
                </a:ext>
              </a:extLst>
            </p:cNvPr>
            <p:cNvSpPr/>
            <p:nvPr/>
          </p:nvSpPr>
          <p:spPr>
            <a:xfrm rot="10800000">
              <a:off x="7264670" y="3707326"/>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2" name="Oval 3531">
              <a:extLst>
                <a:ext uri="{FF2B5EF4-FFF2-40B4-BE49-F238E27FC236}">
                  <a16:creationId xmlns:a16="http://schemas.microsoft.com/office/drawing/2014/main" id="{E49CAC92-ECDD-32A5-C299-A8F8BA2155B4}"/>
                </a:ext>
              </a:extLst>
            </p:cNvPr>
            <p:cNvSpPr/>
            <p:nvPr/>
          </p:nvSpPr>
          <p:spPr>
            <a:xfrm rot="10800000">
              <a:off x="7111396" y="36605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3" name="Oval 3532">
              <a:extLst>
                <a:ext uri="{FF2B5EF4-FFF2-40B4-BE49-F238E27FC236}">
                  <a16:creationId xmlns:a16="http://schemas.microsoft.com/office/drawing/2014/main" id="{D27F89FA-C703-1179-2C38-3575B70188CC}"/>
                </a:ext>
              </a:extLst>
            </p:cNvPr>
            <p:cNvSpPr/>
            <p:nvPr/>
          </p:nvSpPr>
          <p:spPr>
            <a:xfrm rot="10800000">
              <a:off x="7073784" y="367374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4" name="Oval 3533">
              <a:extLst>
                <a:ext uri="{FF2B5EF4-FFF2-40B4-BE49-F238E27FC236}">
                  <a16:creationId xmlns:a16="http://schemas.microsoft.com/office/drawing/2014/main" id="{CC097ACB-7CE2-1A46-BF04-B139446F4D25}"/>
                </a:ext>
              </a:extLst>
            </p:cNvPr>
            <p:cNvSpPr/>
            <p:nvPr/>
          </p:nvSpPr>
          <p:spPr>
            <a:xfrm rot="10800000">
              <a:off x="7138434" y="366675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6" name="Oval 3535">
              <a:extLst>
                <a:ext uri="{FF2B5EF4-FFF2-40B4-BE49-F238E27FC236}">
                  <a16:creationId xmlns:a16="http://schemas.microsoft.com/office/drawing/2014/main" id="{7821D8B5-2D09-86A4-E41A-D4941ACFDFA4}"/>
                </a:ext>
              </a:extLst>
            </p:cNvPr>
            <p:cNvSpPr/>
            <p:nvPr/>
          </p:nvSpPr>
          <p:spPr>
            <a:xfrm>
              <a:off x="7055887" y="368431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7" name="Oval 3536">
              <a:extLst>
                <a:ext uri="{FF2B5EF4-FFF2-40B4-BE49-F238E27FC236}">
                  <a16:creationId xmlns:a16="http://schemas.microsoft.com/office/drawing/2014/main" id="{439F8329-CA8C-BBF1-EE8F-FBF0BEA6ABEA}"/>
                </a:ext>
              </a:extLst>
            </p:cNvPr>
            <p:cNvSpPr/>
            <p:nvPr/>
          </p:nvSpPr>
          <p:spPr>
            <a:xfrm>
              <a:off x="7088212" y="370389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8" name="Oval 3537">
              <a:extLst>
                <a:ext uri="{FF2B5EF4-FFF2-40B4-BE49-F238E27FC236}">
                  <a16:creationId xmlns:a16="http://schemas.microsoft.com/office/drawing/2014/main" id="{3541AE4C-C781-3457-45BD-D316B08EB1C7}"/>
                </a:ext>
              </a:extLst>
            </p:cNvPr>
            <p:cNvSpPr/>
            <p:nvPr/>
          </p:nvSpPr>
          <p:spPr>
            <a:xfrm>
              <a:off x="7114632" y="370501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9" name="Oval 3538">
              <a:extLst>
                <a:ext uri="{FF2B5EF4-FFF2-40B4-BE49-F238E27FC236}">
                  <a16:creationId xmlns:a16="http://schemas.microsoft.com/office/drawing/2014/main" id="{0CAF610E-0CD1-1B4A-387E-E79DE31D80AD}"/>
                </a:ext>
              </a:extLst>
            </p:cNvPr>
            <p:cNvSpPr/>
            <p:nvPr/>
          </p:nvSpPr>
          <p:spPr>
            <a:xfrm>
              <a:off x="7002628" y="368823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0" name="Oval 3539">
              <a:extLst>
                <a:ext uri="{FF2B5EF4-FFF2-40B4-BE49-F238E27FC236}">
                  <a16:creationId xmlns:a16="http://schemas.microsoft.com/office/drawing/2014/main" id="{0108C40B-38FC-D243-4CE7-B52CBB28D611}"/>
                </a:ext>
              </a:extLst>
            </p:cNvPr>
            <p:cNvSpPr/>
            <p:nvPr/>
          </p:nvSpPr>
          <p:spPr>
            <a:xfrm>
              <a:off x="7035459" y="366015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1" name="Oval 3540">
              <a:extLst>
                <a:ext uri="{FF2B5EF4-FFF2-40B4-BE49-F238E27FC236}">
                  <a16:creationId xmlns:a16="http://schemas.microsoft.com/office/drawing/2014/main" id="{3F8B28B8-78F6-30DF-C725-7F9363B82D0C}"/>
                </a:ext>
              </a:extLst>
            </p:cNvPr>
            <p:cNvSpPr/>
            <p:nvPr/>
          </p:nvSpPr>
          <p:spPr>
            <a:xfrm>
              <a:off x="7188733" y="370389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2" name="Oval 3541">
              <a:extLst>
                <a:ext uri="{FF2B5EF4-FFF2-40B4-BE49-F238E27FC236}">
                  <a16:creationId xmlns:a16="http://schemas.microsoft.com/office/drawing/2014/main" id="{4986D05D-7433-4593-63E6-D087C3FD0F96}"/>
                </a:ext>
              </a:extLst>
            </p:cNvPr>
            <p:cNvSpPr/>
            <p:nvPr/>
          </p:nvSpPr>
          <p:spPr>
            <a:xfrm>
              <a:off x="7226345" y="3691546"/>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3" name="Oval 3542">
              <a:extLst>
                <a:ext uri="{FF2B5EF4-FFF2-40B4-BE49-F238E27FC236}">
                  <a16:creationId xmlns:a16="http://schemas.microsoft.com/office/drawing/2014/main" id="{9C5ECF8B-538C-A9D0-5E25-96C316A72173}"/>
                </a:ext>
              </a:extLst>
            </p:cNvPr>
            <p:cNvSpPr/>
            <p:nvPr/>
          </p:nvSpPr>
          <p:spPr>
            <a:xfrm>
              <a:off x="7161695" y="3698078"/>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5" name="Oval 3544">
              <a:extLst>
                <a:ext uri="{FF2B5EF4-FFF2-40B4-BE49-F238E27FC236}">
                  <a16:creationId xmlns:a16="http://schemas.microsoft.com/office/drawing/2014/main" id="{6D03FD5F-9632-E56F-887A-1A9534EE951E}"/>
                </a:ext>
              </a:extLst>
            </p:cNvPr>
            <p:cNvSpPr/>
            <p:nvPr/>
          </p:nvSpPr>
          <p:spPr>
            <a:xfrm rot="10800000">
              <a:off x="7837830" y="309587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6" name="Oval 3545">
              <a:extLst>
                <a:ext uri="{FF2B5EF4-FFF2-40B4-BE49-F238E27FC236}">
                  <a16:creationId xmlns:a16="http://schemas.microsoft.com/office/drawing/2014/main" id="{EFCFC13D-4091-BA0F-DFC2-1FC4FED41BFA}"/>
                </a:ext>
              </a:extLst>
            </p:cNvPr>
            <p:cNvSpPr/>
            <p:nvPr/>
          </p:nvSpPr>
          <p:spPr>
            <a:xfrm rot="10800000">
              <a:off x="7805505" y="308402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7" name="Oval 3546">
              <a:extLst>
                <a:ext uri="{FF2B5EF4-FFF2-40B4-BE49-F238E27FC236}">
                  <a16:creationId xmlns:a16="http://schemas.microsoft.com/office/drawing/2014/main" id="{3646E518-B2B4-1C70-CD49-AAC2691D0E46}"/>
                </a:ext>
              </a:extLst>
            </p:cNvPr>
            <p:cNvSpPr/>
            <p:nvPr/>
          </p:nvSpPr>
          <p:spPr>
            <a:xfrm rot="10800000">
              <a:off x="7779085" y="3083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8" name="Oval 3547">
              <a:extLst>
                <a:ext uri="{FF2B5EF4-FFF2-40B4-BE49-F238E27FC236}">
                  <a16:creationId xmlns:a16="http://schemas.microsoft.com/office/drawing/2014/main" id="{B0F73A42-9DB2-F7F4-A7A3-B55482252030}"/>
                </a:ext>
              </a:extLst>
            </p:cNvPr>
            <p:cNvSpPr/>
            <p:nvPr/>
          </p:nvSpPr>
          <p:spPr>
            <a:xfrm rot="10800000">
              <a:off x="7891089" y="3093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9" name="Oval 3548">
              <a:extLst>
                <a:ext uri="{FF2B5EF4-FFF2-40B4-BE49-F238E27FC236}">
                  <a16:creationId xmlns:a16="http://schemas.microsoft.com/office/drawing/2014/main" id="{7487CF22-DA0F-D6E4-1772-EA71A0A0510D}"/>
                </a:ext>
              </a:extLst>
            </p:cNvPr>
            <p:cNvSpPr/>
            <p:nvPr/>
          </p:nvSpPr>
          <p:spPr>
            <a:xfrm rot="10800000">
              <a:off x="7858258" y="3110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0" name="Oval 3549">
              <a:extLst>
                <a:ext uri="{FF2B5EF4-FFF2-40B4-BE49-F238E27FC236}">
                  <a16:creationId xmlns:a16="http://schemas.microsoft.com/office/drawing/2014/main" id="{28025E49-2677-25F6-3E75-D7437A577229}"/>
                </a:ext>
              </a:extLst>
            </p:cNvPr>
            <p:cNvSpPr/>
            <p:nvPr/>
          </p:nvSpPr>
          <p:spPr>
            <a:xfrm rot="10800000">
              <a:off x="7704984" y="308402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1" name="Oval 3550">
              <a:extLst>
                <a:ext uri="{FF2B5EF4-FFF2-40B4-BE49-F238E27FC236}">
                  <a16:creationId xmlns:a16="http://schemas.microsoft.com/office/drawing/2014/main" id="{5C92C1E8-AD0F-EC72-8FC7-548B8D479E7C}"/>
                </a:ext>
              </a:extLst>
            </p:cNvPr>
            <p:cNvSpPr/>
            <p:nvPr/>
          </p:nvSpPr>
          <p:spPr>
            <a:xfrm rot="10800000">
              <a:off x="7667372" y="30915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2" name="Oval 3551">
              <a:extLst>
                <a:ext uri="{FF2B5EF4-FFF2-40B4-BE49-F238E27FC236}">
                  <a16:creationId xmlns:a16="http://schemas.microsoft.com/office/drawing/2014/main" id="{C9AD2F5D-F49A-3F4F-620C-58D2C71930A6}"/>
                </a:ext>
              </a:extLst>
            </p:cNvPr>
            <p:cNvSpPr/>
            <p:nvPr/>
          </p:nvSpPr>
          <p:spPr>
            <a:xfrm rot="10800000">
              <a:off x="7732022" y="30875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4" name="Oval 3553">
              <a:extLst>
                <a:ext uri="{FF2B5EF4-FFF2-40B4-BE49-F238E27FC236}">
                  <a16:creationId xmlns:a16="http://schemas.microsoft.com/office/drawing/2014/main" id="{47009E8D-EAB6-D3F4-56F4-E728396FC59C}"/>
                </a:ext>
              </a:extLst>
            </p:cNvPr>
            <p:cNvSpPr/>
            <p:nvPr/>
          </p:nvSpPr>
          <p:spPr>
            <a:xfrm>
              <a:off x="7649474" y="30978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5" name="Oval 3554">
              <a:extLst>
                <a:ext uri="{FF2B5EF4-FFF2-40B4-BE49-F238E27FC236}">
                  <a16:creationId xmlns:a16="http://schemas.microsoft.com/office/drawing/2014/main" id="{A429791D-D962-1666-A0BA-484D3D688EED}"/>
                </a:ext>
              </a:extLst>
            </p:cNvPr>
            <p:cNvSpPr/>
            <p:nvPr/>
          </p:nvSpPr>
          <p:spPr>
            <a:xfrm>
              <a:off x="7681799" y="31089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6" name="Oval 3555">
              <a:extLst>
                <a:ext uri="{FF2B5EF4-FFF2-40B4-BE49-F238E27FC236}">
                  <a16:creationId xmlns:a16="http://schemas.microsoft.com/office/drawing/2014/main" id="{D073901B-A198-8574-C70E-3AF4EBAF81D4}"/>
                </a:ext>
              </a:extLst>
            </p:cNvPr>
            <p:cNvSpPr/>
            <p:nvPr/>
          </p:nvSpPr>
          <p:spPr>
            <a:xfrm>
              <a:off x="7708219" y="31095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7" name="Oval 3556">
              <a:extLst>
                <a:ext uri="{FF2B5EF4-FFF2-40B4-BE49-F238E27FC236}">
                  <a16:creationId xmlns:a16="http://schemas.microsoft.com/office/drawing/2014/main" id="{34BC4D9A-7AC5-17C8-C9EF-7AF79D3FC2C2}"/>
                </a:ext>
              </a:extLst>
            </p:cNvPr>
            <p:cNvSpPr/>
            <p:nvPr/>
          </p:nvSpPr>
          <p:spPr>
            <a:xfrm>
              <a:off x="7596215" y="310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8" name="Oval 3557">
              <a:extLst>
                <a:ext uri="{FF2B5EF4-FFF2-40B4-BE49-F238E27FC236}">
                  <a16:creationId xmlns:a16="http://schemas.microsoft.com/office/drawing/2014/main" id="{CB761AAD-8931-F92A-4AEF-26B33D213D3B}"/>
                </a:ext>
              </a:extLst>
            </p:cNvPr>
            <p:cNvSpPr/>
            <p:nvPr/>
          </p:nvSpPr>
          <p:spPr>
            <a:xfrm>
              <a:off x="7629046" y="30841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9" name="Oval 3558">
              <a:extLst>
                <a:ext uri="{FF2B5EF4-FFF2-40B4-BE49-F238E27FC236}">
                  <a16:creationId xmlns:a16="http://schemas.microsoft.com/office/drawing/2014/main" id="{DE672933-98AF-8BCE-3FFC-5B59BFBA47DB}"/>
                </a:ext>
              </a:extLst>
            </p:cNvPr>
            <p:cNvSpPr/>
            <p:nvPr/>
          </p:nvSpPr>
          <p:spPr>
            <a:xfrm>
              <a:off x="7782320" y="31089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0" name="Oval 3559">
              <a:extLst>
                <a:ext uri="{FF2B5EF4-FFF2-40B4-BE49-F238E27FC236}">
                  <a16:creationId xmlns:a16="http://schemas.microsoft.com/office/drawing/2014/main" id="{49AD82F2-7468-F4FF-A73F-7CF71616E757}"/>
                </a:ext>
              </a:extLst>
            </p:cNvPr>
            <p:cNvSpPr/>
            <p:nvPr/>
          </p:nvSpPr>
          <p:spPr>
            <a:xfrm>
              <a:off x="7819932" y="31019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1" name="Oval 3560">
              <a:extLst>
                <a:ext uri="{FF2B5EF4-FFF2-40B4-BE49-F238E27FC236}">
                  <a16:creationId xmlns:a16="http://schemas.microsoft.com/office/drawing/2014/main" id="{FE34E4F8-2524-53FA-34D6-0966A95D363E}"/>
                </a:ext>
              </a:extLst>
            </p:cNvPr>
            <p:cNvSpPr/>
            <p:nvPr/>
          </p:nvSpPr>
          <p:spPr>
            <a:xfrm>
              <a:off x="7755282" y="310562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62" name="Group 3561">
              <a:extLst>
                <a:ext uri="{FF2B5EF4-FFF2-40B4-BE49-F238E27FC236}">
                  <a16:creationId xmlns:a16="http://schemas.microsoft.com/office/drawing/2014/main" id="{AAC5586E-5C9F-F84C-8742-73682E20C360}"/>
                </a:ext>
              </a:extLst>
            </p:cNvPr>
            <p:cNvGrpSpPr/>
            <p:nvPr/>
          </p:nvGrpSpPr>
          <p:grpSpPr>
            <a:xfrm rot="13181925">
              <a:off x="7238331" y="3730687"/>
              <a:ext cx="242005" cy="46723"/>
              <a:chOff x="7979724" y="3580291"/>
              <a:chExt cx="242005" cy="43678"/>
            </a:xfrm>
          </p:grpSpPr>
          <p:sp>
            <p:nvSpPr>
              <p:cNvPr id="3563" name="Oval 3562">
                <a:extLst>
                  <a:ext uri="{FF2B5EF4-FFF2-40B4-BE49-F238E27FC236}">
                    <a16:creationId xmlns:a16="http://schemas.microsoft.com/office/drawing/2014/main" id="{64BD9136-BC23-20B1-93CF-2B8847AC8D3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4" name="Oval 3563">
                <a:extLst>
                  <a:ext uri="{FF2B5EF4-FFF2-40B4-BE49-F238E27FC236}">
                    <a16:creationId xmlns:a16="http://schemas.microsoft.com/office/drawing/2014/main" id="{2CF94643-A23E-5CB5-45C0-551C52F4F87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5" name="Oval 3564">
                <a:extLst>
                  <a:ext uri="{FF2B5EF4-FFF2-40B4-BE49-F238E27FC236}">
                    <a16:creationId xmlns:a16="http://schemas.microsoft.com/office/drawing/2014/main" id="{4A29F113-D8F4-B0B1-1467-5B67E7EE7FB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6" name="Oval 3565">
                <a:extLst>
                  <a:ext uri="{FF2B5EF4-FFF2-40B4-BE49-F238E27FC236}">
                    <a16:creationId xmlns:a16="http://schemas.microsoft.com/office/drawing/2014/main" id="{4D752BCF-5AC7-3621-5A2B-251C300B24E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7" name="Oval 3566">
                <a:extLst>
                  <a:ext uri="{FF2B5EF4-FFF2-40B4-BE49-F238E27FC236}">
                    <a16:creationId xmlns:a16="http://schemas.microsoft.com/office/drawing/2014/main" id="{082653B7-B2E7-9E6E-03DD-E141478D27B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8" name="Oval 3567">
                <a:extLst>
                  <a:ext uri="{FF2B5EF4-FFF2-40B4-BE49-F238E27FC236}">
                    <a16:creationId xmlns:a16="http://schemas.microsoft.com/office/drawing/2014/main" id="{17294282-8CCE-725B-2DA6-6EAFF2CD6FD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9" name="Oval 3568">
                <a:extLst>
                  <a:ext uri="{FF2B5EF4-FFF2-40B4-BE49-F238E27FC236}">
                    <a16:creationId xmlns:a16="http://schemas.microsoft.com/office/drawing/2014/main" id="{94DE8097-828E-26BC-7368-F008F94CD49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0" name="Oval 3569">
                <a:extLst>
                  <a:ext uri="{FF2B5EF4-FFF2-40B4-BE49-F238E27FC236}">
                    <a16:creationId xmlns:a16="http://schemas.microsoft.com/office/drawing/2014/main" id="{CF1D8DAC-7AE5-370F-496E-1B8C38E67A4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72" name="Oval 3571">
              <a:extLst>
                <a:ext uri="{FF2B5EF4-FFF2-40B4-BE49-F238E27FC236}">
                  <a16:creationId xmlns:a16="http://schemas.microsoft.com/office/drawing/2014/main" id="{7FC922AB-D2A6-4A76-A290-FFB240056856}"/>
                </a:ext>
              </a:extLst>
            </p:cNvPr>
            <p:cNvSpPr/>
            <p:nvPr/>
          </p:nvSpPr>
          <p:spPr>
            <a:xfrm rot="13181925">
              <a:off x="7583384" y="309426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3" name="Oval 3572">
              <a:extLst>
                <a:ext uri="{FF2B5EF4-FFF2-40B4-BE49-F238E27FC236}">
                  <a16:creationId xmlns:a16="http://schemas.microsoft.com/office/drawing/2014/main" id="{37A39E08-37D3-12D7-DAAD-EF66B066F3F1}"/>
                </a:ext>
              </a:extLst>
            </p:cNvPr>
            <p:cNvSpPr/>
            <p:nvPr/>
          </p:nvSpPr>
          <p:spPr>
            <a:xfrm rot="13181925">
              <a:off x="7574236" y="3068709"/>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4" name="Oval 3573">
              <a:extLst>
                <a:ext uri="{FF2B5EF4-FFF2-40B4-BE49-F238E27FC236}">
                  <a16:creationId xmlns:a16="http://schemas.microsoft.com/office/drawing/2014/main" id="{85A46A67-FA22-44C3-3438-30EA6E64DAA0}"/>
                </a:ext>
              </a:extLst>
            </p:cNvPr>
            <p:cNvSpPr/>
            <p:nvPr/>
          </p:nvSpPr>
          <p:spPr>
            <a:xfrm rot="13181925">
              <a:off x="7560048" y="305590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5" name="Oval 3574">
              <a:extLst>
                <a:ext uri="{FF2B5EF4-FFF2-40B4-BE49-F238E27FC236}">
                  <a16:creationId xmlns:a16="http://schemas.microsoft.com/office/drawing/2014/main" id="{2F085604-5940-C652-6D83-CE5D66004E44}"/>
                </a:ext>
              </a:extLst>
            </p:cNvPr>
            <p:cNvSpPr/>
            <p:nvPr/>
          </p:nvSpPr>
          <p:spPr>
            <a:xfrm rot="13181925">
              <a:off x="7614768" y="311672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6" name="Oval 3575">
              <a:extLst>
                <a:ext uri="{FF2B5EF4-FFF2-40B4-BE49-F238E27FC236}">
                  <a16:creationId xmlns:a16="http://schemas.microsoft.com/office/drawing/2014/main" id="{0DAE2D80-F726-F151-7903-77B892C17044}"/>
                </a:ext>
              </a:extLst>
            </p:cNvPr>
            <p:cNvSpPr/>
            <p:nvPr/>
          </p:nvSpPr>
          <p:spPr>
            <a:xfrm rot="13181925">
              <a:off x="7583849" y="311682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7" name="Oval 3576">
              <a:extLst>
                <a:ext uri="{FF2B5EF4-FFF2-40B4-BE49-F238E27FC236}">
                  <a16:creationId xmlns:a16="http://schemas.microsoft.com/office/drawing/2014/main" id="{40FF4647-02E5-C9EF-B8E4-A550ED20942F}"/>
                </a:ext>
              </a:extLst>
            </p:cNvPr>
            <p:cNvSpPr/>
            <p:nvPr/>
          </p:nvSpPr>
          <p:spPr>
            <a:xfrm rot="13181925">
              <a:off x="7518334" y="302230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8" name="Oval 3577">
              <a:extLst>
                <a:ext uri="{FF2B5EF4-FFF2-40B4-BE49-F238E27FC236}">
                  <a16:creationId xmlns:a16="http://schemas.microsoft.com/office/drawing/2014/main" id="{DF8369BB-3475-CB88-275E-BF2C00C71D20}"/>
                </a:ext>
              </a:extLst>
            </p:cNvPr>
            <p:cNvSpPr/>
            <p:nvPr/>
          </p:nvSpPr>
          <p:spPr>
            <a:xfrm rot="13181925">
              <a:off x="7491850" y="3011644"/>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9" name="Oval 3578">
              <a:extLst>
                <a:ext uri="{FF2B5EF4-FFF2-40B4-BE49-F238E27FC236}">
                  <a16:creationId xmlns:a16="http://schemas.microsoft.com/office/drawing/2014/main" id="{64C02588-4E49-0F9C-3C84-A4B17E7BC4A7}"/>
                </a:ext>
              </a:extLst>
            </p:cNvPr>
            <p:cNvSpPr/>
            <p:nvPr/>
          </p:nvSpPr>
          <p:spPr>
            <a:xfrm rot="13181925">
              <a:off x="7530748" y="303794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1" name="Oval 3580">
              <a:extLst>
                <a:ext uri="{FF2B5EF4-FFF2-40B4-BE49-F238E27FC236}">
                  <a16:creationId xmlns:a16="http://schemas.microsoft.com/office/drawing/2014/main" id="{19B97006-CBC1-3879-4AE8-F605F25ECD83}"/>
                </a:ext>
              </a:extLst>
            </p:cNvPr>
            <p:cNvSpPr/>
            <p:nvPr/>
          </p:nvSpPr>
          <p:spPr>
            <a:xfrm rot="8224268">
              <a:off x="7006108" y="3697563"/>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2" name="Oval 3581">
              <a:extLst>
                <a:ext uri="{FF2B5EF4-FFF2-40B4-BE49-F238E27FC236}">
                  <a16:creationId xmlns:a16="http://schemas.microsoft.com/office/drawing/2014/main" id="{4EB1C3C0-FAA7-8179-D76B-0DF0C8A330C5}"/>
                </a:ext>
              </a:extLst>
            </p:cNvPr>
            <p:cNvSpPr/>
            <p:nvPr/>
          </p:nvSpPr>
          <p:spPr>
            <a:xfrm rot="8224268">
              <a:off x="6978240" y="369561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3" name="Oval 3582">
              <a:extLst>
                <a:ext uri="{FF2B5EF4-FFF2-40B4-BE49-F238E27FC236}">
                  <a16:creationId xmlns:a16="http://schemas.microsoft.com/office/drawing/2014/main" id="{D822B80C-BA09-1FB9-C3F6-46717D6A7639}"/>
                </a:ext>
              </a:extLst>
            </p:cNvPr>
            <p:cNvSpPr/>
            <p:nvPr/>
          </p:nvSpPr>
          <p:spPr>
            <a:xfrm rot="8224268">
              <a:off x="6966029" y="370537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 name="Oval 3583">
              <a:extLst>
                <a:ext uri="{FF2B5EF4-FFF2-40B4-BE49-F238E27FC236}">
                  <a16:creationId xmlns:a16="http://schemas.microsoft.com/office/drawing/2014/main" id="{6E402D9E-EAAC-5DE5-81AA-BBD46A670B2D}"/>
                </a:ext>
              </a:extLst>
            </p:cNvPr>
            <p:cNvSpPr/>
            <p:nvPr/>
          </p:nvSpPr>
          <p:spPr>
            <a:xfrm rot="8224268">
              <a:off x="7026341" y="367316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5" name="Oval 3584">
              <a:extLst>
                <a:ext uri="{FF2B5EF4-FFF2-40B4-BE49-F238E27FC236}">
                  <a16:creationId xmlns:a16="http://schemas.microsoft.com/office/drawing/2014/main" id="{2E4D59A8-7CD9-004B-546D-AA54FD81E8AC}"/>
                </a:ext>
              </a:extLst>
            </p:cNvPr>
            <p:cNvSpPr/>
            <p:nvPr/>
          </p:nvSpPr>
          <p:spPr>
            <a:xfrm rot="8224268">
              <a:off x="7032093" y="370779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6" name="Oval 3585">
              <a:extLst>
                <a:ext uri="{FF2B5EF4-FFF2-40B4-BE49-F238E27FC236}">
                  <a16:creationId xmlns:a16="http://schemas.microsoft.com/office/drawing/2014/main" id="{1AB08172-5250-3463-1CDD-3DA26D7AA0DE}"/>
                </a:ext>
              </a:extLst>
            </p:cNvPr>
            <p:cNvSpPr/>
            <p:nvPr/>
          </p:nvSpPr>
          <p:spPr>
            <a:xfrm rot="8224268">
              <a:off x="6934807" y="373601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7" name="Oval 3586">
              <a:extLst>
                <a:ext uri="{FF2B5EF4-FFF2-40B4-BE49-F238E27FC236}">
                  <a16:creationId xmlns:a16="http://schemas.microsoft.com/office/drawing/2014/main" id="{3140C3AC-5EB9-CD15-AAC4-7C9D00ED4E4B}"/>
                </a:ext>
              </a:extLst>
            </p:cNvPr>
            <p:cNvSpPr/>
            <p:nvPr/>
          </p:nvSpPr>
          <p:spPr>
            <a:xfrm rot="8224268">
              <a:off x="6927322" y="376055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8" name="Oval 3587">
              <a:extLst>
                <a:ext uri="{FF2B5EF4-FFF2-40B4-BE49-F238E27FC236}">
                  <a16:creationId xmlns:a16="http://schemas.microsoft.com/office/drawing/2014/main" id="{1AF8D2DA-7B5B-B3AD-2C35-19FA3FBC065B}"/>
                </a:ext>
              </a:extLst>
            </p:cNvPr>
            <p:cNvSpPr/>
            <p:nvPr/>
          </p:nvSpPr>
          <p:spPr>
            <a:xfrm rot="8224268">
              <a:off x="6950618" y="3729587"/>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90" name="Group 3589">
              <a:extLst>
                <a:ext uri="{FF2B5EF4-FFF2-40B4-BE49-F238E27FC236}">
                  <a16:creationId xmlns:a16="http://schemas.microsoft.com/office/drawing/2014/main" id="{5B1291A7-F33F-D4E1-729C-086947FBCEBF}"/>
                </a:ext>
              </a:extLst>
            </p:cNvPr>
            <p:cNvGrpSpPr/>
            <p:nvPr/>
          </p:nvGrpSpPr>
          <p:grpSpPr>
            <a:xfrm rot="10800000">
              <a:off x="7389400" y="3658380"/>
              <a:ext cx="242005" cy="46723"/>
              <a:chOff x="7979724" y="3580291"/>
              <a:chExt cx="242005" cy="43678"/>
            </a:xfrm>
          </p:grpSpPr>
          <p:sp>
            <p:nvSpPr>
              <p:cNvPr id="3654" name="Oval 3653">
                <a:extLst>
                  <a:ext uri="{FF2B5EF4-FFF2-40B4-BE49-F238E27FC236}">
                    <a16:creationId xmlns:a16="http://schemas.microsoft.com/office/drawing/2014/main" id="{98493547-7ECF-ACE0-B697-54A0AA425B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5" name="Oval 3654">
                <a:extLst>
                  <a:ext uri="{FF2B5EF4-FFF2-40B4-BE49-F238E27FC236}">
                    <a16:creationId xmlns:a16="http://schemas.microsoft.com/office/drawing/2014/main" id="{B4EE3940-DD90-03DA-D2A5-46D1B49AE8F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6" name="Oval 3655">
                <a:extLst>
                  <a:ext uri="{FF2B5EF4-FFF2-40B4-BE49-F238E27FC236}">
                    <a16:creationId xmlns:a16="http://schemas.microsoft.com/office/drawing/2014/main" id="{19E673AD-F335-935B-F4EB-1C2DE45D34F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7" name="Oval 3656">
                <a:extLst>
                  <a:ext uri="{FF2B5EF4-FFF2-40B4-BE49-F238E27FC236}">
                    <a16:creationId xmlns:a16="http://schemas.microsoft.com/office/drawing/2014/main" id="{B7B6C6E4-BA50-9661-E087-2EA78C21510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8" name="Oval 3657">
                <a:extLst>
                  <a:ext uri="{FF2B5EF4-FFF2-40B4-BE49-F238E27FC236}">
                    <a16:creationId xmlns:a16="http://schemas.microsoft.com/office/drawing/2014/main" id="{D8AEF5FF-81DA-9741-656F-310BAAFC170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9" name="Oval 3658">
                <a:extLst>
                  <a:ext uri="{FF2B5EF4-FFF2-40B4-BE49-F238E27FC236}">
                    <a16:creationId xmlns:a16="http://schemas.microsoft.com/office/drawing/2014/main" id="{AC014A00-E7F9-D34C-B5BA-FE4EB7B9B20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0" name="Oval 3659">
                <a:extLst>
                  <a:ext uri="{FF2B5EF4-FFF2-40B4-BE49-F238E27FC236}">
                    <a16:creationId xmlns:a16="http://schemas.microsoft.com/office/drawing/2014/main" id="{2027C1FD-9C10-2E26-4B46-6BA8422FFD6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1" name="Oval 3660">
                <a:extLst>
                  <a:ext uri="{FF2B5EF4-FFF2-40B4-BE49-F238E27FC236}">
                    <a16:creationId xmlns:a16="http://schemas.microsoft.com/office/drawing/2014/main" id="{6F319884-BDC0-E386-D627-4E7302054D5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1" name="Group 3590">
              <a:extLst>
                <a:ext uri="{FF2B5EF4-FFF2-40B4-BE49-F238E27FC236}">
                  <a16:creationId xmlns:a16="http://schemas.microsoft.com/office/drawing/2014/main" id="{F356BBEA-4EC4-D57F-E11A-A6DB57884D67}"/>
                </a:ext>
              </a:extLst>
            </p:cNvPr>
            <p:cNvGrpSpPr/>
            <p:nvPr/>
          </p:nvGrpSpPr>
          <p:grpSpPr>
            <a:xfrm>
              <a:off x="7318243" y="3659196"/>
              <a:ext cx="242005" cy="43678"/>
              <a:chOff x="7979724" y="3580291"/>
              <a:chExt cx="242005" cy="43678"/>
            </a:xfrm>
          </p:grpSpPr>
          <p:sp>
            <p:nvSpPr>
              <p:cNvPr id="3646" name="Oval 3645">
                <a:extLst>
                  <a:ext uri="{FF2B5EF4-FFF2-40B4-BE49-F238E27FC236}">
                    <a16:creationId xmlns:a16="http://schemas.microsoft.com/office/drawing/2014/main" id="{2B276CCD-3C59-F1C7-0975-AE5AF83527C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7" name="Oval 3646">
                <a:extLst>
                  <a:ext uri="{FF2B5EF4-FFF2-40B4-BE49-F238E27FC236}">
                    <a16:creationId xmlns:a16="http://schemas.microsoft.com/office/drawing/2014/main" id="{CDE8FC81-AFB6-4C7B-75AE-08576F46709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8" name="Oval 3647">
                <a:extLst>
                  <a:ext uri="{FF2B5EF4-FFF2-40B4-BE49-F238E27FC236}">
                    <a16:creationId xmlns:a16="http://schemas.microsoft.com/office/drawing/2014/main" id="{808AE782-1DA8-C075-F9C3-5C8B26B01CA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9" name="Oval 3648">
                <a:extLst>
                  <a:ext uri="{FF2B5EF4-FFF2-40B4-BE49-F238E27FC236}">
                    <a16:creationId xmlns:a16="http://schemas.microsoft.com/office/drawing/2014/main" id="{D49EA27B-253E-A425-11B2-E14E857B3ED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0" name="Oval 3649">
                <a:extLst>
                  <a:ext uri="{FF2B5EF4-FFF2-40B4-BE49-F238E27FC236}">
                    <a16:creationId xmlns:a16="http://schemas.microsoft.com/office/drawing/2014/main" id="{840B55DB-42E1-B8C5-128D-36C7BE5E4DA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1" name="Oval 3650">
                <a:extLst>
                  <a:ext uri="{FF2B5EF4-FFF2-40B4-BE49-F238E27FC236}">
                    <a16:creationId xmlns:a16="http://schemas.microsoft.com/office/drawing/2014/main" id="{1FE93B54-15D8-A5C6-506F-9F05FCF5940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2" name="Oval 3651">
                <a:extLst>
                  <a:ext uri="{FF2B5EF4-FFF2-40B4-BE49-F238E27FC236}">
                    <a16:creationId xmlns:a16="http://schemas.microsoft.com/office/drawing/2014/main" id="{387DDF0C-C2BD-9EDC-E1AE-0F52DE7AB83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3" name="Oval 3652">
                <a:extLst>
                  <a:ext uri="{FF2B5EF4-FFF2-40B4-BE49-F238E27FC236}">
                    <a16:creationId xmlns:a16="http://schemas.microsoft.com/office/drawing/2014/main" id="{5984E700-2B3A-F086-0CF9-1FF807CB937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2" name="Group 3591">
              <a:extLst>
                <a:ext uri="{FF2B5EF4-FFF2-40B4-BE49-F238E27FC236}">
                  <a16:creationId xmlns:a16="http://schemas.microsoft.com/office/drawing/2014/main" id="{76AC2FD6-CAB8-195B-D46B-5E75C04ECD62}"/>
                </a:ext>
              </a:extLst>
            </p:cNvPr>
            <p:cNvGrpSpPr/>
            <p:nvPr/>
          </p:nvGrpSpPr>
          <p:grpSpPr>
            <a:xfrm rot="10800000">
              <a:off x="7630443" y="3661556"/>
              <a:ext cx="242005" cy="46723"/>
              <a:chOff x="7979724" y="3580291"/>
              <a:chExt cx="242005" cy="43678"/>
            </a:xfrm>
          </p:grpSpPr>
          <p:sp>
            <p:nvSpPr>
              <p:cNvPr id="3638" name="Oval 3637">
                <a:extLst>
                  <a:ext uri="{FF2B5EF4-FFF2-40B4-BE49-F238E27FC236}">
                    <a16:creationId xmlns:a16="http://schemas.microsoft.com/office/drawing/2014/main" id="{D3D0044E-E050-3E2D-8DE6-FE2D9DC7405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9" name="Oval 3638">
                <a:extLst>
                  <a:ext uri="{FF2B5EF4-FFF2-40B4-BE49-F238E27FC236}">
                    <a16:creationId xmlns:a16="http://schemas.microsoft.com/office/drawing/2014/main" id="{E66E756B-5E54-7154-47C7-E7F88063A49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0" name="Oval 3639">
                <a:extLst>
                  <a:ext uri="{FF2B5EF4-FFF2-40B4-BE49-F238E27FC236}">
                    <a16:creationId xmlns:a16="http://schemas.microsoft.com/office/drawing/2014/main" id="{851EBDE7-75D0-6B11-A34B-F68823E203E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1" name="Oval 3640">
                <a:extLst>
                  <a:ext uri="{FF2B5EF4-FFF2-40B4-BE49-F238E27FC236}">
                    <a16:creationId xmlns:a16="http://schemas.microsoft.com/office/drawing/2014/main" id="{396BB865-1D76-FF61-CCE8-4189CE7AC1A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2" name="Oval 3641">
                <a:extLst>
                  <a:ext uri="{FF2B5EF4-FFF2-40B4-BE49-F238E27FC236}">
                    <a16:creationId xmlns:a16="http://schemas.microsoft.com/office/drawing/2014/main" id="{C37C39A4-FD92-DD6F-D61B-CA9E0D94C02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3" name="Oval 3642">
                <a:extLst>
                  <a:ext uri="{FF2B5EF4-FFF2-40B4-BE49-F238E27FC236}">
                    <a16:creationId xmlns:a16="http://schemas.microsoft.com/office/drawing/2014/main" id="{109A3A81-DB8A-A781-1DF7-840266175F6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4" name="Oval 3643">
                <a:extLst>
                  <a:ext uri="{FF2B5EF4-FFF2-40B4-BE49-F238E27FC236}">
                    <a16:creationId xmlns:a16="http://schemas.microsoft.com/office/drawing/2014/main" id="{25EE3416-A998-8A2E-E2B2-CA09DD8B686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5" name="Oval 3644">
                <a:extLst>
                  <a:ext uri="{FF2B5EF4-FFF2-40B4-BE49-F238E27FC236}">
                    <a16:creationId xmlns:a16="http://schemas.microsoft.com/office/drawing/2014/main" id="{644FE61D-E39C-37D5-F3C9-89A41B4EC14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3" name="Group 3592">
              <a:extLst>
                <a:ext uri="{FF2B5EF4-FFF2-40B4-BE49-F238E27FC236}">
                  <a16:creationId xmlns:a16="http://schemas.microsoft.com/office/drawing/2014/main" id="{F68FF9DA-7710-E8B0-E230-A1CB0B396E58}"/>
                </a:ext>
              </a:extLst>
            </p:cNvPr>
            <p:cNvGrpSpPr/>
            <p:nvPr/>
          </p:nvGrpSpPr>
          <p:grpSpPr>
            <a:xfrm rot="11689693">
              <a:off x="7559286" y="3662372"/>
              <a:ext cx="242005" cy="43678"/>
              <a:chOff x="7979724" y="3580291"/>
              <a:chExt cx="242005" cy="43678"/>
            </a:xfrm>
          </p:grpSpPr>
          <p:sp>
            <p:nvSpPr>
              <p:cNvPr id="3630" name="Oval 3629">
                <a:extLst>
                  <a:ext uri="{FF2B5EF4-FFF2-40B4-BE49-F238E27FC236}">
                    <a16:creationId xmlns:a16="http://schemas.microsoft.com/office/drawing/2014/main" id="{478D209A-DA33-216E-C402-1A770658EC4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1" name="Oval 3630">
                <a:extLst>
                  <a:ext uri="{FF2B5EF4-FFF2-40B4-BE49-F238E27FC236}">
                    <a16:creationId xmlns:a16="http://schemas.microsoft.com/office/drawing/2014/main" id="{1F51D5C8-A717-211C-D9A3-6D7C8BB4C14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2" name="Oval 3631">
                <a:extLst>
                  <a:ext uri="{FF2B5EF4-FFF2-40B4-BE49-F238E27FC236}">
                    <a16:creationId xmlns:a16="http://schemas.microsoft.com/office/drawing/2014/main" id="{262B0870-7689-DDF3-C843-8E570E96503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3" name="Oval 3632">
                <a:extLst>
                  <a:ext uri="{FF2B5EF4-FFF2-40B4-BE49-F238E27FC236}">
                    <a16:creationId xmlns:a16="http://schemas.microsoft.com/office/drawing/2014/main" id="{061455D3-F19D-B380-EA87-4B829718C54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4" name="Oval 3633">
                <a:extLst>
                  <a:ext uri="{FF2B5EF4-FFF2-40B4-BE49-F238E27FC236}">
                    <a16:creationId xmlns:a16="http://schemas.microsoft.com/office/drawing/2014/main" id="{14F86A39-5B79-DAEF-011E-7F89B687208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5" name="Oval 3634">
                <a:extLst>
                  <a:ext uri="{FF2B5EF4-FFF2-40B4-BE49-F238E27FC236}">
                    <a16:creationId xmlns:a16="http://schemas.microsoft.com/office/drawing/2014/main" id="{15EE4E9B-3955-85BA-849D-E63E0FAEF05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6" name="Oval 3635">
                <a:extLst>
                  <a:ext uri="{FF2B5EF4-FFF2-40B4-BE49-F238E27FC236}">
                    <a16:creationId xmlns:a16="http://schemas.microsoft.com/office/drawing/2014/main" id="{7AE18542-B0A4-4184-17C0-9D2FCE45508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7" name="Oval 3636">
                <a:extLst>
                  <a:ext uri="{FF2B5EF4-FFF2-40B4-BE49-F238E27FC236}">
                    <a16:creationId xmlns:a16="http://schemas.microsoft.com/office/drawing/2014/main" id="{917ABF4F-A83A-B4DF-BB0C-4BBCA71B7B2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4" name="Group 3593">
              <a:extLst>
                <a:ext uri="{FF2B5EF4-FFF2-40B4-BE49-F238E27FC236}">
                  <a16:creationId xmlns:a16="http://schemas.microsoft.com/office/drawing/2014/main" id="{3FAB2125-B7E2-C47F-31F9-23F227EAC58D}"/>
                </a:ext>
              </a:extLst>
            </p:cNvPr>
            <p:cNvGrpSpPr/>
            <p:nvPr/>
          </p:nvGrpSpPr>
          <p:grpSpPr>
            <a:xfrm rot="21292958">
              <a:off x="7806740" y="3662396"/>
              <a:ext cx="242005" cy="46723"/>
              <a:chOff x="7979724" y="3580291"/>
              <a:chExt cx="242005" cy="43678"/>
            </a:xfrm>
          </p:grpSpPr>
          <p:sp>
            <p:nvSpPr>
              <p:cNvPr id="3622" name="Oval 3621">
                <a:extLst>
                  <a:ext uri="{FF2B5EF4-FFF2-40B4-BE49-F238E27FC236}">
                    <a16:creationId xmlns:a16="http://schemas.microsoft.com/office/drawing/2014/main" id="{AD8B0426-992D-CB66-15D6-A8AA0A30432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3" name="Oval 3622">
                <a:extLst>
                  <a:ext uri="{FF2B5EF4-FFF2-40B4-BE49-F238E27FC236}">
                    <a16:creationId xmlns:a16="http://schemas.microsoft.com/office/drawing/2014/main" id="{BB826BE1-ADCA-BFCB-60AE-96D69DBA847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AE5EF3A1-5859-32FA-13A2-F06E0A5D2BF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5" name="Oval 3624">
                <a:extLst>
                  <a:ext uri="{FF2B5EF4-FFF2-40B4-BE49-F238E27FC236}">
                    <a16:creationId xmlns:a16="http://schemas.microsoft.com/office/drawing/2014/main" id="{D4ED7A48-7C83-51C4-0E93-CBE3DCA29AE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6" name="Oval 3625">
                <a:extLst>
                  <a:ext uri="{FF2B5EF4-FFF2-40B4-BE49-F238E27FC236}">
                    <a16:creationId xmlns:a16="http://schemas.microsoft.com/office/drawing/2014/main" id="{47E4EACE-6941-9046-B8F7-E41ECDDA9CE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7" name="Oval 3626">
                <a:extLst>
                  <a:ext uri="{FF2B5EF4-FFF2-40B4-BE49-F238E27FC236}">
                    <a16:creationId xmlns:a16="http://schemas.microsoft.com/office/drawing/2014/main" id="{A2F215EF-0D5D-33ED-A142-BB665F93EA3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8" name="Oval 3627">
                <a:extLst>
                  <a:ext uri="{FF2B5EF4-FFF2-40B4-BE49-F238E27FC236}">
                    <a16:creationId xmlns:a16="http://schemas.microsoft.com/office/drawing/2014/main" id="{B33CB5E5-DBB9-4779-1723-59B4A8F33FC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9" name="Oval 3628">
                <a:extLst>
                  <a:ext uri="{FF2B5EF4-FFF2-40B4-BE49-F238E27FC236}">
                    <a16:creationId xmlns:a16="http://schemas.microsoft.com/office/drawing/2014/main" id="{C32AF7AD-D34A-82BF-7EB4-916E634963F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5" name="Group 3594">
              <a:extLst>
                <a:ext uri="{FF2B5EF4-FFF2-40B4-BE49-F238E27FC236}">
                  <a16:creationId xmlns:a16="http://schemas.microsoft.com/office/drawing/2014/main" id="{1B903190-085A-C5F7-F4C8-19286F21839A}"/>
                </a:ext>
              </a:extLst>
            </p:cNvPr>
            <p:cNvGrpSpPr/>
            <p:nvPr/>
          </p:nvGrpSpPr>
          <p:grpSpPr>
            <a:xfrm>
              <a:off x="7735583" y="3663212"/>
              <a:ext cx="242005" cy="43678"/>
              <a:chOff x="7979724" y="3580291"/>
              <a:chExt cx="242005" cy="43678"/>
            </a:xfrm>
          </p:grpSpPr>
          <p:sp>
            <p:nvSpPr>
              <p:cNvPr id="3614" name="Oval 3613">
                <a:extLst>
                  <a:ext uri="{FF2B5EF4-FFF2-40B4-BE49-F238E27FC236}">
                    <a16:creationId xmlns:a16="http://schemas.microsoft.com/office/drawing/2014/main" id="{EF4A25D7-0EB5-57F7-8A61-D7D35026EEF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5" name="Oval 3614">
                <a:extLst>
                  <a:ext uri="{FF2B5EF4-FFF2-40B4-BE49-F238E27FC236}">
                    <a16:creationId xmlns:a16="http://schemas.microsoft.com/office/drawing/2014/main" id="{040B73A6-DCA6-B0CE-4617-DE30450415E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6" name="Oval 3615">
                <a:extLst>
                  <a:ext uri="{FF2B5EF4-FFF2-40B4-BE49-F238E27FC236}">
                    <a16:creationId xmlns:a16="http://schemas.microsoft.com/office/drawing/2014/main" id="{4C442A44-FA90-5B10-204F-4C60AE3244E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7" name="Oval 3616">
                <a:extLst>
                  <a:ext uri="{FF2B5EF4-FFF2-40B4-BE49-F238E27FC236}">
                    <a16:creationId xmlns:a16="http://schemas.microsoft.com/office/drawing/2014/main" id="{81459DDA-EF7A-B479-2DDA-F7DEBDFE258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8" name="Oval 3617">
                <a:extLst>
                  <a:ext uri="{FF2B5EF4-FFF2-40B4-BE49-F238E27FC236}">
                    <a16:creationId xmlns:a16="http://schemas.microsoft.com/office/drawing/2014/main" id="{66B5EB34-26EB-57EE-3A80-9A684218EE1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9" name="Oval 3618">
                <a:extLst>
                  <a:ext uri="{FF2B5EF4-FFF2-40B4-BE49-F238E27FC236}">
                    <a16:creationId xmlns:a16="http://schemas.microsoft.com/office/drawing/2014/main" id="{B9B685A3-8745-AAD2-80EA-FB0559BCE5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0" name="Oval 3619">
                <a:extLst>
                  <a:ext uri="{FF2B5EF4-FFF2-40B4-BE49-F238E27FC236}">
                    <a16:creationId xmlns:a16="http://schemas.microsoft.com/office/drawing/2014/main" id="{A3541E63-4D65-121F-CE2E-A84D4DC0BA6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1" name="Oval 3620">
                <a:extLst>
                  <a:ext uri="{FF2B5EF4-FFF2-40B4-BE49-F238E27FC236}">
                    <a16:creationId xmlns:a16="http://schemas.microsoft.com/office/drawing/2014/main" id="{9EDAC1AA-6512-F4E4-4EB3-F72F38D1FED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6" name="Group 3595">
              <a:extLst>
                <a:ext uri="{FF2B5EF4-FFF2-40B4-BE49-F238E27FC236}">
                  <a16:creationId xmlns:a16="http://schemas.microsoft.com/office/drawing/2014/main" id="{C8907829-391E-1983-06A8-F1D53CD269DE}"/>
                </a:ext>
              </a:extLst>
            </p:cNvPr>
            <p:cNvGrpSpPr/>
            <p:nvPr/>
          </p:nvGrpSpPr>
          <p:grpSpPr>
            <a:xfrm rot="10800000">
              <a:off x="8047783" y="3665572"/>
              <a:ext cx="242005" cy="46723"/>
              <a:chOff x="7979724" y="3580291"/>
              <a:chExt cx="242005" cy="43678"/>
            </a:xfrm>
          </p:grpSpPr>
          <p:sp>
            <p:nvSpPr>
              <p:cNvPr id="3606" name="Oval 3605">
                <a:extLst>
                  <a:ext uri="{FF2B5EF4-FFF2-40B4-BE49-F238E27FC236}">
                    <a16:creationId xmlns:a16="http://schemas.microsoft.com/office/drawing/2014/main" id="{5BBBD997-2C0E-EEFB-B104-D6F0C86A84E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7" name="Oval 3606">
                <a:extLst>
                  <a:ext uri="{FF2B5EF4-FFF2-40B4-BE49-F238E27FC236}">
                    <a16:creationId xmlns:a16="http://schemas.microsoft.com/office/drawing/2014/main" id="{E491AD01-B8D6-B9F0-8EF8-2C643D1B88D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8" name="Oval 3607">
                <a:extLst>
                  <a:ext uri="{FF2B5EF4-FFF2-40B4-BE49-F238E27FC236}">
                    <a16:creationId xmlns:a16="http://schemas.microsoft.com/office/drawing/2014/main" id="{B2839904-098C-29E0-ED52-F0C6965CBF3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9" name="Oval 3608">
                <a:extLst>
                  <a:ext uri="{FF2B5EF4-FFF2-40B4-BE49-F238E27FC236}">
                    <a16:creationId xmlns:a16="http://schemas.microsoft.com/office/drawing/2014/main" id="{0D25C661-FF04-32DC-6549-E3978558B60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0" name="Oval 3609">
                <a:extLst>
                  <a:ext uri="{FF2B5EF4-FFF2-40B4-BE49-F238E27FC236}">
                    <a16:creationId xmlns:a16="http://schemas.microsoft.com/office/drawing/2014/main" id="{5FD33EBC-1279-6225-605A-2B1A69801A6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1" name="Oval 3610">
                <a:extLst>
                  <a:ext uri="{FF2B5EF4-FFF2-40B4-BE49-F238E27FC236}">
                    <a16:creationId xmlns:a16="http://schemas.microsoft.com/office/drawing/2014/main" id="{ED3A589E-32B3-85AD-70C2-367982CA3D2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2" name="Oval 3611">
                <a:extLst>
                  <a:ext uri="{FF2B5EF4-FFF2-40B4-BE49-F238E27FC236}">
                    <a16:creationId xmlns:a16="http://schemas.microsoft.com/office/drawing/2014/main" id="{4C117B7E-5813-B274-5611-8F51C1F47D8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3" name="Oval 3612">
                <a:extLst>
                  <a:ext uri="{FF2B5EF4-FFF2-40B4-BE49-F238E27FC236}">
                    <a16:creationId xmlns:a16="http://schemas.microsoft.com/office/drawing/2014/main" id="{25B9CD95-2230-EA60-6D39-83729CD9D81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7" name="Group 3596">
              <a:extLst>
                <a:ext uri="{FF2B5EF4-FFF2-40B4-BE49-F238E27FC236}">
                  <a16:creationId xmlns:a16="http://schemas.microsoft.com/office/drawing/2014/main" id="{38CFDB45-0E0E-FE50-0A2C-1848316D7B5B}"/>
                </a:ext>
              </a:extLst>
            </p:cNvPr>
            <p:cNvGrpSpPr/>
            <p:nvPr/>
          </p:nvGrpSpPr>
          <p:grpSpPr>
            <a:xfrm>
              <a:off x="7976626" y="3666388"/>
              <a:ext cx="242005" cy="43678"/>
              <a:chOff x="7979724" y="3580291"/>
              <a:chExt cx="242005" cy="43678"/>
            </a:xfrm>
          </p:grpSpPr>
          <p:sp>
            <p:nvSpPr>
              <p:cNvPr id="3598" name="Oval 3597">
                <a:extLst>
                  <a:ext uri="{FF2B5EF4-FFF2-40B4-BE49-F238E27FC236}">
                    <a16:creationId xmlns:a16="http://schemas.microsoft.com/office/drawing/2014/main" id="{056FABA8-3346-67DC-9052-26F27C84919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9" name="Oval 3598">
                <a:extLst>
                  <a:ext uri="{FF2B5EF4-FFF2-40B4-BE49-F238E27FC236}">
                    <a16:creationId xmlns:a16="http://schemas.microsoft.com/office/drawing/2014/main" id="{53CA742B-6B56-95BA-3DE5-9D91A897952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0" name="Oval 3599">
                <a:extLst>
                  <a:ext uri="{FF2B5EF4-FFF2-40B4-BE49-F238E27FC236}">
                    <a16:creationId xmlns:a16="http://schemas.microsoft.com/office/drawing/2014/main" id="{D4A29570-3662-3975-04B1-1A7CF0FF239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1" name="Oval 3600">
                <a:extLst>
                  <a:ext uri="{FF2B5EF4-FFF2-40B4-BE49-F238E27FC236}">
                    <a16:creationId xmlns:a16="http://schemas.microsoft.com/office/drawing/2014/main" id="{0804ECBB-B05A-F2D4-0D5B-246DCD4A119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2" name="Oval 3601">
                <a:extLst>
                  <a:ext uri="{FF2B5EF4-FFF2-40B4-BE49-F238E27FC236}">
                    <a16:creationId xmlns:a16="http://schemas.microsoft.com/office/drawing/2014/main" id="{634D5D25-5308-086E-2987-32CF18350A3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3" name="Oval 3602">
                <a:extLst>
                  <a:ext uri="{FF2B5EF4-FFF2-40B4-BE49-F238E27FC236}">
                    <a16:creationId xmlns:a16="http://schemas.microsoft.com/office/drawing/2014/main" id="{C87A719C-C144-0795-7083-6BD7870DBE0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4" name="Oval 3603">
                <a:extLst>
                  <a:ext uri="{FF2B5EF4-FFF2-40B4-BE49-F238E27FC236}">
                    <a16:creationId xmlns:a16="http://schemas.microsoft.com/office/drawing/2014/main" id="{578F7865-AD9D-04F8-3D2C-36CB8C8710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5" name="Oval 3604">
                <a:extLst>
                  <a:ext uri="{FF2B5EF4-FFF2-40B4-BE49-F238E27FC236}">
                    <a16:creationId xmlns:a16="http://schemas.microsoft.com/office/drawing/2014/main" id="{794F2D60-1D6B-8B64-0E4B-41B92CD508B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2" name="Group 3661">
              <a:extLst>
                <a:ext uri="{FF2B5EF4-FFF2-40B4-BE49-F238E27FC236}">
                  <a16:creationId xmlns:a16="http://schemas.microsoft.com/office/drawing/2014/main" id="{2093105A-91F0-EA1C-071F-90F7A7AF8476}"/>
                </a:ext>
              </a:extLst>
            </p:cNvPr>
            <p:cNvGrpSpPr/>
            <p:nvPr/>
          </p:nvGrpSpPr>
          <p:grpSpPr>
            <a:xfrm>
              <a:off x="6637489" y="3640726"/>
              <a:ext cx="971545" cy="53915"/>
              <a:chOff x="5754694" y="6008041"/>
              <a:chExt cx="971545" cy="53915"/>
            </a:xfrm>
          </p:grpSpPr>
          <p:grpSp>
            <p:nvGrpSpPr>
              <p:cNvPr id="3663" name="Group 3662">
                <a:extLst>
                  <a:ext uri="{FF2B5EF4-FFF2-40B4-BE49-F238E27FC236}">
                    <a16:creationId xmlns:a16="http://schemas.microsoft.com/office/drawing/2014/main" id="{2B179AE7-8D2E-34F7-8800-A618225CB5F6}"/>
                  </a:ext>
                </a:extLst>
              </p:cNvPr>
              <p:cNvGrpSpPr/>
              <p:nvPr/>
            </p:nvGrpSpPr>
            <p:grpSpPr>
              <a:xfrm rot="10800000">
                <a:off x="5825851" y="6008041"/>
                <a:ext cx="242005" cy="46723"/>
                <a:chOff x="7979724" y="3580291"/>
                <a:chExt cx="242005" cy="43678"/>
              </a:xfrm>
            </p:grpSpPr>
            <p:sp>
              <p:nvSpPr>
                <p:cNvPr id="3727" name="Oval 3726">
                  <a:extLst>
                    <a:ext uri="{FF2B5EF4-FFF2-40B4-BE49-F238E27FC236}">
                      <a16:creationId xmlns:a16="http://schemas.microsoft.com/office/drawing/2014/main" id="{CB422DB4-3D3B-27FF-50D4-B22CDBAC237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8" name="Oval 3727">
                  <a:extLst>
                    <a:ext uri="{FF2B5EF4-FFF2-40B4-BE49-F238E27FC236}">
                      <a16:creationId xmlns:a16="http://schemas.microsoft.com/office/drawing/2014/main" id="{F66E8FE2-3A99-1CFB-9A5E-54BBC2387C5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9" name="Oval 3728">
                  <a:extLst>
                    <a:ext uri="{FF2B5EF4-FFF2-40B4-BE49-F238E27FC236}">
                      <a16:creationId xmlns:a16="http://schemas.microsoft.com/office/drawing/2014/main" id="{7A367683-AAEB-2474-800C-D58D4C63518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0" name="Oval 3729">
                  <a:extLst>
                    <a:ext uri="{FF2B5EF4-FFF2-40B4-BE49-F238E27FC236}">
                      <a16:creationId xmlns:a16="http://schemas.microsoft.com/office/drawing/2014/main" id="{DDE26422-C198-54D1-0501-2A7538F8E7E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1" name="Oval 3730">
                  <a:extLst>
                    <a:ext uri="{FF2B5EF4-FFF2-40B4-BE49-F238E27FC236}">
                      <a16:creationId xmlns:a16="http://schemas.microsoft.com/office/drawing/2014/main" id="{6E9CF867-3070-AC36-76AE-BC56A3D4EF7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2" name="Oval 3731">
                  <a:extLst>
                    <a:ext uri="{FF2B5EF4-FFF2-40B4-BE49-F238E27FC236}">
                      <a16:creationId xmlns:a16="http://schemas.microsoft.com/office/drawing/2014/main" id="{B18CBF5C-0AA6-EF50-D6F8-B9D00FCB98B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3" name="Oval 3732">
                  <a:extLst>
                    <a:ext uri="{FF2B5EF4-FFF2-40B4-BE49-F238E27FC236}">
                      <a16:creationId xmlns:a16="http://schemas.microsoft.com/office/drawing/2014/main" id="{4FB67713-26AA-D468-2BB9-1E7EB000ACD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4" name="Oval 3733">
                  <a:extLst>
                    <a:ext uri="{FF2B5EF4-FFF2-40B4-BE49-F238E27FC236}">
                      <a16:creationId xmlns:a16="http://schemas.microsoft.com/office/drawing/2014/main" id="{71C55663-37D9-E9FF-DA09-5F05B6E352E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4" name="Group 3663">
                <a:extLst>
                  <a:ext uri="{FF2B5EF4-FFF2-40B4-BE49-F238E27FC236}">
                    <a16:creationId xmlns:a16="http://schemas.microsoft.com/office/drawing/2014/main" id="{D1BCE132-EB2B-2E78-3336-F2CCF0B96CAE}"/>
                  </a:ext>
                </a:extLst>
              </p:cNvPr>
              <p:cNvGrpSpPr/>
              <p:nvPr/>
            </p:nvGrpSpPr>
            <p:grpSpPr>
              <a:xfrm>
                <a:off x="5754694" y="6008857"/>
                <a:ext cx="242005" cy="43678"/>
                <a:chOff x="7979724" y="3580291"/>
                <a:chExt cx="242005" cy="43678"/>
              </a:xfrm>
            </p:grpSpPr>
            <p:sp>
              <p:nvSpPr>
                <p:cNvPr id="3719" name="Oval 3718">
                  <a:extLst>
                    <a:ext uri="{FF2B5EF4-FFF2-40B4-BE49-F238E27FC236}">
                      <a16:creationId xmlns:a16="http://schemas.microsoft.com/office/drawing/2014/main" id="{83282EBA-2E1A-55C6-72C7-4056B1F804D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0" name="Oval 3719">
                  <a:extLst>
                    <a:ext uri="{FF2B5EF4-FFF2-40B4-BE49-F238E27FC236}">
                      <a16:creationId xmlns:a16="http://schemas.microsoft.com/office/drawing/2014/main" id="{BAF20AC5-F503-FEAD-393B-FF0A8962B70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1" name="Oval 3720">
                  <a:extLst>
                    <a:ext uri="{FF2B5EF4-FFF2-40B4-BE49-F238E27FC236}">
                      <a16:creationId xmlns:a16="http://schemas.microsoft.com/office/drawing/2014/main" id="{ED4A0B3C-706D-6281-F91B-8430B5CC25E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2" name="Oval 3721">
                  <a:extLst>
                    <a:ext uri="{FF2B5EF4-FFF2-40B4-BE49-F238E27FC236}">
                      <a16:creationId xmlns:a16="http://schemas.microsoft.com/office/drawing/2014/main" id="{4BD357DD-B555-5E6D-2485-36478840A6D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3" name="Oval 3722">
                  <a:extLst>
                    <a:ext uri="{FF2B5EF4-FFF2-40B4-BE49-F238E27FC236}">
                      <a16:creationId xmlns:a16="http://schemas.microsoft.com/office/drawing/2014/main" id="{C643FB96-3DFE-7D6C-E7A0-9FDB502A470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4" name="Oval 3723">
                  <a:extLst>
                    <a:ext uri="{FF2B5EF4-FFF2-40B4-BE49-F238E27FC236}">
                      <a16:creationId xmlns:a16="http://schemas.microsoft.com/office/drawing/2014/main" id="{4D94D825-76FE-4B56-36E5-63C7ADD68BF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5" name="Oval 3724">
                  <a:extLst>
                    <a:ext uri="{FF2B5EF4-FFF2-40B4-BE49-F238E27FC236}">
                      <a16:creationId xmlns:a16="http://schemas.microsoft.com/office/drawing/2014/main" id="{6F56A6F5-F039-854E-E74E-5336EA8EEF5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6" name="Oval 3725">
                  <a:extLst>
                    <a:ext uri="{FF2B5EF4-FFF2-40B4-BE49-F238E27FC236}">
                      <a16:creationId xmlns:a16="http://schemas.microsoft.com/office/drawing/2014/main" id="{C93F1EDA-2978-F8EC-3B12-004BD30B06B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5" name="Group 3664">
                <a:extLst>
                  <a:ext uri="{FF2B5EF4-FFF2-40B4-BE49-F238E27FC236}">
                    <a16:creationId xmlns:a16="http://schemas.microsoft.com/office/drawing/2014/main" id="{E6844536-A4C8-55A1-311B-97026054DC88}"/>
                  </a:ext>
                </a:extLst>
              </p:cNvPr>
              <p:cNvGrpSpPr/>
              <p:nvPr/>
            </p:nvGrpSpPr>
            <p:grpSpPr>
              <a:xfrm rot="10800000">
                <a:off x="6066894" y="6011217"/>
                <a:ext cx="242005" cy="46723"/>
                <a:chOff x="7979724" y="3580291"/>
                <a:chExt cx="242005" cy="43678"/>
              </a:xfrm>
            </p:grpSpPr>
            <p:sp>
              <p:nvSpPr>
                <p:cNvPr id="3711" name="Oval 3710">
                  <a:extLst>
                    <a:ext uri="{FF2B5EF4-FFF2-40B4-BE49-F238E27FC236}">
                      <a16:creationId xmlns:a16="http://schemas.microsoft.com/office/drawing/2014/main" id="{A4D035D8-48F2-5220-95C8-7250ED5FEFB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2" name="Oval 3711">
                  <a:extLst>
                    <a:ext uri="{FF2B5EF4-FFF2-40B4-BE49-F238E27FC236}">
                      <a16:creationId xmlns:a16="http://schemas.microsoft.com/office/drawing/2014/main" id="{5F70656F-8E87-A65B-29E7-846B71E0CB4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3" name="Oval 3712">
                  <a:extLst>
                    <a:ext uri="{FF2B5EF4-FFF2-40B4-BE49-F238E27FC236}">
                      <a16:creationId xmlns:a16="http://schemas.microsoft.com/office/drawing/2014/main" id="{418B573F-476D-DD61-D539-F40FBD332DF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4" name="Oval 3713">
                  <a:extLst>
                    <a:ext uri="{FF2B5EF4-FFF2-40B4-BE49-F238E27FC236}">
                      <a16:creationId xmlns:a16="http://schemas.microsoft.com/office/drawing/2014/main" id="{CF67E719-04E7-F21B-5096-BE745D5AF3C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5" name="Oval 3714">
                  <a:extLst>
                    <a:ext uri="{FF2B5EF4-FFF2-40B4-BE49-F238E27FC236}">
                      <a16:creationId xmlns:a16="http://schemas.microsoft.com/office/drawing/2014/main" id="{6FF5D11D-A840-9CE8-503E-9B1D8C1FFA7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6" name="Oval 3715">
                  <a:extLst>
                    <a:ext uri="{FF2B5EF4-FFF2-40B4-BE49-F238E27FC236}">
                      <a16:creationId xmlns:a16="http://schemas.microsoft.com/office/drawing/2014/main" id="{AEC5B597-2A11-F65A-3A8D-96E9DF47A50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7" name="Oval 3716">
                  <a:extLst>
                    <a:ext uri="{FF2B5EF4-FFF2-40B4-BE49-F238E27FC236}">
                      <a16:creationId xmlns:a16="http://schemas.microsoft.com/office/drawing/2014/main" id="{A5496CC9-7795-9A52-F269-0E02CD7A74E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8" name="Oval 3717">
                  <a:extLst>
                    <a:ext uri="{FF2B5EF4-FFF2-40B4-BE49-F238E27FC236}">
                      <a16:creationId xmlns:a16="http://schemas.microsoft.com/office/drawing/2014/main" id="{3AF0BC59-0EA3-01C5-BFF8-5C3934F1193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6" name="Group 3665">
                <a:extLst>
                  <a:ext uri="{FF2B5EF4-FFF2-40B4-BE49-F238E27FC236}">
                    <a16:creationId xmlns:a16="http://schemas.microsoft.com/office/drawing/2014/main" id="{BE22D7C9-7209-31CC-61F6-52F12285560F}"/>
                  </a:ext>
                </a:extLst>
              </p:cNvPr>
              <p:cNvGrpSpPr/>
              <p:nvPr/>
            </p:nvGrpSpPr>
            <p:grpSpPr>
              <a:xfrm rot="11689693">
                <a:off x="5995737" y="6012033"/>
                <a:ext cx="242005" cy="43678"/>
                <a:chOff x="7979724" y="3580291"/>
                <a:chExt cx="242005" cy="43678"/>
              </a:xfrm>
            </p:grpSpPr>
            <p:sp>
              <p:nvSpPr>
                <p:cNvPr id="3703" name="Oval 3702">
                  <a:extLst>
                    <a:ext uri="{FF2B5EF4-FFF2-40B4-BE49-F238E27FC236}">
                      <a16:creationId xmlns:a16="http://schemas.microsoft.com/office/drawing/2014/main" id="{34812DFE-512F-4A8C-9EE8-AA0D2AF8666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4" name="Oval 3703">
                  <a:extLst>
                    <a:ext uri="{FF2B5EF4-FFF2-40B4-BE49-F238E27FC236}">
                      <a16:creationId xmlns:a16="http://schemas.microsoft.com/office/drawing/2014/main" id="{A1F0553A-AD7F-E95F-6E8C-DA3B0E5FC71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5" name="Oval 3704">
                  <a:extLst>
                    <a:ext uri="{FF2B5EF4-FFF2-40B4-BE49-F238E27FC236}">
                      <a16:creationId xmlns:a16="http://schemas.microsoft.com/office/drawing/2014/main" id="{F3B21088-A799-0C8E-E6EF-4601109F5D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6" name="Oval 3705">
                  <a:extLst>
                    <a:ext uri="{FF2B5EF4-FFF2-40B4-BE49-F238E27FC236}">
                      <a16:creationId xmlns:a16="http://schemas.microsoft.com/office/drawing/2014/main" id="{FBFF0576-4696-48C7-AAFA-EE5F742058C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7" name="Oval 3706">
                  <a:extLst>
                    <a:ext uri="{FF2B5EF4-FFF2-40B4-BE49-F238E27FC236}">
                      <a16:creationId xmlns:a16="http://schemas.microsoft.com/office/drawing/2014/main" id="{503781DE-4D3A-D009-8AE7-83913053664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8" name="Oval 3707">
                  <a:extLst>
                    <a:ext uri="{FF2B5EF4-FFF2-40B4-BE49-F238E27FC236}">
                      <a16:creationId xmlns:a16="http://schemas.microsoft.com/office/drawing/2014/main" id="{38BA209F-78C1-DA32-DB0B-7A4F0916304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9" name="Oval 3708">
                  <a:extLst>
                    <a:ext uri="{FF2B5EF4-FFF2-40B4-BE49-F238E27FC236}">
                      <a16:creationId xmlns:a16="http://schemas.microsoft.com/office/drawing/2014/main" id="{D468B7CD-3CC6-A3E1-AA88-787B21AA21F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0" name="Oval 3709">
                  <a:extLst>
                    <a:ext uri="{FF2B5EF4-FFF2-40B4-BE49-F238E27FC236}">
                      <a16:creationId xmlns:a16="http://schemas.microsoft.com/office/drawing/2014/main" id="{64629A1D-FCAB-78F1-5F6F-E2566372787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7" name="Group 3666">
                <a:extLst>
                  <a:ext uri="{FF2B5EF4-FFF2-40B4-BE49-F238E27FC236}">
                    <a16:creationId xmlns:a16="http://schemas.microsoft.com/office/drawing/2014/main" id="{BD0123E4-6176-EFE6-B3F0-D13E51CE39B8}"/>
                  </a:ext>
                </a:extLst>
              </p:cNvPr>
              <p:cNvGrpSpPr/>
              <p:nvPr/>
            </p:nvGrpSpPr>
            <p:grpSpPr>
              <a:xfrm rot="21292958">
                <a:off x="6243191" y="6012057"/>
                <a:ext cx="242005" cy="46723"/>
                <a:chOff x="7979724" y="3580291"/>
                <a:chExt cx="242005" cy="43678"/>
              </a:xfrm>
            </p:grpSpPr>
            <p:sp>
              <p:nvSpPr>
                <p:cNvPr id="3695" name="Oval 3694">
                  <a:extLst>
                    <a:ext uri="{FF2B5EF4-FFF2-40B4-BE49-F238E27FC236}">
                      <a16:creationId xmlns:a16="http://schemas.microsoft.com/office/drawing/2014/main" id="{1D029560-C857-864B-911B-F26F26C6192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6" name="Oval 3695">
                  <a:extLst>
                    <a:ext uri="{FF2B5EF4-FFF2-40B4-BE49-F238E27FC236}">
                      <a16:creationId xmlns:a16="http://schemas.microsoft.com/office/drawing/2014/main" id="{BEB3D6BB-7A04-A69B-4B97-598D7823699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7" name="Oval 3696">
                  <a:extLst>
                    <a:ext uri="{FF2B5EF4-FFF2-40B4-BE49-F238E27FC236}">
                      <a16:creationId xmlns:a16="http://schemas.microsoft.com/office/drawing/2014/main" id="{74593B11-C9FD-37C8-F72B-0D14CAF566D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8" name="Oval 3697">
                  <a:extLst>
                    <a:ext uri="{FF2B5EF4-FFF2-40B4-BE49-F238E27FC236}">
                      <a16:creationId xmlns:a16="http://schemas.microsoft.com/office/drawing/2014/main" id="{18A83CCB-F17D-C0AD-1AF4-BE4B31B64FA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9" name="Oval 3698">
                  <a:extLst>
                    <a:ext uri="{FF2B5EF4-FFF2-40B4-BE49-F238E27FC236}">
                      <a16:creationId xmlns:a16="http://schemas.microsoft.com/office/drawing/2014/main" id="{BCA3A4F4-3530-F7E0-770E-07597FCD4BF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0" name="Oval 3699">
                  <a:extLst>
                    <a:ext uri="{FF2B5EF4-FFF2-40B4-BE49-F238E27FC236}">
                      <a16:creationId xmlns:a16="http://schemas.microsoft.com/office/drawing/2014/main" id="{1912A4B6-3045-596B-D25A-20D08519AEB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1" name="Oval 3700">
                  <a:extLst>
                    <a:ext uri="{FF2B5EF4-FFF2-40B4-BE49-F238E27FC236}">
                      <a16:creationId xmlns:a16="http://schemas.microsoft.com/office/drawing/2014/main" id="{856E4ED6-CD8C-659E-EA4D-A73FC2D19E5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2" name="Oval 3701">
                  <a:extLst>
                    <a:ext uri="{FF2B5EF4-FFF2-40B4-BE49-F238E27FC236}">
                      <a16:creationId xmlns:a16="http://schemas.microsoft.com/office/drawing/2014/main" id="{3CF85C6D-2792-96D5-6AB6-7517ABD3E69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8" name="Group 3667">
                <a:extLst>
                  <a:ext uri="{FF2B5EF4-FFF2-40B4-BE49-F238E27FC236}">
                    <a16:creationId xmlns:a16="http://schemas.microsoft.com/office/drawing/2014/main" id="{C5CBBE3F-7701-CE64-6708-F95223E0A604}"/>
                  </a:ext>
                </a:extLst>
              </p:cNvPr>
              <p:cNvGrpSpPr/>
              <p:nvPr/>
            </p:nvGrpSpPr>
            <p:grpSpPr>
              <a:xfrm>
                <a:off x="6172034" y="6012873"/>
                <a:ext cx="242005" cy="43678"/>
                <a:chOff x="7979724" y="3580291"/>
                <a:chExt cx="242005" cy="43678"/>
              </a:xfrm>
            </p:grpSpPr>
            <p:sp>
              <p:nvSpPr>
                <p:cNvPr id="3687" name="Oval 3686">
                  <a:extLst>
                    <a:ext uri="{FF2B5EF4-FFF2-40B4-BE49-F238E27FC236}">
                      <a16:creationId xmlns:a16="http://schemas.microsoft.com/office/drawing/2014/main" id="{CA7F6FCD-B192-8665-B6E0-DBA4A885981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8" name="Oval 3687">
                  <a:extLst>
                    <a:ext uri="{FF2B5EF4-FFF2-40B4-BE49-F238E27FC236}">
                      <a16:creationId xmlns:a16="http://schemas.microsoft.com/office/drawing/2014/main" id="{05A21D1F-F58A-8BEE-0B48-8E247172337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9" name="Oval 3688">
                  <a:extLst>
                    <a:ext uri="{FF2B5EF4-FFF2-40B4-BE49-F238E27FC236}">
                      <a16:creationId xmlns:a16="http://schemas.microsoft.com/office/drawing/2014/main" id="{A63A609A-3645-47C3-7F0F-8D0DFD3BFD0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0" name="Oval 3689">
                  <a:extLst>
                    <a:ext uri="{FF2B5EF4-FFF2-40B4-BE49-F238E27FC236}">
                      <a16:creationId xmlns:a16="http://schemas.microsoft.com/office/drawing/2014/main" id="{8AB9032E-D7A4-4B5F-1191-84407BD2090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1" name="Oval 3690">
                  <a:extLst>
                    <a:ext uri="{FF2B5EF4-FFF2-40B4-BE49-F238E27FC236}">
                      <a16:creationId xmlns:a16="http://schemas.microsoft.com/office/drawing/2014/main" id="{50289E3A-F8E9-2091-324A-39D64EFD170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2" name="Oval 3691">
                  <a:extLst>
                    <a:ext uri="{FF2B5EF4-FFF2-40B4-BE49-F238E27FC236}">
                      <a16:creationId xmlns:a16="http://schemas.microsoft.com/office/drawing/2014/main" id="{0A0DD0E1-BE04-FB02-1681-D1932E63C98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3" name="Oval 3692">
                  <a:extLst>
                    <a:ext uri="{FF2B5EF4-FFF2-40B4-BE49-F238E27FC236}">
                      <a16:creationId xmlns:a16="http://schemas.microsoft.com/office/drawing/2014/main" id="{68BFC958-8DB6-D815-6055-1D6B1C8D64B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4" name="Oval 3693">
                  <a:extLst>
                    <a:ext uri="{FF2B5EF4-FFF2-40B4-BE49-F238E27FC236}">
                      <a16:creationId xmlns:a16="http://schemas.microsoft.com/office/drawing/2014/main" id="{7BB5A7B4-EFE6-33F9-6001-914FE4769D2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9" name="Group 3668">
                <a:extLst>
                  <a:ext uri="{FF2B5EF4-FFF2-40B4-BE49-F238E27FC236}">
                    <a16:creationId xmlns:a16="http://schemas.microsoft.com/office/drawing/2014/main" id="{0E59EEC5-7611-4B5A-3728-8D532AABFDEB}"/>
                  </a:ext>
                </a:extLst>
              </p:cNvPr>
              <p:cNvGrpSpPr/>
              <p:nvPr/>
            </p:nvGrpSpPr>
            <p:grpSpPr>
              <a:xfrm rot="10800000">
                <a:off x="6484234" y="6015233"/>
                <a:ext cx="242005" cy="46723"/>
                <a:chOff x="7979724" y="3580291"/>
                <a:chExt cx="242005" cy="43678"/>
              </a:xfrm>
            </p:grpSpPr>
            <p:sp>
              <p:nvSpPr>
                <p:cNvPr id="3679" name="Oval 3678">
                  <a:extLst>
                    <a:ext uri="{FF2B5EF4-FFF2-40B4-BE49-F238E27FC236}">
                      <a16:creationId xmlns:a16="http://schemas.microsoft.com/office/drawing/2014/main" id="{B7EC71DE-109A-85DA-975C-CDC83BFC32F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0" name="Oval 3679">
                  <a:extLst>
                    <a:ext uri="{FF2B5EF4-FFF2-40B4-BE49-F238E27FC236}">
                      <a16:creationId xmlns:a16="http://schemas.microsoft.com/office/drawing/2014/main" id="{1462415E-9196-B947-1F21-8D8DA6A50C2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1" name="Oval 3680">
                  <a:extLst>
                    <a:ext uri="{FF2B5EF4-FFF2-40B4-BE49-F238E27FC236}">
                      <a16:creationId xmlns:a16="http://schemas.microsoft.com/office/drawing/2014/main" id="{CC9808E2-211C-E797-4FEC-4573F26AC33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2" name="Oval 3681">
                  <a:extLst>
                    <a:ext uri="{FF2B5EF4-FFF2-40B4-BE49-F238E27FC236}">
                      <a16:creationId xmlns:a16="http://schemas.microsoft.com/office/drawing/2014/main" id="{17237D3C-8E68-DDF3-DF33-F01C8FEA717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3" name="Oval 3682">
                  <a:extLst>
                    <a:ext uri="{FF2B5EF4-FFF2-40B4-BE49-F238E27FC236}">
                      <a16:creationId xmlns:a16="http://schemas.microsoft.com/office/drawing/2014/main" id="{24789ADD-EE06-B1DA-8A15-97ED74C157E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4" name="Oval 3683">
                  <a:extLst>
                    <a:ext uri="{FF2B5EF4-FFF2-40B4-BE49-F238E27FC236}">
                      <a16:creationId xmlns:a16="http://schemas.microsoft.com/office/drawing/2014/main" id="{129C4392-1C11-D9DE-B060-54C3122E2C2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5" name="Oval 3684">
                  <a:extLst>
                    <a:ext uri="{FF2B5EF4-FFF2-40B4-BE49-F238E27FC236}">
                      <a16:creationId xmlns:a16="http://schemas.microsoft.com/office/drawing/2014/main" id="{61CEF147-8FE7-B057-2C87-196D03BFAA6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 name="Oval 3685">
                  <a:extLst>
                    <a:ext uri="{FF2B5EF4-FFF2-40B4-BE49-F238E27FC236}">
                      <a16:creationId xmlns:a16="http://schemas.microsoft.com/office/drawing/2014/main" id="{782D496F-CD5F-5C4E-0371-F22B3EDAAA1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70" name="Group 3669">
                <a:extLst>
                  <a:ext uri="{FF2B5EF4-FFF2-40B4-BE49-F238E27FC236}">
                    <a16:creationId xmlns:a16="http://schemas.microsoft.com/office/drawing/2014/main" id="{F51111CB-8B88-0AB1-16BA-D24B7808E121}"/>
                  </a:ext>
                </a:extLst>
              </p:cNvPr>
              <p:cNvGrpSpPr/>
              <p:nvPr/>
            </p:nvGrpSpPr>
            <p:grpSpPr>
              <a:xfrm>
                <a:off x="6413077" y="6016049"/>
                <a:ext cx="242005" cy="43678"/>
                <a:chOff x="7979724" y="3580291"/>
                <a:chExt cx="242005" cy="43678"/>
              </a:xfrm>
            </p:grpSpPr>
            <p:sp>
              <p:nvSpPr>
                <p:cNvPr id="3671" name="Oval 3670">
                  <a:extLst>
                    <a:ext uri="{FF2B5EF4-FFF2-40B4-BE49-F238E27FC236}">
                      <a16:creationId xmlns:a16="http://schemas.microsoft.com/office/drawing/2014/main" id="{CE380DB7-B05D-FF59-8FBA-A8463F38F99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2" name="Oval 3671">
                  <a:extLst>
                    <a:ext uri="{FF2B5EF4-FFF2-40B4-BE49-F238E27FC236}">
                      <a16:creationId xmlns:a16="http://schemas.microsoft.com/office/drawing/2014/main" id="{B1AE6D6B-B9B3-E816-9D8C-C352C591482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3" name="Oval 3672">
                  <a:extLst>
                    <a:ext uri="{FF2B5EF4-FFF2-40B4-BE49-F238E27FC236}">
                      <a16:creationId xmlns:a16="http://schemas.microsoft.com/office/drawing/2014/main" id="{C96985CD-0296-6534-1C4B-0E2F2DFBEA9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4" name="Oval 3673">
                  <a:extLst>
                    <a:ext uri="{FF2B5EF4-FFF2-40B4-BE49-F238E27FC236}">
                      <a16:creationId xmlns:a16="http://schemas.microsoft.com/office/drawing/2014/main" id="{C3FF148F-A258-CAA9-B148-9430D420EB5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5" name="Oval 3674">
                  <a:extLst>
                    <a:ext uri="{FF2B5EF4-FFF2-40B4-BE49-F238E27FC236}">
                      <a16:creationId xmlns:a16="http://schemas.microsoft.com/office/drawing/2014/main" id="{8257C1BD-FD93-FECE-FA9E-4DAA51FF0EE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6" name="Oval 3675">
                  <a:extLst>
                    <a:ext uri="{FF2B5EF4-FFF2-40B4-BE49-F238E27FC236}">
                      <a16:creationId xmlns:a16="http://schemas.microsoft.com/office/drawing/2014/main" id="{20299491-EFDF-508F-75DF-E01FB41D9CB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7" name="Oval 3676">
                  <a:extLst>
                    <a:ext uri="{FF2B5EF4-FFF2-40B4-BE49-F238E27FC236}">
                      <a16:creationId xmlns:a16="http://schemas.microsoft.com/office/drawing/2014/main" id="{8D776E1D-2B9A-E1D3-332E-AD91AC8A9BD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8" name="Oval 3677">
                  <a:extLst>
                    <a:ext uri="{FF2B5EF4-FFF2-40B4-BE49-F238E27FC236}">
                      <a16:creationId xmlns:a16="http://schemas.microsoft.com/office/drawing/2014/main" id="{A77FA6B4-F8DF-FC20-6036-070ABD1CDD5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735" name="TextBox 3734">
              <a:extLst>
                <a:ext uri="{FF2B5EF4-FFF2-40B4-BE49-F238E27FC236}">
                  <a16:creationId xmlns:a16="http://schemas.microsoft.com/office/drawing/2014/main" id="{F2B2FD11-AAC2-FE3C-6C25-6F763E21BD9C}"/>
                </a:ext>
              </a:extLst>
            </p:cNvPr>
            <p:cNvSpPr txBox="1"/>
            <p:nvPr/>
          </p:nvSpPr>
          <p:spPr>
            <a:xfrm>
              <a:off x="9901505" y="3814840"/>
              <a:ext cx="994183"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Traces and objects</a:t>
              </a:r>
            </a:p>
            <a:p>
              <a:pPr algn="l"/>
              <a:r>
                <a:rPr lang="en-US" sz="750" dirty="0">
                  <a:ln/>
                  <a:solidFill>
                    <a:srgbClr val="000000"/>
                  </a:solidFill>
                  <a:latin typeface="Helvetica"/>
                  <a:cs typeface="Helvetica"/>
                  <a:sym typeface="Helvetica"/>
                  <a:rtl val="0"/>
                </a:rPr>
                <a:t>clustered</a:t>
              </a:r>
              <a:endParaRPr lang="en-US" sz="750" spc="0" baseline="0" dirty="0">
                <a:ln/>
                <a:solidFill>
                  <a:srgbClr val="000000"/>
                </a:solidFill>
                <a:latin typeface="Helvetica"/>
                <a:cs typeface="Helvetica"/>
                <a:sym typeface="Helvetica"/>
                <a:rtl val="0"/>
              </a:endParaRPr>
            </a:p>
          </p:txBody>
        </p:sp>
        <p:sp>
          <p:nvSpPr>
            <p:cNvPr id="3738" name="TextBox 3737">
              <a:extLst>
                <a:ext uri="{FF2B5EF4-FFF2-40B4-BE49-F238E27FC236}">
                  <a16:creationId xmlns:a16="http://schemas.microsoft.com/office/drawing/2014/main" id="{68573A56-2F38-8E89-02CF-C4715EE4CDCA}"/>
                </a:ext>
              </a:extLst>
            </p:cNvPr>
            <p:cNvSpPr txBox="1"/>
            <p:nvPr/>
          </p:nvSpPr>
          <p:spPr>
            <a:xfrm>
              <a:off x="9872905" y="4452906"/>
              <a:ext cx="81144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elements</a:t>
              </a:r>
            </a:p>
          </p:txBody>
        </p:sp>
        <p:sp>
          <p:nvSpPr>
            <p:cNvPr id="3739" name="TextBox 3738">
              <a:extLst>
                <a:ext uri="{FF2B5EF4-FFF2-40B4-BE49-F238E27FC236}">
                  <a16:creationId xmlns:a16="http://schemas.microsoft.com/office/drawing/2014/main" id="{2464189A-45FE-49DF-EA7C-D147EBC31B44}"/>
                </a:ext>
              </a:extLst>
            </p:cNvPr>
            <p:cNvSpPr txBox="1"/>
            <p:nvPr/>
          </p:nvSpPr>
          <p:spPr>
            <a:xfrm>
              <a:off x="9869730" y="5102608"/>
              <a:ext cx="77457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sections</a:t>
              </a:r>
            </a:p>
          </p:txBody>
        </p:sp>
        <p:sp>
          <p:nvSpPr>
            <p:cNvPr id="3740" name="TextBox 3739">
              <a:extLst>
                <a:ext uri="{FF2B5EF4-FFF2-40B4-BE49-F238E27FC236}">
                  <a16:creationId xmlns:a16="http://schemas.microsoft.com/office/drawing/2014/main" id="{FCC97A1D-4404-3209-64DB-C561C3A80824}"/>
                </a:ext>
              </a:extLst>
            </p:cNvPr>
            <p:cNvSpPr txBox="1"/>
            <p:nvPr/>
          </p:nvSpPr>
          <p:spPr>
            <a:xfrm>
              <a:off x="9649436" y="5767552"/>
              <a:ext cx="1077539"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Roads and Junctions</a:t>
              </a:r>
            </a:p>
          </p:txBody>
        </p:sp>
        <p:grpSp>
          <p:nvGrpSpPr>
            <p:cNvPr id="3777" name="Group 3776">
              <a:extLst>
                <a:ext uri="{FF2B5EF4-FFF2-40B4-BE49-F238E27FC236}">
                  <a16:creationId xmlns:a16="http://schemas.microsoft.com/office/drawing/2014/main" id="{AC093DED-A3A1-0782-53F4-987A8786DFFC}"/>
                </a:ext>
              </a:extLst>
            </p:cNvPr>
            <p:cNvGrpSpPr/>
            <p:nvPr/>
          </p:nvGrpSpPr>
          <p:grpSpPr>
            <a:xfrm>
              <a:off x="6744631" y="3068775"/>
              <a:ext cx="3016472" cy="676275"/>
              <a:chOff x="7611511" y="5020299"/>
              <a:chExt cx="3016472" cy="676275"/>
            </a:xfrm>
          </p:grpSpPr>
          <p:grpSp>
            <p:nvGrpSpPr>
              <p:cNvPr id="3778" name="Group 3777">
                <a:extLst>
                  <a:ext uri="{FF2B5EF4-FFF2-40B4-BE49-F238E27FC236}">
                    <a16:creationId xmlns:a16="http://schemas.microsoft.com/office/drawing/2014/main" id="{8B22CD31-582E-524A-F467-B8822B23D9B2}"/>
                  </a:ext>
                </a:extLst>
              </p:cNvPr>
              <p:cNvGrpSpPr/>
              <p:nvPr/>
            </p:nvGrpSpPr>
            <p:grpSpPr>
              <a:xfrm>
                <a:off x="7782696" y="5020299"/>
                <a:ext cx="2826257" cy="676275"/>
                <a:chOff x="7782696" y="5020299"/>
                <a:chExt cx="2826257" cy="676275"/>
              </a:xfrm>
            </p:grpSpPr>
            <p:sp>
              <p:nvSpPr>
                <p:cNvPr id="3780" name="Freeform: Shape 3779">
                  <a:extLst>
                    <a:ext uri="{FF2B5EF4-FFF2-40B4-BE49-F238E27FC236}">
                      <a16:creationId xmlns:a16="http://schemas.microsoft.com/office/drawing/2014/main" id="{24456091-EEEB-C7DB-58D9-7E2A3A698A4E}"/>
                    </a:ext>
                  </a:extLst>
                </p:cNvPr>
                <p:cNvSpPr/>
                <p:nvPr/>
              </p:nvSpPr>
              <p:spPr>
                <a:xfrm>
                  <a:off x="8163791" y="5114406"/>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chemeClr val="tx1"/>
                  </a:solidFill>
                  <a:prstDash val="solid"/>
                  <a:miter/>
                </a:ln>
              </p:spPr>
              <p:txBody>
                <a:bodyPr rtlCol="0" anchor="ctr"/>
                <a:lstStyle/>
                <a:p>
                  <a:endParaRPr lang="en-US"/>
                </a:p>
              </p:txBody>
            </p:sp>
            <p:sp>
              <p:nvSpPr>
                <p:cNvPr id="3781" name="Freeform: Shape 3780">
                  <a:extLst>
                    <a:ext uri="{FF2B5EF4-FFF2-40B4-BE49-F238E27FC236}">
                      <a16:creationId xmlns:a16="http://schemas.microsoft.com/office/drawing/2014/main" id="{CADF9A3B-E699-1596-B18C-50D05A611347}"/>
                    </a:ext>
                  </a:extLst>
                </p:cNvPr>
                <p:cNvSpPr/>
                <p:nvPr/>
              </p:nvSpPr>
              <p:spPr>
                <a:xfrm>
                  <a:off x="7910712" y="5257852"/>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tx1"/>
                  </a:solidFill>
                  <a:custDash>
                    <a:ds d="675000" sp="675000"/>
                  </a:custDash>
                  <a:miter/>
                </a:ln>
              </p:spPr>
              <p:txBody>
                <a:bodyPr rtlCol="0" anchor="ctr"/>
                <a:lstStyle/>
                <a:p>
                  <a:endParaRPr lang="en-US"/>
                </a:p>
              </p:txBody>
            </p:sp>
            <p:sp>
              <p:nvSpPr>
                <p:cNvPr id="3782" name="Freeform: Shape 3781">
                  <a:extLst>
                    <a:ext uri="{FF2B5EF4-FFF2-40B4-BE49-F238E27FC236}">
                      <a16:creationId xmlns:a16="http://schemas.microsoft.com/office/drawing/2014/main" id="{2948ADB3-3DA9-0BE3-D91C-FB42CE916350}"/>
                    </a:ext>
                  </a:extLst>
                </p:cNvPr>
                <p:cNvSpPr/>
                <p:nvPr/>
              </p:nvSpPr>
              <p:spPr>
                <a:xfrm>
                  <a:off x="7782696" y="5401299"/>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chemeClr val="tx1"/>
                  </a:solidFill>
                  <a:prstDash val="solid"/>
                  <a:miter/>
                </a:ln>
              </p:spPr>
              <p:txBody>
                <a:bodyPr rtlCol="0" anchor="ctr"/>
                <a:lstStyle/>
                <a:p>
                  <a:endParaRPr lang="en-US"/>
                </a:p>
              </p:txBody>
            </p:sp>
            <p:sp>
              <p:nvSpPr>
                <p:cNvPr id="3783" name="Freeform: Shape 3782">
                  <a:extLst>
                    <a:ext uri="{FF2B5EF4-FFF2-40B4-BE49-F238E27FC236}">
                      <a16:creationId xmlns:a16="http://schemas.microsoft.com/office/drawing/2014/main" id="{29E00E6D-272B-B2F5-9C0B-4B59059AB571}"/>
                    </a:ext>
                  </a:extLst>
                </p:cNvPr>
                <p:cNvSpPr/>
                <p:nvPr/>
              </p:nvSpPr>
              <p:spPr>
                <a:xfrm>
                  <a:off x="8960462" y="5557795"/>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chemeClr val="tx1"/>
                  </a:solidFill>
                  <a:prstDash val="solid"/>
                  <a:miter/>
                </a:ln>
              </p:spPr>
              <p:txBody>
                <a:bodyPr rtlCol="0" anchor="ctr"/>
                <a:lstStyle/>
                <a:p>
                  <a:endParaRPr lang="en-US"/>
                </a:p>
              </p:txBody>
            </p:sp>
            <p:sp>
              <p:nvSpPr>
                <p:cNvPr id="3784" name="Freeform: Shape 3783">
                  <a:extLst>
                    <a:ext uri="{FF2B5EF4-FFF2-40B4-BE49-F238E27FC236}">
                      <a16:creationId xmlns:a16="http://schemas.microsoft.com/office/drawing/2014/main" id="{8EE634DF-11AB-4F5B-14B6-18A38D23D5A9}"/>
                    </a:ext>
                  </a:extLst>
                </p:cNvPr>
                <p:cNvSpPr/>
                <p:nvPr/>
              </p:nvSpPr>
              <p:spPr>
                <a:xfrm>
                  <a:off x="8651757" y="5401299"/>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chemeClr val="tx1"/>
                  </a:solidFill>
                  <a:prstDash val="solid"/>
                  <a:miter/>
                </a:ln>
              </p:spPr>
              <p:txBody>
                <a:bodyPr rtlCol="0" anchor="ctr"/>
                <a:lstStyle/>
                <a:p>
                  <a:endParaRPr lang="en-US"/>
                </a:p>
              </p:txBody>
            </p:sp>
            <p:sp>
              <p:nvSpPr>
                <p:cNvPr id="3785" name="Freeform: Shape 3784">
                  <a:extLst>
                    <a:ext uri="{FF2B5EF4-FFF2-40B4-BE49-F238E27FC236}">
                      <a16:creationId xmlns:a16="http://schemas.microsoft.com/office/drawing/2014/main" id="{B30D1549-4222-A02F-AA22-D6B9EE524AA4}"/>
                    </a:ext>
                  </a:extLst>
                </p:cNvPr>
                <p:cNvSpPr/>
                <p:nvPr/>
              </p:nvSpPr>
              <p:spPr>
                <a:xfrm>
                  <a:off x="8739863" y="5407776"/>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chemeClr val="tx1"/>
                  </a:solidFill>
                  <a:custDash>
                    <a:ds d="675000" sp="675000"/>
                  </a:custDash>
                  <a:miter/>
                </a:ln>
              </p:spPr>
              <p:txBody>
                <a:bodyPr rtlCol="0" anchor="ctr"/>
                <a:lstStyle/>
                <a:p>
                  <a:endParaRPr lang="en-US"/>
                </a:p>
              </p:txBody>
            </p:sp>
            <p:sp>
              <p:nvSpPr>
                <p:cNvPr id="3786" name="Freeform: Shape 3785">
                  <a:extLst>
                    <a:ext uri="{FF2B5EF4-FFF2-40B4-BE49-F238E27FC236}">
                      <a16:creationId xmlns:a16="http://schemas.microsoft.com/office/drawing/2014/main" id="{26AFD71E-9060-D093-3358-0E28FC10D957}"/>
                    </a:ext>
                  </a:extLst>
                </p:cNvPr>
                <p:cNvSpPr/>
                <p:nvPr/>
              </p:nvSpPr>
              <p:spPr>
                <a:xfrm>
                  <a:off x="9539391" y="5407776"/>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chemeClr val="tx1"/>
                  </a:solidFill>
                  <a:prstDash val="solid"/>
                  <a:miter/>
                </a:ln>
              </p:spPr>
              <p:txBody>
                <a:bodyPr rtlCol="0" anchor="ctr"/>
                <a:lstStyle/>
                <a:p>
                  <a:endParaRPr lang="en-US"/>
                </a:p>
              </p:txBody>
            </p:sp>
            <p:sp>
              <p:nvSpPr>
                <p:cNvPr id="3787" name="Freeform: Shape 3786">
                  <a:extLst>
                    <a:ext uri="{FF2B5EF4-FFF2-40B4-BE49-F238E27FC236}">
                      <a16:creationId xmlns:a16="http://schemas.microsoft.com/office/drawing/2014/main" id="{C19A8C6D-6ABF-9A86-12F3-6CA03E1BA4E1}"/>
                    </a:ext>
                  </a:extLst>
                </p:cNvPr>
                <p:cNvSpPr/>
                <p:nvPr/>
              </p:nvSpPr>
              <p:spPr>
                <a:xfrm>
                  <a:off x="9709222" y="5407966"/>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tx1"/>
                  </a:solidFill>
                  <a:prstDash val="solid"/>
                  <a:miter/>
                </a:ln>
              </p:spPr>
              <p:txBody>
                <a:bodyPr rtlCol="0" anchor="ctr"/>
                <a:lstStyle/>
                <a:p>
                  <a:endParaRPr lang="en-US"/>
                </a:p>
              </p:txBody>
            </p:sp>
            <p:sp>
              <p:nvSpPr>
                <p:cNvPr id="3788" name="Freeform: Shape 3787">
                  <a:extLst>
                    <a:ext uri="{FF2B5EF4-FFF2-40B4-BE49-F238E27FC236}">
                      <a16:creationId xmlns:a16="http://schemas.microsoft.com/office/drawing/2014/main" id="{91DAAE14-9394-42AA-1CEC-06AD664CA392}"/>
                    </a:ext>
                  </a:extLst>
                </p:cNvPr>
                <p:cNvSpPr/>
                <p:nvPr/>
              </p:nvSpPr>
              <p:spPr>
                <a:xfrm>
                  <a:off x="9539391" y="5563224"/>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chemeClr val="tx1"/>
                  </a:solidFill>
                  <a:prstDash val="solid"/>
                  <a:miter/>
                </a:ln>
              </p:spPr>
              <p:txBody>
                <a:bodyPr rtlCol="0" anchor="ctr"/>
                <a:lstStyle/>
                <a:p>
                  <a:endParaRPr lang="en-US"/>
                </a:p>
              </p:txBody>
            </p:sp>
            <p:sp>
              <p:nvSpPr>
                <p:cNvPr id="3789" name="Freeform: Shape 3788">
                  <a:extLst>
                    <a:ext uri="{FF2B5EF4-FFF2-40B4-BE49-F238E27FC236}">
                      <a16:creationId xmlns:a16="http://schemas.microsoft.com/office/drawing/2014/main" id="{FF4FB42C-8663-AF15-123A-AFD4A35C7AD8}"/>
                    </a:ext>
                  </a:extLst>
                </p:cNvPr>
                <p:cNvSpPr/>
                <p:nvPr/>
              </p:nvSpPr>
              <p:spPr>
                <a:xfrm>
                  <a:off x="9686076" y="5257852"/>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tx1"/>
                  </a:solidFill>
                  <a:prstDash val="solid"/>
                  <a:miter/>
                </a:ln>
              </p:spPr>
              <p:txBody>
                <a:bodyPr rtlCol="0" anchor="ctr"/>
                <a:lstStyle/>
                <a:p>
                  <a:endParaRPr lang="en-US"/>
                </a:p>
              </p:txBody>
            </p:sp>
            <p:sp>
              <p:nvSpPr>
                <p:cNvPr id="3790" name="Freeform: Shape 3789">
                  <a:extLst>
                    <a:ext uri="{FF2B5EF4-FFF2-40B4-BE49-F238E27FC236}">
                      <a16:creationId xmlns:a16="http://schemas.microsoft.com/office/drawing/2014/main" id="{F55F2DDD-6A7B-B94D-1040-AB991ED45225}"/>
                    </a:ext>
                  </a:extLst>
                </p:cNvPr>
                <p:cNvSpPr/>
                <p:nvPr/>
              </p:nvSpPr>
              <p:spPr>
                <a:xfrm>
                  <a:off x="7870135" y="5620374"/>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chemeClr val="tx1"/>
                  </a:solidFill>
                  <a:prstDash val="solid"/>
                  <a:miter/>
                </a:ln>
              </p:spPr>
              <p:txBody>
                <a:bodyPr rtlCol="0" anchor="ctr"/>
                <a:lstStyle/>
                <a:p>
                  <a:endParaRPr lang="en-US"/>
                </a:p>
              </p:txBody>
            </p:sp>
            <p:sp>
              <p:nvSpPr>
                <p:cNvPr id="3791" name="Freeform: Shape 3790">
                  <a:extLst>
                    <a:ext uri="{FF2B5EF4-FFF2-40B4-BE49-F238E27FC236}">
                      <a16:creationId xmlns:a16="http://schemas.microsoft.com/office/drawing/2014/main" id="{C3FC42BC-695E-8780-6CBA-CEE460985203}"/>
                    </a:ext>
                  </a:extLst>
                </p:cNvPr>
                <p:cNvSpPr/>
                <p:nvPr/>
              </p:nvSpPr>
              <p:spPr>
                <a:xfrm>
                  <a:off x="8404583" y="5020299"/>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chemeClr val="tx1"/>
                  </a:solidFill>
                  <a:prstDash val="solid"/>
                  <a:miter/>
                </a:ln>
              </p:spPr>
              <p:txBody>
                <a:bodyPr rtlCol="0" anchor="ctr"/>
                <a:lstStyle/>
                <a:p>
                  <a:endParaRPr lang="en-US"/>
                </a:p>
              </p:txBody>
            </p:sp>
          </p:grpSp>
          <p:sp>
            <p:nvSpPr>
              <p:cNvPr id="3779" name="Freeform: Shape 3778">
                <a:extLst>
                  <a:ext uri="{FF2B5EF4-FFF2-40B4-BE49-F238E27FC236}">
                    <a16:creationId xmlns:a16="http://schemas.microsoft.com/office/drawing/2014/main" id="{9C2511A7-4AC9-CBD8-B01D-4F07AA1DF341}"/>
                  </a:ext>
                </a:extLst>
              </p:cNvPr>
              <p:cNvSpPr/>
              <p:nvPr/>
            </p:nvSpPr>
            <p:spPr>
              <a:xfrm>
                <a:off x="7611511" y="5096285"/>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alpha val="60000"/>
                </a:srgbClr>
              </a:solidFill>
              <a:ln w="9525" cap="flat">
                <a:noFill/>
                <a:prstDash val="solid"/>
                <a:miter/>
              </a:ln>
            </p:spPr>
            <p:txBody>
              <a:bodyPr rtlCol="0" anchor="ctr"/>
              <a:lstStyle/>
              <a:p>
                <a:endParaRPr lang="en-US"/>
              </a:p>
            </p:txBody>
          </p:sp>
        </p:grpSp>
        <p:grpSp>
          <p:nvGrpSpPr>
            <p:cNvPr id="3792" name="Group 3791">
              <a:extLst>
                <a:ext uri="{FF2B5EF4-FFF2-40B4-BE49-F238E27FC236}">
                  <a16:creationId xmlns:a16="http://schemas.microsoft.com/office/drawing/2014/main" id="{F05F7365-FEB9-818A-F005-243540E20B95}"/>
                </a:ext>
              </a:extLst>
            </p:cNvPr>
            <p:cNvGrpSpPr/>
            <p:nvPr/>
          </p:nvGrpSpPr>
          <p:grpSpPr>
            <a:xfrm>
              <a:off x="6882783" y="3843953"/>
              <a:ext cx="2826257" cy="676275"/>
              <a:chOff x="8799528" y="2667824"/>
              <a:chExt cx="2826257" cy="676275"/>
            </a:xfrm>
          </p:grpSpPr>
          <p:sp>
            <p:nvSpPr>
              <p:cNvPr id="3793" name="Freeform: Shape 3792">
                <a:extLst>
                  <a:ext uri="{FF2B5EF4-FFF2-40B4-BE49-F238E27FC236}">
                    <a16:creationId xmlns:a16="http://schemas.microsoft.com/office/drawing/2014/main" id="{053AEACE-AE05-6951-9E5A-BBF80ED5E299}"/>
                  </a:ext>
                </a:extLst>
              </p:cNvPr>
              <p:cNvSpPr/>
              <p:nvPr/>
            </p:nvSpPr>
            <p:spPr>
              <a:xfrm>
                <a:off x="9180623" y="2761931"/>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0070C0"/>
                </a:solidFill>
                <a:prstDash val="solid"/>
                <a:miter/>
              </a:ln>
            </p:spPr>
            <p:txBody>
              <a:bodyPr rtlCol="0" anchor="ctr"/>
              <a:lstStyle/>
              <a:p>
                <a:endParaRPr lang="en-US"/>
              </a:p>
            </p:txBody>
          </p:sp>
          <p:sp>
            <p:nvSpPr>
              <p:cNvPr id="3794" name="Freeform: Shape 3793">
                <a:extLst>
                  <a:ext uri="{FF2B5EF4-FFF2-40B4-BE49-F238E27FC236}">
                    <a16:creationId xmlns:a16="http://schemas.microsoft.com/office/drawing/2014/main" id="{6D92747F-891F-398D-AC50-BA310A3235AA}"/>
                  </a:ext>
                </a:extLst>
              </p:cNvPr>
              <p:cNvSpPr/>
              <p:nvPr/>
            </p:nvSpPr>
            <p:spPr>
              <a:xfrm>
                <a:off x="8927544" y="2905377"/>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accent2">
                    <a:lumMod val="50000"/>
                  </a:schemeClr>
                </a:solidFill>
                <a:custDash>
                  <a:ds d="675000" sp="675000"/>
                </a:custDash>
                <a:miter/>
              </a:ln>
            </p:spPr>
            <p:txBody>
              <a:bodyPr rtlCol="0" anchor="ctr"/>
              <a:lstStyle/>
              <a:p>
                <a:endParaRPr lang="en-US"/>
              </a:p>
            </p:txBody>
          </p:sp>
          <p:sp>
            <p:nvSpPr>
              <p:cNvPr id="3795" name="Freeform: Shape 3794">
                <a:extLst>
                  <a:ext uri="{FF2B5EF4-FFF2-40B4-BE49-F238E27FC236}">
                    <a16:creationId xmlns:a16="http://schemas.microsoft.com/office/drawing/2014/main" id="{21805B89-2044-D7FC-5E56-DE7E8AAB52FA}"/>
                  </a:ext>
                </a:extLst>
              </p:cNvPr>
              <p:cNvSpPr/>
              <p:nvPr/>
            </p:nvSpPr>
            <p:spPr>
              <a:xfrm>
                <a:off x="8799528" y="3048824"/>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7030A0"/>
                </a:solidFill>
                <a:prstDash val="solid"/>
                <a:miter/>
              </a:ln>
            </p:spPr>
            <p:txBody>
              <a:bodyPr rtlCol="0" anchor="ctr"/>
              <a:lstStyle/>
              <a:p>
                <a:endParaRPr lang="en-US"/>
              </a:p>
            </p:txBody>
          </p:sp>
          <p:sp>
            <p:nvSpPr>
              <p:cNvPr id="3796" name="Freeform: Shape 3795">
                <a:extLst>
                  <a:ext uri="{FF2B5EF4-FFF2-40B4-BE49-F238E27FC236}">
                    <a16:creationId xmlns:a16="http://schemas.microsoft.com/office/drawing/2014/main" id="{0A482340-EB9A-38D1-684C-826DB5D42842}"/>
                  </a:ext>
                </a:extLst>
              </p:cNvPr>
              <p:cNvSpPr/>
              <p:nvPr/>
            </p:nvSpPr>
            <p:spPr>
              <a:xfrm>
                <a:off x="9977294" y="3205320"/>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7030A0"/>
                </a:solidFill>
                <a:prstDash val="solid"/>
                <a:miter/>
              </a:ln>
            </p:spPr>
            <p:txBody>
              <a:bodyPr rtlCol="0" anchor="ctr"/>
              <a:lstStyle/>
              <a:p>
                <a:endParaRPr lang="en-US"/>
              </a:p>
            </p:txBody>
          </p:sp>
          <p:sp>
            <p:nvSpPr>
              <p:cNvPr id="3797" name="Freeform: Shape 3796">
                <a:extLst>
                  <a:ext uri="{FF2B5EF4-FFF2-40B4-BE49-F238E27FC236}">
                    <a16:creationId xmlns:a16="http://schemas.microsoft.com/office/drawing/2014/main" id="{5B44A907-D59B-802B-40FB-C61FA97B7D7B}"/>
                  </a:ext>
                </a:extLst>
              </p:cNvPr>
              <p:cNvSpPr/>
              <p:nvPr/>
            </p:nvSpPr>
            <p:spPr>
              <a:xfrm>
                <a:off x="9668589" y="3048824"/>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7030A0"/>
                </a:solidFill>
                <a:prstDash val="solid"/>
                <a:miter/>
              </a:ln>
            </p:spPr>
            <p:txBody>
              <a:bodyPr rtlCol="0" anchor="ctr"/>
              <a:lstStyle/>
              <a:p>
                <a:endParaRPr lang="en-US"/>
              </a:p>
            </p:txBody>
          </p:sp>
          <p:sp>
            <p:nvSpPr>
              <p:cNvPr id="3798" name="Freeform: Shape 3797">
                <a:extLst>
                  <a:ext uri="{FF2B5EF4-FFF2-40B4-BE49-F238E27FC236}">
                    <a16:creationId xmlns:a16="http://schemas.microsoft.com/office/drawing/2014/main" id="{CF9B4FB5-4BAC-4139-7EB4-D7EE01AB5FA7}"/>
                  </a:ext>
                </a:extLst>
              </p:cNvPr>
              <p:cNvSpPr/>
              <p:nvPr/>
            </p:nvSpPr>
            <p:spPr>
              <a:xfrm>
                <a:off x="9756695" y="3055301"/>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00B050"/>
                </a:solidFill>
                <a:custDash>
                  <a:ds d="675000" sp="675000"/>
                </a:custDash>
                <a:miter/>
              </a:ln>
            </p:spPr>
            <p:txBody>
              <a:bodyPr rtlCol="0" anchor="ctr"/>
              <a:lstStyle/>
              <a:p>
                <a:endParaRPr lang="en-US"/>
              </a:p>
            </p:txBody>
          </p:sp>
          <p:sp>
            <p:nvSpPr>
              <p:cNvPr id="3799" name="Freeform: Shape 3798">
                <a:extLst>
                  <a:ext uri="{FF2B5EF4-FFF2-40B4-BE49-F238E27FC236}">
                    <a16:creationId xmlns:a16="http://schemas.microsoft.com/office/drawing/2014/main" id="{8FDCC8DF-12FD-0BA8-DB59-ACF0E6055110}"/>
                  </a:ext>
                </a:extLst>
              </p:cNvPr>
              <p:cNvSpPr/>
              <p:nvPr/>
            </p:nvSpPr>
            <p:spPr>
              <a:xfrm>
                <a:off x="10556223" y="3055301"/>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C000"/>
                </a:solidFill>
                <a:prstDash val="solid"/>
                <a:miter/>
              </a:ln>
            </p:spPr>
            <p:txBody>
              <a:bodyPr rtlCol="0" anchor="ctr"/>
              <a:lstStyle/>
              <a:p>
                <a:endParaRPr lang="en-US"/>
              </a:p>
            </p:txBody>
          </p:sp>
          <p:sp>
            <p:nvSpPr>
              <p:cNvPr id="3800" name="Freeform: Shape 3799">
                <a:extLst>
                  <a:ext uri="{FF2B5EF4-FFF2-40B4-BE49-F238E27FC236}">
                    <a16:creationId xmlns:a16="http://schemas.microsoft.com/office/drawing/2014/main" id="{FB836D83-8D81-718C-AE48-712BA3C987A0}"/>
                  </a:ext>
                </a:extLst>
              </p:cNvPr>
              <p:cNvSpPr/>
              <p:nvPr/>
            </p:nvSpPr>
            <p:spPr>
              <a:xfrm>
                <a:off x="10726054" y="3055491"/>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accent4">
                    <a:lumMod val="75000"/>
                  </a:schemeClr>
                </a:solidFill>
                <a:prstDash val="solid"/>
                <a:miter/>
              </a:ln>
            </p:spPr>
            <p:txBody>
              <a:bodyPr rtlCol="0" anchor="ctr"/>
              <a:lstStyle/>
              <a:p>
                <a:endParaRPr lang="en-US"/>
              </a:p>
            </p:txBody>
          </p:sp>
          <p:sp>
            <p:nvSpPr>
              <p:cNvPr id="3801" name="Freeform: Shape 3800">
                <a:extLst>
                  <a:ext uri="{FF2B5EF4-FFF2-40B4-BE49-F238E27FC236}">
                    <a16:creationId xmlns:a16="http://schemas.microsoft.com/office/drawing/2014/main" id="{7A3D6F91-8948-A4DE-1F91-217C258C5BCA}"/>
                  </a:ext>
                </a:extLst>
              </p:cNvPr>
              <p:cNvSpPr/>
              <p:nvPr/>
            </p:nvSpPr>
            <p:spPr>
              <a:xfrm>
                <a:off x="10556223" y="3210749"/>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7030A0"/>
                </a:solidFill>
                <a:prstDash val="solid"/>
                <a:miter/>
              </a:ln>
            </p:spPr>
            <p:txBody>
              <a:bodyPr rtlCol="0" anchor="ctr"/>
              <a:lstStyle/>
              <a:p>
                <a:endParaRPr lang="en-US"/>
              </a:p>
            </p:txBody>
          </p:sp>
          <p:sp>
            <p:nvSpPr>
              <p:cNvPr id="3802" name="Freeform: Shape 3801">
                <a:extLst>
                  <a:ext uri="{FF2B5EF4-FFF2-40B4-BE49-F238E27FC236}">
                    <a16:creationId xmlns:a16="http://schemas.microsoft.com/office/drawing/2014/main" id="{95C1BC4E-115D-C3B5-16EA-62A87D507EB7}"/>
                  </a:ext>
                </a:extLst>
              </p:cNvPr>
              <p:cNvSpPr/>
              <p:nvPr/>
            </p:nvSpPr>
            <p:spPr>
              <a:xfrm>
                <a:off x="10702908" y="2905377"/>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accent6">
                    <a:lumMod val="50000"/>
                  </a:schemeClr>
                </a:solidFill>
                <a:prstDash val="solid"/>
                <a:miter/>
              </a:ln>
            </p:spPr>
            <p:txBody>
              <a:bodyPr rtlCol="0" anchor="ctr"/>
              <a:lstStyle/>
              <a:p>
                <a:endParaRPr lang="en-US"/>
              </a:p>
            </p:txBody>
          </p:sp>
          <p:sp>
            <p:nvSpPr>
              <p:cNvPr id="3803" name="Freeform: Shape 3802">
                <a:extLst>
                  <a:ext uri="{FF2B5EF4-FFF2-40B4-BE49-F238E27FC236}">
                    <a16:creationId xmlns:a16="http://schemas.microsoft.com/office/drawing/2014/main" id="{445EA2D5-8389-B1B9-BF18-FD089BF45B07}"/>
                  </a:ext>
                </a:extLst>
              </p:cNvPr>
              <p:cNvSpPr/>
              <p:nvPr/>
            </p:nvSpPr>
            <p:spPr>
              <a:xfrm>
                <a:off x="8886967" y="3267899"/>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FF0000"/>
                </a:solidFill>
                <a:prstDash val="solid"/>
                <a:miter/>
              </a:ln>
            </p:spPr>
            <p:txBody>
              <a:bodyPr rtlCol="0" anchor="ctr"/>
              <a:lstStyle/>
              <a:p>
                <a:endParaRPr lang="en-US"/>
              </a:p>
            </p:txBody>
          </p:sp>
          <p:sp>
            <p:nvSpPr>
              <p:cNvPr id="3804" name="Freeform: Shape 3803">
                <a:extLst>
                  <a:ext uri="{FF2B5EF4-FFF2-40B4-BE49-F238E27FC236}">
                    <a16:creationId xmlns:a16="http://schemas.microsoft.com/office/drawing/2014/main" id="{FEBDA5AE-D16E-AD2D-9829-AF24A8786C48}"/>
                  </a:ext>
                </a:extLst>
              </p:cNvPr>
              <p:cNvSpPr/>
              <p:nvPr/>
            </p:nvSpPr>
            <p:spPr>
              <a:xfrm>
                <a:off x="9421415" y="2667824"/>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FF0000"/>
                </a:solidFill>
                <a:prstDash val="solid"/>
                <a:miter/>
              </a:ln>
            </p:spPr>
            <p:txBody>
              <a:bodyPr rtlCol="0" anchor="ctr"/>
              <a:lstStyle/>
              <a:p>
                <a:endParaRPr lang="en-US"/>
              </a:p>
            </p:txBody>
          </p:sp>
        </p:grpSp>
        <p:grpSp>
          <p:nvGrpSpPr>
            <p:cNvPr id="3805" name="Group 3804">
              <a:extLst>
                <a:ext uri="{FF2B5EF4-FFF2-40B4-BE49-F238E27FC236}">
                  <a16:creationId xmlns:a16="http://schemas.microsoft.com/office/drawing/2014/main" id="{D0967880-CD21-F148-44F6-5068358F5A71}"/>
                </a:ext>
              </a:extLst>
            </p:cNvPr>
            <p:cNvGrpSpPr/>
            <p:nvPr/>
          </p:nvGrpSpPr>
          <p:grpSpPr>
            <a:xfrm>
              <a:off x="1263384" y="5455511"/>
              <a:ext cx="3167370" cy="858107"/>
              <a:chOff x="4014110" y="4950936"/>
              <a:chExt cx="3167370" cy="858107"/>
            </a:xfrm>
          </p:grpSpPr>
          <p:sp>
            <p:nvSpPr>
              <p:cNvPr id="3806" name="Freeform: Shape 3805">
                <a:extLst>
                  <a:ext uri="{FF2B5EF4-FFF2-40B4-BE49-F238E27FC236}">
                    <a16:creationId xmlns:a16="http://schemas.microsoft.com/office/drawing/2014/main" id="{A126D3BA-7D4F-E224-57F9-387C5D275AE7}"/>
                  </a:ext>
                </a:extLst>
              </p:cNvPr>
              <p:cNvSpPr/>
              <p:nvPr/>
            </p:nvSpPr>
            <p:spPr>
              <a:xfrm>
                <a:off x="4014110" y="4974368"/>
                <a:ext cx="3167370" cy="721423"/>
              </a:xfrm>
              <a:custGeom>
                <a:avLst/>
                <a:gdLst>
                  <a:gd name="connsiteX0" fmla="*/ 1173871 w 3167370"/>
                  <a:gd name="connsiteY0" fmla="*/ 721423 h 721423"/>
                  <a:gd name="connsiteX1" fmla="*/ 54398 w 3167370"/>
                  <a:gd name="connsiteY1" fmla="*/ 721423 h 721423"/>
                  <a:gd name="connsiteX2" fmla="*/ 30680 w 3167370"/>
                  <a:gd name="connsiteY2" fmla="*/ 658463 h 721423"/>
                  <a:gd name="connsiteX3" fmla="*/ 707337 w 3167370"/>
                  <a:gd name="connsiteY3" fmla="*/ 62960 h 721423"/>
                  <a:gd name="connsiteX4" fmla="*/ 874119 w 3167370"/>
                  <a:gd name="connsiteY4" fmla="*/ 0 h 721423"/>
                  <a:gd name="connsiteX5" fmla="*/ 3112971 w 3167370"/>
                  <a:gd name="connsiteY5" fmla="*/ 0 h 721423"/>
                  <a:gd name="connsiteX6" fmla="*/ 3136688 w 3167370"/>
                  <a:gd name="connsiteY6" fmla="*/ 62960 h 721423"/>
                  <a:gd name="connsiteX7" fmla="*/ 2460032 w 3167370"/>
                  <a:gd name="connsiteY7" fmla="*/ 658463 h 721423"/>
                  <a:gd name="connsiteX8" fmla="*/ 2293249 w 3167370"/>
                  <a:gd name="connsiteY8" fmla="*/ 721423 h 72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70" h="721423">
                    <a:moveTo>
                      <a:pt x="1173871" y="721423"/>
                    </a:moveTo>
                    <a:lnTo>
                      <a:pt x="54398" y="721423"/>
                    </a:lnTo>
                    <a:cubicBezTo>
                      <a:pt x="-9103" y="721423"/>
                      <a:pt x="-17008" y="700440"/>
                      <a:pt x="30680" y="658463"/>
                    </a:cubicBezTo>
                    <a:lnTo>
                      <a:pt x="707337" y="62960"/>
                    </a:lnTo>
                    <a:cubicBezTo>
                      <a:pt x="755028" y="20984"/>
                      <a:pt x="810616" y="0"/>
                      <a:pt x="874119" y="0"/>
                    </a:cubicBezTo>
                    <a:lnTo>
                      <a:pt x="3112971" y="0"/>
                    </a:lnTo>
                    <a:cubicBezTo>
                      <a:pt x="3176474" y="0"/>
                      <a:pt x="3184380" y="20984"/>
                      <a:pt x="3136688" y="62960"/>
                    </a:cubicBezTo>
                    <a:lnTo>
                      <a:pt x="2460032" y="658463"/>
                    </a:lnTo>
                    <a:cubicBezTo>
                      <a:pt x="2412340" y="700440"/>
                      <a:pt x="2356752" y="721423"/>
                      <a:pt x="2293249" y="721423"/>
                    </a:cubicBezTo>
                    <a:close/>
                  </a:path>
                </a:pathLst>
              </a:custGeom>
              <a:solidFill>
                <a:srgbClr val="CDEB8B"/>
              </a:solidFill>
              <a:ln w="9525" cap="flat">
                <a:solidFill>
                  <a:srgbClr val="36393D"/>
                </a:solidFill>
                <a:prstDash val="solid"/>
                <a:miter/>
              </a:ln>
            </p:spPr>
            <p:txBody>
              <a:bodyPr rtlCol="0" anchor="ctr"/>
              <a:lstStyle/>
              <a:p>
                <a:endParaRPr lang="en-US"/>
              </a:p>
            </p:txBody>
          </p:sp>
          <p:sp>
            <p:nvSpPr>
              <p:cNvPr id="3807" name="Freeform: Shape 3806">
                <a:extLst>
                  <a:ext uri="{FF2B5EF4-FFF2-40B4-BE49-F238E27FC236}">
                    <a16:creationId xmlns:a16="http://schemas.microsoft.com/office/drawing/2014/main" id="{6C5E5012-AA18-3EB7-2BBE-624AD669E14A}"/>
                  </a:ext>
                </a:extLst>
              </p:cNvPr>
              <p:cNvSpPr/>
              <p:nvPr/>
            </p:nvSpPr>
            <p:spPr>
              <a:xfrm>
                <a:off x="4088605" y="5084858"/>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solidFill>
              <a:ln w="9525" cap="flat">
                <a:noFill/>
                <a:prstDash val="solid"/>
                <a:miter/>
              </a:ln>
            </p:spPr>
            <p:txBody>
              <a:bodyPr rtlCol="0" anchor="ctr"/>
              <a:lstStyle/>
              <a:p>
                <a:endParaRPr lang="en-US"/>
              </a:p>
            </p:txBody>
          </p:sp>
          <p:sp>
            <p:nvSpPr>
              <p:cNvPr id="3808" name="Freeform: Shape 3807">
                <a:extLst>
                  <a:ext uri="{FF2B5EF4-FFF2-40B4-BE49-F238E27FC236}">
                    <a16:creationId xmlns:a16="http://schemas.microsoft.com/office/drawing/2014/main" id="{B43D6F1D-EC71-B42E-D87F-A46AF38EBD3F}"/>
                  </a:ext>
                </a:extLst>
              </p:cNvPr>
              <p:cNvSpPr/>
              <p:nvPr/>
            </p:nvSpPr>
            <p:spPr>
              <a:xfrm>
                <a:off x="4650390" y="5091430"/>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FF9933"/>
                </a:solidFill>
                <a:prstDash val="solid"/>
                <a:miter/>
              </a:ln>
            </p:spPr>
            <p:txBody>
              <a:bodyPr rtlCol="0" anchor="ctr"/>
              <a:lstStyle/>
              <a:p>
                <a:endParaRPr lang="en-US"/>
              </a:p>
            </p:txBody>
          </p:sp>
          <p:sp>
            <p:nvSpPr>
              <p:cNvPr id="3809" name="Freeform: Shape 3808">
                <a:extLst>
                  <a:ext uri="{FF2B5EF4-FFF2-40B4-BE49-F238E27FC236}">
                    <a16:creationId xmlns:a16="http://schemas.microsoft.com/office/drawing/2014/main" id="{73920D5E-9CDF-918E-53FF-95C4D32356EF}"/>
                  </a:ext>
                </a:extLst>
              </p:cNvPr>
              <p:cNvSpPr/>
              <p:nvPr/>
            </p:nvSpPr>
            <p:spPr>
              <a:xfrm>
                <a:off x="4397311" y="5234876"/>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rgbClr val="FFFFFF"/>
                </a:solidFill>
                <a:custDash>
                  <a:ds d="675000" sp="675000"/>
                </a:custDash>
                <a:miter/>
              </a:ln>
            </p:spPr>
            <p:txBody>
              <a:bodyPr rtlCol="0" anchor="ctr"/>
              <a:lstStyle/>
              <a:p>
                <a:endParaRPr lang="en-US"/>
              </a:p>
            </p:txBody>
          </p:sp>
          <p:sp>
            <p:nvSpPr>
              <p:cNvPr id="3810" name="Freeform: Shape 3809">
                <a:extLst>
                  <a:ext uri="{FF2B5EF4-FFF2-40B4-BE49-F238E27FC236}">
                    <a16:creationId xmlns:a16="http://schemas.microsoft.com/office/drawing/2014/main" id="{BBAAAB11-6B8C-E4BB-D953-AB540E559566}"/>
                  </a:ext>
                </a:extLst>
              </p:cNvPr>
              <p:cNvSpPr/>
              <p:nvPr/>
            </p:nvSpPr>
            <p:spPr>
              <a:xfrm>
                <a:off x="4269295" y="5378323"/>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FFFFFF"/>
                </a:solidFill>
                <a:prstDash val="solid"/>
                <a:miter/>
              </a:ln>
            </p:spPr>
            <p:txBody>
              <a:bodyPr rtlCol="0" anchor="ctr"/>
              <a:lstStyle/>
              <a:p>
                <a:endParaRPr lang="en-US"/>
              </a:p>
            </p:txBody>
          </p:sp>
          <p:sp>
            <p:nvSpPr>
              <p:cNvPr id="3811" name="Freeform: Shape 3810">
                <a:extLst>
                  <a:ext uri="{FF2B5EF4-FFF2-40B4-BE49-F238E27FC236}">
                    <a16:creationId xmlns:a16="http://schemas.microsoft.com/office/drawing/2014/main" id="{1516A598-0E30-58C5-9ADF-285DED41A0EB}"/>
                  </a:ext>
                </a:extLst>
              </p:cNvPr>
              <p:cNvSpPr/>
              <p:nvPr/>
            </p:nvSpPr>
            <p:spPr>
              <a:xfrm>
                <a:off x="5447061" y="5534819"/>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FFFFFF"/>
                </a:solidFill>
                <a:prstDash val="solid"/>
                <a:miter/>
              </a:ln>
            </p:spPr>
            <p:txBody>
              <a:bodyPr rtlCol="0" anchor="ctr"/>
              <a:lstStyle/>
              <a:p>
                <a:endParaRPr lang="en-US"/>
              </a:p>
            </p:txBody>
          </p:sp>
          <p:sp>
            <p:nvSpPr>
              <p:cNvPr id="3812" name="Freeform: Shape 3811">
                <a:extLst>
                  <a:ext uri="{FF2B5EF4-FFF2-40B4-BE49-F238E27FC236}">
                    <a16:creationId xmlns:a16="http://schemas.microsoft.com/office/drawing/2014/main" id="{B5EC5DA3-C6F1-63AC-FE1C-81700EDC708D}"/>
                  </a:ext>
                </a:extLst>
              </p:cNvPr>
              <p:cNvSpPr/>
              <p:nvPr/>
            </p:nvSpPr>
            <p:spPr>
              <a:xfrm>
                <a:off x="5138356" y="5378323"/>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FFFFFF"/>
                </a:solidFill>
                <a:prstDash val="solid"/>
                <a:miter/>
              </a:ln>
            </p:spPr>
            <p:txBody>
              <a:bodyPr rtlCol="0" anchor="ctr"/>
              <a:lstStyle/>
              <a:p>
                <a:endParaRPr lang="en-US"/>
              </a:p>
            </p:txBody>
          </p:sp>
          <p:sp>
            <p:nvSpPr>
              <p:cNvPr id="3813" name="Freeform: Shape 3812">
                <a:extLst>
                  <a:ext uri="{FF2B5EF4-FFF2-40B4-BE49-F238E27FC236}">
                    <a16:creationId xmlns:a16="http://schemas.microsoft.com/office/drawing/2014/main" id="{6F9B0854-C2DA-A513-9E2C-FCC9735909AB}"/>
                  </a:ext>
                </a:extLst>
              </p:cNvPr>
              <p:cNvSpPr/>
              <p:nvPr/>
            </p:nvSpPr>
            <p:spPr>
              <a:xfrm>
                <a:off x="5226462" y="5384800"/>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FFFFFF"/>
                </a:solidFill>
                <a:custDash>
                  <a:ds d="675000" sp="675000"/>
                </a:custDash>
                <a:miter/>
              </a:ln>
            </p:spPr>
            <p:txBody>
              <a:bodyPr rtlCol="0" anchor="ctr"/>
              <a:lstStyle/>
              <a:p>
                <a:endParaRPr lang="en-US"/>
              </a:p>
            </p:txBody>
          </p:sp>
          <p:sp>
            <p:nvSpPr>
              <p:cNvPr id="3814" name="Freeform: Shape 3813">
                <a:extLst>
                  <a:ext uri="{FF2B5EF4-FFF2-40B4-BE49-F238E27FC236}">
                    <a16:creationId xmlns:a16="http://schemas.microsoft.com/office/drawing/2014/main" id="{AA2FC9D2-9632-A946-FD90-53CA568E7862}"/>
                  </a:ext>
                </a:extLst>
              </p:cNvPr>
              <p:cNvSpPr/>
              <p:nvPr/>
            </p:nvSpPr>
            <p:spPr>
              <a:xfrm>
                <a:off x="6025990" y="5384800"/>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FFFF"/>
                </a:solidFill>
                <a:prstDash val="solid"/>
                <a:miter/>
              </a:ln>
            </p:spPr>
            <p:txBody>
              <a:bodyPr rtlCol="0" anchor="ctr"/>
              <a:lstStyle/>
              <a:p>
                <a:endParaRPr lang="en-US"/>
              </a:p>
            </p:txBody>
          </p:sp>
          <p:sp>
            <p:nvSpPr>
              <p:cNvPr id="3815" name="Freeform: Shape 3814">
                <a:extLst>
                  <a:ext uri="{FF2B5EF4-FFF2-40B4-BE49-F238E27FC236}">
                    <a16:creationId xmlns:a16="http://schemas.microsoft.com/office/drawing/2014/main" id="{A02C6879-EB8A-0948-91DE-4ADA3D32C5CF}"/>
                  </a:ext>
                </a:extLst>
              </p:cNvPr>
              <p:cNvSpPr/>
              <p:nvPr/>
            </p:nvSpPr>
            <p:spPr>
              <a:xfrm>
                <a:off x="6195821" y="5384990"/>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rgbClr val="FFFFFF"/>
                </a:solidFill>
                <a:prstDash val="solid"/>
                <a:miter/>
              </a:ln>
            </p:spPr>
            <p:txBody>
              <a:bodyPr rtlCol="0" anchor="ctr"/>
              <a:lstStyle/>
              <a:p>
                <a:endParaRPr lang="en-US"/>
              </a:p>
            </p:txBody>
          </p:sp>
          <p:sp>
            <p:nvSpPr>
              <p:cNvPr id="3816" name="Freeform: Shape 3815">
                <a:extLst>
                  <a:ext uri="{FF2B5EF4-FFF2-40B4-BE49-F238E27FC236}">
                    <a16:creationId xmlns:a16="http://schemas.microsoft.com/office/drawing/2014/main" id="{2E3470E9-DE6E-92A3-2FA9-562704B742C3}"/>
                  </a:ext>
                </a:extLst>
              </p:cNvPr>
              <p:cNvSpPr/>
              <p:nvPr/>
            </p:nvSpPr>
            <p:spPr>
              <a:xfrm>
                <a:off x="6025990" y="5540248"/>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FFFFFF"/>
                </a:solidFill>
                <a:prstDash val="solid"/>
                <a:miter/>
              </a:ln>
            </p:spPr>
            <p:txBody>
              <a:bodyPr rtlCol="0" anchor="ctr"/>
              <a:lstStyle/>
              <a:p>
                <a:endParaRPr lang="en-US"/>
              </a:p>
            </p:txBody>
          </p:sp>
          <p:sp>
            <p:nvSpPr>
              <p:cNvPr id="3817" name="Freeform: Shape 3816">
                <a:extLst>
                  <a:ext uri="{FF2B5EF4-FFF2-40B4-BE49-F238E27FC236}">
                    <a16:creationId xmlns:a16="http://schemas.microsoft.com/office/drawing/2014/main" id="{B230E381-8201-4679-5D48-F52557BAC31C}"/>
                  </a:ext>
                </a:extLst>
              </p:cNvPr>
              <p:cNvSpPr/>
              <p:nvPr/>
            </p:nvSpPr>
            <p:spPr>
              <a:xfrm>
                <a:off x="5817583" y="5302123"/>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18" name="Freeform: Shape 3817">
                <a:extLst>
                  <a:ext uri="{FF2B5EF4-FFF2-40B4-BE49-F238E27FC236}">
                    <a16:creationId xmlns:a16="http://schemas.microsoft.com/office/drawing/2014/main" id="{C0B67EB9-F00E-D541-D202-7517C10A6EDF}"/>
                  </a:ext>
                </a:extLst>
              </p:cNvPr>
              <p:cNvSpPr/>
              <p:nvPr/>
            </p:nvSpPr>
            <p:spPr>
              <a:xfrm>
                <a:off x="5871019" y="5292598"/>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19" name="Freeform: Shape 3818">
                <a:extLst>
                  <a:ext uri="{FF2B5EF4-FFF2-40B4-BE49-F238E27FC236}">
                    <a16:creationId xmlns:a16="http://schemas.microsoft.com/office/drawing/2014/main" id="{8B8EF311-CD1B-89C4-64BA-16106F675F85}"/>
                  </a:ext>
                </a:extLst>
              </p:cNvPr>
              <p:cNvSpPr/>
              <p:nvPr/>
            </p:nvSpPr>
            <p:spPr>
              <a:xfrm>
                <a:off x="5971031" y="5158010"/>
                <a:ext cx="53340" cy="9525"/>
              </a:xfrm>
              <a:custGeom>
                <a:avLst/>
                <a:gdLst>
                  <a:gd name="connsiteX0" fmla="*/ 0 w 53340"/>
                  <a:gd name="connsiteY0" fmla="*/ 0 h 9525"/>
                  <a:gd name="connsiteX1" fmla="*/ 53340 w 53340"/>
                  <a:gd name="connsiteY1" fmla="*/ 0 h 9525"/>
                </a:gdLst>
                <a:ahLst/>
                <a:cxnLst>
                  <a:cxn ang="0">
                    <a:pos x="connsiteX0" y="connsiteY0"/>
                  </a:cxn>
                  <a:cxn ang="0">
                    <a:pos x="connsiteX1" y="connsiteY1"/>
                  </a:cxn>
                </a:cxnLst>
                <a:rect l="l" t="t" r="r" b="b"/>
                <a:pathLst>
                  <a:path w="53340"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20" name="Freeform: Shape 3819">
                <a:extLst>
                  <a:ext uri="{FF2B5EF4-FFF2-40B4-BE49-F238E27FC236}">
                    <a16:creationId xmlns:a16="http://schemas.microsoft.com/office/drawing/2014/main" id="{757714C0-4786-6CD6-F8E5-604B32EDF3BE}"/>
                  </a:ext>
                </a:extLst>
              </p:cNvPr>
              <p:cNvSpPr/>
              <p:nvPr/>
            </p:nvSpPr>
            <p:spPr>
              <a:xfrm>
                <a:off x="6024371" y="5148485"/>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21" name="Freeform: Shape 3820">
                <a:extLst>
                  <a:ext uri="{FF2B5EF4-FFF2-40B4-BE49-F238E27FC236}">
                    <a16:creationId xmlns:a16="http://schemas.microsoft.com/office/drawing/2014/main" id="{3A703A45-9DEF-C4D0-6A40-F382A77D2805}"/>
                  </a:ext>
                </a:extLst>
              </p:cNvPr>
              <p:cNvSpPr/>
              <p:nvPr/>
            </p:nvSpPr>
            <p:spPr>
              <a:xfrm>
                <a:off x="4844033" y="5300885"/>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22" name="Freeform: Shape 3821">
                <a:extLst>
                  <a:ext uri="{FF2B5EF4-FFF2-40B4-BE49-F238E27FC236}">
                    <a16:creationId xmlns:a16="http://schemas.microsoft.com/office/drawing/2014/main" id="{5FCE54D1-ACD1-BD74-6994-9C5B268CB3D8}"/>
                  </a:ext>
                </a:extLst>
              </p:cNvPr>
              <p:cNvSpPr/>
              <p:nvPr/>
            </p:nvSpPr>
            <p:spPr>
              <a:xfrm>
                <a:off x="4897468" y="5291360"/>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23" name="Freeform: Shape 3822">
                <a:extLst>
                  <a:ext uri="{FF2B5EF4-FFF2-40B4-BE49-F238E27FC236}">
                    <a16:creationId xmlns:a16="http://schemas.microsoft.com/office/drawing/2014/main" id="{A8F69047-EF18-DD5E-AA12-57E99C742DAE}"/>
                  </a:ext>
                </a:extLst>
              </p:cNvPr>
              <p:cNvSpPr/>
              <p:nvPr/>
            </p:nvSpPr>
            <p:spPr>
              <a:xfrm>
                <a:off x="4974335" y="5156867"/>
                <a:ext cx="53339" cy="9525"/>
              </a:xfrm>
              <a:custGeom>
                <a:avLst/>
                <a:gdLst>
                  <a:gd name="connsiteX0" fmla="*/ 0 w 53339"/>
                  <a:gd name="connsiteY0" fmla="*/ 0 h 9525"/>
                  <a:gd name="connsiteX1" fmla="*/ 53340 w 53339"/>
                  <a:gd name="connsiteY1" fmla="*/ 0 h 9525"/>
                </a:gdLst>
                <a:ahLst/>
                <a:cxnLst>
                  <a:cxn ang="0">
                    <a:pos x="connsiteX0" y="connsiteY0"/>
                  </a:cxn>
                  <a:cxn ang="0">
                    <a:pos x="connsiteX1" y="connsiteY1"/>
                  </a:cxn>
                </a:cxnLst>
                <a:rect l="l" t="t" r="r" b="b"/>
                <a:pathLst>
                  <a:path w="53339"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24" name="Freeform: Shape 3823">
                <a:extLst>
                  <a:ext uri="{FF2B5EF4-FFF2-40B4-BE49-F238E27FC236}">
                    <a16:creationId xmlns:a16="http://schemas.microsoft.com/office/drawing/2014/main" id="{7AAF0DE5-74D5-FD7F-8B75-7B16EB396E6D}"/>
                  </a:ext>
                </a:extLst>
              </p:cNvPr>
              <p:cNvSpPr/>
              <p:nvPr/>
            </p:nvSpPr>
            <p:spPr>
              <a:xfrm>
                <a:off x="5027675" y="5147342"/>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25" name="Freeform: Shape 3824">
                <a:extLst>
                  <a:ext uri="{FF2B5EF4-FFF2-40B4-BE49-F238E27FC236}">
                    <a16:creationId xmlns:a16="http://schemas.microsoft.com/office/drawing/2014/main" id="{EC1B1D5D-456B-9F3D-D40A-5A270F9EBE02}"/>
                  </a:ext>
                </a:extLst>
              </p:cNvPr>
              <p:cNvSpPr/>
              <p:nvPr/>
            </p:nvSpPr>
            <p:spPr>
              <a:xfrm>
                <a:off x="6172675" y="5234876"/>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rgbClr val="FFFFFF"/>
                </a:solidFill>
                <a:prstDash val="solid"/>
                <a:miter/>
              </a:ln>
            </p:spPr>
            <p:txBody>
              <a:bodyPr rtlCol="0" anchor="ctr"/>
              <a:lstStyle/>
              <a:p>
                <a:endParaRPr lang="en-US"/>
              </a:p>
            </p:txBody>
          </p:sp>
          <p:sp>
            <p:nvSpPr>
              <p:cNvPr id="3826" name="Freeform: Shape 3825">
                <a:extLst>
                  <a:ext uri="{FF2B5EF4-FFF2-40B4-BE49-F238E27FC236}">
                    <a16:creationId xmlns:a16="http://schemas.microsoft.com/office/drawing/2014/main" id="{836D3C56-1CCB-EA9C-1A72-263DA8ACBBA9}"/>
                  </a:ext>
                </a:extLst>
              </p:cNvPr>
              <p:cNvSpPr/>
              <p:nvPr/>
            </p:nvSpPr>
            <p:spPr>
              <a:xfrm>
                <a:off x="6688749" y="4982666"/>
                <a:ext cx="119424" cy="119419"/>
              </a:xfrm>
              <a:custGeom>
                <a:avLst/>
                <a:gdLst>
                  <a:gd name="connsiteX0" fmla="*/ 119424 w 119424"/>
                  <a:gd name="connsiteY0" fmla="*/ 59710 h 119419"/>
                  <a:gd name="connsiteX1" fmla="*/ 59712 w 119424"/>
                  <a:gd name="connsiteY1" fmla="*/ 119419 h 119419"/>
                  <a:gd name="connsiteX2" fmla="*/ 0 w 119424"/>
                  <a:gd name="connsiteY2" fmla="*/ 59710 h 119419"/>
                  <a:gd name="connsiteX3" fmla="*/ 59712 w 119424"/>
                  <a:gd name="connsiteY3" fmla="*/ 0 h 119419"/>
                  <a:gd name="connsiteX4" fmla="*/ 119424 w 119424"/>
                  <a:gd name="connsiteY4" fmla="*/ 59710 h 119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24" h="119419">
                    <a:moveTo>
                      <a:pt x="119424" y="59710"/>
                    </a:moveTo>
                    <a:cubicBezTo>
                      <a:pt x="119424" y="92686"/>
                      <a:pt x="92690" y="119419"/>
                      <a:pt x="59712" y="119419"/>
                    </a:cubicBezTo>
                    <a:cubicBezTo>
                      <a:pt x="26734" y="119419"/>
                      <a:pt x="0" y="92686"/>
                      <a:pt x="0" y="59710"/>
                    </a:cubicBezTo>
                    <a:cubicBezTo>
                      <a:pt x="0" y="26733"/>
                      <a:pt x="26734" y="0"/>
                      <a:pt x="59712" y="0"/>
                    </a:cubicBezTo>
                    <a:cubicBezTo>
                      <a:pt x="92690" y="0"/>
                      <a:pt x="119424" y="26733"/>
                      <a:pt x="119424" y="59710"/>
                    </a:cubicBezTo>
                    <a:close/>
                  </a:path>
                </a:pathLst>
              </a:custGeom>
              <a:noFill/>
              <a:ln w="9525" cap="flat">
                <a:solidFill>
                  <a:srgbClr val="FF0000"/>
                </a:solidFill>
                <a:prstDash val="solid"/>
                <a:miter/>
              </a:ln>
            </p:spPr>
            <p:txBody>
              <a:bodyPr rtlCol="0" anchor="ctr"/>
              <a:lstStyle/>
              <a:p>
                <a:endParaRPr lang="en-US"/>
              </a:p>
            </p:txBody>
          </p:sp>
          <p:sp>
            <p:nvSpPr>
              <p:cNvPr id="3827" name="TextBox 3826">
                <a:extLst>
                  <a:ext uri="{FF2B5EF4-FFF2-40B4-BE49-F238E27FC236}">
                    <a16:creationId xmlns:a16="http://schemas.microsoft.com/office/drawing/2014/main" id="{77E2A3BC-B368-47FD-E4B1-86D2105CE303}"/>
                  </a:ext>
                </a:extLst>
              </p:cNvPr>
              <p:cNvSpPr txBox="1"/>
              <p:nvPr/>
            </p:nvSpPr>
            <p:spPr>
              <a:xfrm>
                <a:off x="6595109" y="4950936"/>
                <a:ext cx="2971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100</a:t>
                </a:r>
              </a:p>
            </p:txBody>
          </p:sp>
          <p:sp>
            <p:nvSpPr>
              <p:cNvPr id="3828" name="Freeform: Shape 3827">
                <a:extLst>
                  <a:ext uri="{FF2B5EF4-FFF2-40B4-BE49-F238E27FC236}">
                    <a16:creationId xmlns:a16="http://schemas.microsoft.com/office/drawing/2014/main" id="{4CD0A768-DB27-CF81-4CED-B1A6AF36BC16}"/>
                  </a:ext>
                </a:extLst>
              </p:cNvPr>
              <p:cNvSpPr/>
              <p:nvPr/>
            </p:nvSpPr>
            <p:spPr>
              <a:xfrm>
                <a:off x="4356734" y="5597398"/>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333333"/>
                </a:solidFill>
                <a:prstDash val="solid"/>
                <a:miter/>
              </a:ln>
            </p:spPr>
            <p:txBody>
              <a:bodyPr rtlCol="0" anchor="ctr"/>
              <a:lstStyle/>
              <a:p>
                <a:endParaRPr lang="en-US"/>
              </a:p>
            </p:txBody>
          </p:sp>
          <p:sp>
            <p:nvSpPr>
              <p:cNvPr id="3829" name="Freeform: Shape 3828">
                <a:extLst>
                  <a:ext uri="{FF2B5EF4-FFF2-40B4-BE49-F238E27FC236}">
                    <a16:creationId xmlns:a16="http://schemas.microsoft.com/office/drawing/2014/main" id="{7A80E1E3-2F23-51D4-5917-1C7C5D534512}"/>
                  </a:ext>
                </a:extLst>
              </p:cNvPr>
              <p:cNvSpPr/>
              <p:nvPr/>
            </p:nvSpPr>
            <p:spPr>
              <a:xfrm>
                <a:off x="4891182" y="4997323"/>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333333"/>
                </a:solidFill>
                <a:prstDash val="solid"/>
                <a:miter/>
              </a:ln>
            </p:spPr>
            <p:txBody>
              <a:bodyPr rtlCol="0" anchor="ctr"/>
              <a:lstStyle/>
              <a:p>
                <a:endParaRPr lang="en-US"/>
              </a:p>
            </p:txBody>
          </p:sp>
          <p:sp>
            <p:nvSpPr>
              <p:cNvPr id="3830" name="Freeform: Shape 3829">
                <a:extLst>
                  <a:ext uri="{FF2B5EF4-FFF2-40B4-BE49-F238E27FC236}">
                    <a16:creationId xmlns:a16="http://schemas.microsoft.com/office/drawing/2014/main" id="{627F1F48-4950-9C6B-0E00-1AB28BB0998B}"/>
                  </a:ext>
                </a:extLst>
              </p:cNvPr>
              <p:cNvSpPr/>
              <p:nvPr/>
            </p:nvSpPr>
            <p:spPr>
              <a:xfrm>
                <a:off x="4832413" y="5509006"/>
                <a:ext cx="332517" cy="300037"/>
              </a:xfrm>
              <a:custGeom>
                <a:avLst/>
                <a:gdLst>
                  <a:gd name="connsiteX0" fmla="*/ 0 w 332517"/>
                  <a:gd name="connsiteY0" fmla="*/ 0 h 300037"/>
                  <a:gd name="connsiteX1" fmla="*/ 332518 w 332517"/>
                  <a:gd name="connsiteY1" fmla="*/ 0 h 300037"/>
                  <a:gd name="connsiteX2" fmla="*/ 332518 w 332517"/>
                  <a:gd name="connsiteY2" fmla="*/ 300038 h 300037"/>
                  <a:gd name="connsiteX3" fmla="*/ 0 w 332517"/>
                  <a:gd name="connsiteY3" fmla="*/ 300038 h 300037"/>
                </a:gdLst>
                <a:ahLst/>
                <a:cxnLst>
                  <a:cxn ang="0">
                    <a:pos x="connsiteX0" y="connsiteY0"/>
                  </a:cxn>
                  <a:cxn ang="0">
                    <a:pos x="connsiteX1" y="connsiteY1"/>
                  </a:cxn>
                  <a:cxn ang="0">
                    <a:pos x="connsiteX2" y="connsiteY2"/>
                  </a:cxn>
                  <a:cxn ang="0">
                    <a:pos x="connsiteX3" y="connsiteY3"/>
                  </a:cxn>
                </a:cxnLst>
                <a:rect l="l" t="t" r="r" b="b"/>
                <a:pathLst>
                  <a:path w="332517" h="300037">
                    <a:moveTo>
                      <a:pt x="0" y="0"/>
                    </a:moveTo>
                    <a:lnTo>
                      <a:pt x="332518" y="0"/>
                    </a:lnTo>
                    <a:lnTo>
                      <a:pt x="332518" y="300038"/>
                    </a:lnTo>
                    <a:lnTo>
                      <a:pt x="0" y="300038"/>
                    </a:lnTo>
                    <a:close/>
                  </a:path>
                </a:pathLst>
              </a:custGeom>
              <a:noFill/>
              <a:ln w="9525" cap="flat">
                <a:noFill/>
                <a:prstDash val="solid"/>
                <a:miter/>
              </a:ln>
            </p:spPr>
            <p:txBody>
              <a:bodyPr rtlCol="0" anchor="ctr"/>
              <a:lstStyle/>
              <a:p>
                <a:endParaRPr lang="en-US"/>
              </a:p>
            </p:txBody>
          </p:sp>
          <p:sp>
            <p:nvSpPr>
              <p:cNvPr id="3831" name="TextBox 3830">
                <a:extLst>
                  <a:ext uri="{FF2B5EF4-FFF2-40B4-BE49-F238E27FC236}">
                    <a16:creationId xmlns:a16="http://schemas.microsoft.com/office/drawing/2014/main" id="{3A539E5E-E163-6ED6-E7E8-147942D46515}"/>
                  </a:ext>
                </a:extLst>
              </p:cNvPr>
              <p:cNvSpPr txBox="1"/>
              <p:nvPr/>
            </p:nvSpPr>
            <p:spPr>
              <a:xfrm>
                <a:off x="4755260" y="5525198"/>
                <a:ext cx="478155" cy="196215"/>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3832" name="Freeform: Shape 3831">
                <a:extLst>
                  <a:ext uri="{FF2B5EF4-FFF2-40B4-BE49-F238E27FC236}">
                    <a16:creationId xmlns:a16="http://schemas.microsoft.com/office/drawing/2014/main" id="{E4A596FC-3B4B-477C-1643-35919C447465}"/>
                  </a:ext>
                </a:extLst>
              </p:cNvPr>
              <p:cNvSpPr/>
              <p:nvPr/>
            </p:nvSpPr>
            <p:spPr>
              <a:xfrm>
                <a:off x="6110239" y="5564003"/>
                <a:ext cx="123729" cy="123749"/>
              </a:xfrm>
              <a:custGeom>
                <a:avLst/>
                <a:gdLst>
                  <a:gd name="connsiteX0" fmla="*/ 123730 w 123729"/>
                  <a:gd name="connsiteY0" fmla="*/ 61875 h 123749"/>
                  <a:gd name="connsiteX1" fmla="*/ 61865 w 123729"/>
                  <a:gd name="connsiteY1" fmla="*/ 123750 h 123749"/>
                  <a:gd name="connsiteX2" fmla="*/ 0 w 123729"/>
                  <a:gd name="connsiteY2" fmla="*/ 61875 h 123749"/>
                  <a:gd name="connsiteX3" fmla="*/ 61865 w 123729"/>
                  <a:gd name="connsiteY3" fmla="*/ 0 h 123749"/>
                  <a:gd name="connsiteX4" fmla="*/ 123730 w 123729"/>
                  <a:gd name="connsiteY4" fmla="*/ 61875 h 12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9" h="123749">
                    <a:moveTo>
                      <a:pt x="123730" y="61875"/>
                    </a:moveTo>
                    <a:cubicBezTo>
                      <a:pt x="123730" y="96047"/>
                      <a:pt x="96032" y="123750"/>
                      <a:pt x="61865" y="123750"/>
                    </a:cubicBezTo>
                    <a:cubicBezTo>
                      <a:pt x="27698" y="123750"/>
                      <a:pt x="0" y="96047"/>
                      <a:pt x="0" y="61875"/>
                    </a:cubicBezTo>
                    <a:cubicBezTo>
                      <a:pt x="0" y="27702"/>
                      <a:pt x="27698" y="0"/>
                      <a:pt x="61865" y="0"/>
                    </a:cubicBezTo>
                    <a:cubicBezTo>
                      <a:pt x="96032" y="0"/>
                      <a:pt x="123730" y="27702"/>
                      <a:pt x="123730" y="61875"/>
                    </a:cubicBezTo>
                    <a:close/>
                  </a:path>
                </a:pathLst>
              </a:custGeom>
              <a:noFill/>
              <a:ln w="9525" cap="flat">
                <a:solidFill>
                  <a:srgbClr val="FF0000"/>
                </a:solidFill>
                <a:prstDash val="solid"/>
                <a:miter/>
              </a:ln>
            </p:spPr>
            <p:txBody>
              <a:bodyPr rtlCol="0" anchor="ctr"/>
              <a:lstStyle/>
              <a:p>
                <a:endParaRPr lang="en-US"/>
              </a:p>
            </p:txBody>
          </p:sp>
          <p:sp>
            <p:nvSpPr>
              <p:cNvPr id="3833" name="TextBox 3832">
                <a:extLst>
                  <a:ext uri="{FF2B5EF4-FFF2-40B4-BE49-F238E27FC236}">
                    <a16:creationId xmlns:a16="http://schemas.microsoft.com/office/drawing/2014/main" id="{0B0EC7BD-D53C-F83F-06E8-49FFEBF50585}"/>
                  </a:ext>
                </a:extLst>
              </p:cNvPr>
              <p:cNvSpPr txBox="1"/>
              <p:nvPr/>
            </p:nvSpPr>
            <p:spPr>
              <a:xfrm>
                <a:off x="6033134" y="5541486"/>
                <a:ext cx="2590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60</a:t>
                </a:r>
              </a:p>
            </p:txBody>
          </p:sp>
        </p:grpSp>
        <p:grpSp>
          <p:nvGrpSpPr>
            <p:cNvPr id="3834" name="Group 3833">
              <a:extLst>
                <a:ext uri="{FF2B5EF4-FFF2-40B4-BE49-F238E27FC236}">
                  <a16:creationId xmlns:a16="http://schemas.microsoft.com/office/drawing/2014/main" id="{36DEF6E5-4EA4-348B-2655-EE0FFD41098B}"/>
                </a:ext>
              </a:extLst>
            </p:cNvPr>
            <p:cNvGrpSpPr/>
            <p:nvPr/>
          </p:nvGrpSpPr>
          <p:grpSpPr>
            <a:xfrm>
              <a:off x="6311661" y="5531809"/>
              <a:ext cx="3167370" cy="858107"/>
              <a:chOff x="4014110" y="4950936"/>
              <a:chExt cx="3167370" cy="858107"/>
            </a:xfrm>
          </p:grpSpPr>
          <p:sp>
            <p:nvSpPr>
              <p:cNvPr id="3835" name="Freeform: Shape 3834">
                <a:extLst>
                  <a:ext uri="{FF2B5EF4-FFF2-40B4-BE49-F238E27FC236}">
                    <a16:creationId xmlns:a16="http://schemas.microsoft.com/office/drawing/2014/main" id="{1FE8151C-E977-611F-1559-F6B930060D8B}"/>
                  </a:ext>
                </a:extLst>
              </p:cNvPr>
              <p:cNvSpPr/>
              <p:nvPr/>
            </p:nvSpPr>
            <p:spPr>
              <a:xfrm>
                <a:off x="4014110" y="4974368"/>
                <a:ext cx="3167370" cy="721423"/>
              </a:xfrm>
              <a:custGeom>
                <a:avLst/>
                <a:gdLst>
                  <a:gd name="connsiteX0" fmla="*/ 1173871 w 3167370"/>
                  <a:gd name="connsiteY0" fmla="*/ 721423 h 721423"/>
                  <a:gd name="connsiteX1" fmla="*/ 54398 w 3167370"/>
                  <a:gd name="connsiteY1" fmla="*/ 721423 h 721423"/>
                  <a:gd name="connsiteX2" fmla="*/ 30680 w 3167370"/>
                  <a:gd name="connsiteY2" fmla="*/ 658463 h 721423"/>
                  <a:gd name="connsiteX3" fmla="*/ 707337 w 3167370"/>
                  <a:gd name="connsiteY3" fmla="*/ 62960 h 721423"/>
                  <a:gd name="connsiteX4" fmla="*/ 874119 w 3167370"/>
                  <a:gd name="connsiteY4" fmla="*/ 0 h 721423"/>
                  <a:gd name="connsiteX5" fmla="*/ 3112971 w 3167370"/>
                  <a:gd name="connsiteY5" fmla="*/ 0 h 721423"/>
                  <a:gd name="connsiteX6" fmla="*/ 3136688 w 3167370"/>
                  <a:gd name="connsiteY6" fmla="*/ 62960 h 721423"/>
                  <a:gd name="connsiteX7" fmla="*/ 2460032 w 3167370"/>
                  <a:gd name="connsiteY7" fmla="*/ 658463 h 721423"/>
                  <a:gd name="connsiteX8" fmla="*/ 2293249 w 3167370"/>
                  <a:gd name="connsiteY8" fmla="*/ 721423 h 72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70" h="721423">
                    <a:moveTo>
                      <a:pt x="1173871" y="721423"/>
                    </a:moveTo>
                    <a:lnTo>
                      <a:pt x="54398" y="721423"/>
                    </a:lnTo>
                    <a:cubicBezTo>
                      <a:pt x="-9103" y="721423"/>
                      <a:pt x="-17008" y="700440"/>
                      <a:pt x="30680" y="658463"/>
                    </a:cubicBezTo>
                    <a:lnTo>
                      <a:pt x="707337" y="62960"/>
                    </a:lnTo>
                    <a:cubicBezTo>
                      <a:pt x="755028" y="20984"/>
                      <a:pt x="810616" y="0"/>
                      <a:pt x="874119" y="0"/>
                    </a:cubicBezTo>
                    <a:lnTo>
                      <a:pt x="3112971" y="0"/>
                    </a:lnTo>
                    <a:cubicBezTo>
                      <a:pt x="3176474" y="0"/>
                      <a:pt x="3184380" y="20984"/>
                      <a:pt x="3136688" y="62960"/>
                    </a:cubicBezTo>
                    <a:lnTo>
                      <a:pt x="2460032" y="658463"/>
                    </a:lnTo>
                    <a:cubicBezTo>
                      <a:pt x="2412340" y="700440"/>
                      <a:pt x="2356752" y="721423"/>
                      <a:pt x="2293249" y="721423"/>
                    </a:cubicBezTo>
                    <a:close/>
                  </a:path>
                </a:pathLst>
              </a:custGeom>
              <a:solidFill>
                <a:srgbClr val="CDEB8B"/>
              </a:solidFill>
              <a:ln w="9525" cap="flat">
                <a:solidFill>
                  <a:srgbClr val="36393D"/>
                </a:solidFill>
                <a:prstDash val="solid"/>
                <a:miter/>
              </a:ln>
            </p:spPr>
            <p:txBody>
              <a:bodyPr rtlCol="0" anchor="ctr"/>
              <a:lstStyle/>
              <a:p>
                <a:endParaRPr lang="en-US"/>
              </a:p>
            </p:txBody>
          </p:sp>
          <p:sp>
            <p:nvSpPr>
              <p:cNvPr id="3836" name="Freeform: Shape 3835">
                <a:extLst>
                  <a:ext uri="{FF2B5EF4-FFF2-40B4-BE49-F238E27FC236}">
                    <a16:creationId xmlns:a16="http://schemas.microsoft.com/office/drawing/2014/main" id="{98D9D3F9-8D0A-C82F-2800-C8AACD565CA3}"/>
                  </a:ext>
                </a:extLst>
              </p:cNvPr>
              <p:cNvSpPr/>
              <p:nvPr/>
            </p:nvSpPr>
            <p:spPr>
              <a:xfrm>
                <a:off x="4088605" y="5084858"/>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solidFill>
              <a:ln w="9525" cap="flat">
                <a:noFill/>
                <a:prstDash val="solid"/>
                <a:miter/>
              </a:ln>
            </p:spPr>
            <p:txBody>
              <a:bodyPr rtlCol="0" anchor="ctr"/>
              <a:lstStyle/>
              <a:p>
                <a:endParaRPr lang="en-US"/>
              </a:p>
            </p:txBody>
          </p:sp>
          <p:sp>
            <p:nvSpPr>
              <p:cNvPr id="3837" name="Freeform: Shape 3836">
                <a:extLst>
                  <a:ext uri="{FF2B5EF4-FFF2-40B4-BE49-F238E27FC236}">
                    <a16:creationId xmlns:a16="http://schemas.microsoft.com/office/drawing/2014/main" id="{424AD696-37A6-C364-20C8-1761DD5D56CF}"/>
                  </a:ext>
                </a:extLst>
              </p:cNvPr>
              <p:cNvSpPr/>
              <p:nvPr/>
            </p:nvSpPr>
            <p:spPr>
              <a:xfrm>
                <a:off x="4650390" y="5091430"/>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FF9933"/>
                </a:solidFill>
                <a:prstDash val="solid"/>
                <a:miter/>
              </a:ln>
            </p:spPr>
            <p:txBody>
              <a:bodyPr rtlCol="0" anchor="ctr"/>
              <a:lstStyle/>
              <a:p>
                <a:endParaRPr lang="en-US"/>
              </a:p>
            </p:txBody>
          </p:sp>
          <p:sp>
            <p:nvSpPr>
              <p:cNvPr id="3838" name="Freeform: Shape 3837">
                <a:extLst>
                  <a:ext uri="{FF2B5EF4-FFF2-40B4-BE49-F238E27FC236}">
                    <a16:creationId xmlns:a16="http://schemas.microsoft.com/office/drawing/2014/main" id="{7A96BCC3-6318-F0B1-F498-472288C2DC5E}"/>
                  </a:ext>
                </a:extLst>
              </p:cNvPr>
              <p:cNvSpPr/>
              <p:nvPr/>
            </p:nvSpPr>
            <p:spPr>
              <a:xfrm>
                <a:off x="4397311" y="5234876"/>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rgbClr val="FFFFFF"/>
                </a:solidFill>
                <a:custDash>
                  <a:ds d="675000" sp="675000"/>
                </a:custDash>
                <a:miter/>
              </a:ln>
            </p:spPr>
            <p:txBody>
              <a:bodyPr rtlCol="0" anchor="ctr"/>
              <a:lstStyle/>
              <a:p>
                <a:endParaRPr lang="en-US"/>
              </a:p>
            </p:txBody>
          </p:sp>
          <p:sp>
            <p:nvSpPr>
              <p:cNvPr id="3839" name="Freeform: Shape 3838">
                <a:extLst>
                  <a:ext uri="{FF2B5EF4-FFF2-40B4-BE49-F238E27FC236}">
                    <a16:creationId xmlns:a16="http://schemas.microsoft.com/office/drawing/2014/main" id="{AC6B7264-7739-0727-B09C-A7711962A451}"/>
                  </a:ext>
                </a:extLst>
              </p:cNvPr>
              <p:cNvSpPr/>
              <p:nvPr/>
            </p:nvSpPr>
            <p:spPr>
              <a:xfrm>
                <a:off x="4269295" y="5378323"/>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FFFFFF"/>
                </a:solidFill>
                <a:prstDash val="solid"/>
                <a:miter/>
              </a:ln>
            </p:spPr>
            <p:txBody>
              <a:bodyPr rtlCol="0" anchor="ctr"/>
              <a:lstStyle/>
              <a:p>
                <a:endParaRPr lang="en-US"/>
              </a:p>
            </p:txBody>
          </p:sp>
          <p:sp>
            <p:nvSpPr>
              <p:cNvPr id="3840" name="Freeform: Shape 3839">
                <a:extLst>
                  <a:ext uri="{FF2B5EF4-FFF2-40B4-BE49-F238E27FC236}">
                    <a16:creationId xmlns:a16="http://schemas.microsoft.com/office/drawing/2014/main" id="{A5DE9496-B05B-4D7E-AE04-74DD5D543F09}"/>
                  </a:ext>
                </a:extLst>
              </p:cNvPr>
              <p:cNvSpPr/>
              <p:nvPr/>
            </p:nvSpPr>
            <p:spPr>
              <a:xfrm>
                <a:off x="5447061" y="5534819"/>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FFFFFF"/>
                </a:solidFill>
                <a:prstDash val="solid"/>
                <a:miter/>
              </a:ln>
            </p:spPr>
            <p:txBody>
              <a:bodyPr rtlCol="0" anchor="ctr"/>
              <a:lstStyle/>
              <a:p>
                <a:endParaRPr lang="en-US"/>
              </a:p>
            </p:txBody>
          </p:sp>
          <p:sp>
            <p:nvSpPr>
              <p:cNvPr id="3841" name="Freeform: Shape 3840">
                <a:extLst>
                  <a:ext uri="{FF2B5EF4-FFF2-40B4-BE49-F238E27FC236}">
                    <a16:creationId xmlns:a16="http://schemas.microsoft.com/office/drawing/2014/main" id="{35375447-9082-FA59-2101-38D8F40F11D4}"/>
                  </a:ext>
                </a:extLst>
              </p:cNvPr>
              <p:cNvSpPr/>
              <p:nvPr/>
            </p:nvSpPr>
            <p:spPr>
              <a:xfrm>
                <a:off x="5138356" y="5378323"/>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FFFFFF"/>
                </a:solidFill>
                <a:prstDash val="solid"/>
                <a:miter/>
              </a:ln>
            </p:spPr>
            <p:txBody>
              <a:bodyPr rtlCol="0" anchor="ctr"/>
              <a:lstStyle/>
              <a:p>
                <a:endParaRPr lang="en-US"/>
              </a:p>
            </p:txBody>
          </p:sp>
          <p:sp>
            <p:nvSpPr>
              <p:cNvPr id="3842" name="Freeform: Shape 3841">
                <a:extLst>
                  <a:ext uri="{FF2B5EF4-FFF2-40B4-BE49-F238E27FC236}">
                    <a16:creationId xmlns:a16="http://schemas.microsoft.com/office/drawing/2014/main" id="{53EEC55C-AE76-D8CC-EF8B-A2F4DA0D5ABC}"/>
                  </a:ext>
                </a:extLst>
              </p:cNvPr>
              <p:cNvSpPr/>
              <p:nvPr/>
            </p:nvSpPr>
            <p:spPr>
              <a:xfrm>
                <a:off x="5226462" y="5384800"/>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FFFFFF"/>
                </a:solidFill>
                <a:custDash>
                  <a:ds d="675000" sp="675000"/>
                </a:custDash>
                <a:miter/>
              </a:ln>
            </p:spPr>
            <p:txBody>
              <a:bodyPr rtlCol="0" anchor="ctr"/>
              <a:lstStyle/>
              <a:p>
                <a:endParaRPr lang="en-US"/>
              </a:p>
            </p:txBody>
          </p:sp>
          <p:sp>
            <p:nvSpPr>
              <p:cNvPr id="3843" name="Freeform: Shape 3842">
                <a:extLst>
                  <a:ext uri="{FF2B5EF4-FFF2-40B4-BE49-F238E27FC236}">
                    <a16:creationId xmlns:a16="http://schemas.microsoft.com/office/drawing/2014/main" id="{1FE2C420-B1A5-1B1B-B999-DE55FF61A2A8}"/>
                  </a:ext>
                </a:extLst>
              </p:cNvPr>
              <p:cNvSpPr/>
              <p:nvPr/>
            </p:nvSpPr>
            <p:spPr>
              <a:xfrm>
                <a:off x="6025990" y="5384800"/>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FFFF"/>
                </a:solidFill>
                <a:prstDash val="solid"/>
                <a:miter/>
              </a:ln>
            </p:spPr>
            <p:txBody>
              <a:bodyPr rtlCol="0" anchor="ctr"/>
              <a:lstStyle/>
              <a:p>
                <a:endParaRPr lang="en-US"/>
              </a:p>
            </p:txBody>
          </p:sp>
          <p:sp>
            <p:nvSpPr>
              <p:cNvPr id="3844" name="Freeform: Shape 3843">
                <a:extLst>
                  <a:ext uri="{FF2B5EF4-FFF2-40B4-BE49-F238E27FC236}">
                    <a16:creationId xmlns:a16="http://schemas.microsoft.com/office/drawing/2014/main" id="{2F3D24B6-9E92-DCB0-90BC-52143F6C094B}"/>
                  </a:ext>
                </a:extLst>
              </p:cNvPr>
              <p:cNvSpPr/>
              <p:nvPr/>
            </p:nvSpPr>
            <p:spPr>
              <a:xfrm>
                <a:off x="6195821" y="5384990"/>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rgbClr val="FFFFFF"/>
                </a:solidFill>
                <a:prstDash val="solid"/>
                <a:miter/>
              </a:ln>
            </p:spPr>
            <p:txBody>
              <a:bodyPr rtlCol="0" anchor="ctr"/>
              <a:lstStyle/>
              <a:p>
                <a:endParaRPr lang="en-US"/>
              </a:p>
            </p:txBody>
          </p:sp>
          <p:sp>
            <p:nvSpPr>
              <p:cNvPr id="3845" name="Freeform: Shape 3844">
                <a:extLst>
                  <a:ext uri="{FF2B5EF4-FFF2-40B4-BE49-F238E27FC236}">
                    <a16:creationId xmlns:a16="http://schemas.microsoft.com/office/drawing/2014/main" id="{CA33E303-4EEF-4820-602C-3FBB76753E90}"/>
                  </a:ext>
                </a:extLst>
              </p:cNvPr>
              <p:cNvSpPr/>
              <p:nvPr/>
            </p:nvSpPr>
            <p:spPr>
              <a:xfrm>
                <a:off x="6025990" y="5540248"/>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FFFFFF"/>
                </a:solidFill>
                <a:prstDash val="solid"/>
                <a:miter/>
              </a:ln>
            </p:spPr>
            <p:txBody>
              <a:bodyPr rtlCol="0" anchor="ctr"/>
              <a:lstStyle/>
              <a:p>
                <a:endParaRPr lang="en-US"/>
              </a:p>
            </p:txBody>
          </p:sp>
          <p:sp>
            <p:nvSpPr>
              <p:cNvPr id="3846" name="Freeform: Shape 3845">
                <a:extLst>
                  <a:ext uri="{FF2B5EF4-FFF2-40B4-BE49-F238E27FC236}">
                    <a16:creationId xmlns:a16="http://schemas.microsoft.com/office/drawing/2014/main" id="{4D918420-4CFD-39F7-A3A2-5A55A70BDD63}"/>
                  </a:ext>
                </a:extLst>
              </p:cNvPr>
              <p:cNvSpPr/>
              <p:nvPr/>
            </p:nvSpPr>
            <p:spPr>
              <a:xfrm>
                <a:off x="5817583" y="5302123"/>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47" name="Freeform: Shape 3846">
                <a:extLst>
                  <a:ext uri="{FF2B5EF4-FFF2-40B4-BE49-F238E27FC236}">
                    <a16:creationId xmlns:a16="http://schemas.microsoft.com/office/drawing/2014/main" id="{F35104E3-C9EE-3365-9703-91A2839D4A45}"/>
                  </a:ext>
                </a:extLst>
              </p:cNvPr>
              <p:cNvSpPr/>
              <p:nvPr/>
            </p:nvSpPr>
            <p:spPr>
              <a:xfrm>
                <a:off x="5871019" y="5292598"/>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48" name="Freeform: Shape 3847">
                <a:extLst>
                  <a:ext uri="{FF2B5EF4-FFF2-40B4-BE49-F238E27FC236}">
                    <a16:creationId xmlns:a16="http://schemas.microsoft.com/office/drawing/2014/main" id="{7A883764-1B3B-6433-5033-65E139C65DE9}"/>
                  </a:ext>
                </a:extLst>
              </p:cNvPr>
              <p:cNvSpPr/>
              <p:nvPr/>
            </p:nvSpPr>
            <p:spPr>
              <a:xfrm>
                <a:off x="5971031" y="5158010"/>
                <a:ext cx="53340" cy="9525"/>
              </a:xfrm>
              <a:custGeom>
                <a:avLst/>
                <a:gdLst>
                  <a:gd name="connsiteX0" fmla="*/ 0 w 53340"/>
                  <a:gd name="connsiteY0" fmla="*/ 0 h 9525"/>
                  <a:gd name="connsiteX1" fmla="*/ 53340 w 53340"/>
                  <a:gd name="connsiteY1" fmla="*/ 0 h 9525"/>
                </a:gdLst>
                <a:ahLst/>
                <a:cxnLst>
                  <a:cxn ang="0">
                    <a:pos x="connsiteX0" y="connsiteY0"/>
                  </a:cxn>
                  <a:cxn ang="0">
                    <a:pos x="connsiteX1" y="connsiteY1"/>
                  </a:cxn>
                </a:cxnLst>
                <a:rect l="l" t="t" r="r" b="b"/>
                <a:pathLst>
                  <a:path w="53340"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49" name="Freeform: Shape 3848">
                <a:extLst>
                  <a:ext uri="{FF2B5EF4-FFF2-40B4-BE49-F238E27FC236}">
                    <a16:creationId xmlns:a16="http://schemas.microsoft.com/office/drawing/2014/main" id="{620A1791-1073-7FC7-098A-18905623E937}"/>
                  </a:ext>
                </a:extLst>
              </p:cNvPr>
              <p:cNvSpPr/>
              <p:nvPr/>
            </p:nvSpPr>
            <p:spPr>
              <a:xfrm>
                <a:off x="6024371" y="5148485"/>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0" name="Freeform: Shape 3849">
                <a:extLst>
                  <a:ext uri="{FF2B5EF4-FFF2-40B4-BE49-F238E27FC236}">
                    <a16:creationId xmlns:a16="http://schemas.microsoft.com/office/drawing/2014/main" id="{9BE62ED2-26CB-6225-984D-B93C63DE38DA}"/>
                  </a:ext>
                </a:extLst>
              </p:cNvPr>
              <p:cNvSpPr/>
              <p:nvPr/>
            </p:nvSpPr>
            <p:spPr>
              <a:xfrm>
                <a:off x="4844033" y="5300885"/>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51" name="Freeform: Shape 3850">
                <a:extLst>
                  <a:ext uri="{FF2B5EF4-FFF2-40B4-BE49-F238E27FC236}">
                    <a16:creationId xmlns:a16="http://schemas.microsoft.com/office/drawing/2014/main" id="{CB1771B8-BA7E-2020-40E2-971C2F5661E6}"/>
                  </a:ext>
                </a:extLst>
              </p:cNvPr>
              <p:cNvSpPr/>
              <p:nvPr/>
            </p:nvSpPr>
            <p:spPr>
              <a:xfrm>
                <a:off x="4897468" y="5291360"/>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2" name="Freeform: Shape 3851">
                <a:extLst>
                  <a:ext uri="{FF2B5EF4-FFF2-40B4-BE49-F238E27FC236}">
                    <a16:creationId xmlns:a16="http://schemas.microsoft.com/office/drawing/2014/main" id="{3488CA5E-3A5A-4540-FD93-83F334FDB3D7}"/>
                  </a:ext>
                </a:extLst>
              </p:cNvPr>
              <p:cNvSpPr/>
              <p:nvPr/>
            </p:nvSpPr>
            <p:spPr>
              <a:xfrm>
                <a:off x="4974335" y="5156867"/>
                <a:ext cx="53339" cy="9525"/>
              </a:xfrm>
              <a:custGeom>
                <a:avLst/>
                <a:gdLst>
                  <a:gd name="connsiteX0" fmla="*/ 0 w 53339"/>
                  <a:gd name="connsiteY0" fmla="*/ 0 h 9525"/>
                  <a:gd name="connsiteX1" fmla="*/ 53340 w 53339"/>
                  <a:gd name="connsiteY1" fmla="*/ 0 h 9525"/>
                </a:gdLst>
                <a:ahLst/>
                <a:cxnLst>
                  <a:cxn ang="0">
                    <a:pos x="connsiteX0" y="connsiteY0"/>
                  </a:cxn>
                  <a:cxn ang="0">
                    <a:pos x="connsiteX1" y="connsiteY1"/>
                  </a:cxn>
                </a:cxnLst>
                <a:rect l="l" t="t" r="r" b="b"/>
                <a:pathLst>
                  <a:path w="53339"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53" name="Freeform: Shape 3852">
                <a:extLst>
                  <a:ext uri="{FF2B5EF4-FFF2-40B4-BE49-F238E27FC236}">
                    <a16:creationId xmlns:a16="http://schemas.microsoft.com/office/drawing/2014/main" id="{BF940560-E2E2-A603-6387-207455CE3832}"/>
                  </a:ext>
                </a:extLst>
              </p:cNvPr>
              <p:cNvSpPr/>
              <p:nvPr/>
            </p:nvSpPr>
            <p:spPr>
              <a:xfrm>
                <a:off x="5027675" y="5147342"/>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4" name="Freeform: Shape 3853">
                <a:extLst>
                  <a:ext uri="{FF2B5EF4-FFF2-40B4-BE49-F238E27FC236}">
                    <a16:creationId xmlns:a16="http://schemas.microsoft.com/office/drawing/2014/main" id="{F510A6DD-7B8D-568D-249A-F7B6EB95C626}"/>
                  </a:ext>
                </a:extLst>
              </p:cNvPr>
              <p:cNvSpPr/>
              <p:nvPr/>
            </p:nvSpPr>
            <p:spPr>
              <a:xfrm>
                <a:off x="6172675" y="5234876"/>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rgbClr val="FFFFFF"/>
                </a:solidFill>
                <a:prstDash val="solid"/>
                <a:miter/>
              </a:ln>
            </p:spPr>
            <p:txBody>
              <a:bodyPr rtlCol="0" anchor="ctr"/>
              <a:lstStyle/>
              <a:p>
                <a:endParaRPr lang="en-US"/>
              </a:p>
            </p:txBody>
          </p:sp>
          <p:sp>
            <p:nvSpPr>
              <p:cNvPr id="3855" name="Freeform: Shape 3854">
                <a:extLst>
                  <a:ext uri="{FF2B5EF4-FFF2-40B4-BE49-F238E27FC236}">
                    <a16:creationId xmlns:a16="http://schemas.microsoft.com/office/drawing/2014/main" id="{152C49FE-1C20-0800-1AE8-81A096DDAC16}"/>
                  </a:ext>
                </a:extLst>
              </p:cNvPr>
              <p:cNvSpPr/>
              <p:nvPr/>
            </p:nvSpPr>
            <p:spPr>
              <a:xfrm>
                <a:off x="6688749" y="4982666"/>
                <a:ext cx="119424" cy="119419"/>
              </a:xfrm>
              <a:custGeom>
                <a:avLst/>
                <a:gdLst>
                  <a:gd name="connsiteX0" fmla="*/ 119424 w 119424"/>
                  <a:gd name="connsiteY0" fmla="*/ 59710 h 119419"/>
                  <a:gd name="connsiteX1" fmla="*/ 59712 w 119424"/>
                  <a:gd name="connsiteY1" fmla="*/ 119419 h 119419"/>
                  <a:gd name="connsiteX2" fmla="*/ 0 w 119424"/>
                  <a:gd name="connsiteY2" fmla="*/ 59710 h 119419"/>
                  <a:gd name="connsiteX3" fmla="*/ 59712 w 119424"/>
                  <a:gd name="connsiteY3" fmla="*/ 0 h 119419"/>
                  <a:gd name="connsiteX4" fmla="*/ 119424 w 119424"/>
                  <a:gd name="connsiteY4" fmla="*/ 59710 h 119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24" h="119419">
                    <a:moveTo>
                      <a:pt x="119424" y="59710"/>
                    </a:moveTo>
                    <a:cubicBezTo>
                      <a:pt x="119424" y="92686"/>
                      <a:pt x="92690" y="119419"/>
                      <a:pt x="59712" y="119419"/>
                    </a:cubicBezTo>
                    <a:cubicBezTo>
                      <a:pt x="26734" y="119419"/>
                      <a:pt x="0" y="92686"/>
                      <a:pt x="0" y="59710"/>
                    </a:cubicBezTo>
                    <a:cubicBezTo>
                      <a:pt x="0" y="26733"/>
                      <a:pt x="26734" y="0"/>
                      <a:pt x="59712" y="0"/>
                    </a:cubicBezTo>
                    <a:cubicBezTo>
                      <a:pt x="92690" y="0"/>
                      <a:pt x="119424" y="26733"/>
                      <a:pt x="119424" y="59710"/>
                    </a:cubicBezTo>
                    <a:close/>
                  </a:path>
                </a:pathLst>
              </a:custGeom>
              <a:noFill/>
              <a:ln w="9525" cap="flat">
                <a:solidFill>
                  <a:srgbClr val="FF0000"/>
                </a:solidFill>
                <a:prstDash val="solid"/>
                <a:miter/>
              </a:ln>
            </p:spPr>
            <p:txBody>
              <a:bodyPr rtlCol="0" anchor="ctr"/>
              <a:lstStyle/>
              <a:p>
                <a:endParaRPr lang="en-US"/>
              </a:p>
            </p:txBody>
          </p:sp>
          <p:sp>
            <p:nvSpPr>
              <p:cNvPr id="3856" name="TextBox 3855">
                <a:extLst>
                  <a:ext uri="{FF2B5EF4-FFF2-40B4-BE49-F238E27FC236}">
                    <a16:creationId xmlns:a16="http://schemas.microsoft.com/office/drawing/2014/main" id="{22DE3D02-1422-4BB0-EBF9-609AC2A7D73F}"/>
                  </a:ext>
                </a:extLst>
              </p:cNvPr>
              <p:cNvSpPr txBox="1"/>
              <p:nvPr/>
            </p:nvSpPr>
            <p:spPr>
              <a:xfrm>
                <a:off x="6595109" y="4950936"/>
                <a:ext cx="2971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100</a:t>
                </a:r>
              </a:p>
            </p:txBody>
          </p:sp>
          <p:sp>
            <p:nvSpPr>
              <p:cNvPr id="3857" name="Freeform: Shape 3856">
                <a:extLst>
                  <a:ext uri="{FF2B5EF4-FFF2-40B4-BE49-F238E27FC236}">
                    <a16:creationId xmlns:a16="http://schemas.microsoft.com/office/drawing/2014/main" id="{1D784EF2-CEA2-4A1D-AC40-49D8DDCE0868}"/>
                  </a:ext>
                </a:extLst>
              </p:cNvPr>
              <p:cNvSpPr/>
              <p:nvPr/>
            </p:nvSpPr>
            <p:spPr>
              <a:xfrm>
                <a:off x="4356734" y="5597398"/>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333333"/>
                </a:solidFill>
                <a:prstDash val="solid"/>
                <a:miter/>
              </a:ln>
            </p:spPr>
            <p:txBody>
              <a:bodyPr rtlCol="0" anchor="ctr"/>
              <a:lstStyle/>
              <a:p>
                <a:endParaRPr lang="en-US"/>
              </a:p>
            </p:txBody>
          </p:sp>
          <p:sp>
            <p:nvSpPr>
              <p:cNvPr id="3858" name="Freeform: Shape 3857">
                <a:extLst>
                  <a:ext uri="{FF2B5EF4-FFF2-40B4-BE49-F238E27FC236}">
                    <a16:creationId xmlns:a16="http://schemas.microsoft.com/office/drawing/2014/main" id="{735BC1A7-36B2-970E-A279-DD4B43C140AC}"/>
                  </a:ext>
                </a:extLst>
              </p:cNvPr>
              <p:cNvSpPr/>
              <p:nvPr/>
            </p:nvSpPr>
            <p:spPr>
              <a:xfrm>
                <a:off x="4891182" y="4997323"/>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333333"/>
                </a:solidFill>
                <a:prstDash val="solid"/>
                <a:miter/>
              </a:ln>
            </p:spPr>
            <p:txBody>
              <a:bodyPr rtlCol="0" anchor="ctr"/>
              <a:lstStyle/>
              <a:p>
                <a:endParaRPr lang="en-US"/>
              </a:p>
            </p:txBody>
          </p:sp>
          <p:sp>
            <p:nvSpPr>
              <p:cNvPr id="3859" name="Freeform: Shape 3858">
                <a:extLst>
                  <a:ext uri="{FF2B5EF4-FFF2-40B4-BE49-F238E27FC236}">
                    <a16:creationId xmlns:a16="http://schemas.microsoft.com/office/drawing/2014/main" id="{23055E22-9D8E-C6EA-3678-156215A5172B}"/>
                  </a:ext>
                </a:extLst>
              </p:cNvPr>
              <p:cNvSpPr/>
              <p:nvPr/>
            </p:nvSpPr>
            <p:spPr>
              <a:xfrm>
                <a:off x="4832413" y="5509006"/>
                <a:ext cx="332517" cy="300037"/>
              </a:xfrm>
              <a:custGeom>
                <a:avLst/>
                <a:gdLst>
                  <a:gd name="connsiteX0" fmla="*/ 0 w 332517"/>
                  <a:gd name="connsiteY0" fmla="*/ 0 h 300037"/>
                  <a:gd name="connsiteX1" fmla="*/ 332518 w 332517"/>
                  <a:gd name="connsiteY1" fmla="*/ 0 h 300037"/>
                  <a:gd name="connsiteX2" fmla="*/ 332518 w 332517"/>
                  <a:gd name="connsiteY2" fmla="*/ 300038 h 300037"/>
                  <a:gd name="connsiteX3" fmla="*/ 0 w 332517"/>
                  <a:gd name="connsiteY3" fmla="*/ 300038 h 300037"/>
                </a:gdLst>
                <a:ahLst/>
                <a:cxnLst>
                  <a:cxn ang="0">
                    <a:pos x="connsiteX0" y="connsiteY0"/>
                  </a:cxn>
                  <a:cxn ang="0">
                    <a:pos x="connsiteX1" y="connsiteY1"/>
                  </a:cxn>
                  <a:cxn ang="0">
                    <a:pos x="connsiteX2" y="connsiteY2"/>
                  </a:cxn>
                  <a:cxn ang="0">
                    <a:pos x="connsiteX3" y="connsiteY3"/>
                  </a:cxn>
                </a:cxnLst>
                <a:rect l="l" t="t" r="r" b="b"/>
                <a:pathLst>
                  <a:path w="332517" h="300037">
                    <a:moveTo>
                      <a:pt x="0" y="0"/>
                    </a:moveTo>
                    <a:lnTo>
                      <a:pt x="332518" y="0"/>
                    </a:lnTo>
                    <a:lnTo>
                      <a:pt x="332518" y="300038"/>
                    </a:lnTo>
                    <a:lnTo>
                      <a:pt x="0" y="300038"/>
                    </a:lnTo>
                    <a:close/>
                  </a:path>
                </a:pathLst>
              </a:custGeom>
              <a:noFill/>
              <a:ln w="9525" cap="flat">
                <a:noFill/>
                <a:prstDash val="solid"/>
                <a:miter/>
              </a:ln>
            </p:spPr>
            <p:txBody>
              <a:bodyPr rtlCol="0" anchor="ctr"/>
              <a:lstStyle/>
              <a:p>
                <a:endParaRPr lang="en-US"/>
              </a:p>
            </p:txBody>
          </p:sp>
          <p:sp>
            <p:nvSpPr>
              <p:cNvPr id="3860" name="TextBox 3859">
                <a:extLst>
                  <a:ext uri="{FF2B5EF4-FFF2-40B4-BE49-F238E27FC236}">
                    <a16:creationId xmlns:a16="http://schemas.microsoft.com/office/drawing/2014/main" id="{904B9F1A-332C-A188-3189-4B672A2278C9}"/>
                  </a:ext>
                </a:extLst>
              </p:cNvPr>
              <p:cNvSpPr txBox="1"/>
              <p:nvPr/>
            </p:nvSpPr>
            <p:spPr>
              <a:xfrm>
                <a:off x="4755260" y="5525198"/>
                <a:ext cx="478155" cy="196215"/>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3861" name="Freeform: Shape 3860">
                <a:extLst>
                  <a:ext uri="{FF2B5EF4-FFF2-40B4-BE49-F238E27FC236}">
                    <a16:creationId xmlns:a16="http://schemas.microsoft.com/office/drawing/2014/main" id="{109348F0-3311-8768-929A-AC51B01DF3DA}"/>
                  </a:ext>
                </a:extLst>
              </p:cNvPr>
              <p:cNvSpPr/>
              <p:nvPr/>
            </p:nvSpPr>
            <p:spPr>
              <a:xfrm>
                <a:off x="6110239" y="5564003"/>
                <a:ext cx="123729" cy="123749"/>
              </a:xfrm>
              <a:custGeom>
                <a:avLst/>
                <a:gdLst>
                  <a:gd name="connsiteX0" fmla="*/ 123730 w 123729"/>
                  <a:gd name="connsiteY0" fmla="*/ 61875 h 123749"/>
                  <a:gd name="connsiteX1" fmla="*/ 61865 w 123729"/>
                  <a:gd name="connsiteY1" fmla="*/ 123750 h 123749"/>
                  <a:gd name="connsiteX2" fmla="*/ 0 w 123729"/>
                  <a:gd name="connsiteY2" fmla="*/ 61875 h 123749"/>
                  <a:gd name="connsiteX3" fmla="*/ 61865 w 123729"/>
                  <a:gd name="connsiteY3" fmla="*/ 0 h 123749"/>
                  <a:gd name="connsiteX4" fmla="*/ 123730 w 123729"/>
                  <a:gd name="connsiteY4" fmla="*/ 61875 h 12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9" h="123749">
                    <a:moveTo>
                      <a:pt x="123730" y="61875"/>
                    </a:moveTo>
                    <a:cubicBezTo>
                      <a:pt x="123730" y="96047"/>
                      <a:pt x="96032" y="123750"/>
                      <a:pt x="61865" y="123750"/>
                    </a:cubicBezTo>
                    <a:cubicBezTo>
                      <a:pt x="27698" y="123750"/>
                      <a:pt x="0" y="96047"/>
                      <a:pt x="0" y="61875"/>
                    </a:cubicBezTo>
                    <a:cubicBezTo>
                      <a:pt x="0" y="27702"/>
                      <a:pt x="27698" y="0"/>
                      <a:pt x="61865" y="0"/>
                    </a:cubicBezTo>
                    <a:cubicBezTo>
                      <a:pt x="96032" y="0"/>
                      <a:pt x="123730" y="27702"/>
                      <a:pt x="123730" y="61875"/>
                    </a:cubicBezTo>
                    <a:close/>
                  </a:path>
                </a:pathLst>
              </a:custGeom>
              <a:noFill/>
              <a:ln w="9525" cap="flat">
                <a:solidFill>
                  <a:srgbClr val="FF0000"/>
                </a:solidFill>
                <a:prstDash val="solid"/>
                <a:miter/>
              </a:ln>
            </p:spPr>
            <p:txBody>
              <a:bodyPr rtlCol="0" anchor="ctr"/>
              <a:lstStyle/>
              <a:p>
                <a:endParaRPr lang="en-US"/>
              </a:p>
            </p:txBody>
          </p:sp>
          <p:sp>
            <p:nvSpPr>
              <p:cNvPr id="3862" name="TextBox 3861">
                <a:extLst>
                  <a:ext uri="{FF2B5EF4-FFF2-40B4-BE49-F238E27FC236}">
                    <a16:creationId xmlns:a16="http://schemas.microsoft.com/office/drawing/2014/main" id="{8D0CF382-AD08-D5C3-DF7B-340DEC08FCAA}"/>
                  </a:ext>
                </a:extLst>
              </p:cNvPr>
              <p:cNvSpPr txBox="1"/>
              <p:nvPr/>
            </p:nvSpPr>
            <p:spPr>
              <a:xfrm>
                <a:off x="6033134" y="5541486"/>
                <a:ext cx="2590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60</a:t>
                </a:r>
              </a:p>
            </p:txBody>
          </p:sp>
        </p:grpSp>
        <p:sp>
          <p:nvSpPr>
            <p:cNvPr id="3866" name="Freeform: Shape 3865">
              <a:extLst>
                <a:ext uri="{FF2B5EF4-FFF2-40B4-BE49-F238E27FC236}">
                  <a16:creationId xmlns:a16="http://schemas.microsoft.com/office/drawing/2014/main" id="{B88589E0-59A1-1DA0-2FFD-14B851385837}"/>
                </a:ext>
              </a:extLst>
            </p:cNvPr>
            <p:cNvSpPr/>
            <p:nvPr/>
          </p:nvSpPr>
          <p:spPr>
            <a:xfrm>
              <a:off x="8418956" y="4623674"/>
              <a:ext cx="367569" cy="324612"/>
            </a:xfrm>
            <a:custGeom>
              <a:avLst/>
              <a:gdLst>
                <a:gd name="connsiteX0" fmla="*/ 0 w 367569"/>
                <a:gd name="connsiteY0" fmla="*/ 324612 h 324612"/>
                <a:gd name="connsiteX1" fmla="*/ 367570 w 367569"/>
                <a:gd name="connsiteY1" fmla="*/ 0 h 324612"/>
              </a:gdLst>
              <a:ahLst/>
              <a:cxnLst>
                <a:cxn ang="0">
                  <a:pos x="connsiteX0" y="connsiteY0"/>
                </a:cxn>
                <a:cxn ang="0">
                  <a:pos x="connsiteX1" y="connsiteY1"/>
                </a:cxn>
              </a:cxnLst>
              <a:rect l="l" t="t" r="r" b="b"/>
              <a:pathLst>
                <a:path w="367569" h="324612">
                  <a:moveTo>
                    <a:pt x="0" y="324612"/>
                  </a:moveTo>
                  <a:lnTo>
                    <a:pt x="367570" y="0"/>
                  </a:lnTo>
                </a:path>
              </a:pathLst>
            </a:custGeom>
            <a:noFill/>
            <a:ln w="9525" cap="flat">
              <a:solidFill>
                <a:srgbClr val="666666"/>
              </a:solidFill>
              <a:prstDash val="sysDot"/>
              <a:miter/>
            </a:ln>
          </p:spPr>
          <p:txBody>
            <a:bodyPr rtlCol="0" anchor="ctr"/>
            <a:lstStyle/>
            <a:p>
              <a:endParaRPr lang="en-US"/>
            </a:p>
          </p:txBody>
        </p:sp>
        <p:sp>
          <p:nvSpPr>
            <p:cNvPr id="3867" name="Freeform: Shape 3866">
              <a:extLst>
                <a:ext uri="{FF2B5EF4-FFF2-40B4-BE49-F238E27FC236}">
                  <a16:creationId xmlns:a16="http://schemas.microsoft.com/office/drawing/2014/main" id="{B84C7205-7F52-4171-3F0F-78FC1A3C3FA5}"/>
                </a:ext>
              </a:extLst>
            </p:cNvPr>
            <p:cNvSpPr/>
            <p:nvPr/>
          </p:nvSpPr>
          <p:spPr>
            <a:xfrm>
              <a:off x="7166704" y="4622436"/>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868" name="Freeform: Shape 3867">
              <a:extLst>
                <a:ext uri="{FF2B5EF4-FFF2-40B4-BE49-F238E27FC236}">
                  <a16:creationId xmlns:a16="http://schemas.microsoft.com/office/drawing/2014/main" id="{3561D64A-F276-99D3-4089-AF1A29DC924F}"/>
                </a:ext>
              </a:extLst>
            </p:cNvPr>
            <p:cNvSpPr/>
            <p:nvPr/>
          </p:nvSpPr>
          <p:spPr>
            <a:xfrm>
              <a:off x="7044880" y="4733688"/>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869" name="Freeform: Shape 3868">
              <a:extLst>
                <a:ext uri="{FF2B5EF4-FFF2-40B4-BE49-F238E27FC236}">
                  <a16:creationId xmlns:a16="http://schemas.microsoft.com/office/drawing/2014/main" id="{F16F5A5D-D74E-62CD-98D1-0C7526316F73}"/>
                </a:ext>
              </a:extLst>
            </p:cNvPr>
            <p:cNvSpPr/>
            <p:nvPr/>
          </p:nvSpPr>
          <p:spPr>
            <a:xfrm>
              <a:off x="6885145" y="4843702"/>
              <a:ext cx="881633" cy="9525"/>
            </a:xfrm>
            <a:custGeom>
              <a:avLst/>
              <a:gdLst>
                <a:gd name="connsiteX0" fmla="*/ 0 w 881633"/>
                <a:gd name="connsiteY0" fmla="*/ 0 h 9525"/>
                <a:gd name="connsiteX1" fmla="*/ 881634 w 881633"/>
                <a:gd name="connsiteY1" fmla="*/ 0 h 9525"/>
              </a:gdLst>
              <a:ahLst/>
              <a:cxnLst>
                <a:cxn ang="0">
                  <a:pos x="connsiteX0" y="connsiteY0"/>
                </a:cxn>
                <a:cxn ang="0">
                  <a:pos x="connsiteX1" y="connsiteY1"/>
                </a:cxn>
              </a:cxnLst>
              <a:rect l="l" t="t" r="r" b="b"/>
              <a:pathLst>
                <a:path w="881633" h="9525">
                  <a:moveTo>
                    <a:pt x="0" y="0"/>
                  </a:moveTo>
                  <a:lnTo>
                    <a:pt x="881634" y="0"/>
                  </a:lnTo>
                </a:path>
              </a:pathLst>
            </a:custGeom>
            <a:noFill/>
            <a:ln w="19050" cap="flat">
              <a:solidFill>
                <a:srgbClr val="0000FF"/>
              </a:solidFill>
              <a:prstDash val="sysDot"/>
              <a:miter/>
            </a:ln>
          </p:spPr>
          <p:txBody>
            <a:bodyPr rtlCol="0" anchor="ctr"/>
            <a:lstStyle/>
            <a:p>
              <a:endParaRPr lang="en-US"/>
            </a:p>
          </p:txBody>
        </p:sp>
        <p:sp>
          <p:nvSpPr>
            <p:cNvPr id="3870" name="Freeform: Shape 3869">
              <a:extLst>
                <a:ext uri="{FF2B5EF4-FFF2-40B4-BE49-F238E27FC236}">
                  <a16:creationId xmlns:a16="http://schemas.microsoft.com/office/drawing/2014/main" id="{2D5D91D2-9003-37D7-5B46-3EE3121CFCE9}"/>
                </a:ext>
              </a:extLst>
            </p:cNvPr>
            <p:cNvSpPr/>
            <p:nvPr/>
          </p:nvSpPr>
          <p:spPr>
            <a:xfrm>
              <a:off x="8069674" y="4623770"/>
              <a:ext cx="702563" cy="9525"/>
            </a:xfrm>
            <a:custGeom>
              <a:avLst/>
              <a:gdLst>
                <a:gd name="connsiteX0" fmla="*/ 0 w 702563"/>
                <a:gd name="connsiteY0" fmla="*/ 0 h 9525"/>
                <a:gd name="connsiteX1" fmla="*/ 702564 w 702563"/>
                <a:gd name="connsiteY1" fmla="*/ 0 h 9525"/>
              </a:gdLst>
              <a:ahLst/>
              <a:cxnLst>
                <a:cxn ang="0">
                  <a:pos x="connsiteX0" y="connsiteY0"/>
                </a:cxn>
                <a:cxn ang="0">
                  <a:pos x="connsiteX1" y="connsiteY1"/>
                </a:cxn>
              </a:cxnLst>
              <a:rect l="l" t="t" r="r" b="b"/>
              <a:pathLst>
                <a:path w="702563" h="9525">
                  <a:moveTo>
                    <a:pt x="0" y="0"/>
                  </a:moveTo>
                  <a:lnTo>
                    <a:pt x="702564" y="0"/>
                  </a:lnTo>
                </a:path>
              </a:pathLst>
            </a:custGeom>
            <a:noFill/>
            <a:ln w="19050" cap="flat">
              <a:solidFill>
                <a:srgbClr val="0000FF"/>
              </a:solidFill>
              <a:prstDash val="sysDot"/>
              <a:miter/>
            </a:ln>
          </p:spPr>
          <p:txBody>
            <a:bodyPr rtlCol="0" anchor="ctr"/>
            <a:lstStyle/>
            <a:p>
              <a:endParaRPr lang="en-US"/>
            </a:p>
          </p:txBody>
        </p:sp>
        <p:sp>
          <p:nvSpPr>
            <p:cNvPr id="3871" name="Freeform: Shape 3870">
              <a:extLst>
                <a:ext uri="{FF2B5EF4-FFF2-40B4-BE49-F238E27FC236}">
                  <a16:creationId xmlns:a16="http://schemas.microsoft.com/office/drawing/2014/main" id="{E0391196-6BBD-A98F-58E6-C79672383699}"/>
                </a:ext>
              </a:extLst>
            </p:cNvPr>
            <p:cNvSpPr/>
            <p:nvPr/>
          </p:nvSpPr>
          <p:spPr>
            <a:xfrm>
              <a:off x="7947849" y="4735021"/>
              <a:ext cx="709707" cy="9525"/>
            </a:xfrm>
            <a:custGeom>
              <a:avLst/>
              <a:gdLst>
                <a:gd name="connsiteX0" fmla="*/ 0 w 709707"/>
                <a:gd name="connsiteY0" fmla="*/ 0 h 9525"/>
                <a:gd name="connsiteX1" fmla="*/ 709708 w 709707"/>
                <a:gd name="connsiteY1" fmla="*/ 0 h 9525"/>
              </a:gdLst>
              <a:ahLst/>
              <a:cxnLst>
                <a:cxn ang="0">
                  <a:pos x="connsiteX0" y="connsiteY0"/>
                </a:cxn>
                <a:cxn ang="0">
                  <a:pos x="connsiteX1" y="connsiteY1"/>
                </a:cxn>
              </a:cxnLst>
              <a:rect l="l" t="t" r="r" b="b"/>
              <a:pathLst>
                <a:path w="709707" h="9525">
                  <a:moveTo>
                    <a:pt x="0" y="0"/>
                  </a:moveTo>
                  <a:lnTo>
                    <a:pt x="709708" y="0"/>
                  </a:lnTo>
                </a:path>
              </a:pathLst>
            </a:custGeom>
            <a:noFill/>
            <a:ln w="19050" cap="flat">
              <a:solidFill>
                <a:srgbClr val="0000FF"/>
              </a:solidFill>
              <a:prstDash val="sysDot"/>
              <a:miter/>
            </a:ln>
          </p:spPr>
          <p:txBody>
            <a:bodyPr rtlCol="0" anchor="ctr"/>
            <a:lstStyle/>
            <a:p>
              <a:endParaRPr lang="en-US"/>
            </a:p>
          </p:txBody>
        </p:sp>
        <p:sp>
          <p:nvSpPr>
            <p:cNvPr id="3872" name="Freeform: Shape 3871">
              <a:extLst>
                <a:ext uri="{FF2B5EF4-FFF2-40B4-BE49-F238E27FC236}">
                  <a16:creationId xmlns:a16="http://schemas.microsoft.com/office/drawing/2014/main" id="{9FA7C9F3-387B-F7A0-935E-4A06953E3DE0}"/>
                </a:ext>
              </a:extLst>
            </p:cNvPr>
            <p:cNvSpPr/>
            <p:nvPr/>
          </p:nvSpPr>
          <p:spPr>
            <a:xfrm>
              <a:off x="7788210" y="4845035"/>
              <a:ext cx="740283" cy="9525"/>
            </a:xfrm>
            <a:custGeom>
              <a:avLst/>
              <a:gdLst>
                <a:gd name="connsiteX0" fmla="*/ 0 w 740283"/>
                <a:gd name="connsiteY0" fmla="*/ 0 h 9525"/>
                <a:gd name="connsiteX1" fmla="*/ 740283 w 740283"/>
                <a:gd name="connsiteY1" fmla="*/ 0 h 9525"/>
              </a:gdLst>
              <a:ahLst/>
              <a:cxnLst>
                <a:cxn ang="0">
                  <a:pos x="connsiteX0" y="connsiteY0"/>
                </a:cxn>
                <a:cxn ang="0">
                  <a:pos x="connsiteX1" y="connsiteY1"/>
                </a:cxn>
              </a:cxnLst>
              <a:rect l="l" t="t" r="r" b="b"/>
              <a:pathLst>
                <a:path w="740283" h="9525">
                  <a:moveTo>
                    <a:pt x="0" y="0"/>
                  </a:moveTo>
                  <a:lnTo>
                    <a:pt x="740283" y="0"/>
                  </a:lnTo>
                </a:path>
              </a:pathLst>
            </a:custGeom>
            <a:noFill/>
            <a:ln w="19050" cap="flat">
              <a:solidFill>
                <a:srgbClr val="0000FF"/>
              </a:solidFill>
              <a:prstDash val="sysDot"/>
              <a:miter/>
            </a:ln>
          </p:spPr>
          <p:txBody>
            <a:bodyPr rtlCol="0" anchor="ctr"/>
            <a:lstStyle/>
            <a:p>
              <a:endParaRPr lang="en-US"/>
            </a:p>
          </p:txBody>
        </p:sp>
        <p:sp>
          <p:nvSpPr>
            <p:cNvPr id="3873" name="Freeform: Shape 3872">
              <a:extLst>
                <a:ext uri="{FF2B5EF4-FFF2-40B4-BE49-F238E27FC236}">
                  <a16:creationId xmlns:a16="http://schemas.microsoft.com/office/drawing/2014/main" id="{EE6FD063-60A5-751A-4BF2-159A587A403E}"/>
                </a:ext>
              </a:extLst>
            </p:cNvPr>
            <p:cNvSpPr/>
            <p:nvPr/>
          </p:nvSpPr>
          <p:spPr>
            <a:xfrm>
              <a:off x="8011572" y="4952763"/>
              <a:ext cx="537495" cy="3905"/>
            </a:xfrm>
            <a:custGeom>
              <a:avLst/>
              <a:gdLst>
                <a:gd name="connsiteX0" fmla="*/ 0 w 537495"/>
                <a:gd name="connsiteY0" fmla="*/ 0 h 3905"/>
                <a:gd name="connsiteX1" fmla="*/ 537496 w 537495"/>
                <a:gd name="connsiteY1" fmla="*/ 3905 h 3905"/>
              </a:gdLst>
              <a:ahLst/>
              <a:cxnLst>
                <a:cxn ang="0">
                  <a:pos x="connsiteX0" y="connsiteY0"/>
                </a:cxn>
                <a:cxn ang="0">
                  <a:pos x="connsiteX1" y="connsiteY1"/>
                </a:cxn>
              </a:cxnLst>
              <a:rect l="l" t="t" r="r" b="b"/>
              <a:pathLst>
                <a:path w="537495" h="3905">
                  <a:moveTo>
                    <a:pt x="0" y="0"/>
                  </a:moveTo>
                  <a:lnTo>
                    <a:pt x="537496" y="3905"/>
                  </a:lnTo>
                </a:path>
              </a:pathLst>
            </a:custGeom>
            <a:noFill/>
            <a:ln w="19050" cap="flat">
              <a:solidFill>
                <a:srgbClr val="0000FF"/>
              </a:solidFill>
              <a:prstDash val="sysDot"/>
              <a:miter/>
            </a:ln>
          </p:spPr>
          <p:txBody>
            <a:bodyPr rtlCol="0" anchor="ctr"/>
            <a:lstStyle/>
            <a:p>
              <a:endParaRPr lang="en-US"/>
            </a:p>
          </p:txBody>
        </p:sp>
        <p:sp>
          <p:nvSpPr>
            <p:cNvPr id="3874" name="Freeform: Shape 3873">
              <a:extLst>
                <a:ext uri="{FF2B5EF4-FFF2-40B4-BE49-F238E27FC236}">
                  <a16:creationId xmlns:a16="http://schemas.microsoft.com/office/drawing/2014/main" id="{EC8711F3-DF1F-DCAB-9F9C-1FD7BE64AFEB}"/>
                </a:ext>
              </a:extLst>
            </p:cNvPr>
            <p:cNvSpPr/>
            <p:nvPr/>
          </p:nvSpPr>
          <p:spPr>
            <a:xfrm>
              <a:off x="7724869" y="4837987"/>
              <a:ext cx="293846" cy="114766"/>
            </a:xfrm>
            <a:custGeom>
              <a:avLst/>
              <a:gdLst>
                <a:gd name="connsiteX0" fmla="*/ 0 w 293846"/>
                <a:gd name="connsiteY0" fmla="*/ 0 h 114766"/>
                <a:gd name="connsiteX1" fmla="*/ 132588 w 293846"/>
                <a:gd name="connsiteY1" fmla="*/ 59341 h 114766"/>
                <a:gd name="connsiteX2" fmla="*/ 293846 w 293846"/>
                <a:gd name="connsiteY2" fmla="*/ 114491 h 114766"/>
              </a:gdLst>
              <a:ahLst/>
              <a:cxnLst>
                <a:cxn ang="0">
                  <a:pos x="connsiteX0" y="connsiteY0"/>
                </a:cxn>
                <a:cxn ang="0">
                  <a:pos x="connsiteX1" y="connsiteY1"/>
                </a:cxn>
                <a:cxn ang="0">
                  <a:pos x="connsiteX2" y="connsiteY2"/>
                </a:cxn>
              </a:cxnLst>
              <a:rect l="l" t="t" r="r" b="b"/>
              <a:pathLst>
                <a:path w="293846" h="114766">
                  <a:moveTo>
                    <a:pt x="0" y="0"/>
                  </a:moveTo>
                  <a:cubicBezTo>
                    <a:pt x="52511" y="0"/>
                    <a:pt x="96707" y="19784"/>
                    <a:pt x="132588" y="59341"/>
                  </a:cubicBezTo>
                  <a:cubicBezTo>
                    <a:pt x="168402" y="98898"/>
                    <a:pt x="222152" y="117281"/>
                    <a:pt x="293846" y="114491"/>
                  </a:cubicBezTo>
                </a:path>
              </a:pathLst>
            </a:custGeom>
            <a:noFill/>
            <a:ln w="19050" cap="flat">
              <a:solidFill>
                <a:srgbClr val="0000FF"/>
              </a:solidFill>
              <a:prstDash val="sysDot"/>
              <a:miter/>
            </a:ln>
          </p:spPr>
          <p:txBody>
            <a:bodyPr rtlCol="0" anchor="ctr"/>
            <a:lstStyle/>
            <a:p>
              <a:endParaRPr lang="en-US"/>
            </a:p>
          </p:txBody>
        </p:sp>
        <p:sp>
          <p:nvSpPr>
            <p:cNvPr id="3875" name="Freeform: Shape 3874">
              <a:extLst>
                <a:ext uri="{FF2B5EF4-FFF2-40B4-BE49-F238E27FC236}">
                  <a16:creationId xmlns:a16="http://schemas.microsoft.com/office/drawing/2014/main" id="{4C4CF152-AFCC-F929-32E4-5E062B4C7BFB}"/>
                </a:ext>
              </a:extLst>
            </p:cNvPr>
            <p:cNvSpPr/>
            <p:nvPr/>
          </p:nvSpPr>
          <p:spPr>
            <a:xfrm>
              <a:off x="8541924" y="4842749"/>
              <a:ext cx="752570" cy="9525"/>
            </a:xfrm>
            <a:custGeom>
              <a:avLst/>
              <a:gdLst>
                <a:gd name="connsiteX0" fmla="*/ 0 w 752570"/>
                <a:gd name="connsiteY0" fmla="*/ 0 h 9525"/>
                <a:gd name="connsiteX1" fmla="*/ 752570 w 752570"/>
                <a:gd name="connsiteY1" fmla="*/ 0 h 9525"/>
              </a:gdLst>
              <a:ahLst/>
              <a:cxnLst>
                <a:cxn ang="0">
                  <a:pos x="connsiteX0" y="connsiteY0"/>
                </a:cxn>
                <a:cxn ang="0">
                  <a:pos x="connsiteX1" y="connsiteY1"/>
                </a:cxn>
              </a:cxnLst>
              <a:rect l="l" t="t" r="r" b="b"/>
              <a:pathLst>
                <a:path w="752570" h="9525">
                  <a:moveTo>
                    <a:pt x="0" y="0"/>
                  </a:moveTo>
                  <a:lnTo>
                    <a:pt x="752570" y="0"/>
                  </a:lnTo>
                </a:path>
              </a:pathLst>
            </a:custGeom>
            <a:noFill/>
            <a:ln w="19050" cap="flat">
              <a:solidFill>
                <a:srgbClr val="0000FF"/>
              </a:solidFill>
              <a:prstDash val="sysDot"/>
              <a:miter/>
            </a:ln>
          </p:spPr>
          <p:txBody>
            <a:bodyPr rtlCol="0" anchor="ctr"/>
            <a:lstStyle/>
            <a:p>
              <a:endParaRPr lang="en-US"/>
            </a:p>
          </p:txBody>
        </p:sp>
        <p:sp>
          <p:nvSpPr>
            <p:cNvPr id="3876" name="Freeform: Shape 3875">
              <a:extLst>
                <a:ext uri="{FF2B5EF4-FFF2-40B4-BE49-F238E27FC236}">
                  <a16:creationId xmlns:a16="http://schemas.microsoft.com/office/drawing/2014/main" id="{87DE092B-2585-7300-C019-670BA3D94A68}"/>
                </a:ext>
              </a:extLst>
            </p:cNvPr>
            <p:cNvSpPr/>
            <p:nvPr/>
          </p:nvSpPr>
          <p:spPr>
            <a:xfrm>
              <a:off x="8699658" y="4842940"/>
              <a:ext cx="543020" cy="29908"/>
            </a:xfrm>
            <a:custGeom>
              <a:avLst/>
              <a:gdLst>
                <a:gd name="connsiteX0" fmla="*/ 0 w 543020"/>
                <a:gd name="connsiteY0" fmla="*/ 0 h 29908"/>
                <a:gd name="connsiteX1" fmla="*/ 543020 w 543020"/>
                <a:gd name="connsiteY1" fmla="*/ 29908 h 29908"/>
              </a:gdLst>
              <a:ahLst/>
              <a:cxnLst>
                <a:cxn ang="0">
                  <a:pos x="connsiteX0" y="connsiteY0"/>
                </a:cxn>
                <a:cxn ang="0">
                  <a:pos x="connsiteX1" y="connsiteY1"/>
                </a:cxn>
              </a:cxnLst>
              <a:rect l="l" t="t" r="r" b="b"/>
              <a:pathLst>
                <a:path w="543020" h="29908">
                  <a:moveTo>
                    <a:pt x="0" y="0"/>
                  </a:moveTo>
                  <a:lnTo>
                    <a:pt x="543020" y="29908"/>
                  </a:lnTo>
                </a:path>
              </a:pathLst>
            </a:custGeom>
            <a:noFill/>
            <a:ln w="19050" cap="flat">
              <a:solidFill>
                <a:srgbClr val="0000FF"/>
              </a:solidFill>
              <a:prstDash val="sysDot"/>
              <a:miter/>
            </a:ln>
          </p:spPr>
          <p:txBody>
            <a:bodyPr rtlCol="0" anchor="ctr"/>
            <a:lstStyle/>
            <a:p>
              <a:endParaRPr lang="en-US"/>
            </a:p>
          </p:txBody>
        </p:sp>
        <p:sp>
          <p:nvSpPr>
            <p:cNvPr id="3877" name="Freeform: Shape 3876">
              <a:extLst>
                <a:ext uri="{FF2B5EF4-FFF2-40B4-BE49-F238E27FC236}">
                  <a16:creationId xmlns:a16="http://schemas.microsoft.com/office/drawing/2014/main" id="{E3D177D1-2641-0F45-83C2-324BED022B02}"/>
                </a:ext>
              </a:extLst>
            </p:cNvPr>
            <p:cNvSpPr/>
            <p:nvPr/>
          </p:nvSpPr>
          <p:spPr>
            <a:xfrm>
              <a:off x="8541924" y="4956668"/>
              <a:ext cx="581882" cy="25431"/>
            </a:xfrm>
            <a:custGeom>
              <a:avLst/>
              <a:gdLst>
                <a:gd name="connsiteX0" fmla="*/ 0 w 581882"/>
                <a:gd name="connsiteY0" fmla="*/ 0 h 25431"/>
                <a:gd name="connsiteX1" fmla="*/ 581882 w 581882"/>
                <a:gd name="connsiteY1" fmla="*/ 25432 h 25431"/>
              </a:gdLst>
              <a:ahLst/>
              <a:cxnLst>
                <a:cxn ang="0">
                  <a:pos x="connsiteX0" y="connsiteY0"/>
                </a:cxn>
                <a:cxn ang="0">
                  <a:pos x="connsiteX1" y="connsiteY1"/>
                </a:cxn>
              </a:cxnLst>
              <a:rect l="l" t="t" r="r" b="b"/>
              <a:pathLst>
                <a:path w="581882" h="25431">
                  <a:moveTo>
                    <a:pt x="0" y="0"/>
                  </a:moveTo>
                  <a:lnTo>
                    <a:pt x="581882" y="25432"/>
                  </a:lnTo>
                </a:path>
              </a:pathLst>
            </a:custGeom>
            <a:noFill/>
            <a:ln w="19050" cap="flat">
              <a:solidFill>
                <a:srgbClr val="0000FF"/>
              </a:solidFill>
              <a:prstDash val="sysDot"/>
              <a:miter/>
            </a:ln>
          </p:spPr>
          <p:txBody>
            <a:bodyPr rtlCol="0" anchor="ctr"/>
            <a:lstStyle/>
            <a:p>
              <a:endParaRPr lang="en-US"/>
            </a:p>
          </p:txBody>
        </p:sp>
        <p:sp>
          <p:nvSpPr>
            <p:cNvPr id="3878" name="Freeform: Shape 3877">
              <a:extLst>
                <a:ext uri="{FF2B5EF4-FFF2-40B4-BE49-F238E27FC236}">
                  <a16:creationId xmlns:a16="http://schemas.microsoft.com/office/drawing/2014/main" id="{FA03E082-3883-BC40-E7C4-92ABF1B8E07F}"/>
                </a:ext>
              </a:extLst>
            </p:cNvPr>
            <p:cNvSpPr/>
            <p:nvPr/>
          </p:nvSpPr>
          <p:spPr>
            <a:xfrm>
              <a:off x="8678131" y="4732831"/>
              <a:ext cx="738282" cy="9525"/>
            </a:xfrm>
            <a:custGeom>
              <a:avLst/>
              <a:gdLst>
                <a:gd name="connsiteX0" fmla="*/ 0 w 738282"/>
                <a:gd name="connsiteY0" fmla="*/ 0 h 9525"/>
                <a:gd name="connsiteX1" fmla="*/ 738283 w 738282"/>
                <a:gd name="connsiteY1" fmla="*/ 0 h 9525"/>
              </a:gdLst>
              <a:ahLst/>
              <a:cxnLst>
                <a:cxn ang="0">
                  <a:pos x="connsiteX0" y="connsiteY0"/>
                </a:cxn>
                <a:cxn ang="0">
                  <a:pos x="connsiteX1" y="connsiteY1"/>
                </a:cxn>
              </a:cxnLst>
              <a:rect l="l" t="t" r="r" b="b"/>
              <a:pathLst>
                <a:path w="738282" h="9525">
                  <a:moveTo>
                    <a:pt x="0" y="0"/>
                  </a:moveTo>
                  <a:lnTo>
                    <a:pt x="738283" y="0"/>
                  </a:lnTo>
                </a:path>
              </a:pathLst>
            </a:custGeom>
            <a:noFill/>
            <a:ln w="19050" cap="flat">
              <a:solidFill>
                <a:srgbClr val="0000FF"/>
              </a:solidFill>
              <a:prstDash val="sysDot"/>
              <a:miter/>
            </a:ln>
          </p:spPr>
          <p:txBody>
            <a:bodyPr rtlCol="0" anchor="ctr"/>
            <a:lstStyle/>
            <a:p>
              <a:endParaRPr lang="en-US"/>
            </a:p>
          </p:txBody>
        </p:sp>
        <p:sp>
          <p:nvSpPr>
            <p:cNvPr id="3879" name="Freeform: Shape 3878">
              <a:extLst>
                <a:ext uri="{FF2B5EF4-FFF2-40B4-BE49-F238E27FC236}">
                  <a16:creationId xmlns:a16="http://schemas.microsoft.com/office/drawing/2014/main" id="{313F58E1-B9E9-4BDE-2440-245CF61B4D0D}"/>
                </a:ext>
              </a:extLst>
            </p:cNvPr>
            <p:cNvSpPr/>
            <p:nvPr/>
          </p:nvSpPr>
          <p:spPr>
            <a:xfrm>
              <a:off x="7788210" y="4622436"/>
              <a:ext cx="272319" cy="230409"/>
            </a:xfrm>
            <a:custGeom>
              <a:avLst/>
              <a:gdLst>
                <a:gd name="connsiteX0" fmla="*/ 0 w 272319"/>
                <a:gd name="connsiteY0" fmla="*/ 230410 h 230409"/>
                <a:gd name="connsiteX1" fmla="*/ 272320 w 272319"/>
                <a:gd name="connsiteY1" fmla="*/ 0 h 230409"/>
              </a:gdLst>
              <a:ahLst/>
              <a:cxnLst>
                <a:cxn ang="0">
                  <a:pos x="connsiteX0" y="connsiteY0"/>
                </a:cxn>
                <a:cxn ang="0">
                  <a:pos x="connsiteX1" y="connsiteY1"/>
                </a:cxn>
              </a:cxnLst>
              <a:rect l="l" t="t" r="r" b="b"/>
              <a:pathLst>
                <a:path w="272319" h="230409">
                  <a:moveTo>
                    <a:pt x="0" y="230410"/>
                  </a:moveTo>
                  <a:lnTo>
                    <a:pt x="272320" y="0"/>
                  </a:lnTo>
                </a:path>
              </a:pathLst>
            </a:custGeom>
            <a:noFill/>
            <a:ln w="9525" cap="flat">
              <a:solidFill>
                <a:srgbClr val="666666"/>
              </a:solidFill>
              <a:prstDash val="sysDot"/>
              <a:miter/>
            </a:ln>
          </p:spPr>
          <p:txBody>
            <a:bodyPr rtlCol="0" anchor="ctr"/>
            <a:lstStyle/>
            <a:p>
              <a:endParaRPr lang="en-US"/>
            </a:p>
          </p:txBody>
        </p:sp>
        <p:sp>
          <p:nvSpPr>
            <p:cNvPr id="3880" name="Freeform: Shape 3879">
              <a:extLst>
                <a:ext uri="{FF2B5EF4-FFF2-40B4-BE49-F238E27FC236}">
                  <a16:creationId xmlns:a16="http://schemas.microsoft.com/office/drawing/2014/main" id="{F01CC85E-B8B6-B4EE-FFDD-BE767860B7BF}"/>
                </a:ext>
              </a:extLst>
            </p:cNvPr>
            <p:cNvSpPr/>
            <p:nvPr/>
          </p:nvSpPr>
          <p:spPr>
            <a:xfrm>
              <a:off x="8804052" y="4622436"/>
              <a:ext cx="738187" cy="9525"/>
            </a:xfrm>
            <a:custGeom>
              <a:avLst/>
              <a:gdLst>
                <a:gd name="connsiteX0" fmla="*/ 0 w 738187"/>
                <a:gd name="connsiteY0" fmla="*/ 0 h 9525"/>
                <a:gd name="connsiteX1" fmla="*/ 738188 w 738187"/>
                <a:gd name="connsiteY1" fmla="*/ 0 h 9525"/>
              </a:gdLst>
              <a:ahLst/>
              <a:cxnLst>
                <a:cxn ang="0">
                  <a:pos x="connsiteX0" y="connsiteY0"/>
                </a:cxn>
                <a:cxn ang="0">
                  <a:pos x="connsiteX1" y="connsiteY1"/>
                </a:cxn>
              </a:cxnLst>
              <a:rect l="l" t="t" r="r" b="b"/>
              <a:pathLst>
                <a:path w="738187" h="9525">
                  <a:moveTo>
                    <a:pt x="0" y="0"/>
                  </a:moveTo>
                  <a:lnTo>
                    <a:pt x="738188" y="0"/>
                  </a:lnTo>
                </a:path>
              </a:pathLst>
            </a:custGeom>
            <a:noFill/>
            <a:ln w="19050" cap="flat">
              <a:solidFill>
                <a:srgbClr val="0000FF"/>
              </a:solidFill>
              <a:prstDash val="sysDot"/>
              <a:miter/>
            </a:ln>
          </p:spPr>
          <p:txBody>
            <a:bodyPr rtlCol="0" anchor="ctr"/>
            <a:lstStyle/>
            <a:p>
              <a:endParaRPr lang="en-US"/>
            </a:p>
          </p:txBody>
        </p:sp>
        <p:sp>
          <p:nvSpPr>
            <p:cNvPr id="3881" name="Freeform: Shape 3880">
              <a:extLst>
                <a:ext uri="{FF2B5EF4-FFF2-40B4-BE49-F238E27FC236}">
                  <a16:creationId xmlns:a16="http://schemas.microsoft.com/office/drawing/2014/main" id="{57287B47-F8E0-54B3-EA71-B82C3810FE64}"/>
                </a:ext>
              </a:extLst>
            </p:cNvPr>
            <p:cNvSpPr/>
            <p:nvPr/>
          </p:nvSpPr>
          <p:spPr>
            <a:xfrm>
              <a:off x="9276587" y="4615483"/>
              <a:ext cx="255174" cy="230409"/>
            </a:xfrm>
            <a:custGeom>
              <a:avLst/>
              <a:gdLst>
                <a:gd name="connsiteX0" fmla="*/ 0 w 255174"/>
                <a:gd name="connsiteY0" fmla="*/ 230410 h 230409"/>
                <a:gd name="connsiteX1" fmla="*/ 255175 w 255174"/>
                <a:gd name="connsiteY1" fmla="*/ 0 h 230409"/>
              </a:gdLst>
              <a:ahLst/>
              <a:cxnLst>
                <a:cxn ang="0">
                  <a:pos x="connsiteX0" y="connsiteY0"/>
                </a:cxn>
                <a:cxn ang="0">
                  <a:pos x="connsiteX1" y="connsiteY1"/>
                </a:cxn>
              </a:cxnLst>
              <a:rect l="l" t="t" r="r" b="b"/>
              <a:pathLst>
                <a:path w="255174" h="230409">
                  <a:moveTo>
                    <a:pt x="0" y="230410"/>
                  </a:moveTo>
                  <a:lnTo>
                    <a:pt x="255175" y="0"/>
                  </a:lnTo>
                </a:path>
              </a:pathLst>
            </a:custGeom>
            <a:noFill/>
            <a:ln w="9525" cap="flat">
              <a:solidFill>
                <a:srgbClr val="666666"/>
              </a:solidFill>
              <a:prstDash val="sysDot"/>
              <a:miter/>
            </a:ln>
          </p:spPr>
          <p:txBody>
            <a:bodyPr rtlCol="0" anchor="ctr"/>
            <a:lstStyle/>
            <a:p>
              <a:endParaRPr lang="en-US"/>
            </a:p>
          </p:txBody>
        </p:sp>
        <p:sp>
          <p:nvSpPr>
            <p:cNvPr id="3882" name="Freeform: Shape 3881">
              <a:extLst>
                <a:ext uri="{FF2B5EF4-FFF2-40B4-BE49-F238E27FC236}">
                  <a16:creationId xmlns:a16="http://schemas.microsoft.com/office/drawing/2014/main" id="{A24D9B52-ECA6-0393-EE42-7CDD120F7210}"/>
                </a:ext>
              </a:extLst>
            </p:cNvPr>
            <p:cNvSpPr/>
            <p:nvPr/>
          </p:nvSpPr>
          <p:spPr>
            <a:xfrm>
              <a:off x="6885145" y="4622436"/>
              <a:ext cx="272415" cy="230504"/>
            </a:xfrm>
            <a:custGeom>
              <a:avLst/>
              <a:gdLst>
                <a:gd name="connsiteX0" fmla="*/ 0 w 272415"/>
                <a:gd name="connsiteY0" fmla="*/ 230505 h 230504"/>
                <a:gd name="connsiteX1" fmla="*/ 272415 w 272415"/>
                <a:gd name="connsiteY1" fmla="*/ 0 h 230504"/>
              </a:gdLst>
              <a:ahLst/>
              <a:cxnLst>
                <a:cxn ang="0">
                  <a:pos x="connsiteX0" y="connsiteY0"/>
                </a:cxn>
                <a:cxn ang="0">
                  <a:pos x="connsiteX1" y="connsiteY1"/>
                </a:cxn>
              </a:cxnLst>
              <a:rect l="l" t="t" r="r" b="b"/>
              <a:pathLst>
                <a:path w="272415" h="230504">
                  <a:moveTo>
                    <a:pt x="0" y="230505"/>
                  </a:moveTo>
                  <a:lnTo>
                    <a:pt x="272415" y="0"/>
                  </a:lnTo>
                </a:path>
              </a:pathLst>
            </a:custGeom>
            <a:noFill/>
            <a:ln w="9525" cap="flat">
              <a:solidFill>
                <a:srgbClr val="666666"/>
              </a:solidFill>
              <a:prstDash val="sysDot"/>
              <a:miter/>
            </a:ln>
          </p:spPr>
          <p:txBody>
            <a:bodyPr rtlCol="0" anchor="ctr"/>
            <a:lstStyle/>
            <a:p>
              <a:endParaRPr lang="en-US"/>
            </a:p>
          </p:txBody>
        </p:sp>
        <p:sp>
          <p:nvSpPr>
            <p:cNvPr id="3883" name="Freeform: Shape 3882">
              <a:extLst>
                <a:ext uri="{FF2B5EF4-FFF2-40B4-BE49-F238E27FC236}">
                  <a16:creationId xmlns:a16="http://schemas.microsoft.com/office/drawing/2014/main" id="{C04EEB00-B387-E9E1-48FD-E1F920B70627}"/>
                </a:ext>
              </a:extLst>
            </p:cNvPr>
            <p:cNvSpPr/>
            <p:nvPr/>
          </p:nvSpPr>
          <p:spPr>
            <a:xfrm>
              <a:off x="9111709" y="4870658"/>
              <a:ext cx="124015" cy="107918"/>
            </a:xfrm>
            <a:custGeom>
              <a:avLst/>
              <a:gdLst>
                <a:gd name="connsiteX0" fmla="*/ 0 w 124015"/>
                <a:gd name="connsiteY0" fmla="*/ 107918 h 107918"/>
                <a:gd name="connsiteX1" fmla="*/ 124015 w 124015"/>
                <a:gd name="connsiteY1" fmla="*/ 0 h 107918"/>
              </a:gdLst>
              <a:ahLst/>
              <a:cxnLst>
                <a:cxn ang="0">
                  <a:pos x="connsiteX0" y="connsiteY0"/>
                </a:cxn>
                <a:cxn ang="0">
                  <a:pos x="connsiteX1" y="connsiteY1"/>
                </a:cxn>
              </a:cxnLst>
              <a:rect l="l" t="t" r="r" b="b"/>
              <a:pathLst>
                <a:path w="124015" h="107918">
                  <a:moveTo>
                    <a:pt x="0" y="107918"/>
                  </a:moveTo>
                  <a:lnTo>
                    <a:pt x="124015" y="0"/>
                  </a:lnTo>
                </a:path>
              </a:pathLst>
            </a:custGeom>
            <a:noFill/>
            <a:ln w="9525" cap="flat">
              <a:solidFill>
                <a:srgbClr val="666666"/>
              </a:solidFill>
              <a:prstDash val="sysDot"/>
              <a:miter/>
            </a:ln>
          </p:spPr>
          <p:txBody>
            <a:bodyPr rtlCol="0" anchor="ctr"/>
            <a:lstStyle/>
            <a:p>
              <a:endParaRPr lang="en-US"/>
            </a:p>
          </p:txBody>
        </p:sp>
        <p:sp>
          <p:nvSpPr>
            <p:cNvPr id="3884" name="Freeform: Shape 3883">
              <a:extLst>
                <a:ext uri="{FF2B5EF4-FFF2-40B4-BE49-F238E27FC236}">
                  <a16:creationId xmlns:a16="http://schemas.microsoft.com/office/drawing/2014/main" id="{3DDF5C4F-C2CB-7312-44A0-1283EF77FE4B}"/>
                </a:ext>
              </a:extLst>
            </p:cNvPr>
            <p:cNvSpPr/>
            <p:nvPr/>
          </p:nvSpPr>
          <p:spPr>
            <a:xfrm>
              <a:off x="7557801" y="4368881"/>
              <a:ext cx="1874996" cy="224980"/>
            </a:xfrm>
            <a:custGeom>
              <a:avLst/>
              <a:gdLst>
                <a:gd name="connsiteX0" fmla="*/ 0 w 1874996"/>
                <a:gd name="connsiteY0" fmla="*/ 0 h 224980"/>
                <a:gd name="connsiteX1" fmla="*/ 1874996 w 1874996"/>
                <a:gd name="connsiteY1" fmla="*/ 0 h 224980"/>
                <a:gd name="connsiteX2" fmla="*/ 1874996 w 1874996"/>
                <a:gd name="connsiteY2" fmla="*/ 224980 h 224980"/>
                <a:gd name="connsiteX3" fmla="*/ 0 w 1874996"/>
                <a:gd name="connsiteY3" fmla="*/ 224980 h 224980"/>
              </a:gdLst>
              <a:ahLst/>
              <a:cxnLst>
                <a:cxn ang="0">
                  <a:pos x="connsiteX0" y="connsiteY0"/>
                </a:cxn>
                <a:cxn ang="0">
                  <a:pos x="connsiteX1" y="connsiteY1"/>
                </a:cxn>
                <a:cxn ang="0">
                  <a:pos x="connsiteX2" y="connsiteY2"/>
                </a:cxn>
                <a:cxn ang="0">
                  <a:pos x="connsiteX3" y="connsiteY3"/>
                </a:cxn>
              </a:cxnLst>
              <a:rect l="l" t="t" r="r" b="b"/>
              <a:pathLst>
                <a:path w="1874996" h="224980">
                  <a:moveTo>
                    <a:pt x="0" y="0"/>
                  </a:moveTo>
                  <a:lnTo>
                    <a:pt x="1874996" y="0"/>
                  </a:lnTo>
                  <a:lnTo>
                    <a:pt x="1874996" y="224980"/>
                  </a:lnTo>
                  <a:lnTo>
                    <a:pt x="0" y="224980"/>
                  </a:lnTo>
                  <a:close/>
                </a:path>
              </a:pathLst>
            </a:custGeom>
            <a:noFill/>
            <a:ln w="9525" cap="flat">
              <a:noFill/>
              <a:prstDash val="solid"/>
              <a:miter/>
            </a:ln>
          </p:spPr>
          <p:txBody>
            <a:bodyPr rtlCol="0" anchor="ctr"/>
            <a:lstStyle/>
            <a:p>
              <a:endParaRPr lang="en-US"/>
            </a:p>
          </p:txBody>
        </p:sp>
        <p:sp>
          <p:nvSpPr>
            <p:cNvPr id="3886" name="Freeform: Shape 3885">
              <a:extLst>
                <a:ext uri="{FF2B5EF4-FFF2-40B4-BE49-F238E27FC236}">
                  <a16:creationId xmlns:a16="http://schemas.microsoft.com/office/drawing/2014/main" id="{D0D2198F-338D-E519-C640-A3F643B60637}"/>
                </a:ext>
              </a:extLst>
            </p:cNvPr>
            <p:cNvSpPr/>
            <p:nvPr/>
          </p:nvSpPr>
          <p:spPr>
            <a:xfrm>
              <a:off x="7462075" y="4640248"/>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87" name="TextBox 3886">
              <a:extLst>
                <a:ext uri="{FF2B5EF4-FFF2-40B4-BE49-F238E27FC236}">
                  <a16:creationId xmlns:a16="http://schemas.microsoft.com/office/drawing/2014/main" id="{8F0EC551-1ED8-C25C-DC18-8E8EABC4C52B}"/>
                </a:ext>
              </a:extLst>
            </p:cNvPr>
            <p:cNvSpPr txBox="1"/>
            <p:nvPr/>
          </p:nvSpPr>
          <p:spPr>
            <a:xfrm>
              <a:off x="7384541" y="4567572"/>
              <a:ext cx="259080" cy="205740"/>
            </a:xfrm>
            <a:prstGeom prst="rect">
              <a:avLst/>
            </a:prstGeom>
            <a:noFill/>
          </p:spPr>
          <p:txBody>
            <a:bodyPr wrap="none" rtlCol="0">
              <a:spAutoFit/>
            </a:bodyPr>
            <a:lstStyle/>
            <a:p>
              <a:pPr algn="l"/>
              <a:r>
                <a:rPr lang="en-US" sz="825" spc="0" baseline="0" dirty="0">
                  <a:ln/>
                  <a:solidFill>
                    <a:srgbClr val="000000"/>
                  </a:solidFill>
                  <a:latin typeface="Times New Roman"/>
                  <a:cs typeface="Times New Roman"/>
                  <a:sym typeface="Times New Roman"/>
                  <a:rtl val="0"/>
                </a:rPr>
                <a:t>A</a:t>
              </a:r>
            </a:p>
          </p:txBody>
        </p:sp>
        <p:sp>
          <p:nvSpPr>
            <p:cNvPr id="3888" name="Freeform: Shape 3887">
              <a:extLst>
                <a:ext uri="{FF2B5EF4-FFF2-40B4-BE49-F238E27FC236}">
                  <a16:creationId xmlns:a16="http://schemas.microsoft.com/office/drawing/2014/main" id="{1ECA38EB-F7F4-146E-94AE-C3B92AA62F59}"/>
                </a:ext>
              </a:extLst>
            </p:cNvPr>
            <p:cNvSpPr/>
            <p:nvPr/>
          </p:nvSpPr>
          <p:spPr>
            <a:xfrm>
              <a:off x="7344917" y="4721687"/>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89" name="TextBox 3888">
              <a:extLst>
                <a:ext uri="{FF2B5EF4-FFF2-40B4-BE49-F238E27FC236}">
                  <a16:creationId xmlns:a16="http://schemas.microsoft.com/office/drawing/2014/main" id="{985232ED-908F-05F3-DD5D-F5BB47125B63}"/>
                </a:ext>
              </a:extLst>
            </p:cNvPr>
            <p:cNvSpPr txBox="1"/>
            <p:nvPr/>
          </p:nvSpPr>
          <p:spPr>
            <a:xfrm>
              <a:off x="7275004" y="46818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B</a:t>
              </a:r>
            </a:p>
          </p:txBody>
        </p:sp>
        <p:sp>
          <p:nvSpPr>
            <p:cNvPr id="3890" name="Freeform: Shape 3889">
              <a:extLst>
                <a:ext uri="{FF2B5EF4-FFF2-40B4-BE49-F238E27FC236}">
                  <a16:creationId xmlns:a16="http://schemas.microsoft.com/office/drawing/2014/main" id="{DFF89578-8FB3-C93F-E32F-8280F49F6BDB}"/>
                </a:ext>
              </a:extLst>
            </p:cNvPr>
            <p:cNvSpPr/>
            <p:nvPr/>
          </p:nvSpPr>
          <p:spPr>
            <a:xfrm>
              <a:off x="8254459" y="4640153"/>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1" name="TextBox 3890">
              <a:extLst>
                <a:ext uri="{FF2B5EF4-FFF2-40B4-BE49-F238E27FC236}">
                  <a16:creationId xmlns:a16="http://schemas.microsoft.com/office/drawing/2014/main" id="{2AB67F28-4C1A-5B17-86A5-8307357CC065}"/>
                </a:ext>
              </a:extLst>
            </p:cNvPr>
            <p:cNvSpPr txBox="1"/>
            <p:nvPr/>
          </p:nvSpPr>
          <p:spPr>
            <a:xfrm>
              <a:off x="8179879" y="45675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C</a:t>
              </a:r>
            </a:p>
          </p:txBody>
        </p:sp>
        <p:sp>
          <p:nvSpPr>
            <p:cNvPr id="3892" name="Freeform: Shape 3891">
              <a:extLst>
                <a:ext uri="{FF2B5EF4-FFF2-40B4-BE49-F238E27FC236}">
                  <a16:creationId xmlns:a16="http://schemas.microsoft.com/office/drawing/2014/main" id="{C5A9ED84-1077-2C04-55D3-3BA0F32D43AE}"/>
                </a:ext>
              </a:extLst>
            </p:cNvPr>
            <p:cNvSpPr/>
            <p:nvPr/>
          </p:nvSpPr>
          <p:spPr>
            <a:xfrm>
              <a:off x="8137302" y="4721591"/>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893" name="TextBox 3892">
              <a:extLst>
                <a:ext uri="{FF2B5EF4-FFF2-40B4-BE49-F238E27FC236}">
                  <a16:creationId xmlns:a16="http://schemas.microsoft.com/office/drawing/2014/main" id="{0B97EB48-4BC2-E734-8263-E24DCBB19D95}"/>
                </a:ext>
              </a:extLst>
            </p:cNvPr>
            <p:cNvSpPr txBox="1"/>
            <p:nvPr/>
          </p:nvSpPr>
          <p:spPr>
            <a:xfrm>
              <a:off x="8060816" y="4681872"/>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D</a:t>
              </a:r>
            </a:p>
          </p:txBody>
        </p:sp>
        <p:sp>
          <p:nvSpPr>
            <p:cNvPr id="3894" name="Freeform: Shape 3893">
              <a:extLst>
                <a:ext uri="{FF2B5EF4-FFF2-40B4-BE49-F238E27FC236}">
                  <a16:creationId xmlns:a16="http://schemas.microsoft.com/office/drawing/2014/main" id="{7C1746EE-4818-4B88-2883-388BC0AEAB4C}"/>
                </a:ext>
              </a:extLst>
            </p:cNvPr>
            <p:cNvSpPr/>
            <p:nvPr/>
          </p:nvSpPr>
          <p:spPr>
            <a:xfrm>
              <a:off x="8033194" y="4837130"/>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95" name="TextBox 3894">
              <a:extLst>
                <a:ext uri="{FF2B5EF4-FFF2-40B4-BE49-F238E27FC236}">
                  <a16:creationId xmlns:a16="http://schemas.microsoft.com/office/drawing/2014/main" id="{EEA8738F-0A1C-C22D-FE18-566BCF7E98AD}"/>
                </a:ext>
              </a:extLst>
            </p:cNvPr>
            <p:cNvSpPr txBox="1"/>
            <p:nvPr/>
          </p:nvSpPr>
          <p:spPr>
            <a:xfrm>
              <a:off x="7960804" y="47961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E</a:t>
              </a:r>
            </a:p>
          </p:txBody>
        </p:sp>
        <p:sp>
          <p:nvSpPr>
            <p:cNvPr id="3896" name="Freeform: Shape 3895">
              <a:extLst>
                <a:ext uri="{FF2B5EF4-FFF2-40B4-BE49-F238E27FC236}">
                  <a16:creationId xmlns:a16="http://schemas.microsoft.com/office/drawing/2014/main" id="{99696895-D6EA-5E30-E635-BEDF55A755F4}"/>
                </a:ext>
              </a:extLst>
            </p:cNvPr>
            <p:cNvSpPr/>
            <p:nvPr/>
          </p:nvSpPr>
          <p:spPr>
            <a:xfrm>
              <a:off x="9026080" y="4637105"/>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7" name="TextBox 3896">
              <a:extLst>
                <a:ext uri="{FF2B5EF4-FFF2-40B4-BE49-F238E27FC236}">
                  <a16:creationId xmlns:a16="http://schemas.microsoft.com/office/drawing/2014/main" id="{7173F25D-E697-0C87-0C42-FBF703A17F24}"/>
                </a:ext>
              </a:extLst>
            </p:cNvPr>
            <p:cNvSpPr txBox="1"/>
            <p:nvPr/>
          </p:nvSpPr>
          <p:spPr>
            <a:xfrm>
              <a:off x="8956166" y="4558047"/>
              <a:ext cx="24003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F</a:t>
              </a:r>
            </a:p>
          </p:txBody>
        </p:sp>
        <p:sp>
          <p:nvSpPr>
            <p:cNvPr id="3898" name="Freeform: Shape 3897">
              <a:extLst>
                <a:ext uri="{FF2B5EF4-FFF2-40B4-BE49-F238E27FC236}">
                  <a16:creationId xmlns:a16="http://schemas.microsoft.com/office/drawing/2014/main" id="{60353BE6-6787-DB58-08EC-BB51F1E118A5}"/>
                </a:ext>
              </a:extLst>
            </p:cNvPr>
            <p:cNvSpPr/>
            <p:nvPr/>
          </p:nvSpPr>
          <p:spPr>
            <a:xfrm>
              <a:off x="8908922" y="4718543"/>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899" name="TextBox 3898">
              <a:extLst>
                <a:ext uri="{FF2B5EF4-FFF2-40B4-BE49-F238E27FC236}">
                  <a16:creationId xmlns:a16="http://schemas.microsoft.com/office/drawing/2014/main" id="{46EE17D6-B313-0B31-699F-806A22F956E3}"/>
                </a:ext>
              </a:extLst>
            </p:cNvPr>
            <p:cNvSpPr txBox="1"/>
            <p:nvPr/>
          </p:nvSpPr>
          <p:spPr>
            <a:xfrm>
              <a:off x="8837104" y="4672347"/>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G</a:t>
              </a:r>
            </a:p>
          </p:txBody>
        </p:sp>
        <p:sp>
          <p:nvSpPr>
            <p:cNvPr id="3900" name="Freeform: Shape 3899">
              <a:extLst>
                <a:ext uri="{FF2B5EF4-FFF2-40B4-BE49-F238E27FC236}">
                  <a16:creationId xmlns:a16="http://schemas.microsoft.com/office/drawing/2014/main" id="{9D33AA74-2DEA-88ED-C11A-37428AA23F95}"/>
                </a:ext>
              </a:extLst>
            </p:cNvPr>
            <p:cNvSpPr/>
            <p:nvPr/>
          </p:nvSpPr>
          <p:spPr>
            <a:xfrm>
              <a:off x="8804719" y="4833986"/>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901" name="TextBox 3900">
              <a:extLst>
                <a:ext uri="{FF2B5EF4-FFF2-40B4-BE49-F238E27FC236}">
                  <a16:creationId xmlns:a16="http://schemas.microsoft.com/office/drawing/2014/main" id="{1336174E-F677-68FA-F168-79DC6D5570A8}"/>
                </a:ext>
              </a:extLst>
            </p:cNvPr>
            <p:cNvSpPr txBox="1"/>
            <p:nvPr/>
          </p:nvSpPr>
          <p:spPr>
            <a:xfrm>
              <a:off x="8727566" y="4786647"/>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H</a:t>
              </a:r>
            </a:p>
          </p:txBody>
        </p:sp>
        <p:sp>
          <p:nvSpPr>
            <p:cNvPr id="3902" name="Freeform: Shape 3901">
              <a:extLst>
                <a:ext uri="{FF2B5EF4-FFF2-40B4-BE49-F238E27FC236}">
                  <a16:creationId xmlns:a16="http://schemas.microsoft.com/office/drawing/2014/main" id="{A9080811-622B-2256-36BF-108784CA82A1}"/>
                </a:ext>
              </a:extLst>
            </p:cNvPr>
            <p:cNvSpPr/>
            <p:nvPr/>
          </p:nvSpPr>
          <p:spPr>
            <a:xfrm>
              <a:off x="9136188" y="4178762"/>
              <a:ext cx="39147" cy="25241"/>
            </a:xfrm>
            <a:custGeom>
              <a:avLst/>
              <a:gdLst>
                <a:gd name="connsiteX0" fmla="*/ 39148 w 39147"/>
                <a:gd name="connsiteY0" fmla="*/ 16288 h 25241"/>
                <a:gd name="connsiteX1" fmla="*/ 0 w 39147"/>
                <a:gd name="connsiteY1" fmla="*/ 25241 h 25241"/>
                <a:gd name="connsiteX2" fmla="*/ 2381 w 39147"/>
                <a:gd name="connsiteY2" fmla="*/ 0 h 25241"/>
              </a:gdLst>
              <a:ahLst/>
              <a:cxnLst>
                <a:cxn ang="0">
                  <a:pos x="connsiteX0" y="connsiteY0"/>
                </a:cxn>
                <a:cxn ang="0">
                  <a:pos x="connsiteX1" y="connsiteY1"/>
                </a:cxn>
                <a:cxn ang="0">
                  <a:pos x="connsiteX2" y="connsiteY2"/>
                </a:cxn>
              </a:cxnLst>
              <a:rect l="l" t="t" r="r" b="b"/>
              <a:pathLst>
                <a:path w="39147" h="25241">
                  <a:moveTo>
                    <a:pt x="39148" y="16288"/>
                  </a:moveTo>
                  <a:lnTo>
                    <a:pt x="0" y="25241"/>
                  </a:lnTo>
                  <a:lnTo>
                    <a:pt x="2381" y="0"/>
                  </a:lnTo>
                  <a:close/>
                </a:path>
              </a:pathLst>
            </a:custGeom>
            <a:solidFill>
              <a:srgbClr val="1A1A1A"/>
            </a:solidFill>
            <a:ln w="9525" cap="flat">
              <a:solidFill>
                <a:srgbClr val="1A1A1A"/>
              </a:solidFill>
              <a:prstDash val="solid"/>
              <a:miter/>
            </a:ln>
          </p:spPr>
          <p:txBody>
            <a:bodyPr rtlCol="0" anchor="ctr"/>
            <a:lstStyle/>
            <a:p>
              <a:endParaRPr lang="en-US"/>
            </a:p>
          </p:txBody>
        </p:sp>
        <p:sp>
          <p:nvSpPr>
            <p:cNvPr id="3904" name="TextBox 3903">
              <a:extLst>
                <a:ext uri="{FF2B5EF4-FFF2-40B4-BE49-F238E27FC236}">
                  <a16:creationId xmlns:a16="http://schemas.microsoft.com/office/drawing/2014/main" id="{32063A33-B513-4849-18DB-AFA0FCDC7FF9}"/>
                </a:ext>
              </a:extLst>
            </p:cNvPr>
            <p:cNvSpPr txBox="1"/>
            <p:nvPr/>
          </p:nvSpPr>
          <p:spPr>
            <a:xfrm>
              <a:off x="6890316" y="5292481"/>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1</a:t>
              </a:r>
              <a:endParaRPr lang="en-US" sz="825" spc="0" baseline="0" dirty="0">
                <a:ln/>
                <a:solidFill>
                  <a:srgbClr val="000000"/>
                </a:solidFill>
                <a:latin typeface="Times New Roman"/>
                <a:cs typeface="Times New Roman"/>
                <a:sym typeface="Times New Roman"/>
                <a:rtl val="0"/>
              </a:endParaRPr>
            </a:p>
          </p:txBody>
        </p:sp>
        <p:sp>
          <p:nvSpPr>
            <p:cNvPr id="3905" name="TextBox 3904">
              <a:extLst>
                <a:ext uri="{FF2B5EF4-FFF2-40B4-BE49-F238E27FC236}">
                  <a16:creationId xmlns:a16="http://schemas.microsoft.com/office/drawing/2014/main" id="{4D302DF6-C6A0-AEDD-AC0E-3F613C7EA2C6}"/>
                </a:ext>
              </a:extLst>
            </p:cNvPr>
            <p:cNvSpPr txBox="1"/>
            <p:nvPr/>
          </p:nvSpPr>
          <p:spPr>
            <a:xfrm>
              <a:off x="7672837" y="5394664"/>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2</a:t>
              </a:r>
              <a:endParaRPr lang="en-US" sz="825" spc="0" baseline="0" dirty="0">
                <a:ln/>
                <a:solidFill>
                  <a:srgbClr val="000000"/>
                </a:solidFill>
                <a:latin typeface="Times New Roman"/>
                <a:cs typeface="Times New Roman"/>
                <a:sym typeface="Times New Roman"/>
                <a:rtl val="0"/>
              </a:endParaRPr>
            </a:p>
          </p:txBody>
        </p:sp>
        <p:sp>
          <p:nvSpPr>
            <p:cNvPr id="3906" name="TextBox 3905">
              <a:extLst>
                <a:ext uri="{FF2B5EF4-FFF2-40B4-BE49-F238E27FC236}">
                  <a16:creationId xmlns:a16="http://schemas.microsoft.com/office/drawing/2014/main" id="{9BBB4DEC-FF29-41F9-364C-16EDC3C8F126}"/>
                </a:ext>
              </a:extLst>
            </p:cNvPr>
            <p:cNvSpPr txBox="1"/>
            <p:nvPr/>
          </p:nvSpPr>
          <p:spPr>
            <a:xfrm>
              <a:off x="8486540" y="5385359"/>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4</a:t>
              </a:r>
              <a:endParaRPr lang="en-US" sz="825" spc="0" baseline="0" dirty="0">
                <a:ln/>
                <a:solidFill>
                  <a:srgbClr val="000000"/>
                </a:solidFill>
                <a:latin typeface="Times New Roman"/>
                <a:cs typeface="Times New Roman"/>
                <a:sym typeface="Times New Roman"/>
                <a:rtl val="0"/>
              </a:endParaRPr>
            </a:p>
          </p:txBody>
        </p:sp>
        <p:sp>
          <p:nvSpPr>
            <p:cNvPr id="3907" name="TextBox 3906">
              <a:extLst>
                <a:ext uri="{FF2B5EF4-FFF2-40B4-BE49-F238E27FC236}">
                  <a16:creationId xmlns:a16="http://schemas.microsoft.com/office/drawing/2014/main" id="{4C82204F-2B2D-E401-B0E3-4225FE525B0F}"/>
                </a:ext>
              </a:extLst>
            </p:cNvPr>
            <p:cNvSpPr txBox="1"/>
            <p:nvPr/>
          </p:nvSpPr>
          <p:spPr>
            <a:xfrm>
              <a:off x="8770056" y="5096836"/>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3</a:t>
              </a:r>
              <a:endParaRPr lang="en-US" sz="825" spc="0" baseline="0" dirty="0">
                <a:ln/>
                <a:solidFill>
                  <a:srgbClr val="000000"/>
                </a:solidFill>
                <a:latin typeface="Times New Roman"/>
                <a:cs typeface="Times New Roman"/>
                <a:sym typeface="Times New Roman"/>
                <a:rtl val="0"/>
              </a:endParaRPr>
            </a:p>
          </p:txBody>
        </p:sp>
        <p:sp>
          <p:nvSpPr>
            <p:cNvPr id="3912" name="Arrow: Right 3911">
              <a:extLst>
                <a:ext uri="{FF2B5EF4-FFF2-40B4-BE49-F238E27FC236}">
                  <a16:creationId xmlns:a16="http://schemas.microsoft.com/office/drawing/2014/main" id="{72A4BAE9-1E4F-B2A2-375C-CB0A9D81B5FD}"/>
                </a:ext>
              </a:extLst>
            </p:cNvPr>
            <p:cNvSpPr/>
            <p:nvPr/>
          </p:nvSpPr>
          <p:spPr>
            <a:xfrm>
              <a:off x="6764867" y="5767552"/>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1</a:t>
              </a:r>
            </a:p>
          </p:txBody>
        </p:sp>
        <p:sp>
          <p:nvSpPr>
            <p:cNvPr id="3913" name="Arrow: Right 3912">
              <a:extLst>
                <a:ext uri="{FF2B5EF4-FFF2-40B4-BE49-F238E27FC236}">
                  <a16:creationId xmlns:a16="http://schemas.microsoft.com/office/drawing/2014/main" id="{873277F5-6C08-AA4A-2638-2A7466753F19}"/>
                </a:ext>
              </a:extLst>
            </p:cNvPr>
            <p:cNvSpPr/>
            <p:nvPr/>
          </p:nvSpPr>
          <p:spPr>
            <a:xfrm>
              <a:off x="8165861" y="5726364"/>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2</a:t>
              </a:r>
            </a:p>
          </p:txBody>
        </p:sp>
        <p:sp>
          <p:nvSpPr>
            <p:cNvPr id="3914" name="Arrow: Right 3913">
              <a:extLst>
                <a:ext uri="{FF2B5EF4-FFF2-40B4-BE49-F238E27FC236}">
                  <a16:creationId xmlns:a16="http://schemas.microsoft.com/office/drawing/2014/main" id="{E6625C69-C079-0AB1-6236-A96BD5F959EF}"/>
                </a:ext>
              </a:extLst>
            </p:cNvPr>
            <p:cNvSpPr/>
            <p:nvPr/>
          </p:nvSpPr>
          <p:spPr>
            <a:xfrm>
              <a:off x="8029586" y="5979970"/>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3</a:t>
              </a:r>
            </a:p>
          </p:txBody>
        </p:sp>
        <p:sp>
          <p:nvSpPr>
            <p:cNvPr id="3973" name="Parallelogram 3972">
              <a:extLst>
                <a:ext uri="{FF2B5EF4-FFF2-40B4-BE49-F238E27FC236}">
                  <a16:creationId xmlns:a16="http://schemas.microsoft.com/office/drawing/2014/main" id="{539D0B04-5646-8E79-3319-A0B8EB99345C}"/>
                </a:ext>
              </a:extLst>
            </p:cNvPr>
            <p:cNvSpPr/>
            <p:nvPr/>
          </p:nvSpPr>
          <p:spPr>
            <a:xfrm>
              <a:off x="7282958" y="5571589"/>
              <a:ext cx="1026157" cy="676811"/>
            </a:xfrm>
            <a:prstGeom prst="parallelogram">
              <a:avLst>
                <a:gd name="adj" fmla="val 64405"/>
              </a:avLst>
            </a:prstGeom>
            <a:solidFill>
              <a:schemeClr val="accent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Junction</a:t>
              </a:r>
            </a:p>
            <a:p>
              <a:pPr algn="ctr"/>
              <a:r>
                <a:rPr lang="en-US" sz="700" dirty="0"/>
                <a:t>1</a:t>
              </a:r>
            </a:p>
          </p:txBody>
        </p:sp>
      </p:grpSp>
    </p:spTree>
    <p:extLst>
      <p:ext uri="{BB962C8B-B14F-4D97-AF65-F5344CB8AC3E}">
        <p14:creationId xmlns:p14="http://schemas.microsoft.com/office/powerpoint/2010/main" val="1895920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8A624C-4194-A9FD-6F50-12E4D3D60A87}"/>
              </a:ext>
            </a:extLst>
          </p:cNvPr>
          <p:cNvPicPr>
            <a:picLocks noChangeAspect="1"/>
          </p:cNvPicPr>
          <p:nvPr/>
        </p:nvPicPr>
        <p:blipFill>
          <a:blip r:embed="rId2"/>
          <a:stretch>
            <a:fillRect/>
          </a:stretch>
        </p:blipFill>
        <p:spPr>
          <a:xfrm>
            <a:off x="700572" y="993437"/>
            <a:ext cx="10790855" cy="4871126"/>
          </a:xfrm>
          <a:prstGeom prst="rect">
            <a:avLst/>
          </a:prstGeom>
        </p:spPr>
      </p:pic>
    </p:spTree>
    <p:extLst>
      <p:ext uri="{BB962C8B-B14F-4D97-AF65-F5344CB8AC3E}">
        <p14:creationId xmlns:p14="http://schemas.microsoft.com/office/powerpoint/2010/main" val="1414041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3D1F-85CA-53C8-CF9B-A9B204B4D7A4}"/>
            </a:ext>
          </a:extLst>
        </p:cNvPr>
        <p:cNvGrpSpPr/>
        <p:nvPr/>
      </p:nvGrpSpPr>
      <p:grpSpPr>
        <a:xfrm>
          <a:off x="0" y="0"/>
          <a:ext cx="0" cy="0"/>
          <a:chOff x="0" y="0"/>
          <a:chExt cx="0" cy="0"/>
        </a:xfrm>
      </p:grpSpPr>
      <p:grpSp>
        <p:nvGrpSpPr>
          <p:cNvPr id="304" name="Group 303">
            <a:extLst>
              <a:ext uri="{FF2B5EF4-FFF2-40B4-BE49-F238E27FC236}">
                <a16:creationId xmlns:a16="http://schemas.microsoft.com/office/drawing/2014/main" id="{3C14B296-A88A-BF0E-7CD8-17A7AA4303E9}"/>
              </a:ext>
            </a:extLst>
          </p:cNvPr>
          <p:cNvGrpSpPr/>
          <p:nvPr/>
        </p:nvGrpSpPr>
        <p:grpSpPr>
          <a:xfrm>
            <a:off x="6308449" y="4978229"/>
            <a:ext cx="3591582" cy="525922"/>
            <a:chOff x="6254926" y="2452677"/>
            <a:chExt cx="3591582" cy="525922"/>
          </a:xfrm>
        </p:grpSpPr>
        <p:sp>
          <p:nvSpPr>
            <p:cNvPr id="244" name="Freeform: Shape 243">
              <a:extLst>
                <a:ext uri="{FF2B5EF4-FFF2-40B4-BE49-F238E27FC236}">
                  <a16:creationId xmlns:a16="http://schemas.microsoft.com/office/drawing/2014/main" id="{A8D24373-702F-1D6B-3EDD-99145A248A2A}"/>
                </a:ext>
              </a:extLst>
            </p:cNvPr>
            <p:cNvSpPr/>
            <p:nvPr/>
          </p:nvSpPr>
          <p:spPr>
            <a:xfrm>
              <a:off x="6254926" y="2452677"/>
              <a:ext cx="3591582" cy="525922"/>
            </a:xfrm>
            <a:custGeom>
              <a:avLst/>
              <a:gdLst>
                <a:gd name="connsiteX0" fmla="*/ 1427592 w 3591582"/>
                <a:gd name="connsiteY0" fmla="*/ 525922 h 525922"/>
                <a:gd name="connsiteX1" fmla="*/ 57985 w 3591582"/>
                <a:gd name="connsiteY1" fmla="*/ 525922 h 525922"/>
                <a:gd name="connsiteX2" fmla="*/ 38421 w 3591582"/>
                <a:gd name="connsiteY2" fmla="*/ 464810 h 525922"/>
                <a:gd name="connsiteX3" fmla="*/ 603472 w 3591582"/>
                <a:gd name="connsiteY3" fmla="*/ 61112 h 525922"/>
                <a:gd name="connsiteX4" fmla="*/ 794276 w 3591582"/>
                <a:gd name="connsiteY4" fmla="*/ 0 h 525922"/>
                <a:gd name="connsiteX5" fmla="*/ 3533595 w 3591582"/>
                <a:gd name="connsiteY5" fmla="*/ 0 h 525922"/>
                <a:gd name="connsiteX6" fmla="*/ 3553160 w 3591582"/>
                <a:gd name="connsiteY6" fmla="*/ 61112 h 525922"/>
                <a:gd name="connsiteX7" fmla="*/ 2988109 w 3591582"/>
                <a:gd name="connsiteY7" fmla="*/ 464810 h 525922"/>
                <a:gd name="connsiteX8" fmla="*/ 2797304 w 3591582"/>
                <a:gd name="connsiteY8" fmla="*/ 525922 h 525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1582" h="525922">
                  <a:moveTo>
                    <a:pt x="1427592" y="525922"/>
                  </a:moveTo>
                  <a:lnTo>
                    <a:pt x="57985" y="525922"/>
                  </a:lnTo>
                  <a:cubicBezTo>
                    <a:pt x="-12138" y="525922"/>
                    <a:pt x="-18660" y="505551"/>
                    <a:pt x="38421" y="464810"/>
                  </a:cubicBezTo>
                  <a:lnTo>
                    <a:pt x="603472" y="61112"/>
                  </a:lnTo>
                  <a:cubicBezTo>
                    <a:pt x="660555" y="20371"/>
                    <a:pt x="724150" y="0"/>
                    <a:pt x="794276" y="0"/>
                  </a:cubicBezTo>
                  <a:lnTo>
                    <a:pt x="3533595" y="0"/>
                  </a:lnTo>
                  <a:cubicBezTo>
                    <a:pt x="3603722" y="0"/>
                    <a:pt x="3610243" y="20371"/>
                    <a:pt x="3553160" y="61112"/>
                  </a:cubicBezTo>
                  <a:lnTo>
                    <a:pt x="2988109" y="464810"/>
                  </a:lnTo>
                  <a:cubicBezTo>
                    <a:pt x="2931025" y="505551"/>
                    <a:pt x="2867431" y="525922"/>
                    <a:pt x="2797304" y="525922"/>
                  </a:cubicBezTo>
                  <a:close/>
                </a:path>
              </a:pathLst>
            </a:custGeom>
            <a:solidFill>
              <a:srgbClr val="E6FFE6"/>
            </a:solidFill>
            <a:ln w="10515" cap="flat">
              <a:solidFill>
                <a:srgbClr val="45FFE0"/>
              </a:solid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F3CF3F67-97A7-EA10-D193-2269F679D73A}"/>
                </a:ext>
              </a:extLst>
            </p:cNvPr>
            <p:cNvSpPr/>
            <p:nvPr/>
          </p:nvSpPr>
          <p:spPr>
            <a:xfrm>
              <a:off x="9075355" y="2815405"/>
              <a:ext cx="136844" cy="96874"/>
            </a:xfrm>
            <a:custGeom>
              <a:avLst/>
              <a:gdLst>
                <a:gd name="connsiteX0" fmla="*/ 0 w 136844"/>
                <a:gd name="connsiteY0" fmla="*/ 96875 h 96874"/>
                <a:gd name="connsiteX1" fmla="*/ 136845 w 136844"/>
                <a:gd name="connsiteY1" fmla="*/ 0 h 96874"/>
              </a:gdLst>
              <a:ahLst/>
              <a:cxnLst>
                <a:cxn ang="0">
                  <a:pos x="connsiteX0" y="connsiteY0"/>
                </a:cxn>
                <a:cxn ang="0">
                  <a:pos x="connsiteX1" y="connsiteY1"/>
                </a:cxn>
              </a:cxnLst>
              <a:rect l="l" t="t" r="r" b="b"/>
              <a:pathLst>
                <a:path w="136844" h="96874">
                  <a:moveTo>
                    <a:pt x="0" y="96875"/>
                  </a:moveTo>
                  <a:lnTo>
                    <a:pt x="136845" y="0"/>
                  </a:lnTo>
                </a:path>
              </a:pathLst>
            </a:custGeom>
            <a:noFill/>
            <a:ln w="10515" cap="flat">
              <a:solidFill>
                <a:srgbClr val="666666"/>
              </a:solid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D5E18CE-AF40-B1A3-9538-2C7543FCD4E3}"/>
                </a:ext>
              </a:extLst>
            </p:cNvPr>
            <p:cNvSpPr/>
            <p:nvPr/>
          </p:nvSpPr>
          <p:spPr>
            <a:xfrm>
              <a:off x="8276113" y="2589783"/>
              <a:ext cx="441774" cy="299144"/>
            </a:xfrm>
            <a:custGeom>
              <a:avLst/>
              <a:gdLst>
                <a:gd name="connsiteX0" fmla="*/ 0 w 441774"/>
                <a:gd name="connsiteY0" fmla="*/ 299145 h 299144"/>
                <a:gd name="connsiteX1" fmla="*/ 441775 w 441774"/>
                <a:gd name="connsiteY1" fmla="*/ 0 h 299144"/>
              </a:gdLst>
              <a:ahLst/>
              <a:cxnLst>
                <a:cxn ang="0">
                  <a:pos x="connsiteX0" y="connsiteY0"/>
                </a:cxn>
                <a:cxn ang="0">
                  <a:pos x="connsiteX1" y="connsiteY1"/>
                </a:cxn>
              </a:cxnLst>
              <a:rect l="l" t="t" r="r" b="b"/>
              <a:pathLst>
                <a:path w="441774" h="299144">
                  <a:moveTo>
                    <a:pt x="0" y="299145"/>
                  </a:moveTo>
                  <a:lnTo>
                    <a:pt x="441775" y="0"/>
                  </a:lnTo>
                </a:path>
              </a:pathLst>
            </a:custGeom>
            <a:noFill/>
            <a:ln w="10515" cap="flat">
              <a:solidFill>
                <a:srgbClr val="666666"/>
              </a:solidFill>
              <a:prstDash val="solid"/>
              <a:miter/>
            </a:ln>
          </p:spPr>
          <p:txBody>
            <a:bodyPr rtlCol="0" anchor="ctr"/>
            <a:lstStyle/>
            <a:p>
              <a:endParaRPr lang="en-US"/>
            </a:p>
          </p:txBody>
        </p:sp>
        <p:grpSp>
          <p:nvGrpSpPr>
            <p:cNvPr id="303" name="Group 302">
              <a:extLst>
                <a:ext uri="{FF2B5EF4-FFF2-40B4-BE49-F238E27FC236}">
                  <a16:creationId xmlns:a16="http://schemas.microsoft.com/office/drawing/2014/main" id="{D3764061-5912-8BD2-C815-E9B021CDDC09}"/>
                </a:ext>
              </a:extLst>
            </p:cNvPr>
            <p:cNvGrpSpPr/>
            <p:nvPr/>
          </p:nvGrpSpPr>
          <p:grpSpPr>
            <a:xfrm>
              <a:off x="6611357" y="2588077"/>
              <a:ext cx="2923707" cy="331331"/>
              <a:chOff x="6571142" y="2197947"/>
              <a:chExt cx="2923707" cy="331331"/>
            </a:xfrm>
          </p:grpSpPr>
          <p:sp>
            <p:nvSpPr>
              <p:cNvPr id="260" name="Freeform: Shape 259">
                <a:extLst>
                  <a:ext uri="{FF2B5EF4-FFF2-40B4-BE49-F238E27FC236}">
                    <a16:creationId xmlns:a16="http://schemas.microsoft.com/office/drawing/2014/main" id="{1B7EEE7E-2897-27BA-2706-624245F802DB}"/>
                  </a:ext>
                </a:extLst>
              </p:cNvPr>
              <p:cNvSpPr/>
              <p:nvPr/>
            </p:nvSpPr>
            <p:spPr>
              <a:xfrm>
                <a:off x="7520221" y="2197947"/>
                <a:ext cx="300827" cy="206897"/>
              </a:xfrm>
              <a:custGeom>
                <a:avLst/>
                <a:gdLst>
                  <a:gd name="connsiteX0" fmla="*/ 0 w 300827"/>
                  <a:gd name="connsiteY0" fmla="*/ 206898 h 206897"/>
                  <a:gd name="connsiteX1" fmla="*/ 300828 w 300827"/>
                  <a:gd name="connsiteY1" fmla="*/ 0 h 206897"/>
                </a:gdLst>
                <a:ahLst/>
                <a:cxnLst>
                  <a:cxn ang="0">
                    <a:pos x="connsiteX0" y="connsiteY0"/>
                  </a:cxn>
                  <a:cxn ang="0">
                    <a:pos x="connsiteX1" y="connsiteY1"/>
                  </a:cxn>
                </a:cxnLst>
                <a:rect l="l" t="t" r="r" b="b"/>
                <a:pathLst>
                  <a:path w="300827" h="206897">
                    <a:moveTo>
                      <a:pt x="0" y="206898"/>
                    </a:moveTo>
                    <a:lnTo>
                      <a:pt x="300828" y="0"/>
                    </a:lnTo>
                  </a:path>
                </a:pathLst>
              </a:custGeom>
              <a:noFill/>
              <a:ln w="10515" cap="flat">
                <a:solidFill>
                  <a:srgbClr val="666666"/>
                </a:solidFill>
                <a:prstDash val="solid"/>
                <a:miter/>
              </a:ln>
            </p:spPr>
            <p:txBody>
              <a:bodyPr rtlCol="0" anchor="ctr"/>
              <a:lstStyle/>
              <a:p>
                <a:endParaRPr lang="en-US"/>
              </a:p>
            </p:txBody>
          </p:sp>
          <p:grpSp>
            <p:nvGrpSpPr>
              <p:cNvPr id="302" name="Group 301">
                <a:extLst>
                  <a:ext uri="{FF2B5EF4-FFF2-40B4-BE49-F238E27FC236}">
                    <a16:creationId xmlns:a16="http://schemas.microsoft.com/office/drawing/2014/main" id="{A7D4F98E-FFE0-4A3B-FC3B-C6D9AD22063F}"/>
                  </a:ext>
                </a:extLst>
              </p:cNvPr>
              <p:cNvGrpSpPr/>
              <p:nvPr/>
            </p:nvGrpSpPr>
            <p:grpSpPr>
              <a:xfrm>
                <a:off x="6571142" y="2205520"/>
                <a:ext cx="2923707" cy="323758"/>
                <a:chOff x="6571142" y="2205520"/>
                <a:chExt cx="2923707" cy="323758"/>
              </a:xfrm>
            </p:grpSpPr>
            <p:sp>
              <p:nvSpPr>
                <p:cNvPr id="252" name="Freeform: Shape 251">
                  <a:extLst>
                    <a:ext uri="{FF2B5EF4-FFF2-40B4-BE49-F238E27FC236}">
                      <a16:creationId xmlns:a16="http://schemas.microsoft.com/office/drawing/2014/main" id="{76EDF027-BF9E-B75F-F6AE-95CF18B60076}"/>
                    </a:ext>
                  </a:extLst>
                </p:cNvPr>
                <p:cNvSpPr/>
                <p:nvPr/>
              </p:nvSpPr>
              <p:spPr>
                <a:xfrm>
                  <a:off x="7557772" y="2406212"/>
                  <a:ext cx="817598" cy="10518"/>
                </a:xfrm>
                <a:custGeom>
                  <a:avLst/>
                  <a:gdLst>
                    <a:gd name="connsiteX0" fmla="*/ 0 w 817598"/>
                    <a:gd name="connsiteY0" fmla="*/ 0 h 10518"/>
                    <a:gd name="connsiteX1" fmla="*/ 817599 w 817598"/>
                    <a:gd name="connsiteY1" fmla="*/ 0 h 10518"/>
                  </a:gdLst>
                  <a:ahLst/>
                  <a:cxnLst>
                    <a:cxn ang="0">
                      <a:pos x="connsiteX0" y="connsiteY0"/>
                    </a:cxn>
                    <a:cxn ang="0">
                      <a:pos x="connsiteX1" y="connsiteY1"/>
                    </a:cxn>
                  </a:cxnLst>
                  <a:rect l="l" t="t" r="r" b="b"/>
                  <a:pathLst>
                    <a:path w="817598" h="10518">
                      <a:moveTo>
                        <a:pt x="0" y="0"/>
                      </a:moveTo>
                      <a:lnTo>
                        <a:pt x="817599" y="0"/>
                      </a:lnTo>
                    </a:path>
                  </a:pathLst>
                </a:custGeom>
                <a:noFill/>
                <a:ln w="10515" cap="flat">
                  <a:solidFill>
                    <a:srgbClr val="0000FF"/>
                  </a:solid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86BD4564-FF0A-5620-33B3-70F4CEB13C0C}"/>
                    </a:ext>
                  </a:extLst>
                </p:cNvPr>
                <p:cNvSpPr/>
                <p:nvPr/>
              </p:nvSpPr>
              <p:spPr>
                <a:xfrm>
                  <a:off x="6871444" y="2206467"/>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10515" cap="flat">
                  <a:solidFill>
                    <a:srgbClr val="0000FF"/>
                  </a:solid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ACC2AD42-8024-61B1-0F03-ED6B50BDD5A8}"/>
                    </a:ext>
                  </a:extLst>
                </p:cNvPr>
                <p:cNvSpPr/>
                <p:nvPr/>
              </p:nvSpPr>
              <p:spPr>
                <a:xfrm>
                  <a:off x="6713457" y="2306287"/>
                  <a:ext cx="997043" cy="10518"/>
                </a:xfrm>
                <a:custGeom>
                  <a:avLst/>
                  <a:gdLst>
                    <a:gd name="connsiteX0" fmla="*/ 0 w 997043"/>
                    <a:gd name="connsiteY0" fmla="*/ 0 h 10518"/>
                    <a:gd name="connsiteX1" fmla="*/ 997043 w 997043"/>
                    <a:gd name="connsiteY1" fmla="*/ 0 h 10518"/>
                  </a:gdLst>
                  <a:ahLst/>
                  <a:cxnLst>
                    <a:cxn ang="0">
                      <a:pos x="connsiteX0" y="connsiteY0"/>
                    </a:cxn>
                    <a:cxn ang="0">
                      <a:pos x="connsiteX1" y="connsiteY1"/>
                    </a:cxn>
                  </a:cxnLst>
                  <a:rect l="l" t="t" r="r" b="b"/>
                  <a:pathLst>
                    <a:path w="997043" h="10518">
                      <a:moveTo>
                        <a:pt x="0" y="0"/>
                      </a:moveTo>
                      <a:lnTo>
                        <a:pt x="997043" y="0"/>
                      </a:lnTo>
                    </a:path>
                  </a:pathLst>
                </a:custGeom>
                <a:noFill/>
                <a:ln w="10515" cap="flat">
                  <a:solidFill>
                    <a:srgbClr val="0000FF"/>
                  </a:solid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B9DC31A9-1D3A-0B21-9385-98D40C788733}"/>
                    </a:ext>
                  </a:extLst>
                </p:cNvPr>
                <p:cNvSpPr/>
                <p:nvPr/>
              </p:nvSpPr>
              <p:spPr>
                <a:xfrm>
                  <a:off x="6571142" y="2405055"/>
                  <a:ext cx="984105" cy="10518"/>
                </a:xfrm>
                <a:custGeom>
                  <a:avLst/>
                  <a:gdLst>
                    <a:gd name="connsiteX0" fmla="*/ 0 w 984105"/>
                    <a:gd name="connsiteY0" fmla="*/ 0 h 10518"/>
                    <a:gd name="connsiteX1" fmla="*/ 984106 w 984105"/>
                    <a:gd name="connsiteY1" fmla="*/ 0 h 10518"/>
                  </a:gdLst>
                  <a:ahLst/>
                  <a:cxnLst>
                    <a:cxn ang="0">
                      <a:pos x="connsiteX0" y="connsiteY0"/>
                    </a:cxn>
                    <a:cxn ang="0">
                      <a:pos x="connsiteX1" y="connsiteY1"/>
                    </a:cxn>
                  </a:cxnLst>
                  <a:rect l="l" t="t" r="r" b="b"/>
                  <a:pathLst>
                    <a:path w="984105" h="10518">
                      <a:moveTo>
                        <a:pt x="0" y="0"/>
                      </a:moveTo>
                      <a:lnTo>
                        <a:pt x="984106" y="0"/>
                      </a:lnTo>
                    </a:path>
                  </a:pathLst>
                </a:custGeom>
                <a:noFill/>
                <a:ln w="10515" cap="flat">
                  <a:solidFill>
                    <a:srgbClr val="0000FF"/>
                  </a:solid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3E2FCAFD-72FF-810C-6C05-AFA5E2981FEB}"/>
                    </a:ext>
                  </a:extLst>
                </p:cNvPr>
                <p:cNvSpPr/>
                <p:nvPr/>
              </p:nvSpPr>
              <p:spPr>
                <a:xfrm>
                  <a:off x="7859967" y="2207624"/>
                  <a:ext cx="794984" cy="10518"/>
                </a:xfrm>
                <a:custGeom>
                  <a:avLst/>
                  <a:gdLst>
                    <a:gd name="connsiteX0" fmla="*/ 0 w 794984"/>
                    <a:gd name="connsiteY0" fmla="*/ 0 h 10518"/>
                    <a:gd name="connsiteX1" fmla="*/ 794984 w 794984"/>
                    <a:gd name="connsiteY1" fmla="*/ 0 h 10518"/>
                  </a:gdLst>
                  <a:ahLst/>
                  <a:cxnLst>
                    <a:cxn ang="0">
                      <a:pos x="connsiteX0" y="connsiteY0"/>
                    </a:cxn>
                    <a:cxn ang="0">
                      <a:pos x="connsiteX1" y="connsiteY1"/>
                    </a:cxn>
                  </a:cxnLst>
                  <a:rect l="l" t="t" r="r" b="b"/>
                  <a:pathLst>
                    <a:path w="794984" h="10518">
                      <a:moveTo>
                        <a:pt x="0" y="0"/>
                      </a:moveTo>
                      <a:lnTo>
                        <a:pt x="794984" y="0"/>
                      </a:lnTo>
                    </a:path>
                  </a:pathLst>
                </a:custGeom>
                <a:noFill/>
                <a:ln w="10515" cap="flat">
                  <a:solidFill>
                    <a:srgbClr val="0000FF"/>
                  </a:solid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7EE015A-9D79-E422-D7F3-7EEAD245DDC3}"/>
                    </a:ext>
                  </a:extLst>
                </p:cNvPr>
                <p:cNvSpPr/>
                <p:nvPr/>
              </p:nvSpPr>
              <p:spPr>
                <a:xfrm>
                  <a:off x="7712709" y="2307549"/>
                  <a:ext cx="805081" cy="10518"/>
                </a:xfrm>
                <a:custGeom>
                  <a:avLst/>
                  <a:gdLst>
                    <a:gd name="connsiteX0" fmla="*/ 0 w 805081"/>
                    <a:gd name="connsiteY0" fmla="*/ 0 h 10518"/>
                    <a:gd name="connsiteX1" fmla="*/ 805082 w 805081"/>
                    <a:gd name="connsiteY1" fmla="*/ 0 h 10518"/>
                  </a:gdLst>
                  <a:ahLst/>
                  <a:cxnLst>
                    <a:cxn ang="0">
                      <a:pos x="connsiteX0" y="connsiteY0"/>
                    </a:cxn>
                    <a:cxn ang="0">
                      <a:pos x="connsiteX1" y="connsiteY1"/>
                    </a:cxn>
                  </a:cxnLst>
                  <a:rect l="l" t="t" r="r" b="b"/>
                  <a:pathLst>
                    <a:path w="805081" h="10518">
                      <a:moveTo>
                        <a:pt x="0" y="0"/>
                      </a:moveTo>
                      <a:lnTo>
                        <a:pt x="805082" y="0"/>
                      </a:lnTo>
                    </a:path>
                  </a:pathLst>
                </a:custGeom>
                <a:noFill/>
                <a:ln w="10515" cap="flat">
                  <a:solidFill>
                    <a:srgbClr val="0000FF"/>
                  </a:solid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FE7FD4F8-AC1F-8C42-AD2B-E90DFF9449E4}"/>
                    </a:ext>
                  </a:extLst>
                </p:cNvPr>
                <p:cNvSpPr/>
                <p:nvPr/>
              </p:nvSpPr>
              <p:spPr>
                <a:xfrm>
                  <a:off x="7804430" y="2502982"/>
                  <a:ext cx="593661" cy="3471"/>
                </a:xfrm>
                <a:custGeom>
                  <a:avLst/>
                  <a:gdLst>
                    <a:gd name="connsiteX0" fmla="*/ 0 w 593661"/>
                    <a:gd name="connsiteY0" fmla="*/ 0 h 3471"/>
                    <a:gd name="connsiteX1" fmla="*/ 593661 w 593661"/>
                    <a:gd name="connsiteY1" fmla="*/ 3471 h 3471"/>
                  </a:gdLst>
                  <a:ahLst/>
                  <a:cxnLst>
                    <a:cxn ang="0">
                      <a:pos x="connsiteX0" y="connsiteY0"/>
                    </a:cxn>
                    <a:cxn ang="0">
                      <a:pos x="connsiteX1" y="connsiteY1"/>
                    </a:cxn>
                  </a:cxnLst>
                  <a:rect l="l" t="t" r="r" b="b"/>
                  <a:pathLst>
                    <a:path w="593661" h="3471">
                      <a:moveTo>
                        <a:pt x="0" y="0"/>
                      </a:moveTo>
                      <a:lnTo>
                        <a:pt x="593661" y="3471"/>
                      </a:lnTo>
                    </a:path>
                  </a:pathLst>
                </a:custGeom>
                <a:noFill/>
                <a:ln w="10515" cap="flat">
                  <a:solidFill>
                    <a:srgbClr val="0000FF"/>
                  </a:solid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1512B304-0D22-1CFD-7DEC-EEBA9B2EE43B}"/>
                    </a:ext>
                  </a:extLst>
                </p:cNvPr>
                <p:cNvSpPr/>
                <p:nvPr/>
              </p:nvSpPr>
              <p:spPr>
                <a:xfrm>
                  <a:off x="7491822" y="2402022"/>
                  <a:ext cx="320497" cy="100987"/>
                </a:xfrm>
                <a:custGeom>
                  <a:avLst/>
                  <a:gdLst>
                    <a:gd name="connsiteX0" fmla="*/ 0 w 320497"/>
                    <a:gd name="connsiteY0" fmla="*/ 88 h 100987"/>
                    <a:gd name="connsiteX1" fmla="*/ 142420 w 320497"/>
                    <a:gd name="connsiteY1" fmla="*/ 51207 h 100987"/>
                    <a:gd name="connsiteX2" fmla="*/ 320497 w 320497"/>
                    <a:gd name="connsiteY2" fmla="*/ 100749 h 100987"/>
                  </a:gdLst>
                  <a:ahLst/>
                  <a:cxnLst>
                    <a:cxn ang="0">
                      <a:pos x="connsiteX0" y="connsiteY0"/>
                    </a:cxn>
                    <a:cxn ang="0">
                      <a:pos x="connsiteX1" y="connsiteY1"/>
                    </a:cxn>
                    <a:cxn ang="0">
                      <a:pos x="connsiteX2" y="connsiteY2"/>
                    </a:cxn>
                  </a:cxnLst>
                  <a:rect l="l" t="t" r="r" b="b"/>
                  <a:pathLst>
                    <a:path w="320497" h="100987">
                      <a:moveTo>
                        <a:pt x="0" y="88"/>
                      </a:moveTo>
                      <a:cubicBezTo>
                        <a:pt x="55401" y="-1385"/>
                        <a:pt x="102870" y="15655"/>
                        <a:pt x="142420" y="51207"/>
                      </a:cubicBezTo>
                      <a:cubicBezTo>
                        <a:pt x="182043" y="86689"/>
                        <a:pt x="241398" y="103203"/>
                        <a:pt x="320497" y="100749"/>
                      </a:cubicBezTo>
                    </a:path>
                  </a:pathLst>
                </a:custGeom>
                <a:noFill/>
                <a:ln w="10515" cap="flat">
                  <a:solidFill>
                    <a:srgbClr val="0000FF"/>
                  </a:solid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89F4D5B0-1FDE-B5E1-F56C-0BBD1CEE88B6}"/>
                    </a:ext>
                  </a:extLst>
                </p:cNvPr>
                <p:cNvSpPr/>
                <p:nvPr/>
              </p:nvSpPr>
              <p:spPr>
                <a:xfrm>
                  <a:off x="8390202" y="2404214"/>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10515" cap="flat">
                  <a:solidFill>
                    <a:srgbClr val="0000FF"/>
                  </a:solid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978EDDFD-E4BB-5B85-9762-DF931F49627E}"/>
                    </a:ext>
                  </a:extLst>
                </p:cNvPr>
                <p:cNvSpPr/>
                <p:nvPr/>
              </p:nvSpPr>
              <p:spPr>
                <a:xfrm>
                  <a:off x="8564282" y="2404319"/>
                  <a:ext cx="599762" cy="26927"/>
                </a:xfrm>
                <a:custGeom>
                  <a:avLst/>
                  <a:gdLst>
                    <a:gd name="connsiteX0" fmla="*/ 0 w 599762"/>
                    <a:gd name="connsiteY0" fmla="*/ 0 h 26927"/>
                    <a:gd name="connsiteX1" fmla="*/ 599762 w 599762"/>
                    <a:gd name="connsiteY1" fmla="*/ 26927 h 26927"/>
                  </a:gdLst>
                  <a:ahLst/>
                  <a:cxnLst>
                    <a:cxn ang="0">
                      <a:pos x="connsiteX0" y="connsiteY0"/>
                    </a:cxn>
                    <a:cxn ang="0">
                      <a:pos x="connsiteX1" y="connsiteY1"/>
                    </a:cxn>
                  </a:cxnLst>
                  <a:rect l="l" t="t" r="r" b="b"/>
                  <a:pathLst>
                    <a:path w="599762" h="26927">
                      <a:moveTo>
                        <a:pt x="0" y="0"/>
                      </a:moveTo>
                      <a:lnTo>
                        <a:pt x="599762" y="26927"/>
                      </a:lnTo>
                    </a:path>
                  </a:pathLst>
                </a:custGeom>
                <a:noFill/>
                <a:ln w="10515" cap="flat">
                  <a:solidFill>
                    <a:srgbClr val="0000FF"/>
                  </a:solid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29A5AC09-BD86-4BCA-03BC-DE586938FADC}"/>
                    </a:ext>
                  </a:extLst>
                </p:cNvPr>
                <p:cNvSpPr/>
                <p:nvPr/>
              </p:nvSpPr>
              <p:spPr>
                <a:xfrm>
                  <a:off x="8390202" y="2506453"/>
                  <a:ext cx="642466" cy="22825"/>
                </a:xfrm>
                <a:custGeom>
                  <a:avLst/>
                  <a:gdLst>
                    <a:gd name="connsiteX0" fmla="*/ 0 w 642466"/>
                    <a:gd name="connsiteY0" fmla="*/ 0 h 22825"/>
                    <a:gd name="connsiteX1" fmla="*/ 642467 w 642466"/>
                    <a:gd name="connsiteY1" fmla="*/ 22825 h 22825"/>
                  </a:gdLst>
                  <a:ahLst/>
                  <a:cxnLst>
                    <a:cxn ang="0">
                      <a:pos x="connsiteX0" y="connsiteY0"/>
                    </a:cxn>
                    <a:cxn ang="0">
                      <a:pos x="connsiteX1" y="connsiteY1"/>
                    </a:cxn>
                  </a:cxnLst>
                  <a:rect l="l" t="t" r="r" b="b"/>
                  <a:pathLst>
                    <a:path w="642466" h="22825">
                      <a:moveTo>
                        <a:pt x="0" y="0"/>
                      </a:moveTo>
                      <a:lnTo>
                        <a:pt x="642467" y="22825"/>
                      </a:lnTo>
                    </a:path>
                  </a:pathLst>
                </a:custGeom>
                <a:noFill/>
                <a:ln w="10515" cap="flat">
                  <a:solidFill>
                    <a:srgbClr val="0000FF"/>
                  </a:solid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578D6893-8634-C17E-9428-04B768646AC3}"/>
                    </a:ext>
                  </a:extLst>
                </p:cNvPr>
                <p:cNvSpPr/>
                <p:nvPr/>
              </p:nvSpPr>
              <p:spPr>
                <a:xfrm>
                  <a:off x="8540511" y="2305551"/>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3AF5AF5-4D4A-5492-AAF6-FBB6152E8C48}"/>
                    </a:ext>
                  </a:extLst>
                </p:cNvPr>
                <p:cNvSpPr/>
                <p:nvPr/>
              </p:nvSpPr>
              <p:spPr>
                <a:xfrm>
                  <a:off x="6571142" y="2205520"/>
                  <a:ext cx="300722" cy="200376"/>
                </a:xfrm>
                <a:custGeom>
                  <a:avLst/>
                  <a:gdLst>
                    <a:gd name="connsiteX0" fmla="*/ 0 w 300722"/>
                    <a:gd name="connsiteY0" fmla="*/ 200376 h 200376"/>
                    <a:gd name="connsiteX1" fmla="*/ 300722 w 300722"/>
                    <a:gd name="connsiteY1" fmla="*/ 0 h 200376"/>
                  </a:gdLst>
                  <a:ahLst/>
                  <a:cxnLst>
                    <a:cxn ang="0">
                      <a:pos x="connsiteX0" y="connsiteY0"/>
                    </a:cxn>
                    <a:cxn ang="0">
                      <a:pos x="connsiteX1" y="connsiteY1"/>
                    </a:cxn>
                  </a:cxnLst>
                  <a:rect l="l" t="t" r="r" b="b"/>
                  <a:pathLst>
                    <a:path w="300722" h="200376">
                      <a:moveTo>
                        <a:pt x="0" y="200376"/>
                      </a:moveTo>
                      <a:lnTo>
                        <a:pt x="300722" y="0"/>
                      </a:lnTo>
                    </a:path>
                  </a:pathLst>
                </a:custGeom>
                <a:noFill/>
                <a:ln w="10515" cap="flat">
                  <a:solidFill>
                    <a:srgbClr val="0000FF"/>
                  </a:solid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956FF114-EF9E-F0D9-2CC8-FE4AB6D8280A}"/>
                    </a:ext>
                  </a:extLst>
                </p:cNvPr>
                <p:cNvSpPr/>
                <p:nvPr/>
              </p:nvSpPr>
              <p:spPr>
                <a:xfrm>
                  <a:off x="8679565" y="2206467"/>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grpSp>
        </p:grpSp>
        <p:sp>
          <p:nvSpPr>
            <p:cNvPr id="262" name="Freeform: Shape 261">
              <a:extLst>
                <a:ext uri="{FF2B5EF4-FFF2-40B4-BE49-F238E27FC236}">
                  <a16:creationId xmlns:a16="http://schemas.microsoft.com/office/drawing/2014/main" id="{76249426-A790-75F5-9E0C-6D538077CC27}"/>
                </a:ext>
              </a:extLst>
            </p:cNvPr>
            <p:cNvSpPr/>
            <p:nvPr/>
          </p:nvSpPr>
          <p:spPr>
            <a:xfrm>
              <a:off x="9251749" y="2591677"/>
              <a:ext cx="305034" cy="201428"/>
            </a:xfrm>
            <a:custGeom>
              <a:avLst/>
              <a:gdLst>
                <a:gd name="connsiteX0" fmla="*/ 0 w 305034"/>
                <a:gd name="connsiteY0" fmla="*/ 201428 h 201428"/>
                <a:gd name="connsiteX1" fmla="*/ 305035 w 305034"/>
                <a:gd name="connsiteY1" fmla="*/ 0 h 201428"/>
              </a:gdLst>
              <a:ahLst/>
              <a:cxnLst>
                <a:cxn ang="0">
                  <a:pos x="connsiteX0" y="connsiteY0"/>
                </a:cxn>
                <a:cxn ang="0">
                  <a:pos x="connsiteX1" y="connsiteY1"/>
                </a:cxn>
              </a:cxnLst>
              <a:rect l="l" t="t" r="r" b="b"/>
              <a:pathLst>
                <a:path w="305034" h="201428">
                  <a:moveTo>
                    <a:pt x="0" y="201428"/>
                  </a:moveTo>
                  <a:lnTo>
                    <a:pt x="305035" y="0"/>
                  </a:lnTo>
                </a:path>
              </a:pathLst>
            </a:custGeom>
            <a:noFill/>
            <a:ln w="10515" cap="flat">
              <a:solidFill>
                <a:srgbClr val="666666"/>
              </a:solidFill>
              <a:prstDash val="solid"/>
              <a:miter/>
            </a:ln>
          </p:spPr>
          <p:txBody>
            <a:bodyPr rtlCol="0" anchor="ctr"/>
            <a:lstStyle/>
            <a:p>
              <a:endParaRPr lang="en-US"/>
            </a:p>
          </p:txBody>
        </p:sp>
      </p:grpSp>
      <p:sp>
        <p:nvSpPr>
          <p:cNvPr id="3903" name="Freeform: Shape 3902">
            <a:extLst>
              <a:ext uri="{FF2B5EF4-FFF2-40B4-BE49-F238E27FC236}">
                <a16:creationId xmlns:a16="http://schemas.microsoft.com/office/drawing/2014/main" id="{873F7B07-F7D9-66D5-AEF2-4F7878BCE325}"/>
              </a:ext>
            </a:extLst>
          </p:cNvPr>
          <p:cNvSpPr/>
          <p:nvPr/>
        </p:nvSpPr>
        <p:spPr>
          <a:xfrm>
            <a:off x="6371245" y="4468282"/>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5" name="Freeform: Shape 3864">
            <a:extLst>
              <a:ext uri="{FF2B5EF4-FFF2-40B4-BE49-F238E27FC236}">
                <a16:creationId xmlns:a16="http://schemas.microsoft.com/office/drawing/2014/main" id="{35017284-147D-A42F-59FC-754ED77DF52C}"/>
              </a:ext>
            </a:extLst>
          </p:cNvPr>
          <p:cNvSpPr/>
          <p:nvPr/>
        </p:nvSpPr>
        <p:spPr>
          <a:xfrm>
            <a:off x="6461533" y="385822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4" name="Freeform: Shape 3863">
            <a:extLst>
              <a:ext uri="{FF2B5EF4-FFF2-40B4-BE49-F238E27FC236}">
                <a16:creationId xmlns:a16="http://schemas.microsoft.com/office/drawing/2014/main" id="{C46A86AB-CCC9-5B0C-42E4-176B9B033821}"/>
              </a:ext>
            </a:extLst>
          </p:cNvPr>
          <p:cNvSpPr/>
          <p:nvPr/>
        </p:nvSpPr>
        <p:spPr>
          <a:xfrm>
            <a:off x="6511881" y="3085861"/>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3" name="Freeform: Shape 3862">
            <a:extLst>
              <a:ext uri="{FF2B5EF4-FFF2-40B4-BE49-F238E27FC236}">
                <a16:creationId xmlns:a16="http://schemas.microsoft.com/office/drawing/2014/main" id="{85F5951B-2945-46A3-7E74-559CC1205150}"/>
              </a:ext>
            </a:extLst>
          </p:cNvPr>
          <p:cNvSpPr/>
          <p:nvPr/>
        </p:nvSpPr>
        <p:spPr>
          <a:xfrm>
            <a:off x="6345000" y="221385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317E6D56-BAC4-E8D3-0001-40B301A5F1F7}"/>
              </a:ext>
            </a:extLst>
          </p:cNvPr>
          <p:cNvSpPr>
            <a:spLocks noGrp="1"/>
          </p:cNvSpPr>
          <p:nvPr>
            <p:ph type="title"/>
          </p:nvPr>
        </p:nvSpPr>
        <p:spPr>
          <a:xfrm>
            <a:off x="393444" y="487518"/>
            <a:ext cx="10515600" cy="589807"/>
          </a:xfrm>
        </p:spPr>
        <p:txBody>
          <a:bodyPr>
            <a:normAutofit fontScale="90000"/>
          </a:bodyPr>
          <a:lstStyle/>
          <a:p>
            <a:r>
              <a:rPr lang="en-US" sz="2900" dirty="0">
                <a:latin typeface="Arial" panose="020B0604020202020204" pitchFamily="34" charset="0"/>
                <a:cs typeface="Arial" panose="020B0604020202020204" pitchFamily="34" charset="0"/>
              </a:rPr>
              <a:t>We specifically discussed the first 2 steps, namely grouping points into algebraically defined clusters.</a:t>
            </a:r>
          </a:p>
        </p:txBody>
      </p:sp>
      <p:sp>
        <p:nvSpPr>
          <p:cNvPr id="3" name="Slide Number Placeholder 2">
            <a:extLst>
              <a:ext uri="{FF2B5EF4-FFF2-40B4-BE49-F238E27FC236}">
                <a16:creationId xmlns:a16="http://schemas.microsoft.com/office/drawing/2014/main" id="{476EED9E-012C-BE43-06CE-639AA49FD336}"/>
              </a:ext>
            </a:extLst>
          </p:cNvPr>
          <p:cNvSpPr>
            <a:spLocks noGrp="1"/>
          </p:cNvSpPr>
          <p:nvPr>
            <p:ph type="sldNum" sz="quarter" idx="12"/>
          </p:nvPr>
        </p:nvSpPr>
        <p:spPr/>
        <p:txBody>
          <a:bodyPr/>
          <a:lstStyle/>
          <a:p>
            <a:fld id="{DD1E3BA7-F027-4483-A606-0FB7B944A800}" type="slidenum">
              <a:rPr lang="en-US" smtClean="0"/>
              <a:pPr/>
              <a:t>4</a:t>
            </a:fld>
            <a:r>
              <a:rPr lang="en-US"/>
              <a:t>/48</a:t>
            </a:r>
            <a:endParaRPr lang="en-US" dirty="0"/>
          </a:p>
        </p:txBody>
      </p:sp>
      <p:sp>
        <p:nvSpPr>
          <p:cNvPr id="243" name="TextBox 242">
            <a:extLst>
              <a:ext uri="{FF2B5EF4-FFF2-40B4-BE49-F238E27FC236}">
                <a16:creationId xmlns:a16="http://schemas.microsoft.com/office/drawing/2014/main" id="{C672F668-CB28-2951-6008-9FC8B299689B}"/>
              </a:ext>
            </a:extLst>
          </p:cNvPr>
          <p:cNvSpPr txBox="1"/>
          <p:nvPr/>
        </p:nvSpPr>
        <p:spPr>
          <a:xfrm>
            <a:off x="6623088" y="1554048"/>
            <a:ext cx="3747949" cy="369332"/>
          </a:xfrm>
          <a:prstGeom prst="rect">
            <a:avLst/>
          </a:prstGeom>
          <a:noFill/>
        </p:spPr>
        <p:txBody>
          <a:bodyPr wrap="none" rtlCol="0">
            <a:spAutoFit/>
          </a:bodyPr>
          <a:lstStyle/>
          <a:p>
            <a:r>
              <a:rPr lang="en-US" dirty="0"/>
              <a:t>Mapping data conversion architecture</a:t>
            </a:r>
          </a:p>
        </p:txBody>
      </p:sp>
      <p:grpSp>
        <p:nvGrpSpPr>
          <p:cNvPr id="3737" name="Group 3736">
            <a:extLst>
              <a:ext uri="{FF2B5EF4-FFF2-40B4-BE49-F238E27FC236}">
                <a16:creationId xmlns:a16="http://schemas.microsoft.com/office/drawing/2014/main" id="{2E8A6527-BF5E-AADB-B4B2-C1B3BFA9AEF8}"/>
              </a:ext>
            </a:extLst>
          </p:cNvPr>
          <p:cNvGrpSpPr/>
          <p:nvPr/>
        </p:nvGrpSpPr>
        <p:grpSpPr>
          <a:xfrm>
            <a:off x="6568714" y="2146268"/>
            <a:ext cx="3287047" cy="758679"/>
            <a:chOff x="6568714" y="2146268"/>
            <a:chExt cx="3287047" cy="758679"/>
          </a:xfrm>
        </p:grpSpPr>
        <p:sp>
          <p:nvSpPr>
            <p:cNvPr id="1900" name="Freeform: Shape 1899">
              <a:extLst>
                <a:ext uri="{FF2B5EF4-FFF2-40B4-BE49-F238E27FC236}">
                  <a16:creationId xmlns:a16="http://schemas.microsoft.com/office/drawing/2014/main" id="{2BA8686D-CC35-139E-7A1C-2128CCAF8D7D}"/>
                </a:ext>
              </a:extLst>
            </p:cNvPr>
            <p:cNvSpPr/>
            <p:nvPr/>
          </p:nvSpPr>
          <p:spPr>
            <a:xfrm>
              <a:off x="6903096" y="242046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rgbClr val="FFFFFF"/>
              </a:solidFill>
              <a:custDash>
                <a:ds d="675000" sp="675000"/>
              </a:custDash>
              <a:miter/>
            </a:ln>
          </p:spPr>
          <p:txBody>
            <a:bodyPr rtlCol="0" anchor="ctr"/>
            <a:lstStyle/>
            <a:p>
              <a:endParaRPr lang="en-US"/>
            </a:p>
          </p:txBody>
        </p:sp>
        <p:sp>
          <p:nvSpPr>
            <p:cNvPr id="1901" name="Freeform: Shape 1900">
              <a:extLst>
                <a:ext uri="{FF2B5EF4-FFF2-40B4-BE49-F238E27FC236}">
                  <a16:creationId xmlns:a16="http://schemas.microsoft.com/office/drawing/2014/main" id="{ECD854DF-39A4-8829-74CA-4F76A803DC1C}"/>
                </a:ext>
              </a:extLst>
            </p:cNvPr>
            <p:cNvSpPr/>
            <p:nvPr/>
          </p:nvSpPr>
          <p:spPr>
            <a:xfrm>
              <a:off x="6761728" y="257887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rgbClr val="FFFFFF"/>
              </a:solidFill>
              <a:prstDash val="solid"/>
              <a:miter/>
            </a:ln>
          </p:spPr>
          <p:txBody>
            <a:bodyPr rtlCol="0" anchor="ctr"/>
            <a:lstStyle/>
            <a:p>
              <a:endParaRPr lang="en-US"/>
            </a:p>
          </p:txBody>
        </p:sp>
        <p:sp>
          <p:nvSpPr>
            <p:cNvPr id="1902" name="Freeform: Shape 1901">
              <a:extLst>
                <a:ext uri="{FF2B5EF4-FFF2-40B4-BE49-F238E27FC236}">
                  <a16:creationId xmlns:a16="http://schemas.microsoft.com/office/drawing/2014/main" id="{341CB28F-4F73-8B66-D500-DB430B88C99F}"/>
                </a:ext>
              </a:extLst>
            </p:cNvPr>
            <p:cNvSpPr/>
            <p:nvPr/>
          </p:nvSpPr>
          <p:spPr>
            <a:xfrm>
              <a:off x="8062334" y="275169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rgbClr val="FFFFFF"/>
              </a:solidFill>
              <a:prstDash val="solid"/>
              <a:miter/>
            </a:ln>
          </p:spPr>
          <p:txBody>
            <a:bodyPr rtlCol="0" anchor="ctr"/>
            <a:lstStyle/>
            <a:p>
              <a:endParaRPr lang="en-US"/>
            </a:p>
          </p:txBody>
        </p:sp>
        <p:sp>
          <p:nvSpPr>
            <p:cNvPr id="1903" name="Freeform: Shape 1902">
              <a:extLst>
                <a:ext uri="{FF2B5EF4-FFF2-40B4-BE49-F238E27FC236}">
                  <a16:creationId xmlns:a16="http://schemas.microsoft.com/office/drawing/2014/main" id="{C0C5443A-F3C6-106B-CFDF-76C5424DE823}"/>
                </a:ext>
              </a:extLst>
            </p:cNvPr>
            <p:cNvSpPr/>
            <p:nvPr/>
          </p:nvSpPr>
          <p:spPr>
            <a:xfrm>
              <a:off x="7721431" y="257887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rgbClr val="FFFFFF"/>
              </a:solidFill>
              <a:prstDash val="solid"/>
              <a:miter/>
            </a:ln>
          </p:spPr>
          <p:txBody>
            <a:bodyPr rtlCol="0" anchor="ctr"/>
            <a:lstStyle/>
            <a:p>
              <a:endParaRPr lang="en-US"/>
            </a:p>
          </p:txBody>
        </p:sp>
        <p:sp>
          <p:nvSpPr>
            <p:cNvPr id="1904" name="Freeform: Shape 1903">
              <a:extLst>
                <a:ext uri="{FF2B5EF4-FFF2-40B4-BE49-F238E27FC236}">
                  <a16:creationId xmlns:a16="http://schemas.microsoft.com/office/drawing/2014/main" id="{CC5B7A94-D896-15E9-D20E-DD3464EE293B}"/>
                </a:ext>
              </a:extLst>
            </p:cNvPr>
            <p:cNvSpPr/>
            <p:nvPr/>
          </p:nvSpPr>
          <p:spPr>
            <a:xfrm>
              <a:off x="7818727" y="258602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rgbClr val="FFFFFF"/>
              </a:solidFill>
              <a:custDash>
                <a:ds d="675000" sp="675000"/>
              </a:custDash>
              <a:miter/>
            </a:ln>
          </p:spPr>
          <p:txBody>
            <a:bodyPr rtlCol="0" anchor="ctr"/>
            <a:lstStyle/>
            <a:p>
              <a:endParaRPr lang="en-US"/>
            </a:p>
          </p:txBody>
        </p:sp>
        <p:sp>
          <p:nvSpPr>
            <p:cNvPr id="1905" name="Freeform: Shape 1904">
              <a:extLst>
                <a:ext uri="{FF2B5EF4-FFF2-40B4-BE49-F238E27FC236}">
                  <a16:creationId xmlns:a16="http://schemas.microsoft.com/office/drawing/2014/main" id="{11F7F4C0-96C5-7509-74DD-1EA11B0A93F8}"/>
                </a:ext>
              </a:extLst>
            </p:cNvPr>
            <p:cNvSpPr/>
            <p:nvPr/>
          </p:nvSpPr>
          <p:spPr>
            <a:xfrm>
              <a:off x="8701645" y="258602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rgbClr val="FFFFFF"/>
              </a:solidFill>
              <a:prstDash val="solid"/>
              <a:miter/>
            </a:ln>
          </p:spPr>
          <p:txBody>
            <a:bodyPr rtlCol="0" anchor="ctr"/>
            <a:lstStyle/>
            <a:p>
              <a:endParaRPr lang="en-US"/>
            </a:p>
          </p:txBody>
        </p:sp>
        <p:sp>
          <p:nvSpPr>
            <p:cNvPr id="1906" name="Freeform: Shape 1905">
              <a:extLst>
                <a:ext uri="{FF2B5EF4-FFF2-40B4-BE49-F238E27FC236}">
                  <a16:creationId xmlns:a16="http://schemas.microsoft.com/office/drawing/2014/main" id="{42AA69C3-85BD-036C-3041-2044FBF10FC8}"/>
                </a:ext>
              </a:extLst>
            </p:cNvPr>
            <p:cNvSpPr/>
            <p:nvPr/>
          </p:nvSpPr>
          <p:spPr>
            <a:xfrm>
              <a:off x="8889189" y="258623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rgbClr val="FFFFFF"/>
              </a:solidFill>
              <a:prstDash val="solid"/>
              <a:miter/>
            </a:ln>
          </p:spPr>
          <p:txBody>
            <a:bodyPr rtlCol="0" anchor="ctr"/>
            <a:lstStyle/>
            <a:p>
              <a:endParaRPr lang="en-US"/>
            </a:p>
          </p:txBody>
        </p:sp>
        <p:sp>
          <p:nvSpPr>
            <p:cNvPr id="1907" name="Freeform: Shape 1906">
              <a:extLst>
                <a:ext uri="{FF2B5EF4-FFF2-40B4-BE49-F238E27FC236}">
                  <a16:creationId xmlns:a16="http://schemas.microsoft.com/office/drawing/2014/main" id="{AA6C497A-79C0-6E54-B6FC-5C9DFE24F84E}"/>
                </a:ext>
              </a:extLst>
            </p:cNvPr>
            <p:cNvSpPr/>
            <p:nvPr/>
          </p:nvSpPr>
          <p:spPr>
            <a:xfrm>
              <a:off x="8701645" y="275768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rgbClr val="FFFFFF"/>
              </a:solidFill>
              <a:prstDash val="solid"/>
              <a:miter/>
            </a:ln>
          </p:spPr>
          <p:txBody>
            <a:bodyPr rtlCol="0" anchor="ctr"/>
            <a:lstStyle/>
            <a:p>
              <a:endParaRPr lang="en-US"/>
            </a:p>
          </p:txBody>
        </p:sp>
        <p:sp>
          <p:nvSpPr>
            <p:cNvPr id="1908" name="Freeform: Shape 1907">
              <a:extLst>
                <a:ext uri="{FF2B5EF4-FFF2-40B4-BE49-F238E27FC236}">
                  <a16:creationId xmlns:a16="http://schemas.microsoft.com/office/drawing/2014/main" id="{8302652D-F12A-DA7A-16B7-0CC9A5ACD689}"/>
                </a:ext>
              </a:extLst>
            </p:cNvPr>
            <p:cNvSpPr/>
            <p:nvPr/>
          </p:nvSpPr>
          <p:spPr>
            <a:xfrm>
              <a:off x="8471501" y="249472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rgbClr val="FFFFFF"/>
              </a:solidFill>
              <a:prstDash val="solid"/>
              <a:miter/>
            </a:ln>
          </p:spPr>
          <p:txBody>
            <a:bodyPr rtlCol="0" anchor="ctr"/>
            <a:lstStyle/>
            <a:p>
              <a:endParaRPr lang="en-US"/>
            </a:p>
          </p:txBody>
        </p:sp>
        <p:sp>
          <p:nvSpPr>
            <p:cNvPr id="1909" name="Freeform: Shape 1908">
              <a:extLst>
                <a:ext uri="{FF2B5EF4-FFF2-40B4-BE49-F238E27FC236}">
                  <a16:creationId xmlns:a16="http://schemas.microsoft.com/office/drawing/2014/main" id="{9B06C43D-ABB6-3D49-2775-621F7D833933}"/>
                </a:ext>
              </a:extLst>
            </p:cNvPr>
            <p:cNvSpPr/>
            <p:nvPr/>
          </p:nvSpPr>
          <p:spPr>
            <a:xfrm>
              <a:off x="8530510" y="248421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0" name="Freeform: Shape 1909">
              <a:extLst>
                <a:ext uri="{FF2B5EF4-FFF2-40B4-BE49-F238E27FC236}">
                  <a16:creationId xmlns:a16="http://schemas.microsoft.com/office/drawing/2014/main" id="{487B4C7A-62A4-F80E-62CE-4828B8E03186}"/>
                </a:ext>
              </a:extLst>
            </p:cNvPr>
            <p:cNvSpPr/>
            <p:nvPr/>
          </p:nvSpPr>
          <p:spPr>
            <a:xfrm>
              <a:off x="8640954" y="233558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911" name="Freeform: Shape 1910">
              <a:extLst>
                <a:ext uri="{FF2B5EF4-FFF2-40B4-BE49-F238E27FC236}">
                  <a16:creationId xmlns:a16="http://schemas.microsoft.com/office/drawing/2014/main" id="{49DE96F1-150A-4ECB-B3F7-29C909DB6134}"/>
                </a:ext>
              </a:extLst>
            </p:cNvPr>
            <p:cNvSpPr/>
            <p:nvPr/>
          </p:nvSpPr>
          <p:spPr>
            <a:xfrm>
              <a:off x="8699857" y="232506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2" name="Freeform: Shape 1911">
              <a:extLst>
                <a:ext uri="{FF2B5EF4-FFF2-40B4-BE49-F238E27FC236}">
                  <a16:creationId xmlns:a16="http://schemas.microsoft.com/office/drawing/2014/main" id="{D0FA52F7-023A-BA7B-D3D3-B0275F69B4B3}"/>
                </a:ext>
              </a:extLst>
            </p:cNvPr>
            <p:cNvSpPr/>
            <p:nvPr/>
          </p:nvSpPr>
          <p:spPr>
            <a:xfrm>
              <a:off x="7396411" y="249336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rgbClr val="FFFFFF"/>
              </a:solidFill>
              <a:prstDash val="solid"/>
              <a:miter/>
            </a:ln>
          </p:spPr>
          <p:txBody>
            <a:bodyPr rtlCol="0" anchor="ctr"/>
            <a:lstStyle/>
            <a:p>
              <a:endParaRPr lang="en-US"/>
            </a:p>
          </p:txBody>
        </p:sp>
        <p:sp>
          <p:nvSpPr>
            <p:cNvPr id="1913" name="Freeform: Shape 1912">
              <a:extLst>
                <a:ext uri="{FF2B5EF4-FFF2-40B4-BE49-F238E27FC236}">
                  <a16:creationId xmlns:a16="http://schemas.microsoft.com/office/drawing/2014/main" id="{1E2E2A6E-E293-8AEF-5F73-8DE85F7E60DD}"/>
                </a:ext>
              </a:extLst>
            </p:cNvPr>
            <p:cNvSpPr/>
            <p:nvPr/>
          </p:nvSpPr>
          <p:spPr>
            <a:xfrm>
              <a:off x="7455419" y="248284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4" name="Freeform: Shape 1913">
              <a:extLst>
                <a:ext uri="{FF2B5EF4-FFF2-40B4-BE49-F238E27FC236}">
                  <a16:creationId xmlns:a16="http://schemas.microsoft.com/office/drawing/2014/main" id="{EEB7B6FE-FDD7-31FC-3638-CA6015310CF0}"/>
                </a:ext>
              </a:extLst>
            </p:cNvPr>
            <p:cNvSpPr/>
            <p:nvPr/>
          </p:nvSpPr>
          <p:spPr>
            <a:xfrm>
              <a:off x="7540303" y="233432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915" name="Freeform: Shape 1914">
              <a:extLst>
                <a:ext uri="{FF2B5EF4-FFF2-40B4-BE49-F238E27FC236}">
                  <a16:creationId xmlns:a16="http://schemas.microsoft.com/office/drawing/2014/main" id="{5EE469AC-165D-D862-39E5-26A0584CCB88}"/>
                </a:ext>
              </a:extLst>
            </p:cNvPr>
            <p:cNvSpPr/>
            <p:nvPr/>
          </p:nvSpPr>
          <p:spPr>
            <a:xfrm>
              <a:off x="7599207" y="232380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6" name="Freeform: Shape 1915">
              <a:extLst>
                <a:ext uri="{FF2B5EF4-FFF2-40B4-BE49-F238E27FC236}">
                  <a16:creationId xmlns:a16="http://schemas.microsoft.com/office/drawing/2014/main" id="{0A68903A-6EE4-DA28-2DC0-70C0116CC34E}"/>
                </a:ext>
              </a:extLst>
            </p:cNvPr>
            <p:cNvSpPr/>
            <p:nvPr/>
          </p:nvSpPr>
          <p:spPr>
            <a:xfrm>
              <a:off x="8863629" y="242046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rgbClr val="FFFFFF"/>
              </a:solidFill>
              <a:prstDash val="solid"/>
              <a:miter/>
            </a:ln>
          </p:spPr>
          <p:txBody>
            <a:bodyPr rtlCol="0" anchor="ctr"/>
            <a:lstStyle/>
            <a:p>
              <a:endParaRPr lang="en-US"/>
            </a:p>
          </p:txBody>
        </p:sp>
        <p:sp>
          <p:nvSpPr>
            <p:cNvPr id="1919" name="Freeform: Shape 1918">
              <a:extLst>
                <a:ext uri="{FF2B5EF4-FFF2-40B4-BE49-F238E27FC236}">
                  <a16:creationId xmlns:a16="http://schemas.microsoft.com/office/drawing/2014/main" id="{50D043B6-A7E9-F4E9-4A50-829B5C8E4FF8}"/>
                </a:ext>
              </a:extLst>
            </p:cNvPr>
            <p:cNvSpPr/>
            <p:nvPr/>
          </p:nvSpPr>
          <p:spPr>
            <a:xfrm>
              <a:off x="6858287" y="282080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rgbClr val="333333"/>
              </a:solidFill>
              <a:prstDash val="solid"/>
              <a:miter/>
            </a:ln>
          </p:spPr>
          <p:txBody>
            <a:bodyPr rtlCol="0" anchor="ctr"/>
            <a:lstStyle/>
            <a:p>
              <a:endParaRPr lang="en-US"/>
            </a:p>
          </p:txBody>
        </p:sp>
        <p:sp>
          <p:nvSpPr>
            <p:cNvPr id="1920" name="Freeform: Shape 1919">
              <a:extLst>
                <a:ext uri="{FF2B5EF4-FFF2-40B4-BE49-F238E27FC236}">
                  <a16:creationId xmlns:a16="http://schemas.microsoft.com/office/drawing/2014/main" id="{3EA431F9-7081-B171-9395-F0512FB7ECFB}"/>
                </a:ext>
              </a:extLst>
            </p:cNvPr>
            <p:cNvSpPr/>
            <p:nvPr/>
          </p:nvSpPr>
          <p:spPr>
            <a:xfrm>
              <a:off x="7448477" y="215813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rgbClr val="333333"/>
              </a:solidFill>
              <a:prstDash val="solid"/>
              <a:miter/>
            </a:ln>
          </p:spPr>
          <p:txBody>
            <a:bodyPr rtlCol="0" anchor="ctr"/>
            <a:lstStyle/>
            <a:p>
              <a:endParaRPr lang="en-US"/>
            </a:p>
          </p:txBody>
        </p:sp>
        <p:grpSp>
          <p:nvGrpSpPr>
            <p:cNvPr id="1924" name="Group 1923">
              <a:extLst>
                <a:ext uri="{FF2B5EF4-FFF2-40B4-BE49-F238E27FC236}">
                  <a16:creationId xmlns:a16="http://schemas.microsoft.com/office/drawing/2014/main" id="{0443C0FC-DA9E-2F76-09A4-2DB00E6B3077}"/>
                </a:ext>
              </a:extLst>
            </p:cNvPr>
            <p:cNvGrpSpPr/>
            <p:nvPr/>
          </p:nvGrpSpPr>
          <p:grpSpPr>
            <a:xfrm rot="10800000">
              <a:off x="9365116" y="2547585"/>
              <a:ext cx="242005" cy="43678"/>
              <a:chOff x="7979724" y="3580291"/>
              <a:chExt cx="242005" cy="43678"/>
            </a:xfrm>
          </p:grpSpPr>
          <p:sp>
            <p:nvSpPr>
              <p:cNvPr id="1925" name="Oval 1924">
                <a:extLst>
                  <a:ext uri="{FF2B5EF4-FFF2-40B4-BE49-F238E27FC236}">
                    <a16:creationId xmlns:a16="http://schemas.microsoft.com/office/drawing/2014/main" id="{2591C7E0-74B9-8678-0A9F-811BEAD1D53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Oval 1925">
                <a:extLst>
                  <a:ext uri="{FF2B5EF4-FFF2-40B4-BE49-F238E27FC236}">
                    <a16:creationId xmlns:a16="http://schemas.microsoft.com/office/drawing/2014/main" id="{FFDB210A-A676-8135-AED8-17223DC9D37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Oval 1926">
                <a:extLst>
                  <a:ext uri="{FF2B5EF4-FFF2-40B4-BE49-F238E27FC236}">
                    <a16:creationId xmlns:a16="http://schemas.microsoft.com/office/drawing/2014/main" id="{F240E30B-1B95-53A6-BE5C-48D9A39031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Oval 1927">
                <a:extLst>
                  <a:ext uri="{FF2B5EF4-FFF2-40B4-BE49-F238E27FC236}">
                    <a16:creationId xmlns:a16="http://schemas.microsoft.com/office/drawing/2014/main" id="{CD25A523-7DAC-701A-2446-9962867A20F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9" name="Oval 1928">
                <a:extLst>
                  <a:ext uri="{FF2B5EF4-FFF2-40B4-BE49-F238E27FC236}">
                    <a16:creationId xmlns:a16="http://schemas.microsoft.com/office/drawing/2014/main" id="{93EB26C7-EBC4-0744-4392-7EFE69843F6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0" name="Oval 1929">
                <a:extLst>
                  <a:ext uri="{FF2B5EF4-FFF2-40B4-BE49-F238E27FC236}">
                    <a16:creationId xmlns:a16="http://schemas.microsoft.com/office/drawing/2014/main" id="{E23DFB19-D831-F8AA-1012-C44E61C8538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Oval 1930">
                <a:extLst>
                  <a:ext uri="{FF2B5EF4-FFF2-40B4-BE49-F238E27FC236}">
                    <a16:creationId xmlns:a16="http://schemas.microsoft.com/office/drawing/2014/main" id="{A4129D66-CC83-8912-D9B7-76C098099A7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Oval 1931">
                <a:extLst>
                  <a:ext uri="{FF2B5EF4-FFF2-40B4-BE49-F238E27FC236}">
                    <a16:creationId xmlns:a16="http://schemas.microsoft.com/office/drawing/2014/main" id="{A442FE0F-C198-0391-D967-2C0C3BF1AF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33" name="Group 1932">
              <a:extLst>
                <a:ext uri="{FF2B5EF4-FFF2-40B4-BE49-F238E27FC236}">
                  <a16:creationId xmlns:a16="http://schemas.microsoft.com/office/drawing/2014/main" id="{8EE29674-1DD9-59A3-025E-71C68D9FC51D}"/>
                </a:ext>
              </a:extLst>
            </p:cNvPr>
            <p:cNvGrpSpPr/>
            <p:nvPr/>
          </p:nvGrpSpPr>
          <p:grpSpPr>
            <a:xfrm rot="10800000">
              <a:off x="8882310" y="2400759"/>
              <a:ext cx="242005" cy="43678"/>
              <a:chOff x="7979724" y="3580291"/>
              <a:chExt cx="242005" cy="43678"/>
            </a:xfrm>
          </p:grpSpPr>
          <p:sp>
            <p:nvSpPr>
              <p:cNvPr id="1934" name="Oval 1933">
                <a:extLst>
                  <a:ext uri="{FF2B5EF4-FFF2-40B4-BE49-F238E27FC236}">
                    <a16:creationId xmlns:a16="http://schemas.microsoft.com/office/drawing/2014/main" id="{6E33E903-F801-E02D-B036-E8FA7688A80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Oval 1934">
                <a:extLst>
                  <a:ext uri="{FF2B5EF4-FFF2-40B4-BE49-F238E27FC236}">
                    <a16:creationId xmlns:a16="http://schemas.microsoft.com/office/drawing/2014/main" id="{DAA08C41-7BF3-4AF5-533F-E64DC2F2012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6" name="Oval 1935">
                <a:extLst>
                  <a:ext uri="{FF2B5EF4-FFF2-40B4-BE49-F238E27FC236}">
                    <a16:creationId xmlns:a16="http://schemas.microsoft.com/office/drawing/2014/main" id="{FF738634-8CD0-08D4-435F-B419B1F6AF0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Oval 1936">
                <a:extLst>
                  <a:ext uri="{FF2B5EF4-FFF2-40B4-BE49-F238E27FC236}">
                    <a16:creationId xmlns:a16="http://schemas.microsoft.com/office/drawing/2014/main" id="{0CAD8803-319E-AEF1-9C70-82E52822C65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Oval 1937">
                <a:extLst>
                  <a:ext uri="{FF2B5EF4-FFF2-40B4-BE49-F238E27FC236}">
                    <a16:creationId xmlns:a16="http://schemas.microsoft.com/office/drawing/2014/main" id="{32B6B841-8FA8-E7A8-DEC1-72A7F1F4DDE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Oval 1938">
                <a:extLst>
                  <a:ext uri="{FF2B5EF4-FFF2-40B4-BE49-F238E27FC236}">
                    <a16:creationId xmlns:a16="http://schemas.microsoft.com/office/drawing/2014/main" id="{D3190509-8713-9AEE-5D0E-E4FF08CFD24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Oval 1939">
                <a:extLst>
                  <a:ext uri="{FF2B5EF4-FFF2-40B4-BE49-F238E27FC236}">
                    <a16:creationId xmlns:a16="http://schemas.microsoft.com/office/drawing/2014/main" id="{9366E321-6AA6-A484-3BC1-F7E0EC939DE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Oval 1940">
                <a:extLst>
                  <a:ext uri="{FF2B5EF4-FFF2-40B4-BE49-F238E27FC236}">
                    <a16:creationId xmlns:a16="http://schemas.microsoft.com/office/drawing/2014/main" id="{C9712862-438F-CFB7-7421-1A929BD5E5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42" name="Group 1941">
              <a:extLst>
                <a:ext uri="{FF2B5EF4-FFF2-40B4-BE49-F238E27FC236}">
                  <a16:creationId xmlns:a16="http://schemas.microsoft.com/office/drawing/2014/main" id="{289694A8-93CA-0EA4-72BB-88F11A730CD8}"/>
                </a:ext>
              </a:extLst>
            </p:cNvPr>
            <p:cNvGrpSpPr/>
            <p:nvPr/>
          </p:nvGrpSpPr>
          <p:grpSpPr>
            <a:xfrm>
              <a:off x="9124736" y="2384038"/>
              <a:ext cx="242005" cy="43678"/>
              <a:chOff x="7979724" y="3580291"/>
              <a:chExt cx="242005" cy="43678"/>
            </a:xfrm>
          </p:grpSpPr>
          <p:sp>
            <p:nvSpPr>
              <p:cNvPr id="1943" name="Oval 1942">
                <a:extLst>
                  <a:ext uri="{FF2B5EF4-FFF2-40B4-BE49-F238E27FC236}">
                    <a16:creationId xmlns:a16="http://schemas.microsoft.com/office/drawing/2014/main" id="{ADE15015-9A64-FD43-58FA-75D8B9E85F0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Oval 1943">
                <a:extLst>
                  <a:ext uri="{FF2B5EF4-FFF2-40B4-BE49-F238E27FC236}">
                    <a16:creationId xmlns:a16="http://schemas.microsoft.com/office/drawing/2014/main" id="{313FEBE6-A556-6982-78DB-835FC2734A3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Oval 1944">
                <a:extLst>
                  <a:ext uri="{FF2B5EF4-FFF2-40B4-BE49-F238E27FC236}">
                    <a16:creationId xmlns:a16="http://schemas.microsoft.com/office/drawing/2014/main" id="{BB66953B-75CE-035A-4761-41B5B6A811D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Oval 1945">
                <a:extLst>
                  <a:ext uri="{FF2B5EF4-FFF2-40B4-BE49-F238E27FC236}">
                    <a16:creationId xmlns:a16="http://schemas.microsoft.com/office/drawing/2014/main" id="{918A8569-EDC6-800B-2799-E248F2939C9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Oval 1946">
                <a:extLst>
                  <a:ext uri="{FF2B5EF4-FFF2-40B4-BE49-F238E27FC236}">
                    <a16:creationId xmlns:a16="http://schemas.microsoft.com/office/drawing/2014/main" id="{7B143556-DAE4-BA3D-1709-4C935662BEC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 name="Oval 1947">
                <a:extLst>
                  <a:ext uri="{FF2B5EF4-FFF2-40B4-BE49-F238E27FC236}">
                    <a16:creationId xmlns:a16="http://schemas.microsoft.com/office/drawing/2014/main" id="{C1F01F42-CC8A-771B-80F1-5317C37B45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9" name="Oval 1948">
                <a:extLst>
                  <a:ext uri="{FF2B5EF4-FFF2-40B4-BE49-F238E27FC236}">
                    <a16:creationId xmlns:a16="http://schemas.microsoft.com/office/drawing/2014/main" id="{4CBA5361-D4C2-B6BB-BB47-BD8F49E2450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Oval 1949">
                <a:extLst>
                  <a:ext uri="{FF2B5EF4-FFF2-40B4-BE49-F238E27FC236}">
                    <a16:creationId xmlns:a16="http://schemas.microsoft.com/office/drawing/2014/main" id="{637C93D5-B304-0A27-FC22-02E4BE65907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51" name="Group 1950">
              <a:extLst>
                <a:ext uri="{FF2B5EF4-FFF2-40B4-BE49-F238E27FC236}">
                  <a16:creationId xmlns:a16="http://schemas.microsoft.com/office/drawing/2014/main" id="{3F731B6F-C4E1-F02C-1861-534818D653A4}"/>
                </a:ext>
              </a:extLst>
            </p:cNvPr>
            <p:cNvGrpSpPr/>
            <p:nvPr/>
          </p:nvGrpSpPr>
          <p:grpSpPr>
            <a:xfrm rot="10800000">
              <a:off x="9454868" y="2389419"/>
              <a:ext cx="242005" cy="46723"/>
              <a:chOff x="7979724" y="3580291"/>
              <a:chExt cx="242005" cy="43678"/>
            </a:xfrm>
          </p:grpSpPr>
          <p:sp>
            <p:nvSpPr>
              <p:cNvPr id="1952" name="Oval 1951">
                <a:extLst>
                  <a:ext uri="{FF2B5EF4-FFF2-40B4-BE49-F238E27FC236}">
                    <a16:creationId xmlns:a16="http://schemas.microsoft.com/office/drawing/2014/main" id="{B889D8CB-13AB-F90E-BA8F-359574FD42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Oval 1952">
                <a:extLst>
                  <a:ext uri="{FF2B5EF4-FFF2-40B4-BE49-F238E27FC236}">
                    <a16:creationId xmlns:a16="http://schemas.microsoft.com/office/drawing/2014/main" id="{33623ADE-D1E8-2AD2-6B1F-8BE102C4BD3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Oval 1953">
                <a:extLst>
                  <a:ext uri="{FF2B5EF4-FFF2-40B4-BE49-F238E27FC236}">
                    <a16:creationId xmlns:a16="http://schemas.microsoft.com/office/drawing/2014/main" id="{3ECCF99A-7BB8-B801-5ED9-1DE86AF95FD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5" name="Oval 1954">
                <a:extLst>
                  <a:ext uri="{FF2B5EF4-FFF2-40B4-BE49-F238E27FC236}">
                    <a16:creationId xmlns:a16="http://schemas.microsoft.com/office/drawing/2014/main" id="{14035554-5697-AC3D-95DE-0EF95346831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6" name="Oval 1955">
                <a:extLst>
                  <a:ext uri="{FF2B5EF4-FFF2-40B4-BE49-F238E27FC236}">
                    <a16:creationId xmlns:a16="http://schemas.microsoft.com/office/drawing/2014/main" id="{8C942FE8-AC2A-4E09-97F8-F862230DAC3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Oval 1956">
                <a:extLst>
                  <a:ext uri="{FF2B5EF4-FFF2-40B4-BE49-F238E27FC236}">
                    <a16:creationId xmlns:a16="http://schemas.microsoft.com/office/drawing/2014/main" id="{27EC8926-AD6C-86EA-6980-9248DBB4D64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Oval 1957">
                <a:extLst>
                  <a:ext uri="{FF2B5EF4-FFF2-40B4-BE49-F238E27FC236}">
                    <a16:creationId xmlns:a16="http://schemas.microsoft.com/office/drawing/2014/main" id="{453D1BA1-280A-EE7D-4C1E-873F732F9B6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Oval 1958">
                <a:extLst>
                  <a:ext uri="{FF2B5EF4-FFF2-40B4-BE49-F238E27FC236}">
                    <a16:creationId xmlns:a16="http://schemas.microsoft.com/office/drawing/2014/main" id="{4D2CAA2B-5BC4-035C-B4C7-45FFE545FD4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0" name="Group 1959">
              <a:extLst>
                <a:ext uri="{FF2B5EF4-FFF2-40B4-BE49-F238E27FC236}">
                  <a16:creationId xmlns:a16="http://schemas.microsoft.com/office/drawing/2014/main" id="{78C04396-912A-B08E-AE48-B7F6AAD3602E}"/>
                </a:ext>
              </a:extLst>
            </p:cNvPr>
            <p:cNvGrpSpPr/>
            <p:nvPr/>
          </p:nvGrpSpPr>
          <p:grpSpPr>
            <a:xfrm>
              <a:off x="9383711" y="2390235"/>
              <a:ext cx="242005" cy="43678"/>
              <a:chOff x="7979724" y="3580291"/>
              <a:chExt cx="242005" cy="43678"/>
            </a:xfrm>
          </p:grpSpPr>
          <p:sp>
            <p:nvSpPr>
              <p:cNvPr id="1961" name="Oval 1960">
                <a:extLst>
                  <a:ext uri="{FF2B5EF4-FFF2-40B4-BE49-F238E27FC236}">
                    <a16:creationId xmlns:a16="http://schemas.microsoft.com/office/drawing/2014/main" id="{76DAC2DB-2F30-F560-3CFE-8197B1CD9D2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2" name="Oval 1961">
                <a:extLst>
                  <a:ext uri="{FF2B5EF4-FFF2-40B4-BE49-F238E27FC236}">
                    <a16:creationId xmlns:a16="http://schemas.microsoft.com/office/drawing/2014/main" id="{2BD98779-246C-CFC3-D179-8E322506856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3" name="Oval 1962">
                <a:extLst>
                  <a:ext uri="{FF2B5EF4-FFF2-40B4-BE49-F238E27FC236}">
                    <a16:creationId xmlns:a16="http://schemas.microsoft.com/office/drawing/2014/main" id="{643D5C20-693F-2A62-80CE-FD7F5CC674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4" name="Oval 1963">
                <a:extLst>
                  <a:ext uri="{FF2B5EF4-FFF2-40B4-BE49-F238E27FC236}">
                    <a16:creationId xmlns:a16="http://schemas.microsoft.com/office/drawing/2014/main" id="{9D162675-1ADA-6E64-BAD5-F203D29DD83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5" name="Oval 1964">
                <a:extLst>
                  <a:ext uri="{FF2B5EF4-FFF2-40B4-BE49-F238E27FC236}">
                    <a16:creationId xmlns:a16="http://schemas.microsoft.com/office/drawing/2014/main" id="{0605C0EF-32A9-188A-E7BC-2CF6C4F42B9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6" name="Oval 1965">
                <a:extLst>
                  <a:ext uri="{FF2B5EF4-FFF2-40B4-BE49-F238E27FC236}">
                    <a16:creationId xmlns:a16="http://schemas.microsoft.com/office/drawing/2014/main" id="{C494E17F-1EDB-2919-BC3A-EFC5EF4E13A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7" name="Oval 1966">
                <a:extLst>
                  <a:ext uri="{FF2B5EF4-FFF2-40B4-BE49-F238E27FC236}">
                    <a16:creationId xmlns:a16="http://schemas.microsoft.com/office/drawing/2014/main" id="{D4756635-9F17-C72E-C86A-F2D93A23D60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8" name="Oval 1967">
                <a:extLst>
                  <a:ext uri="{FF2B5EF4-FFF2-40B4-BE49-F238E27FC236}">
                    <a16:creationId xmlns:a16="http://schemas.microsoft.com/office/drawing/2014/main" id="{8DF92FED-E812-72C6-940F-A89CAD9789A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9" name="Group 1968">
              <a:extLst>
                <a:ext uri="{FF2B5EF4-FFF2-40B4-BE49-F238E27FC236}">
                  <a16:creationId xmlns:a16="http://schemas.microsoft.com/office/drawing/2014/main" id="{A03BDE2C-F353-9179-6D63-87D972FA50F7}"/>
                </a:ext>
              </a:extLst>
            </p:cNvPr>
            <p:cNvGrpSpPr/>
            <p:nvPr/>
          </p:nvGrpSpPr>
          <p:grpSpPr>
            <a:xfrm rot="10800000">
              <a:off x="8581718" y="2393619"/>
              <a:ext cx="242005" cy="46723"/>
              <a:chOff x="7979724" y="3580291"/>
              <a:chExt cx="242005" cy="43678"/>
            </a:xfrm>
          </p:grpSpPr>
          <p:sp>
            <p:nvSpPr>
              <p:cNvPr id="1970" name="Oval 1969">
                <a:extLst>
                  <a:ext uri="{FF2B5EF4-FFF2-40B4-BE49-F238E27FC236}">
                    <a16:creationId xmlns:a16="http://schemas.microsoft.com/office/drawing/2014/main" id="{0B823666-3CA6-DC01-4A8F-C89E3F3CABF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1" name="Oval 1970">
                <a:extLst>
                  <a:ext uri="{FF2B5EF4-FFF2-40B4-BE49-F238E27FC236}">
                    <a16:creationId xmlns:a16="http://schemas.microsoft.com/office/drawing/2014/main" id="{4FE9E448-152E-7109-079B-97CC08BB99A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2" name="Oval 1971">
                <a:extLst>
                  <a:ext uri="{FF2B5EF4-FFF2-40B4-BE49-F238E27FC236}">
                    <a16:creationId xmlns:a16="http://schemas.microsoft.com/office/drawing/2014/main" id="{7B65D1F2-9193-E83B-F97E-BF2F5730871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Oval 1972">
                <a:extLst>
                  <a:ext uri="{FF2B5EF4-FFF2-40B4-BE49-F238E27FC236}">
                    <a16:creationId xmlns:a16="http://schemas.microsoft.com/office/drawing/2014/main" id="{56582085-0586-26C6-FA6B-96E66998923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4" name="Oval 1973">
                <a:extLst>
                  <a:ext uri="{FF2B5EF4-FFF2-40B4-BE49-F238E27FC236}">
                    <a16:creationId xmlns:a16="http://schemas.microsoft.com/office/drawing/2014/main" id="{A8588569-51A3-857A-20E9-FF33C651014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5" name="Oval 1974">
                <a:extLst>
                  <a:ext uri="{FF2B5EF4-FFF2-40B4-BE49-F238E27FC236}">
                    <a16:creationId xmlns:a16="http://schemas.microsoft.com/office/drawing/2014/main" id="{44A65EEA-5C3D-9C25-5BAD-35BC7C414C2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Oval 1975">
                <a:extLst>
                  <a:ext uri="{FF2B5EF4-FFF2-40B4-BE49-F238E27FC236}">
                    <a16:creationId xmlns:a16="http://schemas.microsoft.com/office/drawing/2014/main" id="{97C68F5C-9A30-29E8-DF18-A0C933A93CD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Oval 1976">
                <a:extLst>
                  <a:ext uri="{FF2B5EF4-FFF2-40B4-BE49-F238E27FC236}">
                    <a16:creationId xmlns:a16="http://schemas.microsoft.com/office/drawing/2014/main" id="{507E6870-4127-D4E9-DFA2-0631229FFF7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8" name="Group 1977">
              <a:extLst>
                <a:ext uri="{FF2B5EF4-FFF2-40B4-BE49-F238E27FC236}">
                  <a16:creationId xmlns:a16="http://schemas.microsoft.com/office/drawing/2014/main" id="{641A70C9-4052-6941-25F0-A4EBA451C8C3}"/>
                </a:ext>
              </a:extLst>
            </p:cNvPr>
            <p:cNvGrpSpPr/>
            <p:nvPr/>
          </p:nvGrpSpPr>
          <p:grpSpPr>
            <a:xfrm>
              <a:off x="8510561" y="2394435"/>
              <a:ext cx="242005" cy="43678"/>
              <a:chOff x="7979724" y="3580291"/>
              <a:chExt cx="242005" cy="43678"/>
            </a:xfrm>
          </p:grpSpPr>
          <p:sp>
            <p:nvSpPr>
              <p:cNvPr id="1979" name="Oval 1978">
                <a:extLst>
                  <a:ext uri="{FF2B5EF4-FFF2-40B4-BE49-F238E27FC236}">
                    <a16:creationId xmlns:a16="http://schemas.microsoft.com/office/drawing/2014/main" id="{67C53950-3398-1217-1DDA-33B7FE4F87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0" name="Oval 1979">
                <a:extLst>
                  <a:ext uri="{FF2B5EF4-FFF2-40B4-BE49-F238E27FC236}">
                    <a16:creationId xmlns:a16="http://schemas.microsoft.com/office/drawing/2014/main" id="{B9C4CC2C-EFE8-F9B6-EBF4-737EE409C82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1" name="Oval 1980">
                <a:extLst>
                  <a:ext uri="{FF2B5EF4-FFF2-40B4-BE49-F238E27FC236}">
                    <a16:creationId xmlns:a16="http://schemas.microsoft.com/office/drawing/2014/main" id="{63CF6444-F4A9-A5A5-3973-621CF07C8A6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2" name="Oval 1981">
                <a:extLst>
                  <a:ext uri="{FF2B5EF4-FFF2-40B4-BE49-F238E27FC236}">
                    <a16:creationId xmlns:a16="http://schemas.microsoft.com/office/drawing/2014/main" id="{E196514C-9185-4D78-0C4A-55855CE31BF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3" name="Oval 1982">
                <a:extLst>
                  <a:ext uri="{FF2B5EF4-FFF2-40B4-BE49-F238E27FC236}">
                    <a16:creationId xmlns:a16="http://schemas.microsoft.com/office/drawing/2014/main" id="{58957DCF-C9CC-6796-DF0B-6E5F61FCCFD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4" name="Oval 1983">
                <a:extLst>
                  <a:ext uri="{FF2B5EF4-FFF2-40B4-BE49-F238E27FC236}">
                    <a16:creationId xmlns:a16="http://schemas.microsoft.com/office/drawing/2014/main" id="{54120474-95B5-2C11-CA21-612282E58D6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5" name="Oval 1984">
                <a:extLst>
                  <a:ext uri="{FF2B5EF4-FFF2-40B4-BE49-F238E27FC236}">
                    <a16:creationId xmlns:a16="http://schemas.microsoft.com/office/drawing/2014/main" id="{A1991729-9301-DA78-479E-1FBA2168973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6" name="Oval 1985">
                <a:extLst>
                  <a:ext uri="{FF2B5EF4-FFF2-40B4-BE49-F238E27FC236}">
                    <a16:creationId xmlns:a16="http://schemas.microsoft.com/office/drawing/2014/main" id="{500397E3-8642-EBF6-A16D-A2B8C06070A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7" name="Group 1986">
              <a:extLst>
                <a:ext uri="{FF2B5EF4-FFF2-40B4-BE49-F238E27FC236}">
                  <a16:creationId xmlns:a16="http://schemas.microsoft.com/office/drawing/2014/main" id="{4386DEC0-8CDA-67A9-009A-B005E2F4CB93}"/>
                </a:ext>
              </a:extLst>
            </p:cNvPr>
            <p:cNvGrpSpPr/>
            <p:nvPr/>
          </p:nvGrpSpPr>
          <p:grpSpPr>
            <a:xfrm rot="10800000">
              <a:off x="8886660" y="2376171"/>
              <a:ext cx="242005" cy="46723"/>
              <a:chOff x="7979724" y="3580291"/>
              <a:chExt cx="242005" cy="43678"/>
            </a:xfrm>
          </p:grpSpPr>
          <p:sp>
            <p:nvSpPr>
              <p:cNvPr id="1988" name="Oval 1987">
                <a:extLst>
                  <a:ext uri="{FF2B5EF4-FFF2-40B4-BE49-F238E27FC236}">
                    <a16:creationId xmlns:a16="http://schemas.microsoft.com/office/drawing/2014/main" id="{01C7786B-A37D-198F-29D3-E070B327B35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9" name="Oval 1988">
                <a:extLst>
                  <a:ext uri="{FF2B5EF4-FFF2-40B4-BE49-F238E27FC236}">
                    <a16:creationId xmlns:a16="http://schemas.microsoft.com/office/drawing/2014/main" id="{06D24B87-1DE2-4A97-7FE4-71DBE77D21D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0" name="Oval 1989">
                <a:extLst>
                  <a:ext uri="{FF2B5EF4-FFF2-40B4-BE49-F238E27FC236}">
                    <a16:creationId xmlns:a16="http://schemas.microsoft.com/office/drawing/2014/main" id="{EDB4E1D3-0FA1-24C2-EDB8-786B9177C6B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1" name="Oval 1990">
                <a:extLst>
                  <a:ext uri="{FF2B5EF4-FFF2-40B4-BE49-F238E27FC236}">
                    <a16:creationId xmlns:a16="http://schemas.microsoft.com/office/drawing/2014/main" id="{8BC7F047-813F-F10B-7930-4B079A09B1E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2" name="Oval 1991">
                <a:extLst>
                  <a:ext uri="{FF2B5EF4-FFF2-40B4-BE49-F238E27FC236}">
                    <a16:creationId xmlns:a16="http://schemas.microsoft.com/office/drawing/2014/main" id="{CEF772FB-DF7D-4742-A004-BB001223A94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3" name="Oval 1992">
                <a:extLst>
                  <a:ext uri="{FF2B5EF4-FFF2-40B4-BE49-F238E27FC236}">
                    <a16:creationId xmlns:a16="http://schemas.microsoft.com/office/drawing/2014/main" id="{2C5735FA-D087-8A72-DA58-F73E7AFBD13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4" name="Oval 1993">
                <a:extLst>
                  <a:ext uri="{FF2B5EF4-FFF2-40B4-BE49-F238E27FC236}">
                    <a16:creationId xmlns:a16="http://schemas.microsoft.com/office/drawing/2014/main" id="{79644245-9B43-BF40-0252-C6A339E925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5" name="Oval 1994">
                <a:extLst>
                  <a:ext uri="{FF2B5EF4-FFF2-40B4-BE49-F238E27FC236}">
                    <a16:creationId xmlns:a16="http://schemas.microsoft.com/office/drawing/2014/main" id="{122B6187-2DCD-DE9E-615B-378CEC87FF6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6" name="Group 1995">
              <a:extLst>
                <a:ext uri="{FF2B5EF4-FFF2-40B4-BE49-F238E27FC236}">
                  <a16:creationId xmlns:a16="http://schemas.microsoft.com/office/drawing/2014/main" id="{A488358C-B6D5-98BB-45FB-FF12DDF95044}"/>
                </a:ext>
              </a:extLst>
            </p:cNvPr>
            <p:cNvGrpSpPr/>
            <p:nvPr/>
          </p:nvGrpSpPr>
          <p:grpSpPr>
            <a:xfrm rot="10800000">
              <a:off x="9225989" y="2617456"/>
              <a:ext cx="242005" cy="46723"/>
              <a:chOff x="7979724" y="3580291"/>
              <a:chExt cx="242005" cy="43678"/>
            </a:xfrm>
          </p:grpSpPr>
          <p:sp>
            <p:nvSpPr>
              <p:cNvPr id="1997" name="Oval 1996">
                <a:extLst>
                  <a:ext uri="{FF2B5EF4-FFF2-40B4-BE49-F238E27FC236}">
                    <a16:creationId xmlns:a16="http://schemas.microsoft.com/office/drawing/2014/main" id="{1BA8CB8E-9CDB-2ED6-D140-D324AF207FC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8" name="Oval 1997">
                <a:extLst>
                  <a:ext uri="{FF2B5EF4-FFF2-40B4-BE49-F238E27FC236}">
                    <a16:creationId xmlns:a16="http://schemas.microsoft.com/office/drawing/2014/main" id="{2ECD2371-F8FC-1108-DCBF-048FEA3EACE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9" name="Oval 1998">
                <a:extLst>
                  <a:ext uri="{FF2B5EF4-FFF2-40B4-BE49-F238E27FC236}">
                    <a16:creationId xmlns:a16="http://schemas.microsoft.com/office/drawing/2014/main" id="{033CE3F9-3599-1851-CEB1-22A04EF2BB8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0" name="Oval 1999">
                <a:extLst>
                  <a:ext uri="{FF2B5EF4-FFF2-40B4-BE49-F238E27FC236}">
                    <a16:creationId xmlns:a16="http://schemas.microsoft.com/office/drawing/2014/main" id="{C37DAAB5-39AF-6B64-145E-75DA182AA34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1" name="Oval 2000">
                <a:extLst>
                  <a:ext uri="{FF2B5EF4-FFF2-40B4-BE49-F238E27FC236}">
                    <a16:creationId xmlns:a16="http://schemas.microsoft.com/office/drawing/2014/main" id="{93DA427B-A228-39B4-64D2-76274058FD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2" name="Oval 2001">
                <a:extLst>
                  <a:ext uri="{FF2B5EF4-FFF2-40B4-BE49-F238E27FC236}">
                    <a16:creationId xmlns:a16="http://schemas.microsoft.com/office/drawing/2014/main" id="{B0F98F11-18BF-351A-826D-AC2D14BF057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 name="Oval 2002">
                <a:extLst>
                  <a:ext uri="{FF2B5EF4-FFF2-40B4-BE49-F238E27FC236}">
                    <a16:creationId xmlns:a16="http://schemas.microsoft.com/office/drawing/2014/main" id="{AF12EB58-9230-1249-CA03-2C226CFA84C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4" name="Oval 2003">
                <a:extLst>
                  <a:ext uri="{FF2B5EF4-FFF2-40B4-BE49-F238E27FC236}">
                    <a16:creationId xmlns:a16="http://schemas.microsoft.com/office/drawing/2014/main" id="{C2364549-2279-2A6C-9027-EEB97EE9FBB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5" name="Group 2004">
              <a:extLst>
                <a:ext uri="{FF2B5EF4-FFF2-40B4-BE49-F238E27FC236}">
                  <a16:creationId xmlns:a16="http://schemas.microsoft.com/office/drawing/2014/main" id="{4614E7F6-C28F-A026-0FEE-4EE216568903}"/>
                </a:ext>
              </a:extLst>
            </p:cNvPr>
            <p:cNvGrpSpPr/>
            <p:nvPr/>
          </p:nvGrpSpPr>
          <p:grpSpPr>
            <a:xfrm rot="10800000">
              <a:off x="9165352" y="2560616"/>
              <a:ext cx="242005" cy="46723"/>
              <a:chOff x="7979724" y="3580291"/>
              <a:chExt cx="242005" cy="43678"/>
            </a:xfrm>
          </p:grpSpPr>
          <p:sp>
            <p:nvSpPr>
              <p:cNvPr id="2006" name="Oval 2005">
                <a:extLst>
                  <a:ext uri="{FF2B5EF4-FFF2-40B4-BE49-F238E27FC236}">
                    <a16:creationId xmlns:a16="http://schemas.microsoft.com/office/drawing/2014/main" id="{8BA98A3A-5CDF-0C72-9CC5-38694D3B774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 name="Oval 2006">
                <a:extLst>
                  <a:ext uri="{FF2B5EF4-FFF2-40B4-BE49-F238E27FC236}">
                    <a16:creationId xmlns:a16="http://schemas.microsoft.com/office/drawing/2014/main" id="{A85F1C51-B61E-7EFA-3027-6A6F1095712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8" name="Oval 2007">
                <a:extLst>
                  <a:ext uri="{FF2B5EF4-FFF2-40B4-BE49-F238E27FC236}">
                    <a16:creationId xmlns:a16="http://schemas.microsoft.com/office/drawing/2014/main" id="{A713F453-0EA1-F9E6-8C6F-C4976E2BF7D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9" name="Oval 2008">
                <a:extLst>
                  <a:ext uri="{FF2B5EF4-FFF2-40B4-BE49-F238E27FC236}">
                    <a16:creationId xmlns:a16="http://schemas.microsoft.com/office/drawing/2014/main" id="{842F5BCF-3499-12D4-9D87-26DA8492D40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0" name="Oval 2009">
                <a:extLst>
                  <a:ext uri="{FF2B5EF4-FFF2-40B4-BE49-F238E27FC236}">
                    <a16:creationId xmlns:a16="http://schemas.microsoft.com/office/drawing/2014/main" id="{02AA896A-0A7C-D5C1-D67A-ACF95AC00A8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1" name="Oval 2010">
                <a:extLst>
                  <a:ext uri="{FF2B5EF4-FFF2-40B4-BE49-F238E27FC236}">
                    <a16:creationId xmlns:a16="http://schemas.microsoft.com/office/drawing/2014/main" id="{C5CA8A04-37B6-853A-7139-5FD71A14D37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2" name="Oval 2011">
                <a:extLst>
                  <a:ext uri="{FF2B5EF4-FFF2-40B4-BE49-F238E27FC236}">
                    <a16:creationId xmlns:a16="http://schemas.microsoft.com/office/drawing/2014/main" id="{5269F35A-0FB7-6275-D4C2-5DF96B35E45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3" name="Oval 2012">
                <a:extLst>
                  <a:ext uri="{FF2B5EF4-FFF2-40B4-BE49-F238E27FC236}">
                    <a16:creationId xmlns:a16="http://schemas.microsoft.com/office/drawing/2014/main" id="{59472BBC-644D-1312-5BA8-86FB9B09638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4" name="Group 2013">
              <a:extLst>
                <a:ext uri="{FF2B5EF4-FFF2-40B4-BE49-F238E27FC236}">
                  <a16:creationId xmlns:a16="http://schemas.microsoft.com/office/drawing/2014/main" id="{5FBDFD3B-228E-2BB8-BA41-4AB7C849C222}"/>
                </a:ext>
              </a:extLst>
            </p:cNvPr>
            <p:cNvGrpSpPr/>
            <p:nvPr/>
          </p:nvGrpSpPr>
          <p:grpSpPr>
            <a:xfrm rot="10800000">
              <a:off x="9098461" y="2755897"/>
              <a:ext cx="242005" cy="46723"/>
              <a:chOff x="7979724" y="3580291"/>
              <a:chExt cx="242005" cy="43678"/>
            </a:xfrm>
          </p:grpSpPr>
          <p:sp>
            <p:nvSpPr>
              <p:cNvPr id="2015" name="Oval 2014">
                <a:extLst>
                  <a:ext uri="{FF2B5EF4-FFF2-40B4-BE49-F238E27FC236}">
                    <a16:creationId xmlns:a16="http://schemas.microsoft.com/office/drawing/2014/main" id="{419D9729-0F7D-60BA-BDFF-11E9D5BF2B3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6" name="Oval 2015">
                <a:extLst>
                  <a:ext uri="{FF2B5EF4-FFF2-40B4-BE49-F238E27FC236}">
                    <a16:creationId xmlns:a16="http://schemas.microsoft.com/office/drawing/2014/main" id="{02CC547E-CE02-6BDA-7EBA-D4F1697459E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7" name="Oval 2016">
                <a:extLst>
                  <a:ext uri="{FF2B5EF4-FFF2-40B4-BE49-F238E27FC236}">
                    <a16:creationId xmlns:a16="http://schemas.microsoft.com/office/drawing/2014/main" id="{C56B4F48-95FA-626F-CF03-A8F080E8C62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8" name="Oval 2017">
                <a:extLst>
                  <a:ext uri="{FF2B5EF4-FFF2-40B4-BE49-F238E27FC236}">
                    <a16:creationId xmlns:a16="http://schemas.microsoft.com/office/drawing/2014/main" id="{6AD1D935-FB9B-85EA-EB27-9E519C1B493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9" name="Oval 2018">
                <a:extLst>
                  <a:ext uri="{FF2B5EF4-FFF2-40B4-BE49-F238E27FC236}">
                    <a16:creationId xmlns:a16="http://schemas.microsoft.com/office/drawing/2014/main" id="{5F0317B5-BD5B-944B-922E-CF246F070FC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0" name="Oval 2019">
                <a:extLst>
                  <a:ext uri="{FF2B5EF4-FFF2-40B4-BE49-F238E27FC236}">
                    <a16:creationId xmlns:a16="http://schemas.microsoft.com/office/drawing/2014/main" id="{14453A5F-3F38-115F-0985-0EBBB18D3A0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 name="Oval 2020">
                <a:extLst>
                  <a:ext uri="{FF2B5EF4-FFF2-40B4-BE49-F238E27FC236}">
                    <a16:creationId xmlns:a16="http://schemas.microsoft.com/office/drawing/2014/main" id="{728FBC31-A3BB-12E1-B238-B37361881F1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2" name="Oval 2021">
                <a:extLst>
                  <a:ext uri="{FF2B5EF4-FFF2-40B4-BE49-F238E27FC236}">
                    <a16:creationId xmlns:a16="http://schemas.microsoft.com/office/drawing/2014/main" id="{8F6480EC-C042-634D-D4B2-839DDF7C1A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3" name="Group 2022">
              <a:extLst>
                <a:ext uri="{FF2B5EF4-FFF2-40B4-BE49-F238E27FC236}">
                  <a16:creationId xmlns:a16="http://schemas.microsoft.com/office/drawing/2014/main" id="{4FCAA89A-6405-1E51-8D98-7D92A7A2AAB7}"/>
                </a:ext>
              </a:extLst>
            </p:cNvPr>
            <p:cNvGrpSpPr/>
            <p:nvPr/>
          </p:nvGrpSpPr>
          <p:grpSpPr>
            <a:xfrm>
              <a:off x="8149682" y="2734077"/>
              <a:ext cx="971545" cy="53915"/>
              <a:chOff x="5754694" y="6008041"/>
              <a:chExt cx="971545" cy="53915"/>
            </a:xfrm>
          </p:grpSpPr>
          <p:grpSp>
            <p:nvGrpSpPr>
              <p:cNvPr id="2024" name="Group 2023">
                <a:extLst>
                  <a:ext uri="{FF2B5EF4-FFF2-40B4-BE49-F238E27FC236}">
                    <a16:creationId xmlns:a16="http://schemas.microsoft.com/office/drawing/2014/main" id="{973F8205-012A-46D1-15E3-03EC467E5AA4}"/>
                  </a:ext>
                </a:extLst>
              </p:cNvPr>
              <p:cNvGrpSpPr/>
              <p:nvPr/>
            </p:nvGrpSpPr>
            <p:grpSpPr>
              <a:xfrm rot="10800000">
                <a:off x="5825851" y="6008041"/>
                <a:ext cx="242005" cy="46723"/>
                <a:chOff x="7979724" y="3580291"/>
                <a:chExt cx="242005" cy="43678"/>
              </a:xfrm>
            </p:grpSpPr>
            <p:sp>
              <p:nvSpPr>
                <p:cNvPr id="2088" name="Oval 2087">
                  <a:extLst>
                    <a:ext uri="{FF2B5EF4-FFF2-40B4-BE49-F238E27FC236}">
                      <a16:creationId xmlns:a16="http://schemas.microsoft.com/office/drawing/2014/main" id="{73F9DAFB-0C40-2137-4689-774491E921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9" name="Oval 2088">
                  <a:extLst>
                    <a:ext uri="{FF2B5EF4-FFF2-40B4-BE49-F238E27FC236}">
                      <a16:creationId xmlns:a16="http://schemas.microsoft.com/office/drawing/2014/main" id="{C3CCCFE4-01BA-A88F-E757-3D5C243E97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0" name="Oval 2089">
                  <a:extLst>
                    <a:ext uri="{FF2B5EF4-FFF2-40B4-BE49-F238E27FC236}">
                      <a16:creationId xmlns:a16="http://schemas.microsoft.com/office/drawing/2014/main" id="{CEA53807-3047-DAFD-C8DE-44443C08CAE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1" name="Oval 2090">
                  <a:extLst>
                    <a:ext uri="{FF2B5EF4-FFF2-40B4-BE49-F238E27FC236}">
                      <a16:creationId xmlns:a16="http://schemas.microsoft.com/office/drawing/2014/main" id="{68639C41-AAFA-FB62-99DB-B695E2C28EB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2" name="Oval 2091">
                  <a:extLst>
                    <a:ext uri="{FF2B5EF4-FFF2-40B4-BE49-F238E27FC236}">
                      <a16:creationId xmlns:a16="http://schemas.microsoft.com/office/drawing/2014/main" id="{0A7262C3-02E1-1037-E014-D006A132A5F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3" name="Oval 2092">
                  <a:extLst>
                    <a:ext uri="{FF2B5EF4-FFF2-40B4-BE49-F238E27FC236}">
                      <a16:creationId xmlns:a16="http://schemas.microsoft.com/office/drawing/2014/main" id="{49BB5058-B824-16E3-3371-A3A535A8F82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4" name="Oval 2093">
                  <a:extLst>
                    <a:ext uri="{FF2B5EF4-FFF2-40B4-BE49-F238E27FC236}">
                      <a16:creationId xmlns:a16="http://schemas.microsoft.com/office/drawing/2014/main" id="{5E79CC86-0B18-42A7-E3DF-209228F9611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5" name="Oval 2094">
                  <a:extLst>
                    <a:ext uri="{FF2B5EF4-FFF2-40B4-BE49-F238E27FC236}">
                      <a16:creationId xmlns:a16="http://schemas.microsoft.com/office/drawing/2014/main" id="{C523409D-6BEE-3DFF-6D8A-A72B18442E5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5" name="Group 2024">
                <a:extLst>
                  <a:ext uri="{FF2B5EF4-FFF2-40B4-BE49-F238E27FC236}">
                    <a16:creationId xmlns:a16="http://schemas.microsoft.com/office/drawing/2014/main" id="{3BCEA151-D78F-85D0-B7DB-83AF569616A8}"/>
                  </a:ext>
                </a:extLst>
              </p:cNvPr>
              <p:cNvGrpSpPr/>
              <p:nvPr/>
            </p:nvGrpSpPr>
            <p:grpSpPr>
              <a:xfrm>
                <a:off x="5754694" y="6008857"/>
                <a:ext cx="242005" cy="43678"/>
                <a:chOff x="7979724" y="3580291"/>
                <a:chExt cx="242005" cy="43678"/>
              </a:xfrm>
            </p:grpSpPr>
            <p:sp>
              <p:nvSpPr>
                <p:cNvPr id="2080" name="Oval 2079">
                  <a:extLst>
                    <a:ext uri="{FF2B5EF4-FFF2-40B4-BE49-F238E27FC236}">
                      <a16:creationId xmlns:a16="http://schemas.microsoft.com/office/drawing/2014/main" id="{2E5EC9A1-E4EC-D864-DE52-6BB570A26C4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Oval 2080">
                  <a:extLst>
                    <a:ext uri="{FF2B5EF4-FFF2-40B4-BE49-F238E27FC236}">
                      <a16:creationId xmlns:a16="http://schemas.microsoft.com/office/drawing/2014/main" id="{581EC807-01BD-4673-DE5B-2C8801D94AC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2" name="Oval 2081">
                  <a:extLst>
                    <a:ext uri="{FF2B5EF4-FFF2-40B4-BE49-F238E27FC236}">
                      <a16:creationId xmlns:a16="http://schemas.microsoft.com/office/drawing/2014/main" id="{4F736D52-1BD8-C5AE-A44E-A4E817C2ED3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Oval 2082">
                  <a:extLst>
                    <a:ext uri="{FF2B5EF4-FFF2-40B4-BE49-F238E27FC236}">
                      <a16:creationId xmlns:a16="http://schemas.microsoft.com/office/drawing/2014/main" id="{9E1FA859-394A-79E5-B739-5AFADFAAD38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4" name="Oval 2083">
                  <a:extLst>
                    <a:ext uri="{FF2B5EF4-FFF2-40B4-BE49-F238E27FC236}">
                      <a16:creationId xmlns:a16="http://schemas.microsoft.com/office/drawing/2014/main" id="{12BE253A-2439-5A07-FA9D-3C3FF2B3EDD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5" name="Oval 2084">
                  <a:extLst>
                    <a:ext uri="{FF2B5EF4-FFF2-40B4-BE49-F238E27FC236}">
                      <a16:creationId xmlns:a16="http://schemas.microsoft.com/office/drawing/2014/main" id="{1C70701B-2639-AD31-05E1-FF0CE1D7324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6" name="Oval 2085">
                  <a:extLst>
                    <a:ext uri="{FF2B5EF4-FFF2-40B4-BE49-F238E27FC236}">
                      <a16:creationId xmlns:a16="http://schemas.microsoft.com/office/drawing/2014/main" id="{401585E1-1523-6CE9-93D0-2F5A98CC8F1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7" name="Oval 2086">
                  <a:extLst>
                    <a:ext uri="{FF2B5EF4-FFF2-40B4-BE49-F238E27FC236}">
                      <a16:creationId xmlns:a16="http://schemas.microsoft.com/office/drawing/2014/main" id="{C2B333B0-F943-9B51-0078-4C28E4539C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6" name="Group 2025">
                <a:extLst>
                  <a:ext uri="{FF2B5EF4-FFF2-40B4-BE49-F238E27FC236}">
                    <a16:creationId xmlns:a16="http://schemas.microsoft.com/office/drawing/2014/main" id="{E76CC120-D323-4F6B-E19C-1C5F5AB3F6D8}"/>
                  </a:ext>
                </a:extLst>
              </p:cNvPr>
              <p:cNvGrpSpPr/>
              <p:nvPr/>
            </p:nvGrpSpPr>
            <p:grpSpPr>
              <a:xfrm rot="10800000">
                <a:off x="6066894" y="6011217"/>
                <a:ext cx="242005" cy="46723"/>
                <a:chOff x="7979724" y="3580291"/>
                <a:chExt cx="242005" cy="43678"/>
              </a:xfrm>
            </p:grpSpPr>
            <p:sp>
              <p:nvSpPr>
                <p:cNvPr id="2072" name="Oval 2071">
                  <a:extLst>
                    <a:ext uri="{FF2B5EF4-FFF2-40B4-BE49-F238E27FC236}">
                      <a16:creationId xmlns:a16="http://schemas.microsoft.com/office/drawing/2014/main" id="{9931FC73-323E-72E0-B95E-7A2ACD00EDC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3" name="Oval 2072">
                  <a:extLst>
                    <a:ext uri="{FF2B5EF4-FFF2-40B4-BE49-F238E27FC236}">
                      <a16:creationId xmlns:a16="http://schemas.microsoft.com/office/drawing/2014/main" id="{A99E1891-6561-B6A8-63EC-219210ECD4F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Oval 2073">
                  <a:extLst>
                    <a:ext uri="{FF2B5EF4-FFF2-40B4-BE49-F238E27FC236}">
                      <a16:creationId xmlns:a16="http://schemas.microsoft.com/office/drawing/2014/main" id="{431BC481-7178-A0D8-3E66-CA133E5B3EE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Oval 2074">
                  <a:extLst>
                    <a:ext uri="{FF2B5EF4-FFF2-40B4-BE49-F238E27FC236}">
                      <a16:creationId xmlns:a16="http://schemas.microsoft.com/office/drawing/2014/main" id="{C079A4FA-0AA3-45DE-5E3F-DDECDB3A902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Oval 2075">
                  <a:extLst>
                    <a:ext uri="{FF2B5EF4-FFF2-40B4-BE49-F238E27FC236}">
                      <a16:creationId xmlns:a16="http://schemas.microsoft.com/office/drawing/2014/main" id="{06915DBD-EE6A-72B4-F182-2D38BB4C7E3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7" name="Oval 2076">
                  <a:extLst>
                    <a:ext uri="{FF2B5EF4-FFF2-40B4-BE49-F238E27FC236}">
                      <a16:creationId xmlns:a16="http://schemas.microsoft.com/office/drawing/2014/main" id="{95BF440D-AE39-6CC2-1BA5-5CA84CD479C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Oval 2077">
                  <a:extLst>
                    <a:ext uri="{FF2B5EF4-FFF2-40B4-BE49-F238E27FC236}">
                      <a16:creationId xmlns:a16="http://schemas.microsoft.com/office/drawing/2014/main" id="{87AC92AE-15CB-4090-C9C2-52764E66147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9" name="Oval 2078">
                  <a:extLst>
                    <a:ext uri="{FF2B5EF4-FFF2-40B4-BE49-F238E27FC236}">
                      <a16:creationId xmlns:a16="http://schemas.microsoft.com/office/drawing/2014/main" id="{8396E944-E641-7570-1C51-77B7B79A0E0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7" name="Group 2026">
                <a:extLst>
                  <a:ext uri="{FF2B5EF4-FFF2-40B4-BE49-F238E27FC236}">
                    <a16:creationId xmlns:a16="http://schemas.microsoft.com/office/drawing/2014/main" id="{585B143C-808B-2C3B-18D6-801764BF71E6}"/>
                  </a:ext>
                </a:extLst>
              </p:cNvPr>
              <p:cNvGrpSpPr/>
              <p:nvPr/>
            </p:nvGrpSpPr>
            <p:grpSpPr>
              <a:xfrm rot="11689693">
                <a:off x="5995737" y="6012033"/>
                <a:ext cx="242005" cy="43678"/>
                <a:chOff x="7979724" y="3580291"/>
                <a:chExt cx="242005" cy="43678"/>
              </a:xfrm>
            </p:grpSpPr>
            <p:sp>
              <p:nvSpPr>
                <p:cNvPr id="2064" name="Oval 2063">
                  <a:extLst>
                    <a:ext uri="{FF2B5EF4-FFF2-40B4-BE49-F238E27FC236}">
                      <a16:creationId xmlns:a16="http://schemas.microsoft.com/office/drawing/2014/main" id="{9C272B72-B697-70BF-01B4-E0BA84930B5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Oval 2064">
                  <a:extLst>
                    <a:ext uri="{FF2B5EF4-FFF2-40B4-BE49-F238E27FC236}">
                      <a16:creationId xmlns:a16="http://schemas.microsoft.com/office/drawing/2014/main" id="{C32C1E91-2E4A-4F2E-49AD-DA765E7D29F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Oval 2065">
                  <a:extLst>
                    <a:ext uri="{FF2B5EF4-FFF2-40B4-BE49-F238E27FC236}">
                      <a16:creationId xmlns:a16="http://schemas.microsoft.com/office/drawing/2014/main" id="{B884D06E-EB9C-1A46-E690-0FC683630B1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Oval 2066">
                  <a:extLst>
                    <a:ext uri="{FF2B5EF4-FFF2-40B4-BE49-F238E27FC236}">
                      <a16:creationId xmlns:a16="http://schemas.microsoft.com/office/drawing/2014/main" id="{CBCE6CE7-3976-5166-6F98-88042F3E2AB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Oval 2067">
                  <a:extLst>
                    <a:ext uri="{FF2B5EF4-FFF2-40B4-BE49-F238E27FC236}">
                      <a16:creationId xmlns:a16="http://schemas.microsoft.com/office/drawing/2014/main" id="{1C491690-3573-FFAE-8CF7-4220CBAB61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Oval 2068">
                  <a:extLst>
                    <a:ext uri="{FF2B5EF4-FFF2-40B4-BE49-F238E27FC236}">
                      <a16:creationId xmlns:a16="http://schemas.microsoft.com/office/drawing/2014/main" id="{173AF080-048F-302D-7D8D-47816DA81B6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Oval 2069">
                  <a:extLst>
                    <a:ext uri="{FF2B5EF4-FFF2-40B4-BE49-F238E27FC236}">
                      <a16:creationId xmlns:a16="http://schemas.microsoft.com/office/drawing/2014/main" id="{63ADAD25-7FD9-8CC7-A7F1-77148441A53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Oval 2070">
                  <a:extLst>
                    <a:ext uri="{FF2B5EF4-FFF2-40B4-BE49-F238E27FC236}">
                      <a16:creationId xmlns:a16="http://schemas.microsoft.com/office/drawing/2014/main" id="{F2121114-F159-14F2-D435-A09B55F99CB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8" name="Group 2027">
                <a:extLst>
                  <a:ext uri="{FF2B5EF4-FFF2-40B4-BE49-F238E27FC236}">
                    <a16:creationId xmlns:a16="http://schemas.microsoft.com/office/drawing/2014/main" id="{49784167-588B-8E02-0CC5-782F68ACBC7B}"/>
                  </a:ext>
                </a:extLst>
              </p:cNvPr>
              <p:cNvGrpSpPr/>
              <p:nvPr/>
            </p:nvGrpSpPr>
            <p:grpSpPr>
              <a:xfrm rot="21292958">
                <a:off x="6243191" y="6012057"/>
                <a:ext cx="242005" cy="46723"/>
                <a:chOff x="7979724" y="3580291"/>
                <a:chExt cx="242005" cy="43678"/>
              </a:xfrm>
            </p:grpSpPr>
            <p:sp>
              <p:nvSpPr>
                <p:cNvPr id="2056" name="Oval 2055">
                  <a:extLst>
                    <a:ext uri="{FF2B5EF4-FFF2-40B4-BE49-F238E27FC236}">
                      <a16:creationId xmlns:a16="http://schemas.microsoft.com/office/drawing/2014/main" id="{A2DEF299-BE97-3C2B-91D5-2A19B829ACA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Oval 2056">
                  <a:extLst>
                    <a:ext uri="{FF2B5EF4-FFF2-40B4-BE49-F238E27FC236}">
                      <a16:creationId xmlns:a16="http://schemas.microsoft.com/office/drawing/2014/main" id="{2CAD183C-05B7-9C45-073D-5579F9B3356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8" name="Oval 2057">
                  <a:extLst>
                    <a:ext uri="{FF2B5EF4-FFF2-40B4-BE49-F238E27FC236}">
                      <a16:creationId xmlns:a16="http://schemas.microsoft.com/office/drawing/2014/main" id="{AC63DCB4-4466-69A7-1249-0827D80CF65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Oval 2058">
                  <a:extLst>
                    <a:ext uri="{FF2B5EF4-FFF2-40B4-BE49-F238E27FC236}">
                      <a16:creationId xmlns:a16="http://schemas.microsoft.com/office/drawing/2014/main" id="{B7A33868-96B8-A3CF-3D59-9A3384A1D97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Oval 2059">
                  <a:extLst>
                    <a:ext uri="{FF2B5EF4-FFF2-40B4-BE49-F238E27FC236}">
                      <a16:creationId xmlns:a16="http://schemas.microsoft.com/office/drawing/2014/main" id="{BFA6EC01-7E0A-602F-D985-7C5287F574F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Oval 2060">
                  <a:extLst>
                    <a:ext uri="{FF2B5EF4-FFF2-40B4-BE49-F238E27FC236}">
                      <a16:creationId xmlns:a16="http://schemas.microsoft.com/office/drawing/2014/main" id="{DB79E453-B96B-C706-38A0-53BFEC150F7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Oval 2061">
                  <a:extLst>
                    <a:ext uri="{FF2B5EF4-FFF2-40B4-BE49-F238E27FC236}">
                      <a16:creationId xmlns:a16="http://schemas.microsoft.com/office/drawing/2014/main" id="{F2326111-C19D-3895-9F41-84FE1958922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Oval 2062">
                  <a:extLst>
                    <a:ext uri="{FF2B5EF4-FFF2-40B4-BE49-F238E27FC236}">
                      <a16:creationId xmlns:a16="http://schemas.microsoft.com/office/drawing/2014/main" id="{69575DBD-43DF-5D22-56AC-BC4BBF69BA9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9" name="Group 2028">
                <a:extLst>
                  <a:ext uri="{FF2B5EF4-FFF2-40B4-BE49-F238E27FC236}">
                    <a16:creationId xmlns:a16="http://schemas.microsoft.com/office/drawing/2014/main" id="{D647ABD6-0D20-1B3B-086F-422DC79FB756}"/>
                  </a:ext>
                </a:extLst>
              </p:cNvPr>
              <p:cNvGrpSpPr/>
              <p:nvPr/>
            </p:nvGrpSpPr>
            <p:grpSpPr>
              <a:xfrm>
                <a:off x="6172034" y="6012873"/>
                <a:ext cx="242005" cy="43678"/>
                <a:chOff x="7979724" y="3580291"/>
                <a:chExt cx="242005" cy="43678"/>
              </a:xfrm>
            </p:grpSpPr>
            <p:sp>
              <p:nvSpPr>
                <p:cNvPr id="2048" name="Oval 2047">
                  <a:extLst>
                    <a:ext uri="{FF2B5EF4-FFF2-40B4-BE49-F238E27FC236}">
                      <a16:creationId xmlns:a16="http://schemas.microsoft.com/office/drawing/2014/main" id="{BE8C059D-4A6E-9822-C818-E71FF4EC73C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 name="Oval 2048">
                  <a:extLst>
                    <a:ext uri="{FF2B5EF4-FFF2-40B4-BE49-F238E27FC236}">
                      <a16:creationId xmlns:a16="http://schemas.microsoft.com/office/drawing/2014/main" id="{C142E50B-1FE3-5CE7-0CC4-5A7518CC930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Oval 2049">
                  <a:extLst>
                    <a:ext uri="{FF2B5EF4-FFF2-40B4-BE49-F238E27FC236}">
                      <a16:creationId xmlns:a16="http://schemas.microsoft.com/office/drawing/2014/main" id="{851DE8C3-F896-9EB1-618F-E3830D0211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 name="Oval 2050">
                  <a:extLst>
                    <a:ext uri="{FF2B5EF4-FFF2-40B4-BE49-F238E27FC236}">
                      <a16:creationId xmlns:a16="http://schemas.microsoft.com/office/drawing/2014/main" id="{98302FBA-5E12-24C8-430E-019C471E669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2" name="Oval 2051">
                  <a:extLst>
                    <a:ext uri="{FF2B5EF4-FFF2-40B4-BE49-F238E27FC236}">
                      <a16:creationId xmlns:a16="http://schemas.microsoft.com/office/drawing/2014/main" id="{2FFC3CCF-ECF8-8C7B-9F71-A66767A2DF7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Oval 2052">
                  <a:extLst>
                    <a:ext uri="{FF2B5EF4-FFF2-40B4-BE49-F238E27FC236}">
                      <a16:creationId xmlns:a16="http://schemas.microsoft.com/office/drawing/2014/main" id="{F71070A4-362F-186F-B34D-C152F071CFD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Oval 2053">
                  <a:extLst>
                    <a:ext uri="{FF2B5EF4-FFF2-40B4-BE49-F238E27FC236}">
                      <a16:creationId xmlns:a16="http://schemas.microsoft.com/office/drawing/2014/main" id="{30CE8FED-405E-6475-4125-DEEA450B84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 name="Oval 2054">
                  <a:extLst>
                    <a:ext uri="{FF2B5EF4-FFF2-40B4-BE49-F238E27FC236}">
                      <a16:creationId xmlns:a16="http://schemas.microsoft.com/office/drawing/2014/main" id="{F67FC96F-8BF6-CE8D-162D-B7DEE3B0EA4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0" name="Group 2029">
                <a:extLst>
                  <a:ext uri="{FF2B5EF4-FFF2-40B4-BE49-F238E27FC236}">
                    <a16:creationId xmlns:a16="http://schemas.microsoft.com/office/drawing/2014/main" id="{30072FDA-D506-689F-CF5A-B9535E8C705A}"/>
                  </a:ext>
                </a:extLst>
              </p:cNvPr>
              <p:cNvGrpSpPr/>
              <p:nvPr/>
            </p:nvGrpSpPr>
            <p:grpSpPr>
              <a:xfrm rot="10800000">
                <a:off x="6484234" y="6015233"/>
                <a:ext cx="242005" cy="46723"/>
                <a:chOff x="7979724" y="3580291"/>
                <a:chExt cx="242005" cy="43678"/>
              </a:xfrm>
            </p:grpSpPr>
            <p:sp>
              <p:nvSpPr>
                <p:cNvPr id="2040" name="Oval 2039">
                  <a:extLst>
                    <a:ext uri="{FF2B5EF4-FFF2-40B4-BE49-F238E27FC236}">
                      <a16:creationId xmlns:a16="http://schemas.microsoft.com/office/drawing/2014/main" id="{3C6F5669-31BC-E84E-34A1-CCE6BFF4318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1" name="Oval 2040">
                  <a:extLst>
                    <a:ext uri="{FF2B5EF4-FFF2-40B4-BE49-F238E27FC236}">
                      <a16:creationId xmlns:a16="http://schemas.microsoft.com/office/drawing/2014/main" id="{ABDD4A41-A217-CA1E-CC9E-B7316B0AF6D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2" name="Oval 2041">
                  <a:extLst>
                    <a:ext uri="{FF2B5EF4-FFF2-40B4-BE49-F238E27FC236}">
                      <a16:creationId xmlns:a16="http://schemas.microsoft.com/office/drawing/2014/main" id="{D24CFA67-6F03-7F65-823C-D05DD9B7098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3" name="Oval 2042">
                  <a:extLst>
                    <a:ext uri="{FF2B5EF4-FFF2-40B4-BE49-F238E27FC236}">
                      <a16:creationId xmlns:a16="http://schemas.microsoft.com/office/drawing/2014/main" id="{A7752173-F225-70EE-D86C-7FAC7156834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4" name="Oval 2043">
                  <a:extLst>
                    <a:ext uri="{FF2B5EF4-FFF2-40B4-BE49-F238E27FC236}">
                      <a16:creationId xmlns:a16="http://schemas.microsoft.com/office/drawing/2014/main" id="{DA17A626-2FF7-ADAB-C664-A97BD8A3C19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5" name="Oval 2044">
                  <a:extLst>
                    <a:ext uri="{FF2B5EF4-FFF2-40B4-BE49-F238E27FC236}">
                      <a16:creationId xmlns:a16="http://schemas.microsoft.com/office/drawing/2014/main" id="{FC12CBDB-4D19-FEBC-3607-EADD44E7AED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6" name="Oval 2045">
                  <a:extLst>
                    <a:ext uri="{FF2B5EF4-FFF2-40B4-BE49-F238E27FC236}">
                      <a16:creationId xmlns:a16="http://schemas.microsoft.com/office/drawing/2014/main" id="{C7A7009D-50F1-D492-3159-2AC0B50DBA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7" name="Oval 2046">
                  <a:extLst>
                    <a:ext uri="{FF2B5EF4-FFF2-40B4-BE49-F238E27FC236}">
                      <a16:creationId xmlns:a16="http://schemas.microsoft.com/office/drawing/2014/main" id="{4D2CF207-051D-3920-8F48-2ACD73ED348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1" name="Group 2030">
                <a:extLst>
                  <a:ext uri="{FF2B5EF4-FFF2-40B4-BE49-F238E27FC236}">
                    <a16:creationId xmlns:a16="http://schemas.microsoft.com/office/drawing/2014/main" id="{2150D0DE-44F9-71F5-EDEC-CD1D10519F9F}"/>
                  </a:ext>
                </a:extLst>
              </p:cNvPr>
              <p:cNvGrpSpPr/>
              <p:nvPr/>
            </p:nvGrpSpPr>
            <p:grpSpPr>
              <a:xfrm>
                <a:off x="6413077" y="6016049"/>
                <a:ext cx="242005" cy="43678"/>
                <a:chOff x="7979724" y="3580291"/>
                <a:chExt cx="242005" cy="43678"/>
              </a:xfrm>
            </p:grpSpPr>
            <p:sp>
              <p:nvSpPr>
                <p:cNvPr id="2032" name="Oval 2031">
                  <a:extLst>
                    <a:ext uri="{FF2B5EF4-FFF2-40B4-BE49-F238E27FC236}">
                      <a16:creationId xmlns:a16="http://schemas.microsoft.com/office/drawing/2014/main" id="{0AFC1319-E3CF-29D2-1412-93488620417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3" name="Oval 2032">
                  <a:extLst>
                    <a:ext uri="{FF2B5EF4-FFF2-40B4-BE49-F238E27FC236}">
                      <a16:creationId xmlns:a16="http://schemas.microsoft.com/office/drawing/2014/main" id="{B7CF642D-CB1E-9AE0-B26B-3E6361CF8E6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 name="Oval 2033">
                  <a:extLst>
                    <a:ext uri="{FF2B5EF4-FFF2-40B4-BE49-F238E27FC236}">
                      <a16:creationId xmlns:a16="http://schemas.microsoft.com/office/drawing/2014/main" id="{AA003599-9AC3-2697-860D-9D385F7672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5" name="Oval 2034">
                  <a:extLst>
                    <a:ext uri="{FF2B5EF4-FFF2-40B4-BE49-F238E27FC236}">
                      <a16:creationId xmlns:a16="http://schemas.microsoft.com/office/drawing/2014/main" id="{25ECE6A6-14E0-6BC6-68C3-089A3B950E9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6" name="Oval 2035">
                  <a:extLst>
                    <a:ext uri="{FF2B5EF4-FFF2-40B4-BE49-F238E27FC236}">
                      <a16:creationId xmlns:a16="http://schemas.microsoft.com/office/drawing/2014/main" id="{90A5EA02-2123-5E57-674A-5F6B8166CAA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7" name="Oval 2036">
                  <a:extLst>
                    <a:ext uri="{FF2B5EF4-FFF2-40B4-BE49-F238E27FC236}">
                      <a16:creationId xmlns:a16="http://schemas.microsoft.com/office/drawing/2014/main" id="{B6319929-7A90-2D15-23D4-9C54FD19A85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8" name="Oval 2037">
                  <a:extLst>
                    <a:ext uri="{FF2B5EF4-FFF2-40B4-BE49-F238E27FC236}">
                      <a16:creationId xmlns:a16="http://schemas.microsoft.com/office/drawing/2014/main" id="{89A6C68B-AB4A-5D98-BD5F-19AC00B2760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9" name="Oval 2038">
                  <a:extLst>
                    <a:ext uri="{FF2B5EF4-FFF2-40B4-BE49-F238E27FC236}">
                      <a16:creationId xmlns:a16="http://schemas.microsoft.com/office/drawing/2014/main" id="{739D30AC-B57A-58B6-904B-A190563A610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96" name="Group 2095">
              <a:extLst>
                <a:ext uri="{FF2B5EF4-FFF2-40B4-BE49-F238E27FC236}">
                  <a16:creationId xmlns:a16="http://schemas.microsoft.com/office/drawing/2014/main" id="{AD9F32FB-91A0-4217-F5FC-1A2FDF3C508A}"/>
                </a:ext>
              </a:extLst>
            </p:cNvPr>
            <p:cNvGrpSpPr/>
            <p:nvPr/>
          </p:nvGrpSpPr>
          <p:grpSpPr>
            <a:xfrm>
              <a:off x="7131615" y="2248157"/>
              <a:ext cx="971545" cy="53915"/>
              <a:chOff x="5754694" y="6008041"/>
              <a:chExt cx="971545" cy="53915"/>
            </a:xfrm>
          </p:grpSpPr>
          <p:grpSp>
            <p:nvGrpSpPr>
              <p:cNvPr id="2097" name="Group 2096">
                <a:extLst>
                  <a:ext uri="{FF2B5EF4-FFF2-40B4-BE49-F238E27FC236}">
                    <a16:creationId xmlns:a16="http://schemas.microsoft.com/office/drawing/2014/main" id="{94794876-CD67-4089-E7D2-1AD1891B787E}"/>
                  </a:ext>
                </a:extLst>
              </p:cNvPr>
              <p:cNvGrpSpPr/>
              <p:nvPr/>
            </p:nvGrpSpPr>
            <p:grpSpPr>
              <a:xfrm rot="10800000">
                <a:off x="5825851" y="6008041"/>
                <a:ext cx="242005" cy="46723"/>
                <a:chOff x="7979724" y="3580291"/>
                <a:chExt cx="242005" cy="43678"/>
              </a:xfrm>
            </p:grpSpPr>
            <p:sp>
              <p:nvSpPr>
                <p:cNvPr id="2161" name="Oval 2160">
                  <a:extLst>
                    <a:ext uri="{FF2B5EF4-FFF2-40B4-BE49-F238E27FC236}">
                      <a16:creationId xmlns:a16="http://schemas.microsoft.com/office/drawing/2014/main" id="{F8660EA1-EADE-175F-CE9C-18F89DF3EFA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2" name="Oval 2161">
                  <a:extLst>
                    <a:ext uri="{FF2B5EF4-FFF2-40B4-BE49-F238E27FC236}">
                      <a16:creationId xmlns:a16="http://schemas.microsoft.com/office/drawing/2014/main" id="{6AEA36E1-D421-B08A-E9B2-AB165E92EC8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3" name="Oval 2162">
                  <a:extLst>
                    <a:ext uri="{FF2B5EF4-FFF2-40B4-BE49-F238E27FC236}">
                      <a16:creationId xmlns:a16="http://schemas.microsoft.com/office/drawing/2014/main" id="{4E7E6774-84CE-96F2-7A79-81F812E3421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4" name="Oval 2163">
                  <a:extLst>
                    <a:ext uri="{FF2B5EF4-FFF2-40B4-BE49-F238E27FC236}">
                      <a16:creationId xmlns:a16="http://schemas.microsoft.com/office/drawing/2014/main" id="{0D0E43E6-C494-3551-9D96-AEE7767B4AE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5" name="Oval 2164">
                  <a:extLst>
                    <a:ext uri="{FF2B5EF4-FFF2-40B4-BE49-F238E27FC236}">
                      <a16:creationId xmlns:a16="http://schemas.microsoft.com/office/drawing/2014/main" id="{6556339A-FD8F-0A5B-05E3-CA7EFDF030B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6" name="Oval 2165">
                  <a:extLst>
                    <a:ext uri="{FF2B5EF4-FFF2-40B4-BE49-F238E27FC236}">
                      <a16:creationId xmlns:a16="http://schemas.microsoft.com/office/drawing/2014/main" id="{532015E2-0A9F-8670-B3DF-303432A3560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7" name="Oval 2166">
                  <a:extLst>
                    <a:ext uri="{FF2B5EF4-FFF2-40B4-BE49-F238E27FC236}">
                      <a16:creationId xmlns:a16="http://schemas.microsoft.com/office/drawing/2014/main" id="{8AB51A5F-7DB3-BB52-E9C1-7C43EF3D09E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8" name="Oval 2167">
                  <a:extLst>
                    <a:ext uri="{FF2B5EF4-FFF2-40B4-BE49-F238E27FC236}">
                      <a16:creationId xmlns:a16="http://schemas.microsoft.com/office/drawing/2014/main" id="{2DBCDB10-DBC6-8624-412E-D262C8F4D99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8" name="Group 2097">
                <a:extLst>
                  <a:ext uri="{FF2B5EF4-FFF2-40B4-BE49-F238E27FC236}">
                    <a16:creationId xmlns:a16="http://schemas.microsoft.com/office/drawing/2014/main" id="{45A634F1-42BA-172E-FBF5-2C9E3ACACD2F}"/>
                  </a:ext>
                </a:extLst>
              </p:cNvPr>
              <p:cNvGrpSpPr/>
              <p:nvPr/>
            </p:nvGrpSpPr>
            <p:grpSpPr>
              <a:xfrm>
                <a:off x="5754694" y="6008857"/>
                <a:ext cx="242005" cy="43678"/>
                <a:chOff x="7979724" y="3580291"/>
                <a:chExt cx="242005" cy="43678"/>
              </a:xfrm>
            </p:grpSpPr>
            <p:sp>
              <p:nvSpPr>
                <p:cNvPr id="2153" name="Oval 2152">
                  <a:extLst>
                    <a:ext uri="{FF2B5EF4-FFF2-40B4-BE49-F238E27FC236}">
                      <a16:creationId xmlns:a16="http://schemas.microsoft.com/office/drawing/2014/main" id="{ACC4672A-1809-9E29-F8FD-BA2BDC116E4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4" name="Oval 2153">
                  <a:extLst>
                    <a:ext uri="{FF2B5EF4-FFF2-40B4-BE49-F238E27FC236}">
                      <a16:creationId xmlns:a16="http://schemas.microsoft.com/office/drawing/2014/main" id="{4339F4FB-562E-F174-5A4C-FE810B04D4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5" name="Oval 2154">
                  <a:extLst>
                    <a:ext uri="{FF2B5EF4-FFF2-40B4-BE49-F238E27FC236}">
                      <a16:creationId xmlns:a16="http://schemas.microsoft.com/office/drawing/2014/main" id="{4900BED6-DFCA-9759-AC2B-E611BDD796C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6" name="Oval 2155">
                  <a:extLst>
                    <a:ext uri="{FF2B5EF4-FFF2-40B4-BE49-F238E27FC236}">
                      <a16:creationId xmlns:a16="http://schemas.microsoft.com/office/drawing/2014/main" id="{1A66F181-BCB5-7364-F166-57B1CB6C5CB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7" name="Oval 2156">
                  <a:extLst>
                    <a:ext uri="{FF2B5EF4-FFF2-40B4-BE49-F238E27FC236}">
                      <a16:creationId xmlns:a16="http://schemas.microsoft.com/office/drawing/2014/main" id="{901CCD47-D8F1-3F66-8115-02661DD4D37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8" name="Oval 2157">
                  <a:extLst>
                    <a:ext uri="{FF2B5EF4-FFF2-40B4-BE49-F238E27FC236}">
                      <a16:creationId xmlns:a16="http://schemas.microsoft.com/office/drawing/2014/main" id="{F483723E-CA4B-5E1D-72F5-49E0449596A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9" name="Oval 2158">
                  <a:extLst>
                    <a:ext uri="{FF2B5EF4-FFF2-40B4-BE49-F238E27FC236}">
                      <a16:creationId xmlns:a16="http://schemas.microsoft.com/office/drawing/2014/main" id="{F5B0652B-CE3E-E28E-02C7-D687EC31E08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0" name="Oval 2159">
                  <a:extLst>
                    <a:ext uri="{FF2B5EF4-FFF2-40B4-BE49-F238E27FC236}">
                      <a16:creationId xmlns:a16="http://schemas.microsoft.com/office/drawing/2014/main" id="{D927458F-AF0E-BFD4-7C8A-C618D5BA40B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9" name="Group 2098">
                <a:extLst>
                  <a:ext uri="{FF2B5EF4-FFF2-40B4-BE49-F238E27FC236}">
                    <a16:creationId xmlns:a16="http://schemas.microsoft.com/office/drawing/2014/main" id="{0C6B036B-B06A-06F0-2083-599EEEEA4112}"/>
                  </a:ext>
                </a:extLst>
              </p:cNvPr>
              <p:cNvGrpSpPr/>
              <p:nvPr/>
            </p:nvGrpSpPr>
            <p:grpSpPr>
              <a:xfrm rot="10800000">
                <a:off x="6066894" y="6011217"/>
                <a:ext cx="242005" cy="46723"/>
                <a:chOff x="7979724" y="3580291"/>
                <a:chExt cx="242005" cy="43678"/>
              </a:xfrm>
            </p:grpSpPr>
            <p:sp>
              <p:nvSpPr>
                <p:cNvPr id="2145" name="Oval 2144">
                  <a:extLst>
                    <a:ext uri="{FF2B5EF4-FFF2-40B4-BE49-F238E27FC236}">
                      <a16:creationId xmlns:a16="http://schemas.microsoft.com/office/drawing/2014/main" id="{61CAF8AB-0C80-1AB3-43F5-4712727FACD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6" name="Oval 2145">
                  <a:extLst>
                    <a:ext uri="{FF2B5EF4-FFF2-40B4-BE49-F238E27FC236}">
                      <a16:creationId xmlns:a16="http://schemas.microsoft.com/office/drawing/2014/main" id="{E9987F5D-33E6-2FF0-C440-43CD7F8C163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7" name="Oval 2146">
                  <a:extLst>
                    <a:ext uri="{FF2B5EF4-FFF2-40B4-BE49-F238E27FC236}">
                      <a16:creationId xmlns:a16="http://schemas.microsoft.com/office/drawing/2014/main" id="{1A05D9A4-97AD-0D3B-498C-5FD0BA0606C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8" name="Oval 2147">
                  <a:extLst>
                    <a:ext uri="{FF2B5EF4-FFF2-40B4-BE49-F238E27FC236}">
                      <a16:creationId xmlns:a16="http://schemas.microsoft.com/office/drawing/2014/main" id="{54AF31E3-D135-C1B5-D4ED-1693DDE2445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9" name="Oval 2148">
                  <a:extLst>
                    <a:ext uri="{FF2B5EF4-FFF2-40B4-BE49-F238E27FC236}">
                      <a16:creationId xmlns:a16="http://schemas.microsoft.com/office/drawing/2014/main" id="{E1E612FB-BA5D-E4CC-EEB7-612F579B4D6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 name="Oval 2149">
                  <a:extLst>
                    <a:ext uri="{FF2B5EF4-FFF2-40B4-BE49-F238E27FC236}">
                      <a16:creationId xmlns:a16="http://schemas.microsoft.com/office/drawing/2014/main" id="{CFFFEC8B-813F-DB9F-F61B-18E1870719F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 name="Oval 2150">
                  <a:extLst>
                    <a:ext uri="{FF2B5EF4-FFF2-40B4-BE49-F238E27FC236}">
                      <a16:creationId xmlns:a16="http://schemas.microsoft.com/office/drawing/2014/main" id="{7D420F2C-BC7E-FDA1-577B-B577CB7EDAD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2" name="Oval 2151">
                  <a:extLst>
                    <a:ext uri="{FF2B5EF4-FFF2-40B4-BE49-F238E27FC236}">
                      <a16:creationId xmlns:a16="http://schemas.microsoft.com/office/drawing/2014/main" id="{A778BDCD-EA69-8CFB-2F2C-8F071C8DB54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0" name="Group 2099">
                <a:extLst>
                  <a:ext uri="{FF2B5EF4-FFF2-40B4-BE49-F238E27FC236}">
                    <a16:creationId xmlns:a16="http://schemas.microsoft.com/office/drawing/2014/main" id="{90655836-AD43-1E36-DFF5-15FA4B3D7CA1}"/>
                  </a:ext>
                </a:extLst>
              </p:cNvPr>
              <p:cNvGrpSpPr/>
              <p:nvPr/>
            </p:nvGrpSpPr>
            <p:grpSpPr>
              <a:xfrm rot="11689693">
                <a:off x="5995737" y="6012033"/>
                <a:ext cx="242005" cy="43678"/>
                <a:chOff x="7979724" y="3580291"/>
                <a:chExt cx="242005" cy="43678"/>
              </a:xfrm>
            </p:grpSpPr>
            <p:sp>
              <p:nvSpPr>
                <p:cNvPr id="2137" name="Oval 2136">
                  <a:extLst>
                    <a:ext uri="{FF2B5EF4-FFF2-40B4-BE49-F238E27FC236}">
                      <a16:creationId xmlns:a16="http://schemas.microsoft.com/office/drawing/2014/main" id="{626595BA-0606-C0D0-D366-ECF92C44881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8" name="Oval 2137">
                  <a:extLst>
                    <a:ext uri="{FF2B5EF4-FFF2-40B4-BE49-F238E27FC236}">
                      <a16:creationId xmlns:a16="http://schemas.microsoft.com/office/drawing/2014/main" id="{2226844A-DCE3-6608-27B5-981A10D79FA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9" name="Oval 2138">
                  <a:extLst>
                    <a:ext uri="{FF2B5EF4-FFF2-40B4-BE49-F238E27FC236}">
                      <a16:creationId xmlns:a16="http://schemas.microsoft.com/office/drawing/2014/main" id="{33565C01-9FCC-4C61-C838-FDB5BC4DDEB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0" name="Oval 2139">
                  <a:extLst>
                    <a:ext uri="{FF2B5EF4-FFF2-40B4-BE49-F238E27FC236}">
                      <a16:creationId xmlns:a16="http://schemas.microsoft.com/office/drawing/2014/main" id="{AAD08EE6-9209-6BE2-CED4-C82F0109F45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1" name="Oval 2140">
                  <a:extLst>
                    <a:ext uri="{FF2B5EF4-FFF2-40B4-BE49-F238E27FC236}">
                      <a16:creationId xmlns:a16="http://schemas.microsoft.com/office/drawing/2014/main" id="{10080534-91A2-9DFB-06B3-7080864DA03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2" name="Oval 2141">
                  <a:extLst>
                    <a:ext uri="{FF2B5EF4-FFF2-40B4-BE49-F238E27FC236}">
                      <a16:creationId xmlns:a16="http://schemas.microsoft.com/office/drawing/2014/main" id="{34C4FAFA-F7E7-41E1-7CCC-CF57C5369B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3" name="Oval 2142">
                  <a:extLst>
                    <a:ext uri="{FF2B5EF4-FFF2-40B4-BE49-F238E27FC236}">
                      <a16:creationId xmlns:a16="http://schemas.microsoft.com/office/drawing/2014/main" id="{6B2CC178-663F-89A0-C71B-05CC83CF77F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4" name="Oval 2143">
                  <a:extLst>
                    <a:ext uri="{FF2B5EF4-FFF2-40B4-BE49-F238E27FC236}">
                      <a16:creationId xmlns:a16="http://schemas.microsoft.com/office/drawing/2014/main" id="{4A6608F8-BB1F-066F-0F2E-995610F15AC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1" name="Group 2100">
                <a:extLst>
                  <a:ext uri="{FF2B5EF4-FFF2-40B4-BE49-F238E27FC236}">
                    <a16:creationId xmlns:a16="http://schemas.microsoft.com/office/drawing/2014/main" id="{E379EEE1-A814-87DF-802D-7FF89E992144}"/>
                  </a:ext>
                </a:extLst>
              </p:cNvPr>
              <p:cNvGrpSpPr/>
              <p:nvPr/>
            </p:nvGrpSpPr>
            <p:grpSpPr>
              <a:xfrm rot="21292958">
                <a:off x="6243191" y="6012057"/>
                <a:ext cx="242005" cy="46723"/>
                <a:chOff x="7979724" y="3580291"/>
                <a:chExt cx="242005" cy="43678"/>
              </a:xfrm>
            </p:grpSpPr>
            <p:sp>
              <p:nvSpPr>
                <p:cNvPr id="2129" name="Oval 2128">
                  <a:extLst>
                    <a:ext uri="{FF2B5EF4-FFF2-40B4-BE49-F238E27FC236}">
                      <a16:creationId xmlns:a16="http://schemas.microsoft.com/office/drawing/2014/main" id="{902862F3-5A47-E523-FD65-006228DD017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0" name="Oval 2129">
                  <a:extLst>
                    <a:ext uri="{FF2B5EF4-FFF2-40B4-BE49-F238E27FC236}">
                      <a16:creationId xmlns:a16="http://schemas.microsoft.com/office/drawing/2014/main" id="{D32703CA-A37B-240F-4A53-4A14C814E4F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1" name="Oval 2130">
                  <a:extLst>
                    <a:ext uri="{FF2B5EF4-FFF2-40B4-BE49-F238E27FC236}">
                      <a16:creationId xmlns:a16="http://schemas.microsoft.com/office/drawing/2014/main" id="{9C267106-2369-E66A-B629-41B99C9D5B8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2" name="Oval 2131">
                  <a:extLst>
                    <a:ext uri="{FF2B5EF4-FFF2-40B4-BE49-F238E27FC236}">
                      <a16:creationId xmlns:a16="http://schemas.microsoft.com/office/drawing/2014/main" id="{A2F7FDFB-765F-3A44-50E9-58C5DA868D2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3" name="Oval 2132">
                  <a:extLst>
                    <a:ext uri="{FF2B5EF4-FFF2-40B4-BE49-F238E27FC236}">
                      <a16:creationId xmlns:a16="http://schemas.microsoft.com/office/drawing/2014/main" id="{F3FD0694-1BEC-CCD6-8507-E9FA901DFED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4" name="Oval 2133">
                  <a:extLst>
                    <a:ext uri="{FF2B5EF4-FFF2-40B4-BE49-F238E27FC236}">
                      <a16:creationId xmlns:a16="http://schemas.microsoft.com/office/drawing/2014/main" id="{92E42EB1-BF47-4678-82C1-59E1D92B4C9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5" name="Oval 2134">
                  <a:extLst>
                    <a:ext uri="{FF2B5EF4-FFF2-40B4-BE49-F238E27FC236}">
                      <a16:creationId xmlns:a16="http://schemas.microsoft.com/office/drawing/2014/main" id="{5728725D-F3B7-C62B-AC19-FAC51FF3B5E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6" name="Oval 2135">
                  <a:extLst>
                    <a:ext uri="{FF2B5EF4-FFF2-40B4-BE49-F238E27FC236}">
                      <a16:creationId xmlns:a16="http://schemas.microsoft.com/office/drawing/2014/main" id="{9CB87D0B-79D8-5B08-5F7E-CF6C0D0CA5A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2" name="Group 2101">
                <a:extLst>
                  <a:ext uri="{FF2B5EF4-FFF2-40B4-BE49-F238E27FC236}">
                    <a16:creationId xmlns:a16="http://schemas.microsoft.com/office/drawing/2014/main" id="{4A0E8DA2-1C8F-5DE1-1B5F-706F9C0D128C}"/>
                  </a:ext>
                </a:extLst>
              </p:cNvPr>
              <p:cNvGrpSpPr/>
              <p:nvPr/>
            </p:nvGrpSpPr>
            <p:grpSpPr>
              <a:xfrm>
                <a:off x="6172034" y="6012873"/>
                <a:ext cx="242005" cy="43678"/>
                <a:chOff x="7979724" y="3580291"/>
                <a:chExt cx="242005" cy="43678"/>
              </a:xfrm>
            </p:grpSpPr>
            <p:sp>
              <p:nvSpPr>
                <p:cNvPr id="2121" name="Oval 2120">
                  <a:extLst>
                    <a:ext uri="{FF2B5EF4-FFF2-40B4-BE49-F238E27FC236}">
                      <a16:creationId xmlns:a16="http://schemas.microsoft.com/office/drawing/2014/main" id="{F16C1C9A-716C-1576-2A5C-D3CF7CD8F3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2" name="Oval 2121">
                  <a:extLst>
                    <a:ext uri="{FF2B5EF4-FFF2-40B4-BE49-F238E27FC236}">
                      <a16:creationId xmlns:a16="http://schemas.microsoft.com/office/drawing/2014/main" id="{27604566-221D-98E0-86CA-03CFB664208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3" name="Oval 2122">
                  <a:extLst>
                    <a:ext uri="{FF2B5EF4-FFF2-40B4-BE49-F238E27FC236}">
                      <a16:creationId xmlns:a16="http://schemas.microsoft.com/office/drawing/2014/main" id="{1D322F90-41EF-4FCF-4C12-E8B8C75C13A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4" name="Oval 2123">
                  <a:extLst>
                    <a:ext uri="{FF2B5EF4-FFF2-40B4-BE49-F238E27FC236}">
                      <a16:creationId xmlns:a16="http://schemas.microsoft.com/office/drawing/2014/main" id="{7AD1A24D-A73D-0486-8215-82C2581F1F1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5" name="Oval 2124">
                  <a:extLst>
                    <a:ext uri="{FF2B5EF4-FFF2-40B4-BE49-F238E27FC236}">
                      <a16:creationId xmlns:a16="http://schemas.microsoft.com/office/drawing/2014/main" id="{1163C205-48B4-3310-71AD-B6FB2F9F4D8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6" name="Oval 2125">
                  <a:extLst>
                    <a:ext uri="{FF2B5EF4-FFF2-40B4-BE49-F238E27FC236}">
                      <a16:creationId xmlns:a16="http://schemas.microsoft.com/office/drawing/2014/main" id="{9354D870-2567-12E3-CFFF-0C34CA1625E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7" name="Oval 2126">
                  <a:extLst>
                    <a:ext uri="{FF2B5EF4-FFF2-40B4-BE49-F238E27FC236}">
                      <a16:creationId xmlns:a16="http://schemas.microsoft.com/office/drawing/2014/main" id="{1D55EED2-2074-A3F2-48F4-2C53C846B93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8" name="Oval 2127">
                  <a:extLst>
                    <a:ext uri="{FF2B5EF4-FFF2-40B4-BE49-F238E27FC236}">
                      <a16:creationId xmlns:a16="http://schemas.microsoft.com/office/drawing/2014/main" id="{166E1361-6F33-9014-D2DE-F0E70CA3A42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3" name="Group 2102">
                <a:extLst>
                  <a:ext uri="{FF2B5EF4-FFF2-40B4-BE49-F238E27FC236}">
                    <a16:creationId xmlns:a16="http://schemas.microsoft.com/office/drawing/2014/main" id="{D8CBEB5A-5DBF-E53D-B42D-BB2D64EDC525}"/>
                  </a:ext>
                </a:extLst>
              </p:cNvPr>
              <p:cNvGrpSpPr/>
              <p:nvPr/>
            </p:nvGrpSpPr>
            <p:grpSpPr>
              <a:xfrm rot="10800000">
                <a:off x="6484234" y="6015233"/>
                <a:ext cx="242005" cy="46723"/>
                <a:chOff x="7979724" y="3580291"/>
                <a:chExt cx="242005" cy="43678"/>
              </a:xfrm>
            </p:grpSpPr>
            <p:sp>
              <p:nvSpPr>
                <p:cNvPr id="2113" name="Oval 2112">
                  <a:extLst>
                    <a:ext uri="{FF2B5EF4-FFF2-40B4-BE49-F238E27FC236}">
                      <a16:creationId xmlns:a16="http://schemas.microsoft.com/office/drawing/2014/main" id="{04E1F046-C314-27BB-1505-069F4CE74E2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4" name="Oval 2113">
                  <a:extLst>
                    <a:ext uri="{FF2B5EF4-FFF2-40B4-BE49-F238E27FC236}">
                      <a16:creationId xmlns:a16="http://schemas.microsoft.com/office/drawing/2014/main" id="{842EA808-AD88-46A5-73DB-B81AD9D972B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5" name="Oval 2114">
                  <a:extLst>
                    <a:ext uri="{FF2B5EF4-FFF2-40B4-BE49-F238E27FC236}">
                      <a16:creationId xmlns:a16="http://schemas.microsoft.com/office/drawing/2014/main" id="{C0C65543-6D04-61AD-6278-C8A6FCED47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6" name="Oval 2115">
                  <a:extLst>
                    <a:ext uri="{FF2B5EF4-FFF2-40B4-BE49-F238E27FC236}">
                      <a16:creationId xmlns:a16="http://schemas.microsoft.com/office/drawing/2014/main" id="{C06DBCD6-71A7-CEDC-2130-3C28A581F51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7" name="Oval 2116">
                  <a:extLst>
                    <a:ext uri="{FF2B5EF4-FFF2-40B4-BE49-F238E27FC236}">
                      <a16:creationId xmlns:a16="http://schemas.microsoft.com/office/drawing/2014/main" id="{72C095AF-DAF3-E323-8948-25AD70E0812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8" name="Oval 2117">
                  <a:extLst>
                    <a:ext uri="{FF2B5EF4-FFF2-40B4-BE49-F238E27FC236}">
                      <a16:creationId xmlns:a16="http://schemas.microsoft.com/office/drawing/2014/main" id="{B82F44A1-B3BE-DD67-5424-B2F62404585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9" name="Oval 2118">
                  <a:extLst>
                    <a:ext uri="{FF2B5EF4-FFF2-40B4-BE49-F238E27FC236}">
                      <a16:creationId xmlns:a16="http://schemas.microsoft.com/office/drawing/2014/main" id="{2C12B56F-F67A-5752-DE98-350530CE21D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0" name="Oval 2119">
                  <a:extLst>
                    <a:ext uri="{FF2B5EF4-FFF2-40B4-BE49-F238E27FC236}">
                      <a16:creationId xmlns:a16="http://schemas.microsoft.com/office/drawing/2014/main" id="{401DC9BF-B39C-6EF7-9082-BC3FAF01C4F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4" name="Group 2103">
                <a:extLst>
                  <a:ext uri="{FF2B5EF4-FFF2-40B4-BE49-F238E27FC236}">
                    <a16:creationId xmlns:a16="http://schemas.microsoft.com/office/drawing/2014/main" id="{70958E53-6281-F90E-5EB8-664D2C6C60BA}"/>
                  </a:ext>
                </a:extLst>
              </p:cNvPr>
              <p:cNvGrpSpPr/>
              <p:nvPr/>
            </p:nvGrpSpPr>
            <p:grpSpPr>
              <a:xfrm>
                <a:off x="6413077" y="6016049"/>
                <a:ext cx="242005" cy="43678"/>
                <a:chOff x="7979724" y="3580291"/>
                <a:chExt cx="242005" cy="43678"/>
              </a:xfrm>
            </p:grpSpPr>
            <p:sp>
              <p:nvSpPr>
                <p:cNvPr id="2105" name="Oval 2104">
                  <a:extLst>
                    <a:ext uri="{FF2B5EF4-FFF2-40B4-BE49-F238E27FC236}">
                      <a16:creationId xmlns:a16="http://schemas.microsoft.com/office/drawing/2014/main" id="{49C6D201-AC75-C989-B5FC-25918EACB05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6" name="Oval 2105">
                  <a:extLst>
                    <a:ext uri="{FF2B5EF4-FFF2-40B4-BE49-F238E27FC236}">
                      <a16:creationId xmlns:a16="http://schemas.microsoft.com/office/drawing/2014/main" id="{23D7FE1E-1B67-C701-9679-833002BEBDB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7" name="Oval 2106">
                  <a:extLst>
                    <a:ext uri="{FF2B5EF4-FFF2-40B4-BE49-F238E27FC236}">
                      <a16:creationId xmlns:a16="http://schemas.microsoft.com/office/drawing/2014/main" id="{D0C21FDD-B6DF-B9E0-AC27-D1F68F119DA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Oval 2107">
                  <a:extLst>
                    <a:ext uri="{FF2B5EF4-FFF2-40B4-BE49-F238E27FC236}">
                      <a16:creationId xmlns:a16="http://schemas.microsoft.com/office/drawing/2014/main" id="{0F4780B0-939F-FF5B-B20E-8EA08DA0F54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9" name="Oval 2108">
                  <a:extLst>
                    <a:ext uri="{FF2B5EF4-FFF2-40B4-BE49-F238E27FC236}">
                      <a16:creationId xmlns:a16="http://schemas.microsoft.com/office/drawing/2014/main" id="{B2D4DCA9-8B98-97BA-589E-C563205F557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0" name="Oval 2109">
                  <a:extLst>
                    <a:ext uri="{FF2B5EF4-FFF2-40B4-BE49-F238E27FC236}">
                      <a16:creationId xmlns:a16="http://schemas.microsoft.com/office/drawing/2014/main" id="{D6BA2093-1FFE-A9FE-8E22-57180B3A1A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1" name="Oval 2110">
                  <a:extLst>
                    <a:ext uri="{FF2B5EF4-FFF2-40B4-BE49-F238E27FC236}">
                      <a16:creationId xmlns:a16="http://schemas.microsoft.com/office/drawing/2014/main" id="{09C5D1E9-A611-4B73-6849-3263A715397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2" name="Oval 2111">
                  <a:extLst>
                    <a:ext uri="{FF2B5EF4-FFF2-40B4-BE49-F238E27FC236}">
                      <a16:creationId xmlns:a16="http://schemas.microsoft.com/office/drawing/2014/main" id="{5002C876-EF83-5E54-C716-76BDB4B8583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69" name="Group 2168">
              <a:extLst>
                <a:ext uri="{FF2B5EF4-FFF2-40B4-BE49-F238E27FC236}">
                  <a16:creationId xmlns:a16="http://schemas.microsoft.com/office/drawing/2014/main" id="{FED5D550-E573-162B-8D6D-1F7C68F0DD64}"/>
                </a:ext>
              </a:extLst>
            </p:cNvPr>
            <p:cNvGrpSpPr/>
            <p:nvPr/>
          </p:nvGrpSpPr>
          <p:grpSpPr>
            <a:xfrm>
              <a:off x="6794840" y="2540299"/>
              <a:ext cx="971545" cy="53915"/>
              <a:chOff x="5754694" y="6008041"/>
              <a:chExt cx="971545" cy="53915"/>
            </a:xfrm>
          </p:grpSpPr>
          <p:grpSp>
            <p:nvGrpSpPr>
              <p:cNvPr id="2170" name="Group 2169">
                <a:extLst>
                  <a:ext uri="{FF2B5EF4-FFF2-40B4-BE49-F238E27FC236}">
                    <a16:creationId xmlns:a16="http://schemas.microsoft.com/office/drawing/2014/main" id="{B826A4D7-8534-D1C1-BDA3-2A0801231158}"/>
                  </a:ext>
                </a:extLst>
              </p:cNvPr>
              <p:cNvGrpSpPr/>
              <p:nvPr/>
            </p:nvGrpSpPr>
            <p:grpSpPr>
              <a:xfrm rot="10800000">
                <a:off x="5825851" y="6008041"/>
                <a:ext cx="242005" cy="46723"/>
                <a:chOff x="7979724" y="3580291"/>
                <a:chExt cx="242005" cy="43678"/>
              </a:xfrm>
            </p:grpSpPr>
            <p:sp>
              <p:nvSpPr>
                <p:cNvPr id="2234" name="Oval 2233">
                  <a:extLst>
                    <a:ext uri="{FF2B5EF4-FFF2-40B4-BE49-F238E27FC236}">
                      <a16:creationId xmlns:a16="http://schemas.microsoft.com/office/drawing/2014/main" id="{51CA6B04-B487-A104-301B-B20E8D9935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5" name="Oval 2234">
                  <a:extLst>
                    <a:ext uri="{FF2B5EF4-FFF2-40B4-BE49-F238E27FC236}">
                      <a16:creationId xmlns:a16="http://schemas.microsoft.com/office/drawing/2014/main" id="{98F2E9C6-A2EE-FEBA-79CF-72EC965CD52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6" name="Oval 2235">
                  <a:extLst>
                    <a:ext uri="{FF2B5EF4-FFF2-40B4-BE49-F238E27FC236}">
                      <a16:creationId xmlns:a16="http://schemas.microsoft.com/office/drawing/2014/main" id="{F9142033-AB33-5B22-C25E-BB6F35BACC2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7" name="Oval 2236">
                  <a:extLst>
                    <a:ext uri="{FF2B5EF4-FFF2-40B4-BE49-F238E27FC236}">
                      <a16:creationId xmlns:a16="http://schemas.microsoft.com/office/drawing/2014/main" id="{A6B0116F-F6AC-92D5-912D-2B24BED941B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8" name="Oval 2237">
                  <a:extLst>
                    <a:ext uri="{FF2B5EF4-FFF2-40B4-BE49-F238E27FC236}">
                      <a16:creationId xmlns:a16="http://schemas.microsoft.com/office/drawing/2014/main" id="{33DBC15D-3374-442F-6B90-CB17BD880C3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9" name="Oval 2238">
                  <a:extLst>
                    <a:ext uri="{FF2B5EF4-FFF2-40B4-BE49-F238E27FC236}">
                      <a16:creationId xmlns:a16="http://schemas.microsoft.com/office/drawing/2014/main" id="{20E87A24-1744-FA56-B609-FE184BB0155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0" name="Oval 2239">
                  <a:extLst>
                    <a:ext uri="{FF2B5EF4-FFF2-40B4-BE49-F238E27FC236}">
                      <a16:creationId xmlns:a16="http://schemas.microsoft.com/office/drawing/2014/main" id="{CF577E8D-A998-FA5B-BD34-21C72DE7EE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1" name="Oval 2240">
                  <a:extLst>
                    <a:ext uri="{FF2B5EF4-FFF2-40B4-BE49-F238E27FC236}">
                      <a16:creationId xmlns:a16="http://schemas.microsoft.com/office/drawing/2014/main" id="{7F8055C3-335F-B65B-7E4E-6703554283F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1" name="Group 2170">
                <a:extLst>
                  <a:ext uri="{FF2B5EF4-FFF2-40B4-BE49-F238E27FC236}">
                    <a16:creationId xmlns:a16="http://schemas.microsoft.com/office/drawing/2014/main" id="{E72EAF67-1319-4023-0242-E6394F54E13F}"/>
                  </a:ext>
                </a:extLst>
              </p:cNvPr>
              <p:cNvGrpSpPr/>
              <p:nvPr/>
            </p:nvGrpSpPr>
            <p:grpSpPr>
              <a:xfrm>
                <a:off x="5754694" y="6008857"/>
                <a:ext cx="242005" cy="43678"/>
                <a:chOff x="7979724" y="3580291"/>
                <a:chExt cx="242005" cy="43678"/>
              </a:xfrm>
            </p:grpSpPr>
            <p:sp>
              <p:nvSpPr>
                <p:cNvPr id="2226" name="Oval 2225">
                  <a:extLst>
                    <a:ext uri="{FF2B5EF4-FFF2-40B4-BE49-F238E27FC236}">
                      <a16:creationId xmlns:a16="http://schemas.microsoft.com/office/drawing/2014/main" id="{4F69C3F3-DE05-E628-983F-4554E81CB22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7" name="Oval 2226">
                  <a:extLst>
                    <a:ext uri="{FF2B5EF4-FFF2-40B4-BE49-F238E27FC236}">
                      <a16:creationId xmlns:a16="http://schemas.microsoft.com/office/drawing/2014/main" id="{20EE13A2-EE02-7900-7652-7CBC0C4B9E2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8" name="Oval 2227">
                  <a:extLst>
                    <a:ext uri="{FF2B5EF4-FFF2-40B4-BE49-F238E27FC236}">
                      <a16:creationId xmlns:a16="http://schemas.microsoft.com/office/drawing/2014/main" id="{8DF6DA21-DB84-709D-5581-AEE40E90B83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9" name="Oval 2228">
                  <a:extLst>
                    <a:ext uri="{FF2B5EF4-FFF2-40B4-BE49-F238E27FC236}">
                      <a16:creationId xmlns:a16="http://schemas.microsoft.com/office/drawing/2014/main" id="{9E901A5F-2888-154A-640D-3D9DF4BF2ED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0" name="Oval 2229">
                  <a:extLst>
                    <a:ext uri="{FF2B5EF4-FFF2-40B4-BE49-F238E27FC236}">
                      <a16:creationId xmlns:a16="http://schemas.microsoft.com/office/drawing/2014/main" id="{A733869B-C9D0-A0B6-516B-5F72F332A6E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1" name="Oval 2230">
                  <a:extLst>
                    <a:ext uri="{FF2B5EF4-FFF2-40B4-BE49-F238E27FC236}">
                      <a16:creationId xmlns:a16="http://schemas.microsoft.com/office/drawing/2014/main" id="{83EA999C-B2CA-93E5-94BA-718BC9DB589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2" name="Oval 2231">
                  <a:extLst>
                    <a:ext uri="{FF2B5EF4-FFF2-40B4-BE49-F238E27FC236}">
                      <a16:creationId xmlns:a16="http://schemas.microsoft.com/office/drawing/2014/main" id="{0EEFD6C7-2DC4-CC17-DEA9-6146B51A01B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3" name="Oval 2232">
                  <a:extLst>
                    <a:ext uri="{FF2B5EF4-FFF2-40B4-BE49-F238E27FC236}">
                      <a16:creationId xmlns:a16="http://schemas.microsoft.com/office/drawing/2014/main" id="{242C8E30-90C1-8A02-A171-E8658C326B7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2" name="Group 2171">
                <a:extLst>
                  <a:ext uri="{FF2B5EF4-FFF2-40B4-BE49-F238E27FC236}">
                    <a16:creationId xmlns:a16="http://schemas.microsoft.com/office/drawing/2014/main" id="{4A1CED01-F0F7-E298-82C7-53E11BD19933}"/>
                  </a:ext>
                </a:extLst>
              </p:cNvPr>
              <p:cNvGrpSpPr/>
              <p:nvPr/>
            </p:nvGrpSpPr>
            <p:grpSpPr>
              <a:xfrm rot="10800000">
                <a:off x="6066894" y="6011217"/>
                <a:ext cx="242005" cy="46723"/>
                <a:chOff x="7979724" y="3580291"/>
                <a:chExt cx="242005" cy="43678"/>
              </a:xfrm>
            </p:grpSpPr>
            <p:sp>
              <p:nvSpPr>
                <p:cNvPr id="2218" name="Oval 2217">
                  <a:extLst>
                    <a:ext uri="{FF2B5EF4-FFF2-40B4-BE49-F238E27FC236}">
                      <a16:creationId xmlns:a16="http://schemas.microsoft.com/office/drawing/2014/main" id="{60690C36-3B69-AE0B-31CC-BB3F556FC35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9" name="Oval 2218">
                  <a:extLst>
                    <a:ext uri="{FF2B5EF4-FFF2-40B4-BE49-F238E27FC236}">
                      <a16:creationId xmlns:a16="http://schemas.microsoft.com/office/drawing/2014/main" id="{EDB5E8D6-1533-7D38-CA27-57F0005000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0" name="Oval 2219">
                  <a:extLst>
                    <a:ext uri="{FF2B5EF4-FFF2-40B4-BE49-F238E27FC236}">
                      <a16:creationId xmlns:a16="http://schemas.microsoft.com/office/drawing/2014/main" id="{0C46C68B-7A81-27D9-8C33-40AE41251D5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1" name="Oval 2220">
                  <a:extLst>
                    <a:ext uri="{FF2B5EF4-FFF2-40B4-BE49-F238E27FC236}">
                      <a16:creationId xmlns:a16="http://schemas.microsoft.com/office/drawing/2014/main" id="{0E2FB973-AF22-E91E-C167-5B9CE9CDD8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2" name="Oval 2221">
                  <a:extLst>
                    <a:ext uri="{FF2B5EF4-FFF2-40B4-BE49-F238E27FC236}">
                      <a16:creationId xmlns:a16="http://schemas.microsoft.com/office/drawing/2014/main" id="{AAFA24B0-6CC1-1E5E-B1E2-9A8FB86D424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3" name="Oval 2222">
                  <a:extLst>
                    <a:ext uri="{FF2B5EF4-FFF2-40B4-BE49-F238E27FC236}">
                      <a16:creationId xmlns:a16="http://schemas.microsoft.com/office/drawing/2014/main" id="{4F6B80BF-FA5C-C8B9-5418-29F037FC81B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4" name="Oval 2223">
                  <a:extLst>
                    <a:ext uri="{FF2B5EF4-FFF2-40B4-BE49-F238E27FC236}">
                      <a16:creationId xmlns:a16="http://schemas.microsoft.com/office/drawing/2014/main" id="{FC998637-B62E-79D0-6AA4-A369B5052F0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5" name="Oval 2224">
                  <a:extLst>
                    <a:ext uri="{FF2B5EF4-FFF2-40B4-BE49-F238E27FC236}">
                      <a16:creationId xmlns:a16="http://schemas.microsoft.com/office/drawing/2014/main" id="{50C2CA66-1462-EE7B-F894-D84D6C8BC86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3" name="Group 2172">
                <a:extLst>
                  <a:ext uri="{FF2B5EF4-FFF2-40B4-BE49-F238E27FC236}">
                    <a16:creationId xmlns:a16="http://schemas.microsoft.com/office/drawing/2014/main" id="{DFB029A8-BD98-3604-8F16-1A0589318A35}"/>
                  </a:ext>
                </a:extLst>
              </p:cNvPr>
              <p:cNvGrpSpPr/>
              <p:nvPr/>
            </p:nvGrpSpPr>
            <p:grpSpPr>
              <a:xfrm rot="11689693">
                <a:off x="5995737" y="6012033"/>
                <a:ext cx="242005" cy="43678"/>
                <a:chOff x="7979724" y="3580291"/>
                <a:chExt cx="242005" cy="43678"/>
              </a:xfrm>
            </p:grpSpPr>
            <p:sp>
              <p:nvSpPr>
                <p:cNvPr id="2210" name="Oval 2209">
                  <a:extLst>
                    <a:ext uri="{FF2B5EF4-FFF2-40B4-BE49-F238E27FC236}">
                      <a16:creationId xmlns:a16="http://schemas.microsoft.com/office/drawing/2014/main" id="{7141F911-59FB-4F64-881D-DB7E987EF5C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1" name="Oval 2210">
                  <a:extLst>
                    <a:ext uri="{FF2B5EF4-FFF2-40B4-BE49-F238E27FC236}">
                      <a16:creationId xmlns:a16="http://schemas.microsoft.com/office/drawing/2014/main" id="{F87F3D53-F41D-F46D-817E-FBE276C6045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2" name="Oval 2211">
                  <a:extLst>
                    <a:ext uri="{FF2B5EF4-FFF2-40B4-BE49-F238E27FC236}">
                      <a16:creationId xmlns:a16="http://schemas.microsoft.com/office/drawing/2014/main" id="{3C8ED0E9-2CE0-0E07-5862-AEFDA4BB40D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3" name="Oval 2212">
                  <a:extLst>
                    <a:ext uri="{FF2B5EF4-FFF2-40B4-BE49-F238E27FC236}">
                      <a16:creationId xmlns:a16="http://schemas.microsoft.com/office/drawing/2014/main" id="{9162CA35-4E50-FB14-402F-50B28AF029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4" name="Oval 2213">
                  <a:extLst>
                    <a:ext uri="{FF2B5EF4-FFF2-40B4-BE49-F238E27FC236}">
                      <a16:creationId xmlns:a16="http://schemas.microsoft.com/office/drawing/2014/main" id="{2A0D5A78-4E97-C21A-6ECF-6D759359A08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5" name="Oval 2214">
                  <a:extLst>
                    <a:ext uri="{FF2B5EF4-FFF2-40B4-BE49-F238E27FC236}">
                      <a16:creationId xmlns:a16="http://schemas.microsoft.com/office/drawing/2014/main" id="{DC841AA7-57B0-213F-9471-DAC5D028829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6" name="Oval 2215">
                  <a:extLst>
                    <a:ext uri="{FF2B5EF4-FFF2-40B4-BE49-F238E27FC236}">
                      <a16:creationId xmlns:a16="http://schemas.microsoft.com/office/drawing/2014/main" id="{BD66FA98-EB93-18C0-2B62-A6CC53B0B2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7" name="Oval 2216">
                  <a:extLst>
                    <a:ext uri="{FF2B5EF4-FFF2-40B4-BE49-F238E27FC236}">
                      <a16:creationId xmlns:a16="http://schemas.microsoft.com/office/drawing/2014/main" id="{A0050D06-D421-F7C5-BABF-16B5E81678F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4" name="Group 2173">
                <a:extLst>
                  <a:ext uri="{FF2B5EF4-FFF2-40B4-BE49-F238E27FC236}">
                    <a16:creationId xmlns:a16="http://schemas.microsoft.com/office/drawing/2014/main" id="{928DA313-7694-ACB8-6DB0-AC917316A03C}"/>
                  </a:ext>
                </a:extLst>
              </p:cNvPr>
              <p:cNvGrpSpPr/>
              <p:nvPr/>
            </p:nvGrpSpPr>
            <p:grpSpPr>
              <a:xfrm rot="21292958">
                <a:off x="6243191" y="6012057"/>
                <a:ext cx="242005" cy="46723"/>
                <a:chOff x="7979724" y="3580291"/>
                <a:chExt cx="242005" cy="43678"/>
              </a:xfrm>
            </p:grpSpPr>
            <p:sp>
              <p:nvSpPr>
                <p:cNvPr id="2202" name="Oval 2201">
                  <a:extLst>
                    <a:ext uri="{FF2B5EF4-FFF2-40B4-BE49-F238E27FC236}">
                      <a16:creationId xmlns:a16="http://schemas.microsoft.com/office/drawing/2014/main" id="{B177F407-A914-E986-17D5-35E36AC7113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3" name="Oval 2202">
                  <a:extLst>
                    <a:ext uri="{FF2B5EF4-FFF2-40B4-BE49-F238E27FC236}">
                      <a16:creationId xmlns:a16="http://schemas.microsoft.com/office/drawing/2014/main" id="{4595C18A-068D-E7DE-1948-98F305709DA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4" name="Oval 2203">
                  <a:extLst>
                    <a:ext uri="{FF2B5EF4-FFF2-40B4-BE49-F238E27FC236}">
                      <a16:creationId xmlns:a16="http://schemas.microsoft.com/office/drawing/2014/main" id="{18BDA1D5-17AF-C483-8859-CAA80423DF7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5" name="Oval 2204">
                  <a:extLst>
                    <a:ext uri="{FF2B5EF4-FFF2-40B4-BE49-F238E27FC236}">
                      <a16:creationId xmlns:a16="http://schemas.microsoft.com/office/drawing/2014/main" id="{D3E1F133-E7C2-839C-BA08-CB721687BBC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6" name="Oval 2205">
                  <a:extLst>
                    <a:ext uri="{FF2B5EF4-FFF2-40B4-BE49-F238E27FC236}">
                      <a16:creationId xmlns:a16="http://schemas.microsoft.com/office/drawing/2014/main" id="{11B11265-BB4D-5843-13AB-B54E4281B61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7" name="Oval 2206">
                  <a:extLst>
                    <a:ext uri="{FF2B5EF4-FFF2-40B4-BE49-F238E27FC236}">
                      <a16:creationId xmlns:a16="http://schemas.microsoft.com/office/drawing/2014/main" id="{B708B29A-FA05-EEB9-2D8C-03A385B86D1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8" name="Oval 2207">
                  <a:extLst>
                    <a:ext uri="{FF2B5EF4-FFF2-40B4-BE49-F238E27FC236}">
                      <a16:creationId xmlns:a16="http://schemas.microsoft.com/office/drawing/2014/main" id="{7093B5BD-3A0D-989F-CFE1-E3A532FC36E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9" name="Oval 2208">
                  <a:extLst>
                    <a:ext uri="{FF2B5EF4-FFF2-40B4-BE49-F238E27FC236}">
                      <a16:creationId xmlns:a16="http://schemas.microsoft.com/office/drawing/2014/main" id="{2783770B-61FB-70A2-70B4-B9462073ECF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5" name="Group 2174">
                <a:extLst>
                  <a:ext uri="{FF2B5EF4-FFF2-40B4-BE49-F238E27FC236}">
                    <a16:creationId xmlns:a16="http://schemas.microsoft.com/office/drawing/2014/main" id="{C499B565-D12A-577B-78B0-C4118EE0EE8B}"/>
                  </a:ext>
                </a:extLst>
              </p:cNvPr>
              <p:cNvGrpSpPr/>
              <p:nvPr/>
            </p:nvGrpSpPr>
            <p:grpSpPr>
              <a:xfrm>
                <a:off x="6172034" y="6012873"/>
                <a:ext cx="242005" cy="43678"/>
                <a:chOff x="7979724" y="3580291"/>
                <a:chExt cx="242005" cy="43678"/>
              </a:xfrm>
            </p:grpSpPr>
            <p:sp>
              <p:nvSpPr>
                <p:cNvPr id="2194" name="Oval 2193">
                  <a:extLst>
                    <a:ext uri="{FF2B5EF4-FFF2-40B4-BE49-F238E27FC236}">
                      <a16:creationId xmlns:a16="http://schemas.microsoft.com/office/drawing/2014/main" id="{53633AA8-D91B-1C5B-9B2A-0921C6A033C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 name="Oval 2194">
                  <a:extLst>
                    <a:ext uri="{FF2B5EF4-FFF2-40B4-BE49-F238E27FC236}">
                      <a16:creationId xmlns:a16="http://schemas.microsoft.com/office/drawing/2014/main" id="{C518340D-28C4-C0E4-2EF4-C656DE2237F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6" name="Oval 2195">
                  <a:extLst>
                    <a:ext uri="{FF2B5EF4-FFF2-40B4-BE49-F238E27FC236}">
                      <a16:creationId xmlns:a16="http://schemas.microsoft.com/office/drawing/2014/main" id="{BCD6F77D-3397-10E7-0186-CEFFCD29291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7" name="Oval 2196">
                  <a:extLst>
                    <a:ext uri="{FF2B5EF4-FFF2-40B4-BE49-F238E27FC236}">
                      <a16:creationId xmlns:a16="http://schemas.microsoft.com/office/drawing/2014/main" id="{ED92DAC3-4D6B-6A0F-7CA7-29954B26B61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8" name="Oval 2197">
                  <a:extLst>
                    <a:ext uri="{FF2B5EF4-FFF2-40B4-BE49-F238E27FC236}">
                      <a16:creationId xmlns:a16="http://schemas.microsoft.com/office/drawing/2014/main" id="{D5BA7F0A-6BD0-9DA4-7C08-D757B520EDC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9" name="Oval 2198">
                  <a:extLst>
                    <a:ext uri="{FF2B5EF4-FFF2-40B4-BE49-F238E27FC236}">
                      <a16:creationId xmlns:a16="http://schemas.microsoft.com/office/drawing/2014/main" id="{550CD96C-7F37-4F08-A5A2-D65CDDE994C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0" name="Oval 2199">
                  <a:extLst>
                    <a:ext uri="{FF2B5EF4-FFF2-40B4-BE49-F238E27FC236}">
                      <a16:creationId xmlns:a16="http://schemas.microsoft.com/office/drawing/2014/main" id="{E16B49E6-48AB-3549-53E4-B6E38F7F328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1" name="Oval 2200">
                  <a:extLst>
                    <a:ext uri="{FF2B5EF4-FFF2-40B4-BE49-F238E27FC236}">
                      <a16:creationId xmlns:a16="http://schemas.microsoft.com/office/drawing/2014/main" id="{B7E04ADA-0CEA-21A9-5264-76CB19FC953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6" name="Group 2175">
                <a:extLst>
                  <a:ext uri="{FF2B5EF4-FFF2-40B4-BE49-F238E27FC236}">
                    <a16:creationId xmlns:a16="http://schemas.microsoft.com/office/drawing/2014/main" id="{8E451748-8086-30E4-7254-D77D64715223}"/>
                  </a:ext>
                </a:extLst>
              </p:cNvPr>
              <p:cNvGrpSpPr/>
              <p:nvPr/>
            </p:nvGrpSpPr>
            <p:grpSpPr>
              <a:xfrm rot="10800000">
                <a:off x="6484234" y="6015233"/>
                <a:ext cx="242005" cy="46723"/>
                <a:chOff x="7979724" y="3580291"/>
                <a:chExt cx="242005" cy="43678"/>
              </a:xfrm>
            </p:grpSpPr>
            <p:sp>
              <p:nvSpPr>
                <p:cNvPr id="2186" name="Oval 2185">
                  <a:extLst>
                    <a:ext uri="{FF2B5EF4-FFF2-40B4-BE49-F238E27FC236}">
                      <a16:creationId xmlns:a16="http://schemas.microsoft.com/office/drawing/2014/main" id="{24326554-DCF9-80D3-6BA6-131E632D60A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7" name="Oval 2186">
                  <a:extLst>
                    <a:ext uri="{FF2B5EF4-FFF2-40B4-BE49-F238E27FC236}">
                      <a16:creationId xmlns:a16="http://schemas.microsoft.com/office/drawing/2014/main" id="{F69C0EE1-23F0-A1AD-FAFC-056FE6C7EB4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8" name="Oval 2187">
                  <a:extLst>
                    <a:ext uri="{FF2B5EF4-FFF2-40B4-BE49-F238E27FC236}">
                      <a16:creationId xmlns:a16="http://schemas.microsoft.com/office/drawing/2014/main" id="{2017941A-8061-1EA2-FE55-AE3201FD9AA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9" name="Oval 2188">
                  <a:extLst>
                    <a:ext uri="{FF2B5EF4-FFF2-40B4-BE49-F238E27FC236}">
                      <a16:creationId xmlns:a16="http://schemas.microsoft.com/office/drawing/2014/main" id="{0E6557F3-2733-8A1E-8587-04B1847BBF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0" name="Oval 2189">
                  <a:extLst>
                    <a:ext uri="{FF2B5EF4-FFF2-40B4-BE49-F238E27FC236}">
                      <a16:creationId xmlns:a16="http://schemas.microsoft.com/office/drawing/2014/main" id="{2420FED1-7B96-EE61-4B6D-650074DCEA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1" name="Oval 2190">
                  <a:extLst>
                    <a:ext uri="{FF2B5EF4-FFF2-40B4-BE49-F238E27FC236}">
                      <a16:creationId xmlns:a16="http://schemas.microsoft.com/office/drawing/2014/main" id="{69E91F8B-05E1-DCA0-340B-A6ED8694B93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2" name="Oval 2191">
                  <a:extLst>
                    <a:ext uri="{FF2B5EF4-FFF2-40B4-BE49-F238E27FC236}">
                      <a16:creationId xmlns:a16="http://schemas.microsoft.com/office/drawing/2014/main" id="{BF26F5EE-9BC3-0FE7-27D7-DEAA715DD33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3" name="Oval 2192">
                  <a:extLst>
                    <a:ext uri="{FF2B5EF4-FFF2-40B4-BE49-F238E27FC236}">
                      <a16:creationId xmlns:a16="http://schemas.microsoft.com/office/drawing/2014/main" id="{3E3D121F-FE1F-C2D5-C7E8-73F7B7282F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7" name="Group 2176">
                <a:extLst>
                  <a:ext uri="{FF2B5EF4-FFF2-40B4-BE49-F238E27FC236}">
                    <a16:creationId xmlns:a16="http://schemas.microsoft.com/office/drawing/2014/main" id="{2E78C218-2FEA-81DD-3348-0D25A61C1BBA}"/>
                  </a:ext>
                </a:extLst>
              </p:cNvPr>
              <p:cNvGrpSpPr/>
              <p:nvPr/>
            </p:nvGrpSpPr>
            <p:grpSpPr>
              <a:xfrm>
                <a:off x="6413077" y="6016049"/>
                <a:ext cx="242005" cy="43678"/>
                <a:chOff x="7979724" y="3580291"/>
                <a:chExt cx="242005" cy="43678"/>
              </a:xfrm>
            </p:grpSpPr>
            <p:sp>
              <p:nvSpPr>
                <p:cNvPr id="2178" name="Oval 2177">
                  <a:extLst>
                    <a:ext uri="{FF2B5EF4-FFF2-40B4-BE49-F238E27FC236}">
                      <a16:creationId xmlns:a16="http://schemas.microsoft.com/office/drawing/2014/main" id="{40612BB0-EF1E-8935-A876-94A0EE4ED84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9" name="Oval 2178">
                  <a:extLst>
                    <a:ext uri="{FF2B5EF4-FFF2-40B4-BE49-F238E27FC236}">
                      <a16:creationId xmlns:a16="http://schemas.microsoft.com/office/drawing/2014/main" id="{A420DE7D-B3C8-6100-764E-8F2A4FDE094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0" name="Oval 2179">
                  <a:extLst>
                    <a:ext uri="{FF2B5EF4-FFF2-40B4-BE49-F238E27FC236}">
                      <a16:creationId xmlns:a16="http://schemas.microsoft.com/office/drawing/2014/main" id="{DCA0DC51-BEFB-DBE1-FD3E-A03520EEC78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1" name="Oval 2180">
                  <a:extLst>
                    <a:ext uri="{FF2B5EF4-FFF2-40B4-BE49-F238E27FC236}">
                      <a16:creationId xmlns:a16="http://schemas.microsoft.com/office/drawing/2014/main" id="{24BBE091-18FA-E66E-E1A8-082103A5748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2" name="Oval 2181">
                  <a:extLst>
                    <a:ext uri="{FF2B5EF4-FFF2-40B4-BE49-F238E27FC236}">
                      <a16:creationId xmlns:a16="http://schemas.microsoft.com/office/drawing/2014/main" id="{06DB3E88-2ACB-3833-0F23-E10866F44C5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3" name="Oval 2182">
                  <a:extLst>
                    <a:ext uri="{FF2B5EF4-FFF2-40B4-BE49-F238E27FC236}">
                      <a16:creationId xmlns:a16="http://schemas.microsoft.com/office/drawing/2014/main" id="{8B4D7499-D435-839E-ACDC-53EF44E0EC6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4" name="Oval 2183">
                  <a:extLst>
                    <a:ext uri="{FF2B5EF4-FFF2-40B4-BE49-F238E27FC236}">
                      <a16:creationId xmlns:a16="http://schemas.microsoft.com/office/drawing/2014/main" id="{FF1B4442-6F0F-3E06-CEC7-A892D8DDCFC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5" name="Oval 2184">
                  <a:extLst>
                    <a:ext uri="{FF2B5EF4-FFF2-40B4-BE49-F238E27FC236}">
                      <a16:creationId xmlns:a16="http://schemas.microsoft.com/office/drawing/2014/main" id="{834A2591-6216-18FD-17B4-50AF57993CA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42" name="Group 2241">
              <a:extLst>
                <a:ext uri="{FF2B5EF4-FFF2-40B4-BE49-F238E27FC236}">
                  <a16:creationId xmlns:a16="http://schemas.microsoft.com/office/drawing/2014/main" id="{76133D0C-E002-ECB9-971A-C6FF72519D18}"/>
                </a:ext>
              </a:extLst>
            </p:cNvPr>
            <p:cNvGrpSpPr/>
            <p:nvPr/>
          </p:nvGrpSpPr>
          <p:grpSpPr>
            <a:xfrm>
              <a:off x="7993543" y="2257718"/>
              <a:ext cx="971545" cy="53915"/>
              <a:chOff x="5754694" y="6008041"/>
              <a:chExt cx="971545" cy="53915"/>
            </a:xfrm>
          </p:grpSpPr>
          <p:grpSp>
            <p:nvGrpSpPr>
              <p:cNvPr id="2243" name="Group 2242">
                <a:extLst>
                  <a:ext uri="{FF2B5EF4-FFF2-40B4-BE49-F238E27FC236}">
                    <a16:creationId xmlns:a16="http://schemas.microsoft.com/office/drawing/2014/main" id="{35910425-C120-7E43-6FE3-125BA92653BC}"/>
                  </a:ext>
                </a:extLst>
              </p:cNvPr>
              <p:cNvGrpSpPr/>
              <p:nvPr/>
            </p:nvGrpSpPr>
            <p:grpSpPr>
              <a:xfrm rot="10800000">
                <a:off x="5825851" y="6008041"/>
                <a:ext cx="242005" cy="46723"/>
                <a:chOff x="7979724" y="3580291"/>
                <a:chExt cx="242005" cy="43678"/>
              </a:xfrm>
            </p:grpSpPr>
            <p:sp>
              <p:nvSpPr>
                <p:cNvPr id="2307" name="Oval 2306">
                  <a:extLst>
                    <a:ext uri="{FF2B5EF4-FFF2-40B4-BE49-F238E27FC236}">
                      <a16:creationId xmlns:a16="http://schemas.microsoft.com/office/drawing/2014/main" id="{F0E4ABB3-F322-3523-6F20-521FE1C5195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8" name="Oval 2307">
                  <a:extLst>
                    <a:ext uri="{FF2B5EF4-FFF2-40B4-BE49-F238E27FC236}">
                      <a16:creationId xmlns:a16="http://schemas.microsoft.com/office/drawing/2014/main" id="{241B1851-FC68-51A6-4384-0622C0F2132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9" name="Oval 2308">
                  <a:extLst>
                    <a:ext uri="{FF2B5EF4-FFF2-40B4-BE49-F238E27FC236}">
                      <a16:creationId xmlns:a16="http://schemas.microsoft.com/office/drawing/2014/main" id="{FCDEDD9C-EA18-26E7-1DB2-B01D71A95E7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0" name="Oval 2309">
                  <a:extLst>
                    <a:ext uri="{FF2B5EF4-FFF2-40B4-BE49-F238E27FC236}">
                      <a16:creationId xmlns:a16="http://schemas.microsoft.com/office/drawing/2014/main" id="{FD11417F-83D6-BC89-F306-2D6DDFAA10C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1" name="Oval 2310">
                  <a:extLst>
                    <a:ext uri="{FF2B5EF4-FFF2-40B4-BE49-F238E27FC236}">
                      <a16:creationId xmlns:a16="http://schemas.microsoft.com/office/drawing/2014/main" id="{8653C8AC-39CF-B4FA-8C75-451086F2C20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2" name="Oval 2311">
                  <a:extLst>
                    <a:ext uri="{FF2B5EF4-FFF2-40B4-BE49-F238E27FC236}">
                      <a16:creationId xmlns:a16="http://schemas.microsoft.com/office/drawing/2014/main" id="{1F2AB2CE-94DF-CA54-7897-DDCD68525BA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3" name="Oval 2312">
                  <a:extLst>
                    <a:ext uri="{FF2B5EF4-FFF2-40B4-BE49-F238E27FC236}">
                      <a16:creationId xmlns:a16="http://schemas.microsoft.com/office/drawing/2014/main" id="{FA1F076F-3BFD-FCBA-12CC-F258C5825CA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4" name="Oval 2313">
                  <a:extLst>
                    <a:ext uri="{FF2B5EF4-FFF2-40B4-BE49-F238E27FC236}">
                      <a16:creationId xmlns:a16="http://schemas.microsoft.com/office/drawing/2014/main" id="{AE01B48E-0484-99C1-F131-97AD0FE0A0F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4" name="Group 2243">
                <a:extLst>
                  <a:ext uri="{FF2B5EF4-FFF2-40B4-BE49-F238E27FC236}">
                    <a16:creationId xmlns:a16="http://schemas.microsoft.com/office/drawing/2014/main" id="{7252BBA1-71FD-BB4F-D1D8-BC50ED6C697E}"/>
                  </a:ext>
                </a:extLst>
              </p:cNvPr>
              <p:cNvGrpSpPr/>
              <p:nvPr/>
            </p:nvGrpSpPr>
            <p:grpSpPr>
              <a:xfrm>
                <a:off x="5754694" y="6008857"/>
                <a:ext cx="242005" cy="43678"/>
                <a:chOff x="7979724" y="3580291"/>
                <a:chExt cx="242005" cy="43678"/>
              </a:xfrm>
            </p:grpSpPr>
            <p:sp>
              <p:nvSpPr>
                <p:cNvPr id="2299" name="Oval 2298">
                  <a:extLst>
                    <a:ext uri="{FF2B5EF4-FFF2-40B4-BE49-F238E27FC236}">
                      <a16:creationId xmlns:a16="http://schemas.microsoft.com/office/drawing/2014/main" id="{1A324F4B-D45C-DBCB-A244-E9CD00931B3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0" name="Oval 2299">
                  <a:extLst>
                    <a:ext uri="{FF2B5EF4-FFF2-40B4-BE49-F238E27FC236}">
                      <a16:creationId xmlns:a16="http://schemas.microsoft.com/office/drawing/2014/main" id="{411DFB87-A70D-6DEF-CE22-2139A4BE2D4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1" name="Oval 2300">
                  <a:extLst>
                    <a:ext uri="{FF2B5EF4-FFF2-40B4-BE49-F238E27FC236}">
                      <a16:creationId xmlns:a16="http://schemas.microsoft.com/office/drawing/2014/main" id="{F39586F7-B148-82C3-D743-1C05FEEAB92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2" name="Oval 2301">
                  <a:extLst>
                    <a:ext uri="{FF2B5EF4-FFF2-40B4-BE49-F238E27FC236}">
                      <a16:creationId xmlns:a16="http://schemas.microsoft.com/office/drawing/2014/main" id="{334E0F77-ABF9-EFF1-4181-1D69E83758D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3" name="Oval 2302">
                  <a:extLst>
                    <a:ext uri="{FF2B5EF4-FFF2-40B4-BE49-F238E27FC236}">
                      <a16:creationId xmlns:a16="http://schemas.microsoft.com/office/drawing/2014/main" id="{C5EAACB8-3DC3-EDF2-1E51-DA46037FE6A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4" name="Oval 2303">
                  <a:extLst>
                    <a:ext uri="{FF2B5EF4-FFF2-40B4-BE49-F238E27FC236}">
                      <a16:creationId xmlns:a16="http://schemas.microsoft.com/office/drawing/2014/main" id="{406E8300-F500-E306-0F80-4A23EABA913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5" name="Oval 2304">
                  <a:extLst>
                    <a:ext uri="{FF2B5EF4-FFF2-40B4-BE49-F238E27FC236}">
                      <a16:creationId xmlns:a16="http://schemas.microsoft.com/office/drawing/2014/main" id="{4FCF8C38-8A9D-84C6-59E6-E5240BE7854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6" name="Oval 2305">
                  <a:extLst>
                    <a:ext uri="{FF2B5EF4-FFF2-40B4-BE49-F238E27FC236}">
                      <a16:creationId xmlns:a16="http://schemas.microsoft.com/office/drawing/2014/main" id="{783B00A4-12A5-9CF3-8C70-B84ABFA0515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5" name="Group 2244">
                <a:extLst>
                  <a:ext uri="{FF2B5EF4-FFF2-40B4-BE49-F238E27FC236}">
                    <a16:creationId xmlns:a16="http://schemas.microsoft.com/office/drawing/2014/main" id="{BAEC6C73-7254-DADE-BCC7-5B790697D7A9}"/>
                  </a:ext>
                </a:extLst>
              </p:cNvPr>
              <p:cNvGrpSpPr/>
              <p:nvPr/>
            </p:nvGrpSpPr>
            <p:grpSpPr>
              <a:xfrm rot="10800000">
                <a:off x="6066894" y="6011217"/>
                <a:ext cx="242005" cy="46723"/>
                <a:chOff x="7979724" y="3580291"/>
                <a:chExt cx="242005" cy="43678"/>
              </a:xfrm>
            </p:grpSpPr>
            <p:sp>
              <p:nvSpPr>
                <p:cNvPr id="2291" name="Oval 2290">
                  <a:extLst>
                    <a:ext uri="{FF2B5EF4-FFF2-40B4-BE49-F238E27FC236}">
                      <a16:creationId xmlns:a16="http://schemas.microsoft.com/office/drawing/2014/main" id="{65D79EE0-0FF0-FADA-84D4-C78AAF0C56E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2" name="Oval 2291">
                  <a:extLst>
                    <a:ext uri="{FF2B5EF4-FFF2-40B4-BE49-F238E27FC236}">
                      <a16:creationId xmlns:a16="http://schemas.microsoft.com/office/drawing/2014/main" id="{006F65A2-E0B7-0143-ABC9-B3C2AB483AA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3" name="Oval 2292">
                  <a:extLst>
                    <a:ext uri="{FF2B5EF4-FFF2-40B4-BE49-F238E27FC236}">
                      <a16:creationId xmlns:a16="http://schemas.microsoft.com/office/drawing/2014/main" id="{8DE26D73-1E64-9A38-A5F6-942CA8AD946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4" name="Oval 2293">
                  <a:extLst>
                    <a:ext uri="{FF2B5EF4-FFF2-40B4-BE49-F238E27FC236}">
                      <a16:creationId xmlns:a16="http://schemas.microsoft.com/office/drawing/2014/main" id="{3AC594E3-6B0F-35F2-5877-4A88C678D83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5" name="Oval 2294">
                  <a:extLst>
                    <a:ext uri="{FF2B5EF4-FFF2-40B4-BE49-F238E27FC236}">
                      <a16:creationId xmlns:a16="http://schemas.microsoft.com/office/drawing/2014/main" id="{9B9EF2BD-FEF0-1DAB-C985-6A6AEE8D404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6" name="Oval 2295">
                  <a:extLst>
                    <a:ext uri="{FF2B5EF4-FFF2-40B4-BE49-F238E27FC236}">
                      <a16:creationId xmlns:a16="http://schemas.microsoft.com/office/drawing/2014/main" id="{920BF961-385E-5E8E-FB80-69D4D17CE4E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7" name="Oval 2296">
                  <a:extLst>
                    <a:ext uri="{FF2B5EF4-FFF2-40B4-BE49-F238E27FC236}">
                      <a16:creationId xmlns:a16="http://schemas.microsoft.com/office/drawing/2014/main" id="{5C1FF962-AF21-624C-9604-0CE512B61B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 name="Oval 2297">
                  <a:extLst>
                    <a:ext uri="{FF2B5EF4-FFF2-40B4-BE49-F238E27FC236}">
                      <a16:creationId xmlns:a16="http://schemas.microsoft.com/office/drawing/2014/main" id="{54DE69BF-A2CB-3C13-1795-0D2D6D828F2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6" name="Group 2245">
                <a:extLst>
                  <a:ext uri="{FF2B5EF4-FFF2-40B4-BE49-F238E27FC236}">
                    <a16:creationId xmlns:a16="http://schemas.microsoft.com/office/drawing/2014/main" id="{72ADDFD9-B076-3426-52ED-ADFAF9004A62}"/>
                  </a:ext>
                </a:extLst>
              </p:cNvPr>
              <p:cNvGrpSpPr/>
              <p:nvPr/>
            </p:nvGrpSpPr>
            <p:grpSpPr>
              <a:xfrm rot="11689693">
                <a:off x="5995737" y="6012033"/>
                <a:ext cx="242005" cy="43678"/>
                <a:chOff x="7979724" y="3580291"/>
                <a:chExt cx="242005" cy="43678"/>
              </a:xfrm>
            </p:grpSpPr>
            <p:sp>
              <p:nvSpPr>
                <p:cNvPr id="2283" name="Oval 2282">
                  <a:extLst>
                    <a:ext uri="{FF2B5EF4-FFF2-40B4-BE49-F238E27FC236}">
                      <a16:creationId xmlns:a16="http://schemas.microsoft.com/office/drawing/2014/main" id="{B4AF0E58-60AB-98ED-F572-D72824BAAB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4" name="Oval 2283">
                  <a:extLst>
                    <a:ext uri="{FF2B5EF4-FFF2-40B4-BE49-F238E27FC236}">
                      <a16:creationId xmlns:a16="http://schemas.microsoft.com/office/drawing/2014/main" id="{272EB8C9-EA7F-921E-4477-F7AC7E47D26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5" name="Oval 2284">
                  <a:extLst>
                    <a:ext uri="{FF2B5EF4-FFF2-40B4-BE49-F238E27FC236}">
                      <a16:creationId xmlns:a16="http://schemas.microsoft.com/office/drawing/2014/main" id="{DCDFA775-6344-060E-1CE0-62C941E33BE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6" name="Oval 2285">
                  <a:extLst>
                    <a:ext uri="{FF2B5EF4-FFF2-40B4-BE49-F238E27FC236}">
                      <a16:creationId xmlns:a16="http://schemas.microsoft.com/office/drawing/2014/main" id="{02C29A30-92B0-517D-9B8A-6A6C6AE9D33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7" name="Oval 2286">
                  <a:extLst>
                    <a:ext uri="{FF2B5EF4-FFF2-40B4-BE49-F238E27FC236}">
                      <a16:creationId xmlns:a16="http://schemas.microsoft.com/office/drawing/2014/main" id="{D58598BE-11B8-6423-40F5-7348C314B08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8" name="Oval 2287">
                  <a:extLst>
                    <a:ext uri="{FF2B5EF4-FFF2-40B4-BE49-F238E27FC236}">
                      <a16:creationId xmlns:a16="http://schemas.microsoft.com/office/drawing/2014/main" id="{650A4B1F-AE45-A815-8F8A-FAAC36D1FF1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9" name="Oval 2288">
                  <a:extLst>
                    <a:ext uri="{FF2B5EF4-FFF2-40B4-BE49-F238E27FC236}">
                      <a16:creationId xmlns:a16="http://schemas.microsoft.com/office/drawing/2014/main" id="{12B9070D-6C79-9D5A-1CF5-D5F2FED12EE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0" name="Oval 2289">
                  <a:extLst>
                    <a:ext uri="{FF2B5EF4-FFF2-40B4-BE49-F238E27FC236}">
                      <a16:creationId xmlns:a16="http://schemas.microsoft.com/office/drawing/2014/main" id="{0F78C8C6-15D1-FAAE-3B8F-AC491AA1F69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7" name="Group 2246">
                <a:extLst>
                  <a:ext uri="{FF2B5EF4-FFF2-40B4-BE49-F238E27FC236}">
                    <a16:creationId xmlns:a16="http://schemas.microsoft.com/office/drawing/2014/main" id="{20429457-2D32-F488-A8F3-300E92A0A0F0}"/>
                  </a:ext>
                </a:extLst>
              </p:cNvPr>
              <p:cNvGrpSpPr/>
              <p:nvPr/>
            </p:nvGrpSpPr>
            <p:grpSpPr>
              <a:xfrm rot="21292958">
                <a:off x="6243191" y="6012057"/>
                <a:ext cx="242005" cy="46723"/>
                <a:chOff x="7979724" y="3580291"/>
                <a:chExt cx="242005" cy="43678"/>
              </a:xfrm>
            </p:grpSpPr>
            <p:sp>
              <p:nvSpPr>
                <p:cNvPr id="2275" name="Oval 2274">
                  <a:extLst>
                    <a:ext uri="{FF2B5EF4-FFF2-40B4-BE49-F238E27FC236}">
                      <a16:creationId xmlns:a16="http://schemas.microsoft.com/office/drawing/2014/main" id="{E1466CE3-4B7F-7981-74FF-CF6455B23EB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6" name="Oval 2275">
                  <a:extLst>
                    <a:ext uri="{FF2B5EF4-FFF2-40B4-BE49-F238E27FC236}">
                      <a16:creationId xmlns:a16="http://schemas.microsoft.com/office/drawing/2014/main" id="{CC49DF27-45A1-55CA-3CA7-3EFCF83F869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7" name="Oval 2276">
                  <a:extLst>
                    <a:ext uri="{FF2B5EF4-FFF2-40B4-BE49-F238E27FC236}">
                      <a16:creationId xmlns:a16="http://schemas.microsoft.com/office/drawing/2014/main" id="{4F7A724E-45FE-6D6B-0BD1-96D06C6C002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8" name="Oval 2277">
                  <a:extLst>
                    <a:ext uri="{FF2B5EF4-FFF2-40B4-BE49-F238E27FC236}">
                      <a16:creationId xmlns:a16="http://schemas.microsoft.com/office/drawing/2014/main" id="{AC8158BF-680A-CE6E-57D6-916A7445C41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9" name="Oval 2278">
                  <a:extLst>
                    <a:ext uri="{FF2B5EF4-FFF2-40B4-BE49-F238E27FC236}">
                      <a16:creationId xmlns:a16="http://schemas.microsoft.com/office/drawing/2014/main" id="{9A30D513-7FFD-0D25-A98C-1273DA31BE0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0" name="Oval 2279">
                  <a:extLst>
                    <a:ext uri="{FF2B5EF4-FFF2-40B4-BE49-F238E27FC236}">
                      <a16:creationId xmlns:a16="http://schemas.microsoft.com/office/drawing/2014/main" id="{269D70B0-D409-2B6F-F6D6-088571D52F3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1" name="Oval 2280">
                  <a:extLst>
                    <a:ext uri="{FF2B5EF4-FFF2-40B4-BE49-F238E27FC236}">
                      <a16:creationId xmlns:a16="http://schemas.microsoft.com/office/drawing/2014/main" id="{5A99561F-BAAF-6B15-B654-9B8118E73D7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2" name="Oval 2281">
                  <a:extLst>
                    <a:ext uri="{FF2B5EF4-FFF2-40B4-BE49-F238E27FC236}">
                      <a16:creationId xmlns:a16="http://schemas.microsoft.com/office/drawing/2014/main" id="{F70A52DE-7B6E-587D-25A4-6A0404301BE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8" name="Group 2247">
                <a:extLst>
                  <a:ext uri="{FF2B5EF4-FFF2-40B4-BE49-F238E27FC236}">
                    <a16:creationId xmlns:a16="http://schemas.microsoft.com/office/drawing/2014/main" id="{508D6921-0D02-AAED-9B92-10BEFA85E873}"/>
                  </a:ext>
                </a:extLst>
              </p:cNvPr>
              <p:cNvGrpSpPr/>
              <p:nvPr/>
            </p:nvGrpSpPr>
            <p:grpSpPr>
              <a:xfrm>
                <a:off x="6172034" y="6012873"/>
                <a:ext cx="242005" cy="43678"/>
                <a:chOff x="7979724" y="3580291"/>
                <a:chExt cx="242005" cy="43678"/>
              </a:xfrm>
            </p:grpSpPr>
            <p:sp>
              <p:nvSpPr>
                <p:cNvPr id="2267" name="Oval 2266">
                  <a:extLst>
                    <a:ext uri="{FF2B5EF4-FFF2-40B4-BE49-F238E27FC236}">
                      <a16:creationId xmlns:a16="http://schemas.microsoft.com/office/drawing/2014/main" id="{E461F3AE-F624-30E9-9ECC-1C166C444EC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8" name="Oval 2267">
                  <a:extLst>
                    <a:ext uri="{FF2B5EF4-FFF2-40B4-BE49-F238E27FC236}">
                      <a16:creationId xmlns:a16="http://schemas.microsoft.com/office/drawing/2014/main" id="{2BB3A6F0-9C3D-0AC3-17D2-3954BE0AD0C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9" name="Oval 2268">
                  <a:extLst>
                    <a:ext uri="{FF2B5EF4-FFF2-40B4-BE49-F238E27FC236}">
                      <a16:creationId xmlns:a16="http://schemas.microsoft.com/office/drawing/2014/main" id="{B0D932A2-D29E-B840-30FD-B69D7728D43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0" name="Oval 2269">
                  <a:extLst>
                    <a:ext uri="{FF2B5EF4-FFF2-40B4-BE49-F238E27FC236}">
                      <a16:creationId xmlns:a16="http://schemas.microsoft.com/office/drawing/2014/main" id="{240F0CFB-E8E4-7575-DBAD-A7C03787665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1" name="Oval 2270">
                  <a:extLst>
                    <a:ext uri="{FF2B5EF4-FFF2-40B4-BE49-F238E27FC236}">
                      <a16:creationId xmlns:a16="http://schemas.microsoft.com/office/drawing/2014/main" id="{43ACC5EE-76C4-DB63-C0BA-C7EE6145D01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2" name="Oval 2271">
                  <a:extLst>
                    <a:ext uri="{FF2B5EF4-FFF2-40B4-BE49-F238E27FC236}">
                      <a16:creationId xmlns:a16="http://schemas.microsoft.com/office/drawing/2014/main" id="{EB5DBE05-F864-76EE-5ADA-D4CF6ED0F18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3" name="Oval 2272">
                  <a:extLst>
                    <a:ext uri="{FF2B5EF4-FFF2-40B4-BE49-F238E27FC236}">
                      <a16:creationId xmlns:a16="http://schemas.microsoft.com/office/drawing/2014/main" id="{E46F606B-041B-AF27-8F52-FCB353DC33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4" name="Oval 2273">
                  <a:extLst>
                    <a:ext uri="{FF2B5EF4-FFF2-40B4-BE49-F238E27FC236}">
                      <a16:creationId xmlns:a16="http://schemas.microsoft.com/office/drawing/2014/main" id="{14F6AAF7-C62F-A95D-2DA0-92D27503E7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9" name="Group 2248">
                <a:extLst>
                  <a:ext uri="{FF2B5EF4-FFF2-40B4-BE49-F238E27FC236}">
                    <a16:creationId xmlns:a16="http://schemas.microsoft.com/office/drawing/2014/main" id="{CEEEB998-4DE2-DC7C-8D9D-5B46739BD770}"/>
                  </a:ext>
                </a:extLst>
              </p:cNvPr>
              <p:cNvGrpSpPr/>
              <p:nvPr/>
            </p:nvGrpSpPr>
            <p:grpSpPr>
              <a:xfrm rot="10800000">
                <a:off x="6484234" y="6015233"/>
                <a:ext cx="242005" cy="46723"/>
                <a:chOff x="7979724" y="3580291"/>
                <a:chExt cx="242005" cy="43678"/>
              </a:xfrm>
            </p:grpSpPr>
            <p:sp>
              <p:nvSpPr>
                <p:cNvPr id="2259" name="Oval 2258">
                  <a:extLst>
                    <a:ext uri="{FF2B5EF4-FFF2-40B4-BE49-F238E27FC236}">
                      <a16:creationId xmlns:a16="http://schemas.microsoft.com/office/drawing/2014/main" id="{C7960242-4CEE-2B72-C6E6-00405D31A51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0" name="Oval 2259">
                  <a:extLst>
                    <a:ext uri="{FF2B5EF4-FFF2-40B4-BE49-F238E27FC236}">
                      <a16:creationId xmlns:a16="http://schemas.microsoft.com/office/drawing/2014/main" id="{1DDF5CB2-9211-15CD-B272-B82886AB45A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1" name="Oval 2260">
                  <a:extLst>
                    <a:ext uri="{FF2B5EF4-FFF2-40B4-BE49-F238E27FC236}">
                      <a16:creationId xmlns:a16="http://schemas.microsoft.com/office/drawing/2014/main" id="{5441D5F0-F0CC-A4C0-B522-B1D2C0B243B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2" name="Oval 2261">
                  <a:extLst>
                    <a:ext uri="{FF2B5EF4-FFF2-40B4-BE49-F238E27FC236}">
                      <a16:creationId xmlns:a16="http://schemas.microsoft.com/office/drawing/2014/main" id="{BDE8E0FA-466E-455C-1BDE-B40BF62F79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3" name="Oval 2262">
                  <a:extLst>
                    <a:ext uri="{FF2B5EF4-FFF2-40B4-BE49-F238E27FC236}">
                      <a16:creationId xmlns:a16="http://schemas.microsoft.com/office/drawing/2014/main" id="{A83455D0-15A6-CEEC-1CDF-986D0701AE6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4" name="Oval 2263">
                  <a:extLst>
                    <a:ext uri="{FF2B5EF4-FFF2-40B4-BE49-F238E27FC236}">
                      <a16:creationId xmlns:a16="http://schemas.microsoft.com/office/drawing/2014/main" id="{42885527-0CA0-8FA0-2AE8-BF3E1817644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5" name="Oval 2264">
                  <a:extLst>
                    <a:ext uri="{FF2B5EF4-FFF2-40B4-BE49-F238E27FC236}">
                      <a16:creationId xmlns:a16="http://schemas.microsoft.com/office/drawing/2014/main" id="{B2438A48-D388-B9AC-F4AA-AB6F6CB7EA5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6" name="Oval 2265">
                  <a:extLst>
                    <a:ext uri="{FF2B5EF4-FFF2-40B4-BE49-F238E27FC236}">
                      <a16:creationId xmlns:a16="http://schemas.microsoft.com/office/drawing/2014/main" id="{6B46CA58-A5F8-C4C6-CAE4-C682FE9B262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50" name="Group 2249">
                <a:extLst>
                  <a:ext uri="{FF2B5EF4-FFF2-40B4-BE49-F238E27FC236}">
                    <a16:creationId xmlns:a16="http://schemas.microsoft.com/office/drawing/2014/main" id="{46AB34AD-1F9C-93AD-CDDB-29BFF1B4CDFE}"/>
                  </a:ext>
                </a:extLst>
              </p:cNvPr>
              <p:cNvGrpSpPr/>
              <p:nvPr/>
            </p:nvGrpSpPr>
            <p:grpSpPr>
              <a:xfrm>
                <a:off x="6413077" y="6016049"/>
                <a:ext cx="242005" cy="43678"/>
                <a:chOff x="7979724" y="3580291"/>
                <a:chExt cx="242005" cy="43678"/>
              </a:xfrm>
            </p:grpSpPr>
            <p:sp>
              <p:nvSpPr>
                <p:cNvPr id="2251" name="Oval 2250">
                  <a:extLst>
                    <a:ext uri="{FF2B5EF4-FFF2-40B4-BE49-F238E27FC236}">
                      <a16:creationId xmlns:a16="http://schemas.microsoft.com/office/drawing/2014/main" id="{C6D29F04-9ACD-1309-2203-ED079CDA41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2" name="Oval 2251">
                  <a:extLst>
                    <a:ext uri="{FF2B5EF4-FFF2-40B4-BE49-F238E27FC236}">
                      <a16:creationId xmlns:a16="http://schemas.microsoft.com/office/drawing/2014/main" id="{EF7EF0DD-7737-6A73-0F8B-05737EF288A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 name="Oval 2252">
                  <a:extLst>
                    <a:ext uri="{FF2B5EF4-FFF2-40B4-BE49-F238E27FC236}">
                      <a16:creationId xmlns:a16="http://schemas.microsoft.com/office/drawing/2014/main" id="{A9918861-7C6F-A249-927F-C90FEE49852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 name="Oval 2253">
                  <a:extLst>
                    <a:ext uri="{FF2B5EF4-FFF2-40B4-BE49-F238E27FC236}">
                      <a16:creationId xmlns:a16="http://schemas.microsoft.com/office/drawing/2014/main" id="{73976460-078A-B8A7-DE1B-AA8D5A5F2A1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5" name="Oval 2254">
                  <a:extLst>
                    <a:ext uri="{FF2B5EF4-FFF2-40B4-BE49-F238E27FC236}">
                      <a16:creationId xmlns:a16="http://schemas.microsoft.com/office/drawing/2014/main" id="{08CE44C5-66EB-D331-785F-96687471315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6" name="Oval 2255">
                  <a:extLst>
                    <a:ext uri="{FF2B5EF4-FFF2-40B4-BE49-F238E27FC236}">
                      <a16:creationId xmlns:a16="http://schemas.microsoft.com/office/drawing/2014/main" id="{C7F5965C-0AD3-E47A-147D-834F53A5442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7" name="Oval 2256">
                  <a:extLst>
                    <a:ext uri="{FF2B5EF4-FFF2-40B4-BE49-F238E27FC236}">
                      <a16:creationId xmlns:a16="http://schemas.microsoft.com/office/drawing/2014/main" id="{CE42D5A6-EC4C-E8C3-9ADE-7DFED7F70C1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8" name="Oval 2257">
                  <a:extLst>
                    <a:ext uri="{FF2B5EF4-FFF2-40B4-BE49-F238E27FC236}">
                      <a16:creationId xmlns:a16="http://schemas.microsoft.com/office/drawing/2014/main" id="{7F9E3FEF-E5B5-2713-950E-9E7C357E52F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15" name="Group 2314">
              <a:extLst>
                <a:ext uri="{FF2B5EF4-FFF2-40B4-BE49-F238E27FC236}">
                  <a16:creationId xmlns:a16="http://schemas.microsoft.com/office/drawing/2014/main" id="{7A7BA2F5-A613-4A33-572D-90456919C183}"/>
                </a:ext>
              </a:extLst>
            </p:cNvPr>
            <p:cNvGrpSpPr/>
            <p:nvPr/>
          </p:nvGrpSpPr>
          <p:grpSpPr>
            <a:xfrm>
              <a:off x="8884216" y="2244666"/>
              <a:ext cx="971545" cy="53915"/>
              <a:chOff x="5754694" y="6008041"/>
              <a:chExt cx="971545" cy="53915"/>
            </a:xfrm>
          </p:grpSpPr>
          <p:grpSp>
            <p:nvGrpSpPr>
              <p:cNvPr id="2316" name="Group 2315">
                <a:extLst>
                  <a:ext uri="{FF2B5EF4-FFF2-40B4-BE49-F238E27FC236}">
                    <a16:creationId xmlns:a16="http://schemas.microsoft.com/office/drawing/2014/main" id="{D629A4F5-51B1-C14B-A624-24F49CA21526}"/>
                  </a:ext>
                </a:extLst>
              </p:cNvPr>
              <p:cNvGrpSpPr/>
              <p:nvPr/>
            </p:nvGrpSpPr>
            <p:grpSpPr>
              <a:xfrm rot="10800000">
                <a:off x="5825851" y="6008041"/>
                <a:ext cx="242005" cy="46723"/>
                <a:chOff x="7979724" y="3580291"/>
                <a:chExt cx="242005" cy="43678"/>
              </a:xfrm>
            </p:grpSpPr>
            <p:sp>
              <p:nvSpPr>
                <p:cNvPr id="2380" name="Oval 2379">
                  <a:extLst>
                    <a:ext uri="{FF2B5EF4-FFF2-40B4-BE49-F238E27FC236}">
                      <a16:creationId xmlns:a16="http://schemas.microsoft.com/office/drawing/2014/main" id="{D1F9CE5F-31D1-381E-844E-BAEFE1096BB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1" name="Oval 2380">
                  <a:extLst>
                    <a:ext uri="{FF2B5EF4-FFF2-40B4-BE49-F238E27FC236}">
                      <a16:creationId xmlns:a16="http://schemas.microsoft.com/office/drawing/2014/main" id="{B00F5D3E-5D22-0F43-C12D-EDC49D6322E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2" name="Oval 2381">
                  <a:extLst>
                    <a:ext uri="{FF2B5EF4-FFF2-40B4-BE49-F238E27FC236}">
                      <a16:creationId xmlns:a16="http://schemas.microsoft.com/office/drawing/2014/main" id="{D5324CE6-A6BC-1D72-6C6E-23F3478BBC7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3" name="Oval 2382">
                  <a:extLst>
                    <a:ext uri="{FF2B5EF4-FFF2-40B4-BE49-F238E27FC236}">
                      <a16:creationId xmlns:a16="http://schemas.microsoft.com/office/drawing/2014/main" id="{71834182-0BD3-50D8-7F05-799CD257BB4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4" name="Oval 2383">
                  <a:extLst>
                    <a:ext uri="{FF2B5EF4-FFF2-40B4-BE49-F238E27FC236}">
                      <a16:creationId xmlns:a16="http://schemas.microsoft.com/office/drawing/2014/main" id="{FF20F2E2-CA3D-228A-D364-3D5A7914200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 name="Oval 2384">
                  <a:extLst>
                    <a:ext uri="{FF2B5EF4-FFF2-40B4-BE49-F238E27FC236}">
                      <a16:creationId xmlns:a16="http://schemas.microsoft.com/office/drawing/2014/main" id="{19D92117-82B4-038A-5294-5C4806F020A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6" name="Oval 2385">
                  <a:extLst>
                    <a:ext uri="{FF2B5EF4-FFF2-40B4-BE49-F238E27FC236}">
                      <a16:creationId xmlns:a16="http://schemas.microsoft.com/office/drawing/2014/main" id="{AFCC495E-4BD4-20CB-1325-56D278DD522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 name="Oval 2386">
                  <a:extLst>
                    <a:ext uri="{FF2B5EF4-FFF2-40B4-BE49-F238E27FC236}">
                      <a16:creationId xmlns:a16="http://schemas.microsoft.com/office/drawing/2014/main" id="{CE42EC06-C517-11AA-E9B8-A965A93CE72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7" name="Group 2316">
                <a:extLst>
                  <a:ext uri="{FF2B5EF4-FFF2-40B4-BE49-F238E27FC236}">
                    <a16:creationId xmlns:a16="http://schemas.microsoft.com/office/drawing/2014/main" id="{20A827F0-7D37-DC72-4D1D-67C8DA113207}"/>
                  </a:ext>
                </a:extLst>
              </p:cNvPr>
              <p:cNvGrpSpPr/>
              <p:nvPr/>
            </p:nvGrpSpPr>
            <p:grpSpPr>
              <a:xfrm>
                <a:off x="5754694" y="6008857"/>
                <a:ext cx="242005" cy="43678"/>
                <a:chOff x="7979724" y="3580291"/>
                <a:chExt cx="242005" cy="43678"/>
              </a:xfrm>
            </p:grpSpPr>
            <p:sp>
              <p:nvSpPr>
                <p:cNvPr id="2372" name="Oval 2371">
                  <a:extLst>
                    <a:ext uri="{FF2B5EF4-FFF2-40B4-BE49-F238E27FC236}">
                      <a16:creationId xmlns:a16="http://schemas.microsoft.com/office/drawing/2014/main" id="{88DE21D8-AB03-2E93-4C49-6350F7EB798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 name="Oval 2372">
                  <a:extLst>
                    <a:ext uri="{FF2B5EF4-FFF2-40B4-BE49-F238E27FC236}">
                      <a16:creationId xmlns:a16="http://schemas.microsoft.com/office/drawing/2014/main" id="{3ADE145A-3725-B5E6-2CFA-645F8C11ECF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 name="Oval 2373">
                  <a:extLst>
                    <a:ext uri="{FF2B5EF4-FFF2-40B4-BE49-F238E27FC236}">
                      <a16:creationId xmlns:a16="http://schemas.microsoft.com/office/drawing/2014/main" id="{A0598EC3-58B5-5ABF-7215-AB08225BF86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5" name="Oval 2374">
                  <a:extLst>
                    <a:ext uri="{FF2B5EF4-FFF2-40B4-BE49-F238E27FC236}">
                      <a16:creationId xmlns:a16="http://schemas.microsoft.com/office/drawing/2014/main" id="{206AEC4C-CE10-DCCF-1616-ECBCB4A1A8F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 name="Oval 2375">
                  <a:extLst>
                    <a:ext uri="{FF2B5EF4-FFF2-40B4-BE49-F238E27FC236}">
                      <a16:creationId xmlns:a16="http://schemas.microsoft.com/office/drawing/2014/main" id="{3BF83870-CFE5-2E58-165C-580CE45992B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 name="Oval 2376">
                  <a:extLst>
                    <a:ext uri="{FF2B5EF4-FFF2-40B4-BE49-F238E27FC236}">
                      <a16:creationId xmlns:a16="http://schemas.microsoft.com/office/drawing/2014/main" id="{8B1C276B-9D38-18E0-3318-C009226FC7B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 name="Oval 2377">
                  <a:extLst>
                    <a:ext uri="{FF2B5EF4-FFF2-40B4-BE49-F238E27FC236}">
                      <a16:creationId xmlns:a16="http://schemas.microsoft.com/office/drawing/2014/main" id="{619C3B2C-F1A9-7E60-73EF-D55D784B8C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 name="Oval 2378">
                  <a:extLst>
                    <a:ext uri="{FF2B5EF4-FFF2-40B4-BE49-F238E27FC236}">
                      <a16:creationId xmlns:a16="http://schemas.microsoft.com/office/drawing/2014/main" id="{2BA5FDA5-7B6F-3844-CBA7-8DF20772D06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8" name="Group 2317">
                <a:extLst>
                  <a:ext uri="{FF2B5EF4-FFF2-40B4-BE49-F238E27FC236}">
                    <a16:creationId xmlns:a16="http://schemas.microsoft.com/office/drawing/2014/main" id="{6395181D-0C8C-A8ED-9774-8839B926D322}"/>
                  </a:ext>
                </a:extLst>
              </p:cNvPr>
              <p:cNvGrpSpPr/>
              <p:nvPr/>
            </p:nvGrpSpPr>
            <p:grpSpPr>
              <a:xfrm rot="10800000">
                <a:off x="6066894" y="6011217"/>
                <a:ext cx="242005" cy="46723"/>
                <a:chOff x="7979724" y="3580291"/>
                <a:chExt cx="242005" cy="43678"/>
              </a:xfrm>
            </p:grpSpPr>
            <p:sp>
              <p:nvSpPr>
                <p:cNvPr id="2364" name="Oval 2363">
                  <a:extLst>
                    <a:ext uri="{FF2B5EF4-FFF2-40B4-BE49-F238E27FC236}">
                      <a16:creationId xmlns:a16="http://schemas.microsoft.com/office/drawing/2014/main" id="{C15DCCE3-230C-4BF9-5061-81DD4E8D095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 name="Oval 2364">
                  <a:extLst>
                    <a:ext uri="{FF2B5EF4-FFF2-40B4-BE49-F238E27FC236}">
                      <a16:creationId xmlns:a16="http://schemas.microsoft.com/office/drawing/2014/main" id="{4004A592-BC60-AC45-8415-B95476624C6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6" name="Oval 2365">
                  <a:extLst>
                    <a:ext uri="{FF2B5EF4-FFF2-40B4-BE49-F238E27FC236}">
                      <a16:creationId xmlns:a16="http://schemas.microsoft.com/office/drawing/2014/main" id="{339EC106-682D-2D6E-D039-D648E567913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7" name="Oval 2366">
                  <a:extLst>
                    <a:ext uri="{FF2B5EF4-FFF2-40B4-BE49-F238E27FC236}">
                      <a16:creationId xmlns:a16="http://schemas.microsoft.com/office/drawing/2014/main" id="{B9F397AA-8FF8-E96F-96A4-19CB8F5B556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8" name="Oval 2367">
                  <a:extLst>
                    <a:ext uri="{FF2B5EF4-FFF2-40B4-BE49-F238E27FC236}">
                      <a16:creationId xmlns:a16="http://schemas.microsoft.com/office/drawing/2014/main" id="{0845CDBA-F3B3-07F3-37C7-CF109FEAC0A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9" name="Oval 2368">
                  <a:extLst>
                    <a:ext uri="{FF2B5EF4-FFF2-40B4-BE49-F238E27FC236}">
                      <a16:creationId xmlns:a16="http://schemas.microsoft.com/office/drawing/2014/main" id="{DE1522E9-C491-2189-1187-5BECC31FBCD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0" name="Oval 2369">
                  <a:extLst>
                    <a:ext uri="{FF2B5EF4-FFF2-40B4-BE49-F238E27FC236}">
                      <a16:creationId xmlns:a16="http://schemas.microsoft.com/office/drawing/2014/main" id="{D2A8608E-FBF6-902F-E087-4142C313FC6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1" name="Oval 2370">
                  <a:extLst>
                    <a:ext uri="{FF2B5EF4-FFF2-40B4-BE49-F238E27FC236}">
                      <a16:creationId xmlns:a16="http://schemas.microsoft.com/office/drawing/2014/main" id="{F61AD282-EF06-A224-8ED2-EAC81A999A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9" name="Group 2318">
                <a:extLst>
                  <a:ext uri="{FF2B5EF4-FFF2-40B4-BE49-F238E27FC236}">
                    <a16:creationId xmlns:a16="http://schemas.microsoft.com/office/drawing/2014/main" id="{2C436002-1ACA-287A-1B1E-1159E3B51B2C}"/>
                  </a:ext>
                </a:extLst>
              </p:cNvPr>
              <p:cNvGrpSpPr/>
              <p:nvPr/>
            </p:nvGrpSpPr>
            <p:grpSpPr>
              <a:xfrm rot="11689693">
                <a:off x="5995737" y="6012033"/>
                <a:ext cx="242005" cy="43678"/>
                <a:chOff x="7979724" y="3580291"/>
                <a:chExt cx="242005" cy="43678"/>
              </a:xfrm>
            </p:grpSpPr>
            <p:sp>
              <p:nvSpPr>
                <p:cNvPr id="2356" name="Oval 2355">
                  <a:extLst>
                    <a:ext uri="{FF2B5EF4-FFF2-40B4-BE49-F238E27FC236}">
                      <a16:creationId xmlns:a16="http://schemas.microsoft.com/office/drawing/2014/main" id="{CF0BB55C-5B66-0C0C-DCEC-AF7A35C0FA6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 name="Oval 2356">
                  <a:extLst>
                    <a:ext uri="{FF2B5EF4-FFF2-40B4-BE49-F238E27FC236}">
                      <a16:creationId xmlns:a16="http://schemas.microsoft.com/office/drawing/2014/main" id="{9C5EB450-7BC8-0369-A543-AADEB440851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 name="Oval 2357">
                  <a:extLst>
                    <a:ext uri="{FF2B5EF4-FFF2-40B4-BE49-F238E27FC236}">
                      <a16:creationId xmlns:a16="http://schemas.microsoft.com/office/drawing/2014/main" id="{8B85B956-AE6D-930A-E4C8-629DA5D979D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9" name="Oval 2358">
                  <a:extLst>
                    <a:ext uri="{FF2B5EF4-FFF2-40B4-BE49-F238E27FC236}">
                      <a16:creationId xmlns:a16="http://schemas.microsoft.com/office/drawing/2014/main" id="{0F7E46C8-86E9-E89E-00A4-05B05F10CF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0" name="Oval 2359">
                  <a:extLst>
                    <a:ext uri="{FF2B5EF4-FFF2-40B4-BE49-F238E27FC236}">
                      <a16:creationId xmlns:a16="http://schemas.microsoft.com/office/drawing/2014/main" id="{8C3AD5D3-8F4D-255B-AD45-5115D03BD3E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1" name="Oval 2360">
                  <a:extLst>
                    <a:ext uri="{FF2B5EF4-FFF2-40B4-BE49-F238E27FC236}">
                      <a16:creationId xmlns:a16="http://schemas.microsoft.com/office/drawing/2014/main" id="{4C558FBB-BCE0-D27B-ABEE-9B1BC0B5C65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 name="Oval 2361">
                  <a:extLst>
                    <a:ext uri="{FF2B5EF4-FFF2-40B4-BE49-F238E27FC236}">
                      <a16:creationId xmlns:a16="http://schemas.microsoft.com/office/drawing/2014/main" id="{5D284517-3757-C290-4EF7-71507A08AB0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 name="Oval 2362">
                  <a:extLst>
                    <a:ext uri="{FF2B5EF4-FFF2-40B4-BE49-F238E27FC236}">
                      <a16:creationId xmlns:a16="http://schemas.microsoft.com/office/drawing/2014/main" id="{EA3A3F9F-4483-94B1-88C4-9907EF6CDD4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0" name="Group 2319">
                <a:extLst>
                  <a:ext uri="{FF2B5EF4-FFF2-40B4-BE49-F238E27FC236}">
                    <a16:creationId xmlns:a16="http://schemas.microsoft.com/office/drawing/2014/main" id="{88DBF2EE-93EE-E4F3-B4A9-2BD525EE7EA2}"/>
                  </a:ext>
                </a:extLst>
              </p:cNvPr>
              <p:cNvGrpSpPr/>
              <p:nvPr/>
            </p:nvGrpSpPr>
            <p:grpSpPr>
              <a:xfrm rot="21292958">
                <a:off x="6243191" y="6012057"/>
                <a:ext cx="242005" cy="46723"/>
                <a:chOff x="7979724" y="3580291"/>
                <a:chExt cx="242005" cy="43678"/>
              </a:xfrm>
            </p:grpSpPr>
            <p:sp>
              <p:nvSpPr>
                <p:cNvPr id="2348" name="Oval 2347">
                  <a:extLst>
                    <a:ext uri="{FF2B5EF4-FFF2-40B4-BE49-F238E27FC236}">
                      <a16:creationId xmlns:a16="http://schemas.microsoft.com/office/drawing/2014/main" id="{84D537AB-5F7C-4836-84CA-5556B7FA146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9" name="Oval 2348">
                  <a:extLst>
                    <a:ext uri="{FF2B5EF4-FFF2-40B4-BE49-F238E27FC236}">
                      <a16:creationId xmlns:a16="http://schemas.microsoft.com/office/drawing/2014/main" id="{E39AD8B0-12B6-8EA9-FEA0-A7D80E0F497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0" name="Oval 2349">
                  <a:extLst>
                    <a:ext uri="{FF2B5EF4-FFF2-40B4-BE49-F238E27FC236}">
                      <a16:creationId xmlns:a16="http://schemas.microsoft.com/office/drawing/2014/main" id="{67C9393F-47C7-8DB3-2275-5BC6832AE50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1" name="Oval 2350">
                  <a:extLst>
                    <a:ext uri="{FF2B5EF4-FFF2-40B4-BE49-F238E27FC236}">
                      <a16:creationId xmlns:a16="http://schemas.microsoft.com/office/drawing/2014/main" id="{03DB5BA3-BE3F-829A-B3A5-E9A95907C77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2" name="Oval 2351">
                  <a:extLst>
                    <a:ext uri="{FF2B5EF4-FFF2-40B4-BE49-F238E27FC236}">
                      <a16:creationId xmlns:a16="http://schemas.microsoft.com/office/drawing/2014/main" id="{2FA672D5-3DA3-1439-D1A5-F932A081DB8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3" name="Oval 2352">
                  <a:extLst>
                    <a:ext uri="{FF2B5EF4-FFF2-40B4-BE49-F238E27FC236}">
                      <a16:creationId xmlns:a16="http://schemas.microsoft.com/office/drawing/2014/main" id="{1A824871-68CB-2675-5B4E-68FBD967485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4" name="Oval 2353">
                  <a:extLst>
                    <a:ext uri="{FF2B5EF4-FFF2-40B4-BE49-F238E27FC236}">
                      <a16:creationId xmlns:a16="http://schemas.microsoft.com/office/drawing/2014/main" id="{6B2998D1-7049-7978-09E0-8B6F701414C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 name="Oval 2354">
                  <a:extLst>
                    <a:ext uri="{FF2B5EF4-FFF2-40B4-BE49-F238E27FC236}">
                      <a16:creationId xmlns:a16="http://schemas.microsoft.com/office/drawing/2014/main" id="{3B507F88-96F9-0BCD-10B4-F764C15C29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1" name="Group 2320">
                <a:extLst>
                  <a:ext uri="{FF2B5EF4-FFF2-40B4-BE49-F238E27FC236}">
                    <a16:creationId xmlns:a16="http://schemas.microsoft.com/office/drawing/2014/main" id="{85B2C5E9-AB43-18BD-5E45-75F1D1481584}"/>
                  </a:ext>
                </a:extLst>
              </p:cNvPr>
              <p:cNvGrpSpPr/>
              <p:nvPr/>
            </p:nvGrpSpPr>
            <p:grpSpPr>
              <a:xfrm>
                <a:off x="6172034" y="6012873"/>
                <a:ext cx="242005" cy="43678"/>
                <a:chOff x="7979724" y="3580291"/>
                <a:chExt cx="242005" cy="43678"/>
              </a:xfrm>
            </p:grpSpPr>
            <p:sp>
              <p:nvSpPr>
                <p:cNvPr id="2340" name="Oval 2339">
                  <a:extLst>
                    <a:ext uri="{FF2B5EF4-FFF2-40B4-BE49-F238E27FC236}">
                      <a16:creationId xmlns:a16="http://schemas.microsoft.com/office/drawing/2014/main" id="{74A9D2BD-84C7-FF3A-E8DB-E1F4B121A5C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1" name="Oval 2340">
                  <a:extLst>
                    <a:ext uri="{FF2B5EF4-FFF2-40B4-BE49-F238E27FC236}">
                      <a16:creationId xmlns:a16="http://schemas.microsoft.com/office/drawing/2014/main" id="{A8229032-18BB-6FA9-83C0-5A95C493DB9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 name="Oval 2341">
                  <a:extLst>
                    <a:ext uri="{FF2B5EF4-FFF2-40B4-BE49-F238E27FC236}">
                      <a16:creationId xmlns:a16="http://schemas.microsoft.com/office/drawing/2014/main" id="{55FC5968-8879-E1AD-95D2-5DE558853AE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3" name="Oval 2342">
                  <a:extLst>
                    <a:ext uri="{FF2B5EF4-FFF2-40B4-BE49-F238E27FC236}">
                      <a16:creationId xmlns:a16="http://schemas.microsoft.com/office/drawing/2014/main" id="{E4B012DA-7175-24CD-0BD2-0F1963717CA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 name="Oval 2343">
                  <a:extLst>
                    <a:ext uri="{FF2B5EF4-FFF2-40B4-BE49-F238E27FC236}">
                      <a16:creationId xmlns:a16="http://schemas.microsoft.com/office/drawing/2014/main" id="{FF801FF2-0782-E16A-9D15-380C03FE8BA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 name="Oval 2344">
                  <a:extLst>
                    <a:ext uri="{FF2B5EF4-FFF2-40B4-BE49-F238E27FC236}">
                      <a16:creationId xmlns:a16="http://schemas.microsoft.com/office/drawing/2014/main" id="{BF4C508F-C6B0-C129-1C3D-D93A19833A1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6" name="Oval 2345">
                  <a:extLst>
                    <a:ext uri="{FF2B5EF4-FFF2-40B4-BE49-F238E27FC236}">
                      <a16:creationId xmlns:a16="http://schemas.microsoft.com/office/drawing/2014/main" id="{54EAC5EB-12A6-FCF5-8D59-341D1AB04AD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7" name="Oval 2346">
                  <a:extLst>
                    <a:ext uri="{FF2B5EF4-FFF2-40B4-BE49-F238E27FC236}">
                      <a16:creationId xmlns:a16="http://schemas.microsoft.com/office/drawing/2014/main" id="{ED348445-1ACF-FF3B-269B-89F2500DBF2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2" name="Group 2321">
                <a:extLst>
                  <a:ext uri="{FF2B5EF4-FFF2-40B4-BE49-F238E27FC236}">
                    <a16:creationId xmlns:a16="http://schemas.microsoft.com/office/drawing/2014/main" id="{7ED3C07D-463B-3912-22CC-933D546D6B66}"/>
                  </a:ext>
                </a:extLst>
              </p:cNvPr>
              <p:cNvGrpSpPr/>
              <p:nvPr/>
            </p:nvGrpSpPr>
            <p:grpSpPr>
              <a:xfrm rot="10800000">
                <a:off x="6484234" y="6015233"/>
                <a:ext cx="242005" cy="46723"/>
                <a:chOff x="7979724" y="3580291"/>
                <a:chExt cx="242005" cy="43678"/>
              </a:xfrm>
            </p:grpSpPr>
            <p:sp>
              <p:nvSpPr>
                <p:cNvPr id="2332" name="Oval 2331">
                  <a:extLst>
                    <a:ext uri="{FF2B5EF4-FFF2-40B4-BE49-F238E27FC236}">
                      <a16:creationId xmlns:a16="http://schemas.microsoft.com/office/drawing/2014/main" id="{B4D1A348-CBEE-EF39-ED83-9853942F9F4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3" name="Oval 2332">
                  <a:extLst>
                    <a:ext uri="{FF2B5EF4-FFF2-40B4-BE49-F238E27FC236}">
                      <a16:creationId xmlns:a16="http://schemas.microsoft.com/office/drawing/2014/main" id="{88DCD5A6-89C4-BA8E-6446-D5C0BF3F7E5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4" name="Oval 2333">
                  <a:extLst>
                    <a:ext uri="{FF2B5EF4-FFF2-40B4-BE49-F238E27FC236}">
                      <a16:creationId xmlns:a16="http://schemas.microsoft.com/office/drawing/2014/main" id="{DB155FA0-11F4-44B4-88D4-54313F3D1AE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5" name="Oval 2334">
                  <a:extLst>
                    <a:ext uri="{FF2B5EF4-FFF2-40B4-BE49-F238E27FC236}">
                      <a16:creationId xmlns:a16="http://schemas.microsoft.com/office/drawing/2014/main" id="{C9737451-2C20-4F74-D2C2-C329133C540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6" name="Oval 2335">
                  <a:extLst>
                    <a:ext uri="{FF2B5EF4-FFF2-40B4-BE49-F238E27FC236}">
                      <a16:creationId xmlns:a16="http://schemas.microsoft.com/office/drawing/2014/main" id="{0B641EF8-AAF1-090D-D7CC-8447F9EEAC4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7" name="Oval 2336">
                  <a:extLst>
                    <a:ext uri="{FF2B5EF4-FFF2-40B4-BE49-F238E27FC236}">
                      <a16:creationId xmlns:a16="http://schemas.microsoft.com/office/drawing/2014/main" id="{E2FF81B0-E264-BAD3-8ABE-2B117B88B57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8" name="Oval 2337">
                  <a:extLst>
                    <a:ext uri="{FF2B5EF4-FFF2-40B4-BE49-F238E27FC236}">
                      <a16:creationId xmlns:a16="http://schemas.microsoft.com/office/drawing/2014/main" id="{7B452F70-688E-07DB-C590-8AA1004C797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 name="Oval 2338">
                  <a:extLst>
                    <a:ext uri="{FF2B5EF4-FFF2-40B4-BE49-F238E27FC236}">
                      <a16:creationId xmlns:a16="http://schemas.microsoft.com/office/drawing/2014/main" id="{7FFC0A27-91E3-D415-3293-D12824CF871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3" name="Group 2322">
                <a:extLst>
                  <a:ext uri="{FF2B5EF4-FFF2-40B4-BE49-F238E27FC236}">
                    <a16:creationId xmlns:a16="http://schemas.microsoft.com/office/drawing/2014/main" id="{AECF6279-B2BD-DD5E-27B3-ECD829B8E1E0}"/>
                  </a:ext>
                </a:extLst>
              </p:cNvPr>
              <p:cNvGrpSpPr/>
              <p:nvPr/>
            </p:nvGrpSpPr>
            <p:grpSpPr>
              <a:xfrm>
                <a:off x="6413077" y="6016049"/>
                <a:ext cx="242005" cy="43678"/>
                <a:chOff x="7979724" y="3580291"/>
                <a:chExt cx="242005" cy="43678"/>
              </a:xfrm>
            </p:grpSpPr>
            <p:sp>
              <p:nvSpPr>
                <p:cNvPr id="2324" name="Oval 2323">
                  <a:extLst>
                    <a:ext uri="{FF2B5EF4-FFF2-40B4-BE49-F238E27FC236}">
                      <a16:creationId xmlns:a16="http://schemas.microsoft.com/office/drawing/2014/main" id="{D4FB0CB8-38A0-919D-F14A-3BF8C7B59F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5" name="Oval 2324">
                  <a:extLst>
                    <a:ext uri="{FF2B5EF4-FFF2-40B4-BE49-F238E27FC236}">
                      <a16:creationId xmlns:a16="http://schemas.microsoft.com/office/drawing/2014/main" id="{835FC7B1-8DA4-BB17-C34F-D6CCF8F1BEE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6" name="Oval 2325">
                  <a:extLst>
                    <a:ext uri="{FF2B5EF4-FFF2-40B4-BE49-F238E27FC236}">
                      <a16:creationId xmlns:a16="http://schemas.microsoft.com/office/drawing/2014/main" id="{271AFF84-B347-7887-8AA6-D0DE6B690CA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7" name="Oval 2326">
                  <a:extLst>
                    <a:ext uri="{FF2B5EF4-FFF2-40B4-BE49-F238E27FC236}">
                      <a16:creationId xmlns:a16="http://schemas.microsoft.com/office/drawing/2014/main" id="{D681E385-E3C5-DB33-BB37-96A10F20B03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8" name="Oval 2327">
                  <a:extLst>
                    <a:ext uri="{FF2B5EF4-FFF2-40B4-BE49-F238E27FC236}">
                      <a16:creationId xmlns:a16="http://schemas.microsoft.com/office/drawing/2014/main" id="{89BBA5E9-A01D-22F6-9405-1AA4AACA7A2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9" name="Oval 2328">
                  <a:extLst>
                    <a:ext uri="{FF2B5EF4-FFF2-40B4-BE49-F238E27FC236}">
                      <a16:creationId xmlns:a16="http://schemas.microsoft.com/office/drawing/2014/main" id="{8F2E984A-FBED-0EAF-33FE-BCFE070D8E6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0" name="Oval 2329">
                  <a:extLst>
                    <a:ext uri="{FF2B5EF4-FFF2-40B4-BE49-F238E27FC236}">
                      <a16:creationId xmlns:a16="http://schemas.microsoft.com/office/drawing/2014/main" id="{280AE62F-CD99-DFD1-F6DD-8AD781C429A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1" name="Oval 2330">
                  <a:extLst>
                    <a:ext uri="{FF2B5EF4-FFF2-40B4-BE49-F238E27FC236}">
                      <a16:creationId xmlns:a16="http://schemas.microsoft.com/office/drawing/2014/main" id="{438F80A0-E2C1-DB62-AACA-158E955C67A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88" name="Group 2387">
              <a:extLst>
                <a:ext uri="{FF2B5EF4-FFF2-40B4-BE49-F238E27FC236}">
                  <a16:creationId xmlns:a16="http://schemas.microsoft.com/office/drawing/2014/main" id="{73114B24-6AE8-E314-D01A-09F557EF928D}"/>
                </a:ext>
              </a:extLst>
            </p:cNvPr>
            <p:cNvGrpSpPr/>
            <p:nvPr/>
          </p:nvGrpSpPr>
          <p:grpSpPr>
            <a:xfrm>
              <a:off x="8621455" y="2533736"/>
              <a:ext cx="971545" cy="53915"/>
              <a:chOff x="5754694" y="6008041"/>
              <a:chExt cx="971545" cy="53915"/>
            </a:xfrm>
          </p:grpSpPr>
          <p:grpSp>
            <p:nvGrpSpPr>
              <p:cNvPr id="2389" name="Group 2388">
                <a:extLst>
                  <a:ext uri="{FF2B5EF4-FFF2-40B4-BE49-F238E27FC236}">
                    <a16:creationId xmlns:a16="http://schemas.microsoft.com/office/drawing/2014/main" id="{10D85D54-31DE-96C0-D032-7EE3DAF5E888}"/>
                  </a:ext>
                </a:extLst>
              </p:cNvPr>
              <p:cNvGrpSpPr/>
              <p:nvPr/>
            </p:nvGrpSpPr>
            <p:grpSpPr>
              <a:xfrm rot="10800000">
                <a:off x="5825851" y="6008041"/>
                <a:ext cx="242005" cy="46723"/>
                <a:chOff x="7979724" y="3580291"/>
                <a:chExt cx="242005" cy="43678"/>
              </a:xfrm>
            </p:grpSpPr>
            <p:sp>
              <p:nvSpPr>
                <p:cNvPr id="2453" name="Oval 2452">
                  <a:extLst>
                    <a:ext uri="{FF2B5EF4-FFF2-40B4-BE49-F238E27FC236}">
                      <a16:creationId xmlns:a16="http://schemas.microsoft.com/office/drawing/2014/main" id="{BC1783C8-6226-B186-F416-9C88423F6C7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4" name="Oval 2453">
                  <a:extLst>
                    <a:ext uri="{FF2B5EF4-FFF2-40B4-BE49-F238E27FC236}">
                      <a16:creationId xmlns:a16="http://schemas.microsoft.com/office/drawing/2014/main" id="{8E2FA1B6-D337-25CF-BB97-CA75AAEA091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5" name="Oval 2454">
                  <a:extLst>
                    <a:ext uri="{FF2B5EF4-FFF2-40B4-BE49-F238E27FC236}">
                      <a16:creationId xmlns:a16="http://schemas.microsoft.com/office/drawing/2014/main" id="{5177BA10-51B0-2A11-1D07-6E448E0315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6" name="Oval 2455">
                  <a:extLst>
                    <a:ext uri="{FF2B5EF4-FFF2-40B4-BE49-F238E27FC236}">
                      <a16:creationId xmlns:a16="http://schemas.microsoft.com/office/drawing/2014/main" id="{B78C1B9F-526F-8935-C49B-E219B53BC24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 name="Oval 2456">
                  <a:extLst>
                    <a:ext uri="{FF2B5EF4-FFF2-40B4-BE49-F238E27FC236}">
                      <a16:creationId xmlns:a16="http://schemas.microsoft.com/office/drawing/2014/main" id="{1A0F144E-1A58-5CDE-35AD-B164556E6CA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 name="Oval 2457">
                  <a:extLst>
                    <a:ext uri="{FF2B5EF4-FFF2-40B4-BE49-F238E27FC236}">
                      <a16:creationId xmlns:a16="http://schemas.microsoft.com/office/drawing/2014/main" id="{7B6C2C53-F06D-EA04-7682-6286FF3D930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9" name="Oval 2458">
                  <a:extLst>
                    <a:ext uri="{FF2B5EF4-FFF2-40B4-BE49-F238E27FC236}">
                      <a16:creationId xmlns:a16="http://schemas.microsoft.com/office/drawing/2014/main" id="{90556EFB-1C1E-3C1C-A583-004B0093B4A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 name="Oval 2459">
                  <a:extLst>
                    <a:ext uri="{FF2B5EF4-FFF2-40B4-BE49-F238E27FC236}">
                      <a16:creationId xmlns:a16="http://schemas.microsoft.com/office/drawing/2014/main" id="{C7E1B73C-A54E-4FC1-D606-84C463517F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0" name="Group 2389">
                <a:extLst>
                  <a:ext uri="{FF2B5EF4-FFF2-40B4-BE49-F238E27FC236}">
                    <a16:creationId xmlns:a16="http://schemas.microsoft.com/office/drawing/2014/main" id="{F56F81B8-1C60-825B-0D75-1F7B805101DB}"/>
                  </a:ext>
                </a:extLst>
              </p:cNvPr>
              <p:cNvGrpSpPr/>
              <p:nvPr/>
            </p:nvGrpSpPr>
            <p:grpSpPr>
              <a:xfrm>
                <a:off x="5754694" y="6008857"/>
                <a:ext cx="242005" cy="43678"/>
                <a:chOff x="7979724" y="3580291"/>
                <a:chExt cx="242005" cy="43678"/>
              </a:xfrm>
            </p:grpSpPr>
            <p:sp>
              <p:nvSpPr>
                <p:cNvPr id="2445" name="Oval 2444">
                  <a:extLst>
                    <a:ext uri="{FF2B5EF4-FFF2-40B4-BE49-F238E27FC236}">
                      <a16:creationId xmlns:a16="http://schemas.microsoft.com/office/drawing/2014/main" id="{859A0C0B-BCB5-C3C7-FD38-7602F72F19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6" name="Oval 2445">
                  <a:extLst>
                    <a:ext uri="{FF2B5EF4-FFF2-40B4-BE49-F238E27FC236}">
                      <a16:creationId xmlns:a16="http://schemas.microsoft.com/office/drawing/2014/main" id="{094E5B00-A7CC-2BCA-631B-6E63231064D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7" name="Oval 2446">
                  <a:extLst>
                    <a:ext uri="{FF2B5EF4-FFF2-40B4-BE49-F238E27FC236}">
                      <a16:creationId xmlns:a16="http://schemas.microsoft.com/office/drawing/2014/main" id="{C2888C38-47AF-A76D-4B56-936BC248395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8" name="Oval 2447">
                  <a:extLst>
                    <a:ext uri="{FF2B5EF4-FFF2-40B4-BE49-F238E27FC236}">
                      <a16:creationId xmlns:a16="http://schemas.microsoft.com/office/drawing/2014/main" id="{62AF11A4-2FF9-F529-AC4E-2CCA626372C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9" name="Oval 2448">
                  <a:extLst>
                    <a:ext uri="{FF2B5EF4-FFF2-40B4-BE49-F238E27FC236}">
                      <a16:creationId xmlns:a16="http://schemas.microsoft.com/office/drawing/2014/main" id="{20D9DAF7-BD18-6539-21B1-893D3827CFF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0" name="Oval 2449">
                  <a:extLst>
                    <a:ext uri="{FF2B5EF4-FFF2-40B4-BE49-F238E27FC236}">
                      <a16:creationId xmlns:a16="http://schemas.microsoft.com/office/drawing/2014/main" id="{AFD8DBAF-BD18-BADD-BCF3-937B8BAA563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1" name="Oval 2450">
                  <a:extLst>
                    <a:ext uri="{FF2B5EF4-FFF2-40B4-BE49-F238E27FC236}">
                      <a16:creationId xmlns:a16="http://schemas.microsoft.com/office/drawing/2014/main" id="{5E5EA71E-5BCA-B463-A600-A50ABA19F9E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2" name="Oval 2451">
                  <a:extLst>
                    <a:ext uri="{FF2B5EF4-FFF2-40B4-BE49-F238E27FC236}">
                      <a16:creationId xmlns:a16="http://schemas.microsoft.com/office/drawing/2014/main" id="{4F584F74-E016-2454-A6CD-11779CB6B04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1" name="Group 2390">
                <a:extLst>
                  <a:ext uri="{FF2B5EF4-FFF2-40B4-BE49-F238E27FC236}">
                    <a16:creationId xmlns:a16="http://schemas.microsoft.com/office/drawing/2014/main" id="{DD4B5F84-BA0D-21DF-902C-4FAAE190F09D}"/>
                  </a:ext>
                </a:extLst>
              </p:cNvPr>
              <p:cNvGrpSpPr/>
              <p:nvPr/>
            </p:nvGrpSpPr>
            <p:grpSpPr>
              <a:xfrm rot="10800000">
                <a:off x="6066894" y="6011217"/>
                <a:ext cx="242005" cy="46723"/>
                <a:chOff x="7979724" y="3580291"/>
                <a:chExt cx="242005" cy="43678"/>
              </a:xfrm>
            </p:grpSpPr>
            <p:sp>
              <p:nvSpPr>
                <p:cNvPr id="2437" name="Oval 2436">
                  <a:extLst>
                    <a:ext uri="{FF2B5EF4-FFF2-40B4-BE49-F238E27FC236}">
                      <a16:creationId xmlns:a16="http://schemas.microsoft.com/office/drawing/2014/main" id="{2C4A37C5-01B9-C734-B84E-91F45649EE0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8" name="Oval 2437">
                  <a:extLst>
                    <a:ext uri="{FF2B5EF4-FFF2-40B4-BE49-F238E27FC236}">
                      <a16:creationId xmlns:a16="http://schemas.microsoft.com/office/drawing/2014/main" id="{0BDFC927-E891-1FB3-619F-3C5831B70DC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9" name="Oval 2438">
                  <a:extLst>
                    <a:ext uri="{FF2B5EF4-FFF2-40B4-BE49-F238E27FC236}">
                      <a16:creationId xmlns:a16="http://schemas.microsoft.com/office/drawing/2014/main" id="{53B830AC-7532-7AD6-0BFA-E014FF2064A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0" name="Oval 2439">
                  <a:extLst>
                    <a:ext uri="{FF2B5EF4-FFF2-40B4-BE49-F238E27FC236}">
                      <a16:creationId xmlns:a16="http://schemas.microsoft.com/office/drawing/2014/main" id="{5615CC15-635F-4DFB-BB1B-7A3EDEEC95C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1" name="Oval 2440">
                  <a:extLst>
                    <a:ext uri="{FF2B5EF4-FFF2-40B4-BE49-F238E27FC236}">
                      <a16:creationId xmlns:a16="http://schemas.microsoft.com/office/drawing/2014/main" id="{289E1685-A6BB-F136-8F90-F33F0679855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2" name="Oval 2441">
                  <a:extLst>
                    <a:ext uri="{FF2B5EF4-FFF2-40B4-BE49-F238E27FC236}">
                      <a16:creationId xmlns:a16="http://schemas.microsoft.com/office/drawing/2014/main" id="{2D88A13F-2728-9C96-115A-3145EA1537F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3" name="Oval 2442">
                  <a:extLst>
                    <a:ext uri="{FF2B5EF4-FFF2-40B4-BE49-F238E27FC236}">
                      <a16:creationId xmlns:a16="http://schemas.microsoft.com/office/drawing/2014/main" id="{EBE3C3DF-3B9C-AF28-26A1-88EC57C9ECA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4" name="Oval 2443">
                  <a:extLst>
                    <a:ext uri="{FF2B5EF4-FFF2-40B4-BE49-F238E27FC236}">
                      <a16:creationId xmlns:a16="http://schemas.microsoft.com/office/drawing/2014/main" id="{DC8ECBF7-A888-63E9-960C-2C85A4DFD1B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2" name="Group 2391">
                <a:extLst>
                  <a:ext uri="{FF2B5EF4-FFF2-40B4-BE49-F238E27FC236}">
                    <a16:creationId xmlns:a16="http://schemas.microsoft.com/office/drawing/2014/main" id="{0851BA2B-6903-0B3B-D1A5-2FDF70898F28}"/>
                  </a:ext>
                </a:extLst>
              </p:cNvPr>
              <p:cNvGrpSpPr/>
              <p:nvPr/>
            </p:nvGrpSpPr>
            <p:grpSpPr>
              <a:xfrm rot="11689693">
                <a:off x="5995737" y="6012033"/>
                <a:ext cx="242005" cy="43678"/>
                <a:chOff x="7979724" y="3580291"/>
                <a:chExt cx="242005" cy="43678"/>
              </a:xfrm>
            </p:grpSpPr>
            <p:sp>
              <p:nvSpPr>
                <p:cNvPr id="2429" name="Oval 2428">
                  <a:extLst>
                    <a:ext uri="{FF2B5EF4-FFF2-40B4-BE49-F238E27FC236}">
                      <a16:creationId xmlns:a16="http://schemas.microsoft.com/office/drawing/2014/main" id="{8E98AEB5-C0F4-877A-F174-2DD5E9BD175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0" name="Oval 2429">
                  <a:extLst>
                    <a:ext uri="{FF2B5EF4-FFF2-40B4-BE49-F238E27FC236}">
                      <a16:creationId xmlns:a16="http://schemas.microsoft.com/office/drawing/2014/main" id="{EB63B45B-4DA9-60A5-F378-EBEE64E7B92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1" name="Oval 2430">
                  <a:extLst>
                    <a:ext uri="{FF2B5EF4-FFF2-40B4-BE49-F238E27FC236}">
                      <a16:creationId xmlns:a16="http://schemas.microsoft.com/office/drawing/2014/main" id="{0B7FFC7D-2FA4-FF9E-DD9B-89E1F3E65F5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2" name="Oval 2431">
                  <a:extLst>
                    <a:ext uri="{FF2B5EF4-FFF2-40B4-BE49-F238E27FC236}">
                      <a16:creationId xmlns:a16="http://schemas.microsoft.com/office/drawing/2014/main" id="{0AD439C1-5DCA-E4E0-8387-2879DD0B521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3" name="Oval 2432">
                  <a:extLst>
                    <a:ext uri="{FF2B5EF4-FFF2-40B4-BE49-F238E27FC236}">
                      <a16:creationId xmlns:a16="http://schemas.microsoft.com/office/drawing/2014/main" id="{F44C22FB-E112-E798-2728-1C7D95178B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4" name="Oval 2433">
                  <a:extLst>
                    <a:ext uri="{FF2B5EF4-FFF2-40B4-BE49-F238E27FC236}">
                      <a16:creationId xmlns:a16="http://schemas.microsoft.com/office/drawing/2014/main" id="{11AD5DCA-A11C-0414-8327-3E1AC4EBCE5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5" name="Oval 2434">
                  <a:extLst>
                    <a:ext uri="{FF2B5EF4-FFF2-40B4-BE49-F238E27FC236}">
                      <a16:creationId xmlns:a16="http://schemas.microsoft.com/office/drawing/2014/main" id="{453A7725-ED78-F36A-0D62-4518DE39FD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6" name="Oval 2435">
                  <a:extLst>
                    <a:ext uri="{FF2B5EF4-FFF2-40B4-BE49-F238E27FC236}">
                      <a16:creationId xmlns:a16="http://schemas.microsoft.com/office/drawing/2014/main" id="{EFCD397A-F826-E20B-97E1-8CDD52D9DEF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3" name="Group 2392">
                <a:extLst>
                  <a:ext uri="{FF2B5EF4-FFF2-40B4-BE49-F238E27FC236}">
                    <a16:creationId xmlns:a16="http://schemas.microsoft.com/office/drawing/2014/main" id="{46DBDEC5-233D-6F69-4A71-9E07CE26F4FA}"/>
                  </a:ext>
                </a:extLst>
              </p:cNvPr>
              <p:cNvGrpSpPr/>
              <p:nvPr/>
            </p:nvGrpSpPr>
            <p:grpSpPr>
              <a:xfrm rot="21292958">
                <a:off x="6243191" y="6012057"/>
                <a:ext cx="242005" cy="46723"/>
                <a:chOff x="7979724" y="3580291"/>
                <a:chExt cx="242005" cy="43678"/>
              </a:xfrm>
            </p:grpSpPr>
            <p:sp>
              <p:nvSpPr>
                <p:cNvPr id="2421" name="Oval 2420">
                  <a:extLst>
                    <a:ext uri="{FF2B5EF4-FFF2-40B4-BE49-F238E27FC236}">
                      <a16:creationId xmlns:a16="http://schemas.microsoft.com/office/drawing/2014/main" id="{4E8080AC-6A73-C39E-E6AC-0B21E705F8A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2" name="Oval 2421">
                  <a:extLst>
                    <a:ext uri="{FF2B5EF4-FFF2-40B4-BE49-F238E27FC236}">
                      <a16:creationId xmlns:a16="http://schemas.microsoft.com/office/drawing/2014/main" id="{39E96019-FAA6-86E7-3847-31D41642335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3" name="Oval 2422">
                  <a:extLst>
                    <a:ext uri="{FF2B5EF4-FFF2-40B4-BE49-F238E27FC236}">
                      <a16:creationId xmlns:a16="http://schemas.microsoft.com/office/drawing/2014/main" id="{64F25ACA-476F-9E4B-7F6D-B92DD819C8B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4" name="Oval 2423">
                  <a:extLst>
                    <a:ext uri="{FF2B5EF4-FFF2-40B4-BE49-F238E27FC236}">
                      <a16:creationId xmlns:a16="http://schemas.microsoft.com/office/drawing/2014/main" id="{6FFFBDDF-A829-6FDE-BA27-C9C1ED24AAE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5" name="Oval 2424">
                  <a:extLst>
                    <a:ext uri="{FF2B5EF4-FFF2-40B4-BE49-F238E27FC236}">
                      <a16:creationId xmlns:a16="http://schemas.microsoft.com/office/drawing/2014/main" id="{CFE75274-64E1-9D14-E7A6-6FEF285402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6" name="Oval 2425">
                  <a:extLst>
                    <a:ext uri="{FF2B5EF4-FFF2-40B4-BE49-F238E27FC236}">
                      <a16:creationId xmlns:a16="http://schemas.microsoft.com/office/drawing/2014/main" id="{DC8EDE6D-FC63-D221-2B40-B644807796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7" name="Oval 2426">
                  <a:extLst>
                    <a:ext uri="{FF2B5EF4-FFF2-40B4-BE49-F238E27FC236}">
                      <a16:creationId xmlns:a16="http://schemas.microsoft.com/office/drawing/2014/main" id="{1F20CDA4-19B9-AADA-EBEC-E1CC49E043E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8" name="Oval 2427">
                  <a:extLst>
                    <a:ext uri="{FF2B5EF4-FFF2-40B4-BE49-F238E27FC236}">
                      <a16:creationId xmlns:a16="http://schemas.microsoft.com/office/drawing/2014/main" id="{CD89D5FB-7130-82B7-9F65-1C77D52D91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4" name="Group 2393">
                <a:extLst>
                  <a:ext uri="{FF2B5EF4-FFF2-40B4-BE49-F238E27FC236}">
                    <a16:creationId xmlns:a16="http://schemas.microsoft.com/office/drawing/2014/main" id="{A57131AB-9E08-03FF-350D-F1D57F7583DE}"/>
                  </a:ext>
                </a:extLst>
              </p:cNvPr>
              <p:cNvGrpSpPr/>
              <p:nvPr/>
            </p:nvGrpSpPr>
            <p:grpSpPr>
              <a:xfrm>
                <a:off x="6172034" y="6012873"/>
                <a:ext cx="242005" cy="43678"/>
                <a:chOff x="7979724" y="3580291"/>
                <a:chExt cx="242005" cy="43678"/>
              </a:xfrm>
            </p:grpSpPr>
            <p:sp>
              <p:nvSpPr>
                <p:cNvPr id="2413" name="Oval 2412">
                  <a:extLst>
                    <a:ext uri="{FF2B5EF4-FFF2-40B4-BE49-F238E27FC236}">
                      <a16:creationId xmlns:a16="http://schemas.microsoft.com/office/drawing/2014/main" id="{2F575848-6819-A113-F42B-97B263EF9C4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 name="Oval 2413">
                  <a:extLst>
                    <a:ext uri="{FF2B5EF4-FFF2-40B4-BE49-F238E27FC236}">
                      <a16:creationId xmlns:a16="http://schemas.microsoft.com/office/drawing/2014/main" id="{112941E2-B543-67B6-7B4B-5FD56AD376B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 name="Oval 2414">
                  <a:extLst>
                    <a:ext uri="{FF2B5EF4-FFF2-40B4-BE49-F238E27FC236}">
                      <a16:creationId xmlns:a16="http://schemas.microsoft.com/office/drawing/2014/main" id="{525B54F1-E217-92E4-8230-C6F6DA4F16E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6" name="Oval 2415">
                  <a:extLst>
                    <a:ext uri="{FF2B5EF4-FFF2-40B4-BE49-F238E27FC236}">
                      <a16:creationId xmlns:a16="http://schemas.microsoft.com/office/drawing/2014/main" id="{030F6313-FAE7-38BE-4531-F7776A18DA1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7" name="Oval 2416">
                  <a:extLst>
                    <a:ext uri="{FF2B5EF4-FFF2-40B4-BE49-F238E27FC236}">
                      <a16:creationId xmlns:a16="http://schemas.microsoft.com/office/drawing/2014/main" id="{42BC0518-4F35-4F85-FE1C-EE01B48B1D0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8" name="Oval 2417">
                  <a:extLst>
                    <a:ext uri="{FF2B5EF4-FFF2-40B4-BE49-F238E27FC236}">
                      <a16:creationId xmlns:a16="http://schemas.microsoft.com/office/drawing/2014/main" id="{4E2E414E-67BA-8A89-B25F-D9ADF117910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9" name="Oval 2418">
                  <a:extLst>
                    <a:ext uri="{FF2B5EF4-FFF2-40B4-BE49-F238E27FC236}">
                      <a16:creationId xmlns:a16="http://schemas.microsoft.com/office/drawing/2014/main" id="{C60D7EEF-3514-82E8-C2B2-934B8DE6DBA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0" name="Oval 2419">
                  <a:extLst>
                    <a:ext uri="{FF2B5EF4-FFF2-40B4-BE49-F238E27FC236}">
                      <a16:creationId xmlns:a16="http://schemas.microsoft.com/office/drawing/2014/main" id="{7269D1DA-B3B0-5BD7-A636-D7E0C8BC0A3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5" name="Group 2394">
                <a:extLst>
                  <a:ext uri="{FF2B5EF4-FFF2-40B4-BE49-F238E27FC236}">
                    <a16:creationId xmlns:a16="http://schemas.microsoft.com/office/drawing/2014/main" id="{CA90BDD3-35F1-F875-BC5F-1733963C1152}"/>
                  </a:ext>
                </a:extLst>
              </p:cNvPr>
              <p:cNvGrpSpPr/>
              <p:nvPr/>
            </p:nvGrpSpPr>
            <p:grpSpPr>
              <a:xfrm rot="10800000">
                <a:off x="6484234" y="6015233"/>
                <a:ext cx="242005" cy="46723"/>
                <a:chOff x="7979724" y="3580291"/>
                <a:chExt cx="242005" cy="43678"/>
              </a:xfrm>
            </p:grpSpPr>
            <p:sp>
              <p:nvSpPr>
                <p:cNvPr id="2405" name="Oval 2404">
                  <a:extLst>
                    <a:ext uri="{FF2B5EF4-FFF2-40B4-BE49-F238E27FC236}">
                      <a16:creationId xmlns:a16="http://schemas.microsoft.com/office/drawing/2014/main" id="{6C901B2B-7463-DF71-9028-FF5FA66D820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6" name="Oval 2405">
                  <a:extLst>
                    <a:ext uri="{FF2B5EF4-FFF2-40B4-BE49-F238E27FC236}">
                      <a16:creationId xmlns:a16="http://schemas.microsoft.com/office/drawing/2014/main" id="{1DA1BF9E-DEAF-21CE-C16F-0B69E0A3846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7" name="Oval 2406">
                  <a:extLst>
                    <a:ext uri="{FF2B5EF4-FFF2-40B4-BE49-F238E27FC236}">
                      <a16:creationId xmlns:a16="http://schemas.microsoft.com/office/drawing/2014/main" id="{F351DB16-B077-79C2-48D0-EE7E3720EA3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8" name="Oval 2407">
                  <a:extLst>
                    <a:ext uri="{FF2B5EF4-FFF2-40B4-BE49-F238E27FC236}">
                      <a16:creationId xmlns:a16="http://schemas.microsoft.com/office/drawing/2014/main" id="{41E4D3E9-820C-BACC-22AE-15E97CCA76F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9" name="Oval 2408">
                  <a:extLst>
                    <a:ext uri="{FF2B5EF4-FFF2-40B4-BE49-F238E27FC236}">
                      <a16:creationId xmlns:a16="http://schemas.microsoft.com/office/drawing/2014/main" id="{47D7FCCD-9C10-C7B8-AE72-5C708513139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0" name="Oval 2409">
                  <a:extLst>
                    <a:ext uri="{FF2B5EF4-FFF2-40B4-BE49-F238E27FC236}">
                      <a16:creationId xmlns:a16="http://schemas.microsoft.com/office/drawing/2014/main" id="{743370EC-3CEA-C362-6801-761F49BAFA0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1" name="Oval 2410">
                  <a:extLst>
                    <a:ext uri="{FF2B5EF4-FFF2-40B4-BE49-F238E27FC236}">
                      <a16:creationId xmlns:a16="http://schemas.microsoft.com/office/drawing/2014/main" id="{2994356D-50B4-FE87-991E-22A5F597AFA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2" name="Oval 2411">
                  <a:extLst>
                    <a:ext uri="{FF2B5EF4-FFF2-40B4-BE49-F238E27FC236}">
                      <a16:creationId xmlns:a16="http://schemas.microsoft.com/office/drawing/2014/main" id="{58BB60E7-5B55-8360-0A70-9ED4310A47F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6" name="Group 2395">
                <a:extLst>
                  <a:ext uri="{FF2B5EF4-FFF2-40B4-BE49-F238E27FC236}">
                    <a16:creationId xmlns:a16="http://schemas.microsoft.com/office/drawing/2014/main" id="{6D3C184D-8042-E931-B83B-F6B9D9645A32}"/>
                  </a:ext>
                </a:extLst>
              </p:cNvPr>
              <p:cNvGrpSpPr/>
              <p:nvPr/>
            </p:nvGrpSpPr>
            <p:grpSpPr>
              <a:xfrm>
                <a:off x="6413077" y="6016049"/>
                <a:ext cx="242005" cy="43678"/>
                <a:chOff x="7979724" y="3580291"/>
                <a:chExt cx="242005" cy="43678"/>
              </a:xfrm>
            </p:grpSpPr>
            <p:sp>
              <p:nvSpPr>
                <p:cNvPr id="2397" name="Oval 2396">
                  <a:extLst>
                    <a:ext uri="{FF2B5EF4-FFF2-40B4-BE49-F238E27FC236}">
                      <a16:creationId xmlns:a16="http://schemas.microsoft.com/office/drawing/2014/main" id="{4C5F8D91-90E8-D07E-0058-A67AB291374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8" name="Oval 2397">
                  <a:extLst>
                    <a:ext uri="{FF2B5EF4-FFF2-40B4-BE49-F238E27FC236}">
                      <a16:creationId xmlns:a16="http://schemas.microsoft.com/office/drawing/2014/main" id="{718AACE1-76C0-D594-4150-79AD333E551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9" name="Oval 2398">
                  <a:extLst>
                    <a:ext uri="{FF2B5EF4-FFF2-40B4-BE49-F238E27FC236}">
                      <a16:creationId xmlns:a16="http://schemas.microsoft.com/office/drawing/2014/main" id="{A168B154-53C2-FAD7-31A0-36D029929CC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0" name="Oval 2399">
                  <a:extLst>
                    <a:ext uri="{FF2B5EF4-FFF2-40B4-BE49-F238E27FC236}">
                      <a16:creationId xmlns:a16="http://schemas.microsoft.com/office/drawing/2014/main" id="{5F304AB2-BB8F-229B-9039-58BF11AB07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1" name="Oval 2400">
                  <a:extLst>
                    <a:ext uri="{FF2B5EF4-FFF2-40B4-BE49-F238E27FC236}">
                      <a16:creationId xmlns:a16="http://schemas.microsoft.com/office/drawing/2014/main" id="{36484F76-D2F1-09BA-E22A-05AFCF0D829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2" name="Oval 2401">
                  <a:extLst>
                    <a:ext uri="{FF2B5EF4-FFF2-40B4-BE49-F238E27FC236}">
                      <a16:creationId xmlns:a16="http://schemas.microsoft.com/office/drawing/2014/main" id="{0F229622-80FC-E689-A1C0-E7A7E13344B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3" name="Oval 2402">
                  <a:extLst>
                    <a:ext uri="{FF2B5EF4-FFF2-40B4-BE49-F238E27FC236}">
                      <a16:creationId xmlns:a16="http://schemas.microsoft.com/office/drawing/2014/main" id="{81B4DC36-D749-7970-B2B7-4C079740971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4" name="Oval 2403">
                  <a:extLst>
                    <a:ext uri="{FF2B5EF4-FFF2-40B4-BE49-F238E27FC236}">
                      <a16:creationId xmlns:a16="http://schemas.microsoft.com/office/drawing/2014/main" id="{EF0B5352-2BAE-FE2A-70EA-C8CEF6CD4F4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461" name="Group 2460">
              <a:extLst>
                <a:ext uri="{FF2B5EF4-FFF2-40B4-BE49-F238E27FC236}">
                  <a16:creationId xmlns:a16="http://schemas.microsoft.com/office/drawing/2014/main" id="{567E93E2-B9A8-6DD7-CA74-0086BE5B7B48}"/>
                </a:ext>
              </a:extLst>
            </p:cNvPr>
            <p:cNvGrpSpPr/>
            <p:nvPr/>
          </p:nvGrpSpPr>
          <p:grpSpPr>
            <a:xfrm rot="1379869">
              <a:off x="7723037" y="2612981"/>
              <a:ext cx="242005" cy="43678"/>
              <a:chOff x="7979724" y="3580291"/>
              <a:chExt cx="242005" cy="43678"/>
            </a:xfrm>
          </p:grpSpPr>
          <p:sp>
            <p:nvSpPr>
              <p:cNvPr id="2462" name="Oval 2461">
                <a:extLst>
                  <a:ext uri="{FF2B5EF4-FFF2-40B4-BE49-F238E27FC236}">
                    <a16:creationId xmlns:a16="http://schemas.microsoft.com/office/drawing/2014/main" id="{79013215-BE28-36D4-B0CD-D8332B43780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3" name="Oval 2462">
                <a:extLst>
                  <a:ext uri="{FF2B5EF4-FFF2-40B4-BE49-F238E27FC236}">
                    <a16:creationId xmlns:a16="http://schemas.microsoft.com/office/drawing/2014/main" id="{9A474539-BB19-A799-2110-2B3D8CCE2B1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4" name="Oval 2463">
                <a:extLst>
                  <a:ext uri="{FF2B5EF4-FFF2-40B4-BE49-F238E27FC236}">
                    <a16:creationId xmlns:a16="http://schemas.microsoft.com/office/drawing/2014/main" id="{2A6015BC-ACB8-53A6-FFEF-B9F1D3239F5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5" name="Oval 2464">
                <a:extLst>
                  <a:ext uri="{FF2B5EF4-FFF2-40B4-BE49-F238E27FC236}">
                    <a16:creationId xmlns:a16="http://schemas.microsoft.com/office/drawing/2014/main" id="{5D26BB2B-4C3D-F317-27D4-4F56D4C4F8C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6" name="Oval 2465">
                <a:extLst>
                  <a:ext uri="{FF2B5EF4-FFF2-40B4-BE49-F238E27FC236}">
                    <a16:creationId xmlns:a16="http://schemas.microsoft.com/office/drawing/2014/main" id="{F681C6DF-70E8-1882-D5DB-40A058A1199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7" name="Oval 2466">
                <a:extLst>
                  <a:ext uri="{FF2B5EF4-FFF2-40B4-BE49-F238E27FC236}">
                    <a16:creationId xmlns:a16="http://schemas.microsoft.com/office/drawing/2014/main" id="{98B20DBD-FD31-9E20-C160-3A24FDE7E61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8" name="Oval 2467">
                <a:extLst>
                  <a:ext uri="{FF2B5EF4-FFF2-40B4-BE49-F238E27FC236}">
                    <a16:creationId xmlns:a16="http://schemas.microsoft.com/office/drawing/2014/main" id="{D864CED4-882A-3E1A-FBB9-14E73E1C12A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9" name="Oval 2468">
                <a:extLst>
                  <a:ext uri="{FF2B5EF4-FFF2-40B4-BE49-F238E27FC236}">
                    <a16:creationId xmlns:a16="http://schemas.microsoft.com/office/drawing/2014/main" id="{BF51DB2F-678C-1B3D-AB7D-053E36BAB9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70" name="Group 2469">
              <a:extLst>
                <a:ext uri="{FF2B5EF4-FFF2-40B4-BE49-F238E27FC236}">
                  <a16:creationId xmlns:a16="http://schemas.microsoft.com/office/drawing/2014/main" id="{F8AED3CE-F0B5-1FF0-7126-033C0650B211}"/>
                </a:ext>
              </a:extLst>
            </p:cNvPr>
            <p:cNvGrpSpPr/>
            <p:nvPr/>
          </p:nvGrpSpPr>
          <p:grpSpPr>
            <a:xfrm rot="569977">
              <a:off x="8954643" y="2588471"/>
              <a:ext cx="242005" cy="43678"/>
              <a:chOff x="7979724" y="3580291"/>
              <a:chExt cx="242005" cy="43678"/>
            </a:xfrm>
          </p:grpSpPr>
          <p:sp>
            <p:nvSpPr>
              <p:cNvPr id="2471" name="Oval 2470">
                <a:extLst>
                  <a:ext uri="{FF2B5EF4-FFF2-40B4-BE49-F238E27FC236}">
                    <a16:creationId xmlns:a16="http://schemas.microsoft.com/office/drawing/2014/main" id="{FE073474-2D9F-3148-EAF9-33788A95116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2" name="Oval 2471">
                <a:extLst>
                  <a:ext uri="{FF2B5EF4-FFF2-40B4-BE49-F238E27FC236}">
                    <a16:creationId xmlns:a16="http://schemas.microsoft.com/office/drawing/2014/main" id="{55CAC1F4-8668-0320-E243-DE80B753617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3" name="Oval 2472">
                <a:extLst>
                  <a:ext uri="{FF2B5EF4-FFF2-40B4-BE49-F238E27FC236}">
                    <a16:creationId xmlns:a16="http://schemas.microsoft.com/office/drawing/2014/main" id="{F50674EF-A30F-2CD4-CB88-F5615EAE86F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4" name="Oval 2473">
                <a:extLst>
                  <a:ext uri="{FF2B5EF4-FFF2-40B4-BE49-F238E27FC236}">
                    <a16:creationId xmlns:a16="http://schemas.microsoft.com/office/drawing/2014/main" id="{28AA40D0-6B71-06B6-845C-D5649113F48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5" name="Oval 2474">
                <a:extLst>
                  <a:ext uri="{FF2B5EF4-FFF2-40B4-BE49-F238E27FC236}">
                    <a16:creationId xmlns:a16="http://schemas.microsoft.com/office/drawing/2014/main" id="{D4D3E23E-BFF0-ED29-40FE-D78CD681B4D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6" name="Oval 2475">
                <a:extLst>
                  <a:ext uri="{FF2B5EF4-FFF2-40B4-BE49-F238E27FC236}">
                    <a16:creationId xmlns:a16="http://schemas.microsoft.com/office/drawing/2014/main" id="{47A1C1D9-5CBC-9FED-B355-B8EEE86B882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7" name="Oval 2476">
                <a:extLst>
                  <a:ext uri="{FF2B5EF4-FFF2-40B4-BE49-F238E27FC236}">
                    <a16:creationId xmlns:a16="http://schemas.microsoft.com/office/drawing/2014/main" id="{4A31A53A-241A-F780-3B4D-99B70A2705C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8" name="Oval 2477">
                <a:extLst>
                  <a:ext uri="{FF2B5EF4-FFF2-40B4-BE49-F238E27FC236}">
                    <a16:creationId xmlns:a16="http://schemas.microsoft.com/office/drawing/2014/main" id="{53EFA972-65EA-4DBB-AB13-5EBC0B0494A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79" name="Group 2478">
              <a:extLst>
                <a:ext uri="{FF2B5EF4-FFF2-40B4-BE49-F238E27FC236}">
                  <a16:creationId xmlns:a16="http://schemas.microsoft.com/office/drawing/2014/main" id="{017E199D-A8D1-F87D-2113-10E69590CAA4}"/>
                </a:ext>
              </a:extLst>
            </p:cNvPr>
            <p:cNvGrpSpPr/>
            <p:nvPr/>
          </p:nvGrpSpPr>
          <p:grpSpPr>
            <a:xfrm rot="1379869">
              <a:off x="7792610" y="2676901"/>
              <a:ext cx="242005" cy="43678"/>
              <a:chOff x="7979724" y="3580291"/>
              <a:chExt cx="242005" cy="43678"/>
            </a:xfrm>
          </p:grpSpPr>
          <p:sp>
            <p:nvSpPr>
              <p:cNvPr id="2480" name="Oval 2479">
                <a:extLst>
                  <a:ext uri="{FF2B5EF4-FFF2-40B4-BE49-F238E27FC236}">
                    <a16:creationId xmlns:a16="http://schemas.microsoft.com/office/drawing/2014/main" id="{BCD652B7-5822-FB85-B82D-D86B4C5B25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1" name="Oval 2480">
                <a:extLst>
                  <a:ext uri="{FF2B5EF4-FFF2-40B4-BE49-F238E27FC236}">
                    <a16:creationId xmlns:a16="http://schemas.microsoft.com/office/drawing/2014/main" id="{58E8D114-65B0-BA7C-0151-E4506494E20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2" name="Oval 2481">
                <a:extLst>
                  <a:ext uri="{FF2B5EF4-FFF2-40B4-BE49-F238E27FC236}">
                    <a16:creationId xmlns:a16="http://schemas.microsoft.com/office/drawing/2014/main" id="{8B313586-5936-5ADE-4071-27E20B47984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3" name="Oval 2482">
                <a:extLst>
                  <a:ext uri="{FF2B5EF4-FFF2-40B4-BE49-F238E27FC236}">
                    <a16:creationId xmlns:a16="http://schemas.microsoft.com/office/drawing/2014/main" id="{251E3AC9-6AC0-A305-E633-299D1EB4CD4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4" name="Oval 2483">
                <a:extLst>
                  <a:ext uri="{FF2B5EF4-FFF2-40B4-BE49-F238E27FC236}">
                    <a16:creationId xmlns:a16="http://schemas.microsoft.com/office/drawing/2014/main" id="{CF9EFB11-3FB5-FADB-CBFF-F88E8C7554C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5" name="Oval 2484">
                <a:extLst>
                  <a:ext uri="{FF2B5EF4-FFF2-40B4-BE49-F238E27FC236}">
                    <a16:creationId xmlns:a16="http://schemas.microsoft.com/office/drawing/2014/main" id="{8707F6B9-72F5-C1C9-53A0-1B8914B021C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6" name="Oval 2485">
                <a:extLst>
                  <a:ext uri="{FF2B5EF4-FFF2-40B4-BE49-F238E27FC236}">
                    <a16:creationId xmlns:a16="http://schemas.microsoft.com/office/drawing/2014/main" id="{43D2002B-7289-2A57-65D6-4F81F445DE4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7" name="Oval 2486">
                <a:extLst>
                  <a:ext uri="{FF2B5EF4-FFF2-40B4-BE49-F238E27FC236}">
                    <a16:creationId xmlns:a16="http://schemas.microsoft.com/office/drawing/2014/main" id="{5CE44EF8-8816-C77F-E3BD-316E0BAFCF6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88" name="Group 2487">
              <a:extLst>
                <a:ext uri="{FF2B5EF4-FFF2-40B4-BE49-F238E27FC236}">
                  <a16:creationId xmlns:a16="http://schemas.microsoft.com/office/drawing/2014/main" id="{34672C98-B64C-23A2-6A0B-642C7F2058E6}"/>
                </a:ext>
              </a:extLst>
            </p:cNvPr>
            <p:cNvGrpSpPr/>
            <p:nvPr/>
          </p:nvGrpSpPr>
          <p:grpSpPr>
            <a:xfrm rot="10800000">
              <a:off x="8022388" y="2721099"/>
              <a:ext cx="242005" cy="46723"/>
              <a:chOff x="7979724" y="3580291"/>
              <a:chExt cx="242005" cy="43678"/>
            </a:xfrm>
          </p:grpSpPr>
          <p:sp>
            <p:nvSpPr>
              <p:cNvPr id="2489" name="Oval 2488">
                <a:extLst>
                  <a:ext uri="{FF2B5EF4-FFF2-40B4-BE49-F238E27FC236}">
                    <a16:creationId xmlns:a16="http://schemas.microsoft.com/office/drawing/2014/main" id="{0CE1FAF1-C499-5DEA-924E-ADEF7C37DDD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0" name="Oval 2489">
                <a:extLst>
                  <a:ext uri="{FF2B5EF4-FFF2-40B4-BE49-F238E27FC236}">
                    <a16:creationId xmlns:a16="http://schemas.microsoft.com/office/drawing/2014/main" id="{2B5FAF21-844A-57A0-50CF-E71BC3CB574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1" name="Oval 2490">
                <a:extLst>
                  <a:ext uri="{FF2B5EF4-FFF2-40B4-BE49-F238E27FC236}">
                    <a16:creationId xmlns:a16="http://schemas.microsoft.com/office/drawing/2014/main" id="{1FBA780F-12B1-36D3-11E7-87EA0D99ED4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2" name="Oval 2491">
                <a:extLst>
                  <a:ext uri="{FF2B5EF4-FFF2-40B4-BE49-F238E27FC236}">
                    <a16:creationId xmlns:a16="http://schemas.microsoft.com/office/drawing/2014/main" id="{37DABD0A-DE36-C7F9-4468-8C6D1FB2F16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3" name="Oval 2492">
                <a:extLst>
                  <a:ext uri="{FF2B5EF4-FFF2-40B4-BE49-F238E27FC236}">
                    <a16:creationId xmlns:a16="http://schemas.microsoft.com/office/drawing/2014/main" id="{A8B3C7A4-8739-2379-281E-09393094F2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4" name="Oval 2493">
                <a:extLst>
                  <a:ext uri="{FF2B5EF4-FFF2-40B4-BE49-F238E27FC236}">
                    <a16:creationId xmlns:a16="http://schemas.microsoft.com/office/drawing/2014/main" id="{4532295D-1590-D5D7-AD69-EB7E2B7A5BB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5" name="Oval 2494">
                <a:extLst>
                  <a:ext uri="{FF2B5EF4-FFF2-40B4-BE49-F238E27FC236}">
                    <a16:creationId xmlns:a16="http://schemas.microsoft.com/office/drawing/2014/main" id="{D010EFFA-2230-BE09-626A-E626E38BED8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6" name="Oval 2495">
                <a:extLst>
                  <a:ext uri="{FF2B5EF4-FFF2-40B4-BE49-F238E27FC236}">
                    <a16:creationId xmlns:a16="http://schemas.microsoft.com/office/drawing/2014/main" id="{B387CFDE-2C93-27A9-E734-6DD1F2E03D9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97" name="Group 2496">
              <a:extLst>
                <a:ext uri="{FF2B5EF4-FFF2-40B4-BE49-F238E27FC236}">
                  <a16:creationId xmlns:a16="http://schemas.microsoft.com/office/drawing/2014/main" id="{8F88D2B0-4711-1D9C-2A94-8616C843FF0C}"/>
                </a:ext>
              </a:extLst>
            </p:cNvPr>
            <p:cNvGrpSpPr/>
            <p:nvPr/>
          </p:nvGrpSpPr>
          <p:grpSpPr>
            <a:xfrm>
              <a:off x="7951231" y="2721915"/>
              <a:ext cx="242005" cy="43678"/>
              <a:chOff x="7979724" y="3580291"/>
              <a:chExt cx="242005" cy="43678"/>
            </a:xfrm>
          </p:grpSpPr>
          <p:sp>
            <p:nvSpPr>
              <p:cNvPr id="2498" name="Oval 2497">
                <a:extLst>
                  <a:ext uri="{FF2B5EF4-FFF2-40B4-BE49-F238E27FC236}">
                    <a16:creationId xmlns:a16="http://schemas.microsoft.com/office/drawing/2014/main" id="{1D2991E8-B93B-1516-EAFD-6785A2C07B4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9" name="Oval 2498">
                <a:extLst>
                  <a:ext uri="{FF2B5EF4-FFF2-40B4-BE49-F238E27FC236}">
                    <a16:creationId xmlns:a16="http://schemas.microsoft.com/office/drawing/2014/main" id="{6B6A3A2C-99CA-A511-3F37-3CCFDFC3AEB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0" name="Oval 2499">
                <a:extLst>
                  <a:ext uri="{FF2B5EF4-FFF2-40B4-BE49-F238E27FC236}">
                    <a16:creationId xmlns:a16="http://schemas.microsoft.com/office/drawing/2014/main" id="{04555FB7-971F-360E-BB70-4F4AB84DCDA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1" name="Oval 2500">
                <a:extLst>
                  <a:ext uri="{FF2B5EF4-FFF2-40B4-BE49-F238E27FC236}">
                    <a16:creationId xmlns:a16="http://schemas.microsoft.com/office/drawing/2014/main" id="{DF38FF74-4EB0-CDA4-85E7-3A19CE447EA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2" name="Oval 2501">
                <a:extLst>
                  <a:ext uri="{FF2B5EF4-FFF2-40B4-BE49-F238E27FC236}">
                    <a16:creationId xmlns:a16="http://schemas.microsoft.com/office/drawing/2014/main" id="{C0083AAC-A3B4-B7A1-CB7B-C9A6CE79FA8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3" name="Oval 2502">
                <a:extLst>
                  <a:ext uri="{FF2B5EF4-FFF2-40B4-BE49-F238E27FC236}">
                    <a16:creationId xmlns:a16="http://schemas.microsoft.com/office/drawing/2014/main" id="{EF31450A-ECCB-6C14-DCD3-D09DBEE8258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4" name="Oval 2503">
                <a:extLst>
                  <a:ext uri="{FF2B5EF4-FFF2-40B4-BE49-F238E27FC236}">
                    <a16:creationId xmlns:a16="http://schemas.microsoft.com/office/drawing/2014/main" id="{3AD9D36E-1973-1F56-A17B-13BE7B12DA4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5" name="Oval 2504">
                <a:extLst>
                  <a:ext uri="{FF2B5EF4-FFF2-40B4-BE49-F238E27FC236}">
                    <a16:creationId xmlns:a16="http://schemas.microsoft.com/office/drawing/2014/main" id="{EC2C40EB-2679-A708-4FEB-A6676A3F2B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06" name="Group 2505">
              <a:extLst>
                <a:ext uri="{FF2B5EF4-FFF2-40B4-BE49-F238E27FC236}">
                  <a16:creationId xmlns:a16="http://schemas.microsoft.com/office/drawing/2014/main" id="{CAFBC3DA-60B8-1774-0B7A-FB57815E6274}"/>
                </a:ext>
              </a:extLst>
            </p:cNvPr>
            <p:cNvGrpSpPr/>
            <p:nvPr/>
          </p:nvGrpSpPr>
          <p:grpSpPr>
            <a:xfrm rot="10800000">
              <a:off x="7362057" y="2387571"/>
              <a:ext cx="242005" cy="46723"/>
              <a:chOff x="7979724" y="3580291"/>
              <a:chExt cx="242005" cy="43678"/>
            </a:xfrm>
          </p:grpSpPr>
          <p:sp>
            <p:nvSpPr>
              <p:cNvPr id="2507" name="Oval 2506">
                <a:extLst>
                  <a:ext uri="{FF2B5EF4-FFF2-40B4-BE49-F238E27FC236}">
                    <a16:creationId xmlns:a16="http://schemas.microsoft.com/office/drawing/2014/main" id="{64CEE0A6-0A9D-F29F-32BD-2C10F4A3703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8" name="Oval 2507">
                <a:extLst>
                  <a:ext uri="{FF2B5EF4-FFF2-40B4-BE49-F238E27FC236}">
                    <a16:creationId xmlns:a16="http://schemas.microsoft.com/office/drawing/2014/main" id="{BB968173-19AC-938B-50A6-17C868C2810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9" name="Oval 2508">
                <a:extLst>
                  <a:ext uri="{FF2B5EF4-FFF2-40B4-BE49-F238E27FC236}">
                    <a16:creationId xmlns:a16="http://schemas.microsoft.com/office/drawing/2014/main" id="{CCB0F7CC-2CBB-CFBA-45D3-96C8C8CB8A9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0" name="Oval 2509">
                <a:extLst>
                  <a:ext uri="{FF2B5EF4-FFF2-40B4-BE49-F238E27FC236}">
                    <a16:creationId xmlns:a16="http://schemas.microsoft.com/office/drawing/2014/main" id="{EF49A6C4-91C7-27D3-66F2-13DF62CFE83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1" name="Oval 2510">
                <a:extLst>
                  <a:ext uri="{FF2B5EF4-FFF2-40B4-BE49-F238E27FC236}">
                    <a16:creationId xmlns:a16="http://schemas.microsoft.com/office/drawing/2014/main" id="{8B0A4757-A949-6FE3-643A-7A1BE2B17B5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2" name="Oval 2511">
                <a:extLst>
                  <a:ext uri="{FF2B5EF4-FFF2-40B4-BE49-F238E27FC236}">
                    <a16:creationId xmlns:a16="http://schemas.microsoft.com/office/drawing/2014/main" id="{F8EC6A7C-CEFE-EA8A-1BC7-3FAEE2A9775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3" name="Oval 2512">
                <a:extLst>
                  <a:ext uri="{FF2B5EF4-FFF2-40B4-BE49-F238E27FC236}">
                    <a16:creationId xmlns:a16="http://schemas.microsoft.com/office/drawing/2014/main" id="{48522B25-6625-6F8C-7563-3961563714E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4" name="Oval 2513">
                <a:extLst>
                  <a:ext uri="{FF2B5EF4-FFF2-40B4-BE49-F238E27FC236}">
                    <a16:creationId xmlns:a16="http://schemas.microsoft.com/office/drawing/2014/main" id="{F5769F26-27CA-D23C-F4C2-A131830F55C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15" name="Group 2514">
              <a:extLst>
                <a:ext uri="{FF2B5EF4-FFF2-40B4-BE49-F238E27FC236}">
                  <a16:creationId xmlns:a16="http://schemas.microsoft.com/office/drawing/2014/main" id="{0A297F7B-9689-112F-BA08-419CE4AFC4E1}"/>
                </a:ext>
              </a:extLst>
            </p:cNvPr>
            <p:cNvGrpSpPr/>
            <p:nvPr/>
          </p:nvGrpSpPr>
          <p:grpSpPr>
            <a:xfrm>
              <a:off x="7290900" y="2388387"/>
              <a:ext cx="242005" cy="43678"/>
              <a:chOff x="7979724" y="3580291"/>
              <a:chExt cx="242005" cy="43678"/>
            </a:xfrm>
          </p:grpSpPr>
          <p:sp>
            <p:nvSpPr>
              <p:cNvPr id="2516" name="Oval 2515">
                <a:extLst>
                  <a:ext uri="{FF2B5EF4-FFF2-40B4-BE49-F238E27FC236}">
                    <a16:creationId xmlns:a16="http://schemas.microsoft.com/office/drawing/2014/main" id="{18B7774B-4163-DE40-189A-C70128B9232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7" name="Oval 2516">
                <a:extLst>
                  <a:ext uri="{FF2B5EF4-FFF2-40B4-BE49-F238E27FC236}">
                    <a16:creationId xmlns:a16="http://schemas.microsoft.com/office/drawing/2014/main" id="{6E624017-CD6F-66F7-D26D-C21F10A99B9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8" name="Oval 2517">
                <a:extLst>
                  <a:ext uri="{FF2B5EF4-FFF2-40B4-BE49-F238E27FC236}">
                    <a16:creationId xmlns:a16="http://schemas.microsoft.com/office/drawing/2014/main" id="{D439C05F-FC67-FE4F-15B3-9343CCF1604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9" name="Oval 2518">
                <a:extLst>
                  <a:ext uri="{FF2B5EF4-FFF2-40B4-BE49-F238E27FC236}">
                    <a16:creationId xmlns:a16="http://schemas.microsoft.com/office/drawing/2014/main" id="{E78F312E-A824-B338-EC7A-74724B50C29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0" name="Oval 2519">
                <a:extLst>
                  <a:ext uri="{FF2B5EF4-FFF2-40B4-BE49-F238E27FC236}">
                    <a16:creationId xmlns:a16="http://schemas.microsoft.com/office/drawing/2014/main" id="{40CD18FC-BCAE-45EE-ADB9-F3CA05FA03F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1" name="Oval 2520">
                <a:extLst>
                  <a:ext uri="{FF2B5EF4-FFF2-40B4-BE49-F238E27FC236}">
                    <a16:creationId xmlns:a16="http://schemas.microsoft.com/office/drawing/2014/main" id="{C88E5C0F-DA0A-5A6D-C94F-EA7F4E2AA6D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2" name="Oval 2521">
                <a:extLst>
                  <a:ext uri="{FF2B5EF4-FFF2-40B4-BE49-F238E27FC236}">
                    <a16:creationId xmlns:a16="http://schemas.microsoft.com/office/drawing/2014/main" id="{E4C0F319-8C38-E587-9589-58FB88856D7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3" name="Oval 2522">
                <a:extLst>
                  <a:ext uri="{FF2B5EF4-FFF2-40B4-BE49-F238E27FC236}">
                    <a16:creationId xmlns:a16="http://schemas.microsoft.com/office/drawing/2014/main" id="{2C44A42B-F0C3-31D6-705D-C8FD47A48D9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24" name="Group 2523">
              <a:extLst>
                <a:ext uri="{FF2B5EF4-FFF2-40B4-BE49-F238E27FC236}">
                  <a16:creationId xmlns:a16="http://schemas.microsoft.com/office/drawing/2014/main" id="{06CFE018-7B95-798D-82F2-E312352695D7}"/>
                </a:ext>
              </a:extLst>
            </p:cNvPr>
            <p:cNvGrpSpPr/>
            <p:nvPr/>
          </p:nvGrpSpPr>
          <p:grpSpPr>
            <a:xfrm rot="10800000">
              <a:off x="7763312" y="2389780"/>
              <a:ext cx="242005" cy="46723"/>
              <a:chOff x="7979724" y="3580291"/>
              <a:chExt cx="242005" cy="43678"/>
            </a:xfrm>
          </p:grpSpPr>
          <p:sp>
            <p:nvSpPr>
              <p:cNvPr id="2525" name="Oval 2524">
                <a:extLst>
                  <a:ext uri="{FF2B5EF4-FFF2-40B4-BE49-F238E27FC236}">
                    <a16:creationId xmlns:a16="http://schemas.microsoft.com/office/drawing/2014/main" id="{92264E8E-56BD-EFA8-5370-301E3584E2F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6" name="Oval 2525">
                <a:extLst>
                  <a:ext uri="{FF2B5EF4-FFF2-40B4-BE49-F238E27FC236}">
                    <a16:creationId xmlns:a16="http://schemas.microsoft.com/office/drawing/2014/main" id="{AFEEE5D3-3F5B-D5CF-C5DE-30DC2EC7903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7" name="Oval 2526">
                <a:extLst>
                  <a:ext uri="{FF2B5EF4-FFF2-40B4-BE49-F238E27FC236}">
                    <a16:creationId xmlns:a16="http://schemas.microsoft.com/office/drawing/2014/main" id="{C5AC876F-3D6D-46D2-E306-FF6DCB972C8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8" name="Oval 2527">
                <a:extLst>
                  <a:ext uri="{FF2B5EF4-FFF2-40B4-BE49-F238E27FC236}">
                    <a16:creationId xmlns:a16="http://schemas.microsoft.com/office/drawing/2014/main" id="{67ACE088-91C5-EE9E-C277-990EFFFA61B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9" name="Oval 2528">
                <a:extLst>
                  <a:ext uri="{FF2B5EF4-FFF2-40B4-BE49-F238E27FC236}">
                    <a16:creationId xmlns:a16="http://schemas.microsoft.com/office/drawing/2014/main" id="{E274177F-D16F-DF84-D777-24645FAD223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0" name="Oval 2529">
                <a:extLst>
                  <a:ext uri="{FF2B5EF4-FFF2-40B4-BE49-F238E27FC236}">
                    <a16:creationId xmlns:a16="http://schemas.microsoft.com/office/drawing/2014/main" id="{B9C7EDC3-0F7E-6EAB-C3FC-67689B8427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1" name="Oval 2530">
                <a:extLst>
                  <a:ext uri="{FF2B5EF4-FFF2-40B4-BE49-F238E27FC236}">
                    <a16:creationId xmlns:a16="http://schemas.microsoft.com/office/drawing/2014/main" id="{36734DCE-D95E-136E-8DF0-D90D13F1227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2" name="Oval 2531">
                <a:extLst>
                  <a:ext uri="{FF2B5EF4-FFF2-40B4-BE49-F238E27FC236}">
                    <a16:creationId xmlns:a16="http://schemas.microsoft.com/office/drawing/2014/main" id="{781A7307-A741-5AF5-1DB9-EB96BDBE81D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3" name="Group 2532">
              <a:extLst>
                <a:ext uri="{FF2B5EF4-FFF2-40B4-BE49-F238E27FC236}">
                  <a16:creationId xmlns:a16="http://schemas.microsoft.com/office/drawing/2014/main" id="{339D12BB-A311-34A7-34C8-B199485FF856}"/>
                </a:ext>
              </a:extLst>
            </p:cNvPr>
            <p:cNvGrpSpPr/>
            <p:nvPr/>
          </p:nvGrpSpPr>
          <p:grpSpPr>
            <a:xfrm>
              <a:off x="7692155" y="2390596"/>
              <a:ext cx="242005" cy="43678"/>
              <a:chOff x="7979724" y="3580291"/>
              <a:chExt cx="242005" cy="43678"/>
            </a:xfrm>
          </p:grpSpPr>
          <p:sp>
            <p:nvSpPr>
              <p:cNvPr id="2534" name="Oval 2533">
                <a:extLst>
                  <a:ext uri="{FF2B5EF4-FFF2-40B4-BE49-F238E27FC236}">
                    <a16:creationId xmlns:a16="http://schemas.microsoft.com/office/drawing/2014/main" id="{8B026DE8-A207-AAC8-481D-80413B8EBB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5" name="Oval 2534">
                <a:extLst>
                  <a:ext uri="{FF2B5EF4-FFF2-40B4-BE49-F238E27FC236}">
                    <a16:creationId xmlns:a16="http://schemas.microsoft.com/office/drawing/2014/main" id="{1787F927-B624-6A8B-6313-309C9BBB5AD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6" name="Oval 2535">
                <a:extLst>
                  <a:ext uri="{FF2B5EF4-FFF2-40B4-BE49-F238E27FC236}">
                    <a16:creationId xmlns:a16="http://schemas.microsoft.com/office/drawing/2014/main" id="{40227738-8EBA-CE0D-D0F5-41C0BADD55B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7" name="Oval 2536">
                <a:extLst>
                  <a:ext uri="{FF2B5EF4-FFF2-40B4-BE49-F238E27FC236}">
                    <a16:creationId xmlns:a16="http://schemas.microsoft.com/office/drawing/2014/main" id="{A93FA86E-AD05-6762-FEFA-D879515C9A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8" name="Oval 2537">
                <a:extLst>
                  <a:ext uri="{FF2B5EF4-FFF2-40B4-BE49-F238E27FC236}">
                    <a16:creationId xmlns:a16="http://schemas.microsoft.com/office/drawing/2014/main" id="{1E0E440F-E539-F062-E783-BD1E5A9BC8B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9" name="Oval 2538">
                <a:extLst>
                  <a:ext uri="{FF2B5EF4-FFF2-40B4-BE49-F238E27FC236}">
                    <a16:creationId xmlns:a16="http://schemas.microsoft.com/office/drawing/2014/main" id="{87F3E863-07CE-F407-1659-06EAD58C0F5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0" name="Oval 2539">
                <a:extLst>
                  <a:ext uri="{FF2B5EF4-FFF2-40B4-BE49-F238E27FC236}">
                    <a16:creationId xmlns:a16="http://schemas.microsoft.com/office/drawing/2014/main" id="{5BBBC794-F814-D580-00C3-15EC02EE1D8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1" name="Oval 2540">
                <a:extLst>
                  <a:ext uri="{FF2B5EF4-FFF2-40B4-BE49-F238E27FC236}">
                    <a16:creationId xmlns:a16="http://schemas.microsoft.com/office/drawing/2014/main" id="{8DADE4D6-9BA9-2B6C-E432-38D81C70F50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42" name="Group 2541">
              <a:extLst>
                <a:ext uri="{FF2B5EF4-FFF2-40B4-BE49-F238E27FC236}">
                  <a16:creationId xmlns:a16="http://schemas.microsoft.com/office/drawing/2014/main" id="{4F0F24FA-935A-A771-020E-EBB9DF4BCD5C}"/>
                </a:ext>
              </a:extLst>
            </p:cNvPr>
            <p:cNvGrpSpPr/>
            <p:nvPr/>
          </p:nvGrpSpPr>
          <p:grpSpPr>
            <a:xfrm rot="10800000">
              <a:off x="8157402" y="2393619"/>
              <a:ext cx="242005" cy="46723"/>
              <a:chOff x="7979724" y="3580291"/>
              <a:chExt cx="242005" cy="43678"/>
            </a:xfrm>
          </p:grpSpPr>
          <p:sp>
            <p:nvSpPr>
              <p:cNvPr id="2543" name="Oval 2542">
                <a:extLst>
                  <a:ext uri="{FF2B5EF4-FFF2-40B4-BE49-F238E27FC236}">
                    <a16:creationId xmlns:a16="http://schemas.microsoft.com/office/drawing/2014/main" id="{1961C325-EC32-229C-27F5-40C9D50CA04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4" name="Oval 2543">
                <a:extLst>
                  <a:ext uri="{FF2B5EF4-FFF2-40B4-BE49-F238E27FC236}">
                    <a16:creationId xmlns:a16="http://schemas.microsoft.com/office/drawing/2014/main" id="{933FAE8A-4A75-42CB-9ED2-023B8D71E3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5" name="Oval 2544">
                <a:extLst>
                  <a:ext uri="{FF2B5EF4-FFF2-40B4-BE49-F238E27FC236}">
                    <a16:creationId xmlns:a16="http://schemas.microsoft.com/office/drawing/2014/main" id="{E5B94432-7A67-BE78-8640-B8761D0BA1F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6" name="Oval 2545">
                <a:extLst>
                  <a:ext uri="{FF2B5EF4-FFF2-40B4-BE49-F238E27FC236}">
                    <a16:creationId xmlns:a16="http://schemas.microsoft.com/office/drawing/2014/main" id="{83B54444-C100-6E8E-6E2B-0736A681441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7" name="Oval 2546">
                <a:extLst>
                  <a:ext uri="{FF2B5EF4-FFF2-40B4-BE49-F238E27FC236}">
                    <a16:creationId xmlns:a16="http://schemas.microsoft.com/office/drawing/2014/main" id="{BEE08723-9357-7037-1CCE-1BD02C805C5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8" name="Oval 2547">
                <a:extLst>
                  <a:ext uri="{FF2B5EF4-FFF2-40B4-BE49-F238E27FC236}">
                    <a16:creationId xmlns:a16="http://schemas.microsoft.com/office/drawing/2014/main" id="{4730B54D-4F32-253C-A44E-2F6CAEFCE13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9" name="Oval 2548">
                <a:extLst>
                  <a:ext uri="{FF2B5EF4-FFF2-40B4-BE49-F238E27FC236}">
                    <a16:creationId xmlns:a16="http://schemas.microsoft.com/office/drawing/2014/main" id="{978CA2B7-BBAF-D02F-A4B0-037E3566A4E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0" name="Oval 2549">
                <a:extLst>
                  <a:ext uri="{FF2B5EF4-FFF2-40B4-BE49-F238E27FC236}">
                    <a16:creationId xmlns:a16="http://schemas.microsoft.com/office/drawing/2014/main" id="{74F6CC29-194F-B733-C5EA-EC339E2ED69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51" name="Group 2550">
              <a:extLst>
                <a:ext uri="{FF2B5EF4-FFF2-40B4-BE49-F238E27FC236}">
                  <a16:creationId xmlns:a16="http://schemas.microsoft.com/office/drawing/2014/main" id="{1E17C09C-2C98-9924-26B4-B7C221562BA3}"/>
                </a:ext>
              </a:extLst>
            </p:cNvPr>
            <p:cNvGrpSpPr/>
            <p:nvPr/>
          </p:nvGrpSpPr>
          <p:grpSpPr>
            <a:xfrm>
              <a:off x="8086245" y="2394435"/>
              <a:ext cx="242005" cy="43678"/>
              <a:chOff x="7979724" y="3580291"/>
              <a:chExt cx="242005" cy="43678"/>
            </a:xfrm>
          </p:grpSpPr>
          <p:sp>
            <p:nvSpPr>
              <p:cNvPr id="2552" name="Oval 2551">
                <a:extLst>
                  <a:ext uri="{FF2B5EF4-FFF2-40B4-BE49-F238E27FC236}">
                    <a16:creationId xmlns:a16="http://schemas.microsoft.com/office/drawing/2014/main" id="{064BE4B4-259F-237E-B22E-88D7B4DD3C3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3" name="Oval 2552">
                <a:extLst>
                  <a:ext uri="{FF2B5EF4-FFF2-40B4-BE49-F238E27FC236}">
                    <a16:creationId xmlns:a16="http://schemas.microsoft.com/office/drawing/2014/main" id="{58DFF71B-B535-FFD0-6E0E-5A05850B4FD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4" name="Oval 2553">
                <a:extLst>
                  <a:ext uri="{FF2B5EF4-FFF2-40B4-BE49-F238E27FC236}">
                    <a16:creationId xmlns:a16="http://schemas.microsoft.com/office/drawing/2014/main" id="{F1EC417F-6825-2EC4-C290-BA3809EAAA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5" name="Oval 2554">
                <a:extLst>
                  <a:ext uri="{FF2B5EF4-FFF2-40B4-BE49-F238E27FC236}">
                    <a16:creationId xmlns:a16="http://schemas.microsoft.com/office/drawing/2014/main" id="{BD9BBD8E-9E05-7E3C-7D62-86CF40B7BD4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6" name="Oval 2555">
                <a:extLst>
                  <a:ext uri="{FF2B5EF4-FFF2-40B4-BE49-F238E27FC236}">
                    <a16:creationId xmlns:a16="http://schemas.microsoft.com/office/drawing/2014/main" id="{EB8C9E15-B348-BCF4-550B-E4167B4EFF2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7" name="Oval 2556">
                <a:extLst>
                  <a:ext uri="{FF2B5EF4-FFF2-40B4-BE49-F238E27FC236}">
                    <a16:creationId xmlns:a16="http://schemas.microsoft.com/office/drawing/2014/main" id="{25E796BB-917B-C62D-1598-D9B8F2116CC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8" name="Oval 2557">
                <a:extLst>
                  <a:ext uri="{FF2B5EF4-FFF2-40B4-BE49-F238E27FC236}">
                    <a16:creationId xmlns:a16="http://schemas.microsoft.com/office/drawing/2014/main" id="{179B741D-5D95-EDCA-8D1D-535498C8C41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9" name="Oval 2558">
                <a:extLst>
                  <a:ext uri="{FF2B5EF4-FFF2-40B4-BE49-F238E27FC236}">
                    <a16:creationId xmlns:a16="http://schemas.microsoft.com/office/drawing/2014/main" id="{AB0B4C55-698F-8795-6E41-25C67979F93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60" name="Group 2559">
              <a:extLst>
                <a:ext uri="{FF2B5EF4-FFF2-40B4-BE49-F238E27FC236}">
                  <a16:creationId xmlns:a16="http://schemas.microsoft.com/office/drawing/2014/main" id="{E917A6F3-1851-B0CE-EBCB-6D2480F2E2CC}"/>
                </a:ext>
              </a:extLst>
            </p:cNvPr>
            <p:cNvGrpSpPr/>
            <p:nvPr/>
          </p:nvGrpSpPr>
          <p:grpSpPr>
            <a:xfrm rot="10800000">
              <a:off x="8265463" y="2567223"/>
              <a:ext cx="242005" cy="46723"/>
              <a:chOff x="7979724" y="3580291"/>
              <a:chExt cx="242005" cy="43678"/>
            </a:xfrm>
          </p:grpSpPr>
          <p:sp>
            <p:nvSpPr>
              <p:cNvPr id="2561" name="Oval 2560">
                <a:extLst>
                  <a:ext uri="{FF2B5EF4-FFF2-40B4-BE49-F238E27FC236}">
                    <a16:creationId xmlns:a16="http://schemas.microsoft.com/office/drawing/2014/main" id="{9A43405D-F9EA-085F-0C46-72C5B8CB375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 name="Oval 2561">
                <a:extLst>
                  <a:ext uri="{FF2B5EF4-FFF2-40B4-BE49-F238E27FC236}">
                    <a16:creationId xmlns:a16="http://schemas.microsoft.com/office/drawing/2014/main" id="{F3BBA50C-7709-5CE3-7EA7-2FDA775DFC1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 name="Oval 2562">
                <a:extLst>
                  <a:ext uri="{FF2B5EF4-FFF2-40B4-BE49-F238E27FC236}">
                    <a16:creationId xmlns:a16="http://schemas.microsoft.com/office/drawing/2014/main" id="{F6466245-0A8E-D26D-1992-07D9C0DFC46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4" name="Oval 2563">
                <a:extLst>
                  <a:ext uri="{FF2B5EF4-FFF2-40B4-BE49-F238E27FC236}">
                    <a16:creationId xmlns:a16="http://schemas.microsoft.com/office/drawing/2014/main" id="{064DD8CF-6BED-2387-A269-E2CB921F6E9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5" name="Oval 2564">
                <a:extLst>
                  <a:ext uri="{FF2B5EF4-FFF2-40B4-BE49-F238E27FC236}">
                    <a16:creationId xmlns:a16="http://schemas.microsoft.com/office/drawing/2014/main" id="{17A758AE-1557-C12B-086C-D0B5D362E8D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6" name="Oval 2565">
                <a:extLst>
                  <a:ext uri="{FF2B5EF4-FFF2-40B4-BE49-F238E27FC236}">
                    <a16:creationId xmlns:a16="http://schemas.microsoft.com/office/drawing/2014/main" id="{827D0BEF-FBDA-0B03-0AF7-3FCA6864A74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7" name="Oval 2566">
                <a:extLst>
                  <a:ext uri="{FF2B5EF4-FFF2-40B4-BE49-F238E27FC236}">
                    <a16:creationId xmlns:a16="http://schemas.microsoft.com/office/drawing/2014/main" id="{439B7837-BC23-46E1-5A9C-927781ABCE0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8" name="Oval 2567">
                <a:extLst>
                  <a:ext uri="{FF2B5EF4-FFF2-40B4-BE49-F238E27FC236}">
                    <a16:creationId xmlns:a16="http://schemas.microsoft.com/office/drawing/2014/main" id="{586CCA27-1F00-1CF6-4389-19795D9680D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69" name="Group 2568">
              <a:extLst>
                <a:ext uri="{FF2B5EF4-FFF2-40B4-BE49-F238E27FC236}">
                  <a16:creationId xmlns:a16="http://schemas.microsoft.com/office/drawing/2014/main" id="{BB9A3CF5-C8FE-8984-46E4-4173415E7AF0}"/>
                </a:ext>
              </a:extLst>
            </p:cNvPr>
            <p:cNvGrpSpPr/>
            <p:nvPr/>
          </p:nvGrpSpPr>
          <p:grpSpPr>
            <a:xfrm>
              <a:off x="8194306" y="2568039"/>
              <a:ext cx="242005" cy="43678"/>
              <a:chOff x="7979724" y="3580291"/>
              <a:chExt cx="242005" cy="43678"/>
            </a:xfrm>
          </p:grpSpPr>
          <p:sp>
            <p:nvSpPr>
              <p:cNvPr id="2570" name="Oval 2569">
                <a:extLst>
                  <a:ext uri="{FF2B5EF4-FFF2-40B4-BE49-F238E27FC236}">
                    <a16:creationId xmlns:a16="http://schemas.microsoft.com/office/drawing/2014/main" id="{4A2DEAFB-AE76-B57D-6B8A-0576AB50514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1" name="Oval 2570">
                <a:extLst>
                  <a:ext uri="{FF2B5EF4-FFF2-40B4-BE49-F238E27FC236}">
                    <a16:creationId xmlns:a16="http://schemas.microsoft.com/office/drawing/2014/main" id="{66DF9E3F-4745-D54E-306D-9973F94E213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2" name="Oval 2571">
                <a:extLst>
                  <a:ext uri="{FF2B5EF4-FFF2-40B4-BE49-F238E27FC236}">
                    <a16:creationId xmlns:a16="http://schemas.microsoft.com/office/drawing/2014/main" id="{E696B12E-D918-F0FC-63FB-9A7044B48F8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3" name="Oval 2572">
                <a:extLst>
                  <a:ext uri="{FF2B5EF4-FFF2-40B4-BE49-F238E27FC236}">
                    <a16:creationId xmlns:a16="http://schemas.microsoft.com/office/drawing/2014/main" id="{9D9A935C-7CB7-EF95-DEBF-81FDC46EF01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4" name="Oval 2573">
                <a:extLst>
                  <a:ext uri="{FF2B5EF4-FFF2-40B4-BE49-F238E27FC236}">
                    <a16:creationId xmlns:a16="http://schemas.microsoft.com/office/drawing/2014/main" id="{DF47E70A-FFD4-AC90-1E7A-2EE664AF453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5" name="Oval 2574">
                <a:extLst>
                  <a:ext uri="{FF2B5EF4-FFF2-40B4-BE49-F238E27FC236}">
                    <a16:creationId xmlns:a16="http://schemas.microsoft.com/office/drawing/2014/main" id="{9DF3A1C3-1893-76FD-F81D-8A21D0FB180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6" name="Oval 2575">
                <a:extLst>
                  <a:ext uri="{FF2B5EF4-FFF2-40B4-BE49-F238E27FC236}">
                    <a16:creationId xmlns:a16="http://schemas.microsoft.com/office/drawing/2014/main" id="{3CAB803B-0353-30CA-20E2-C8AC01CBDBA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7" name="Oval 2576">
                <a:extLst>
                  <a:ext uri="{FF2B5EF4-FFF2-40B4-BE49-F238E27FC236}">
                    <a16:creationId xmlns:a16="http://schemas.microsoft.com/office/drawing/2014/main" id="{BAF8CC0F-6CF7-72A8-5E19-CA47A5E0A9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78" name="Group 2577">
              <a:extLst>
                <a:ext uri="{FF2B5EF4-FFF2-40B4-BE49-F238E27FC236}">
                  <a16:creationId xmlns:a16="http://schemas.microsoft.com/office/drawing/2014/main" id="{896C8BE8-6A3C-09DC-C5B3-03EC5FE409DA}"/>
                </a:ext>
              </a:extLst>
            </p:cNvPr>
            <p:cNvGrpSpPr/>
            <p:nvPr/>
          </p:nvGrpSpPr>
          <p:grpSpPr>
            <a:xfrm rot="10800000">
              <a:off x="7808283" y="2554879"/>
              <a:ext cx="242005" cy="46723"/>
              <a:chOff x="7979724" y="3580291"/>
              <a:chExt cx="242005" cy="43678"/>
            </a:xfrm>
          </p:grpSpPr>
          <p:sp>
            <p:nvSpPr>
              <p:cNvPr id="2579" name="Oval 2578">
                <a:extLst>
                  <a:ext uri="{FF2B5EF4-FFF2-40B4-BE49-F238E27FC236}">
                    <a16:creationId xmlns:a16="http://schemas.microsoft.com/office/drawing/2014/main" id="{124FFF06-6FA6-8F48-5ED0-EB5D0F84C3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0" name="Oval 2579">
                <a:extLst>
                  <a:ext uri="{FF2B5EF4-FFF2-40B4-BE49-F238E27FC236}">
                    <a16:creationId xmlns:a16="http://schemas.microsoft.com/office/drawing/2014/main" id="{6A566827-0BAE-8A5F-C861-A3FB3208D3F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1" name="Oval 2580">
                <a:extLst>
                  <a:ext uri="{FF2B5EF4-FFF2-40B4-BE49-F238E27FC236}">
                    <a16:creationId xmlns:a16="http://schemas.microsoft.com/office/drawing/2014/main" id="{9E8A2F5C-6061-E0D7-9BE5-1EDA107B554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2" name="Oval 2581">
                <a:extLst>
                  <a:ext uri="{FF2B5EF4-FFF2-40B4-BE49-F238E27FC236}">
                    <a16:creationId xmlns:a16="http://schemas.microsoft.com/office/drawing/2014/main" id="{E8FBBE7D-F4C7-B4AE-7DC8-C8A2953FC71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3" name="Oval 2582">
                <a:extLst>
                  <a:ext uri="{FF2B5EF4-FFF2-40B4-BE49-F238E27FC236}">
                    <a16:creationId xmlns:a16="http://schemas.microsoft.com/office/drawing/2014/main" id="{98BF1DB5-EF22-E7B0-846B-C7A88557A5E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4" name="Oval 2583">
                <a:extLst>
                  <a:ext uri="{FF2B5EF4-FFF2-40B4-BE49-F238E27FC236}">
                    <a16:creationId xmlns:a16="http://schemas.microsoft.com/office/drawing/2014/main" id="{817B35ED-3CC8-3F84-0557-2B5298C7C27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5" name="Oval 2584">
                <a:extLst>
                  <a:ext uri="{FF2B5EF4-FFF2-40B4-BE49-F238E27FC236}">
                    <a16:creationId xmlns:a16="http://schemas.microsoft.com/office/drawing/2014/main" id="{4116409C-3E84-B4C4-A468-EAFA786288A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6" name="Oval 2585">
                <a:extLst>
                  <a:ext uri="{FF2B5EF4-FFF2-40B4-BE49-F238E27FC236}">
                    <a16:creationId xmlns:a16="http://schemas.microsoft.com/office/drawing/2014/main" id="{84BE0A3B-AD0A-2D53-25A4-7B92F001E60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87" name="Group 2586">
              <a:extLst>
                <a:ext uri="{FF2B5EF4-FFF2-40B4-BE49-F238E27FC236}">
                  <a16:creationId xmlns:a16="http://schemas.microsoft.com/office/drawing/2014/main" id="{1872E0ED-62C9-F14A-F2DD-C381E4BB2A66}"/>
                </a:ext>
              </a:extLst>
            </p:cNvPr>
            <p:cNvGrpSpPr/>
            <p:nvPr/>
          </p:nvGrpSpPr>
          <p:grpSpPr>
            <a:xfrm>
              <a:off x="7737126" y="2555695"/>
              <a:ext cx="242005" cy="43678"/>
              <a:chOff x="7979724" y="3580291"/>
              <a:chExt cx="242005" cy="43678"/>
            </a:xfrm>
          </p:grpSpPr>
          <p:sp>
            <p:nvSpPr>
              <p:cNvPr id="2588" name="Oval 2587">
                <a:extLst>
                  <a:ext uri="{FF2B5EF4-FFF2-40B4-BE49-F238E27FC236}">
                    <a16:creationId xmlns:a16="http://schemas.microsoft.com/office/drawing/2014/main" id="{D3DF52DC-5830-DAE9-8065-9374ECEFDF4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9" name="Oval 2588">
                <a:extLst>
                  <a:ext uri="{FF2B5EF4-FFF2-40B4-BE49-F238E27FC236}">
                    <a16:creationId xmlns:a16="http://schemas.microsoft.com/office/drawing/2014/main" id="{86E60AB1-0B83-10DD-DBDE-7D698B25526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0" name="Oval 2589">
                <a:extLst>
                  <a:ext uri="{FF2B5EF4-FFF2-40B4-BE49-F238E27FC236}">
                    <a16:creationId xmlns:a16="http://schemas.microsoft.com/office/drawing/2014/main" id="{2A8799C0-F043-4F00-50E2-D0743DCBD4D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1" name="Oval 2590">
                <a:extLst>
                  <a:ext uri="{FF2B5EF4-FFF2-40B4-BE49-F238E27FC236}">
                    <a16:creationId xmlns:a16="http://schemas.microsoft.com/office/drawing/2014/main" id="{0F302611-2A96-2E2E-7C47-916886D1327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2" name="Oval 2591">
                <a:extLst>
                  <a:ext uri="{FF2B5EF4-FFF2-40B4-BE49-F238E27FC236}">
                    <a16:creationId xmlns:a16="http://schemas.microsoft.com/office/drawing/2014/main" id="{524D2384-16C5-87CB-91BE-42786A3E393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3" name="Oval 2592">
                <a:extLst>
                  <a:ext uri="{FF2B5EF4-FFF2-40B4-BE49-F238E27FC236}">
                    <a16:creationId xmlns:a16="http://schemas.microsoft.com/office/drawing/2014/main" id="{17D6F06D-2D54-9B43-76B3-F183D468355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4" name="Oval 2593">
                <a:extLst>
                  <a:ext uri="{FF2B5EF4-FFF2-40B4-BE49-F238E27FC236}">
                    <a16:creationId xmlns:a16="http://schemas.microsoft.com/office/drawing/2014/main" id="{F85E7E70-431E-6E3A-A9F2-35E9F09FDA6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5" name="Oval 2594">
                <a:extLst>
                  <a:ext uri="{FF2B5EF4-FFF2-40B4-BE49-F238E27FC236}">
                    <a16:creationId xmlns:a16="http://schemas.microsoft.com/office/drawing/2014/main" id="{1C2B90EC-D77E-5C81-4BD0-43C44229F54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96" name="Group 2595">
              <a:extLst>
                <a:ext uri="{FF2B5EF4-FFF2-40B4-BE49-F238E27FC236}">
                  <a16:creationId xmlns:a16="http://schemas.microsoft.com/office/drawing/2014/main" id="{2F3374AC-F379-5728-5C1D-472C2D3F5244}"/>
                </a:ext>
              </a:extLst>
            </p:cNvPr>
            <p:cNvGrpSpPr/>
            <p:nvPr/>
          </p:nvGrpSpPr>
          <p:grpSpPr>
            <a:xfrm rot="10800000">
              <a:off x="6986642" y="2392214"/>
              <a:ext cx="141852" cy="84147"/>
              <a:chOff x="7979724" y="3580291"/>
              <a:chExt cx="242005" cy="43678"/>
            </a:xfrm>
          </p:grpSpPr>
          <p:sp>
            <p:nvSpPr>
              <p:cNvPr id="2597" name="Oval 2596">
                <a:extLst>
                  <a:ext uri="{FF2B5EF4-FFF2-40B4-BE49-F238E27FC236}">
                    <a16:creationId xmlns:a16="http://schemas.microsoft.com/office/drawing/2014/main" id="{0E5A07D9-46B0-E4ED-CDAB-EF32090CDE3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8" name="Oval 2597">
                <a:extLst>
                  <a:ext uri="{FF2B5EF4-FFF2-40B4-BE49-F238E27FC236}">
                    <a16:creationId xmlns:a16="http://schemas.microsoft.com/office/drawing/2014/main" id="{9FA386D4-A6BB-6629-C9A9-6DE1DFFDA54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9" name="Oval 2598">
                <a:extLst>
                  <a:ext uri="{FF2B5EF4-FFF2-40B4-BE49-F238E27FC236}">
                    <a16:creationId xmlns:a16="http://schemas.microsoft.com/office/drawing/2014/main" id="{B0864960-7FD2-9421-A2BE-5420536EB6D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0" name="Oval 2599">
                <a:extLst>
                  <a:ext uri="{FF2B5EF4-FFF2-40B4-BE49-F238E27FC236}">
                    <a16:creationId xmlns:a16="http://schemas.microsoft.com/office/drawing/2014/main" id="{DBAB9E75-3EFD-6F84-FB29-5679F8C1CE1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1" name="Oval 2600">
                <a:extLst>
                  <a:ext uri="{FF2B5EF4-FFF2-40B4-BE49-F238E27FC236}">
                    <a16:creationId xmlns:a16="http://schemas.microsoft.com/office/drawing/2014/main" id="{FA4E75DF-D406-7F6F-95D3-95A93780555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2" name="Oval 2601">
                <a:extLst>
                  <a:ext uri="{FF2B5EF4-FFF2-40B4-BE49-F238E27FC236}">
                    <a16:creationId xmlns:a16="http://schemas.microsoft.com/office/drawing/2014/main" id="{EC32BE36-4BBA-E88B-5F30-D501DFFDD36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3" name="Oval 2602">
                <a:extLst>
                  <a:ext uri="{FF2B5EF4-FFF2-40B4-BE49-F238E27FC236}">
                    <a16:creationId xmlns:a16="http://schemas.microsoft.com/office/drawing/2014/main" id="{69AF39C4-0BEA-051C-5A30-FB0F18AAEDF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4" name="Oval 2603">
                <a:extLst>
                  <a:ext uri="{FF2B5EF4-FFF2-40B4-BE49-F238E27FC236}">
                    <a16:creationId xmlns:a16="http://schemas.microsoft.com/office/drawing/2014/main" id="{867BF0D7-C6EA-4366-1850-D7B8BE75B9D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5" name="Group 2604">
              <a:extLst>
                <a:ext uri="{FF2B5EF4-FFF2-40B4-BE49-F238E27FC236}">
                  <a16:creationId xmlns:a16="http://schemas.microsoft.com/office/drawing/2014/main" id="{E7FD433F-A15E-0129-21C9-C7EC094841A2}"/>
                </a:ext>
              </a:extLst>
            </p:cNvPr>
            <p:cNvGrpSpPr/>
            <p:nvPr/>
          </p:nvGrpSpPr>
          <p:grpSpPr>
            <a:xfrm rot="10800000">
              <a:off x="7005009" y="2774977"/>
              <a:ext cx="242005" cy="82555"/>
              <a:chOff x="7979724" y="3580291"/>
              <a:chExt cx="242005" cy="43678"/>
            </a:xfrm>
          </p:grpSpPr>
          <p:sp>
            <p:nvSpPr>
              <p:cNvPr id="2606" name="Oval 2605">
                <a:extLst>
                  <a:ext uri="{FF2B5EF4-FFF2-40B4-BE49-F238E27FC236}">
                    <a16:creationId xmlns:a16="http://schemas.microsoft.com/office/drawing/2014/main" id="{BAF0D441-C4D9-E8D2-1AD1-220F1D83081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7" name="Oval 2606">
                <a:extLst>
                  <a:ext uri="{FF2B5EF4-FFF2-40B4-BE49-F238E27FC236}">
                    <a16:creationId xmlns:a16="http://schemas.microsoft.com/office/drawing/2014/main" id="{B98B114F-8A59-2989-FA4A-50128DBA204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8" name="Oval 2607">
                <a:extLst>
                  <a:ext uri="{FF2B5EF4-FFF2-40B4-BE49-F238E27FC236}">
                    <a16:creationId xmlns:a16="http://schemas.microsoft.com/office/drawing/2014/main" id="{90C5151D-134E-ABA3-2768-DE7297540A9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9" name="Oval 2608">
                <a:extLst>
                  <a:ext uri="{FF2B5EF4-FFF2-40B4-BE49-F238E27FC236}">
                    <a16:creationId xmlns:a16="http://schemas.microsoft.com/office/drawing/2014/main" id="{B3153F90-5B71-3B93-E506-91090E3C510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0" name="Oval 2609">
                <a:extLst>
                  <a:ext uri="{FF2B5EF4-FFF2-40B4-BE49-F238E27FC236}">
                    <a16:creationId xmlns:a16="http://schemas.microsoft.com/office/drawing/2014/main" id="{F8FB2A2B-95CA-D04B-3CA9-21A3299F407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1" name="Oval 2610">
                <a:extLst>
                  <a:ext uri="{FF2B5EF4-FFF2-40B4-BE49-F238E27FC236}">
                    <a16:creationId xmlns:a16="http://schemas.microsoft.com/office/drawing/2014/main" id="{3FFD9E0C-B92D-00A4-905F-43882E9E93D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2" name="Oval 2611">
                <a:extLst>
                  <a:ext uri="{FF2B5EF4-FFF2-40B4-BE49-F238E27FC236}">
                    <a16:creationId xmlns:a16="http://schemas.microsoft.com/office/drawing/2014/main" id="{AD60D530-248E-2E07-CBFC-A89EE314A00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3" name="Oval 2612">
                <a:extLst>
                  <a:ext uri="{FF2B5EF4-FFF2-40B4-BE49-F238E27FC236}">
                    <a16:creationId xmlns:a16="http://schemas.microsoft.com/office/drawing/2014/main" id="{5C8C921A-A158-B6A6-DDD1-BA8061E57E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14" name="Group 2613">
              <a:extLst>
                <a:ext uri="{FF2B5EF4-FFF2-40B4-BE49-F238E27FC236}">
                  <a16:creationId xmlns:a16="http://schemas.microsoft.com/office/drawing/2014/main" id="{604EDA43-6E1E-9D8D-7FCA-01DD24CB8C79}"/>
                </a:ext>
              </a:extLst>
            </p:cNvPr>
            <p:cNvGrpSpPr/>
            <p:nvPr/>
          </p:nvGrpSpPr>
          <p:grpSpPr>
            <a:xfrm>
              <a:off x="6933853" y="2775793"/>
              <a:ext cx="242005" cy="77175"/>
              <a:chOff x="7979724" y="3580291"/>
              <a:chExt cx="242005" cy="43678"/>
            </a:xfrm>
          </p:grpSpPr>
          <p:sp>
            <p:nvSpPr>
              <p:cNvPr id="2615" name="Oval 2614">
                <a:extLst>
                  <a:ext uri="{FF2B5EF4-FFF2-40B4-BE49-F238E27FC236}">
                    <a16:creationId xmlns:a16="http://schemas.microsoft.com/office/drawing/2014/main" id="{87C47B79-694D-9C56-7295-888AB9C1102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6" name="Oval 2615">
                <a:extLst>
                  <a:ext uri="{FF2B5EF4-FFF2-40B4-BE49-F238E27FC236}">
                    <a16:creationId xmlns:a16="http://schemas.microsoft.com/office/drawing/2014/main" id="{8356F605-A8E1-5E5A-5CAC-F1865341A7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7" name="Oval 2616">
                <a:extLst>
                  <a:ext uri="{FF2B5EF4-FFF2-40B4-BE49-F238E27FC236}">
                    <a16:creationId xmlns:a16="http://schemas.microsoft.com/office/drawing/2014/main" id="{0A0E7ECE-360B-76DC-DADD-1FAAD5662D5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8" name="Oval 2617">
                <a:extLst>
                  <a:ext uri="{FF2B5EF4-FFF2-40B4-BE49-F238E27FC236}">
                    <a16:creationId xmlns:a16="http://schemas.microsoft.com/office/drawing/2014/main" id="{0D83FDA9-D8DE-FE77-C444-60FE53AEB2C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9" name="Oval 2618">
                <a:extLst>
                  <a:ext uri="{FF2B5EF4-FFF2-40B4-BE49-F238E27FC236}">
                    <a16:creationId xmlns:a16="http://schemas.microsoft.com/office/drawing/2014/main" id="{EA2DE18C-210C-D44C-CBB9-04D3FED0E84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0" name="Oval 2619">
                <a:extLst>
                  <a:ext uri="{FF2B5EF4-FFF2-40B4-BE49-F238E27FC236}">
                    <a16:creationId xmlns:a16="http://schemas.microsoft.com/office/drawing/2014/main" id="{9F8A0EA6-CB6B-227F-73E9-E35E7E3A5D1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1" name="Oval 2620">
                <a:extLst>
                  <a:ext uri="{FF2B5EF4-FFF2-40B4-BE49-F238E27FC236}">
                    <a16:creationId xmlns:a16="http://schemas.microsoft.com/office/drawing/2014/main" id="{E6027B12-60D4-3A4F-7260-02F59E7CB2D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2" name="Oval 2621">
                <a:extLst>
                  <a:ext uri="{FF2B5EF4-FFF2-40B4-BE49-F238E27FC236}">
                    <a16:creationId xmlns:a16="http://schemas.microsoft.com/office/drawing/2014/main" id="{2763B0D4-304B-8745-B2A9-58D7F395C17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23" name="Group 2622">
              <a:extLst>
                <a:ext uri="{FF2B5EF4-FFF2-40B4-BE49-F238E27FC236}">
                  <a16:creationId xmlns:a16="http://schemas.microsoft.com/office/drawing/2014/main" id="{1C387579-9DA2-02F0-63B6-A2C1CFF34889}"/>
                </a:ext>
              </a:extLst>
            </p:cNvPr>
            <p:cNvGrpSpPr/>
            <p:nvPr/>
          </p:nvGrpSpPr>
          <p:grpSpPr>
            <a:xfrm rot="10800000">
              <a:off x="7598597" y="2198987"/>
              <a:ext cx="242005" cy="46723"/>
              <a:chOff x="7979724" y="3580291"/>
              <a:chExt cx="242005" cy="43678"/>
            </a:xfrm>
          </p:grpSpPr>
          <p:sp>
            <p:nvSpPr>
              <p:cNvPr id="2624" name="Oval 2623">
                <a:extLst>
                  <a:ext uri="{FF2B5EF4-FFF2-40B4-BE49-F238E27FC236}">
                    <a16:creationId xmlns:a16="http://schemas.microsoft.com/office/drawing/2014/main" id="{AC4B6B43-1016-5DA6-ADBC-ABEC335F4F1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5" name="Oval 2624">
                <a:extLst>
                  <a:ext uri="{FF2B5EF4-FFF2-40B4-BE49-F238E27FC236}">
                    <a16:creationId xmlns:a16="http://schemas.microsoft.com/office/drawing/2014/main" id="{67D4E428-E4BB-A3C5-E1BD-CA6836DFA0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6" name="Oval 2625">
                <a:extLst>
                  <a:ext uri="{FF2B5EF4-FFF2-40B4-BE49-F238E27FC236}">
                    <a16:creationId xmlns:a16="http://schemas.microsoft.com/office/drawing/2014/main" id="{16897AA5-7CF9-92AA-44E6-75B6A9C3F9E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7" name="Oval 2626">
                <a:extLst>
                  <a:ext uri="{FF2B5EF4-FFF2-40B4-BE49-F238E27FC236}">
                    <a16:creationId xmlns:a16="http://schemas.microsoft.com/office/drawing/2014/main" id="{5225EF98-46EA-8344-FE0C-0C02DFD274C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8" name="Oval 2627">
                <a:extLst>
                  <a:ext uri="{FF2B5EF4-FFF2-40B4-BE49-F238E27FC236}">
                    <a16:creationId xmlns:a16="http://schemas.microsoft.com/office/drawing/2014/main" id="{A72D5F4F-F255-B186-2BA3-4528B5822CB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9" name="Oval 2628">
                <a:extLst>
                  <a:ext uri="{FF2B5EF4-FFF2-40B4-BE49-F238E27FC236}">
                    <a16:creationId xmlns:a16="http://schemas.microsoft.com/office/drawing/2014/main" id="{A1620E3F-3D87-5057-8057-01E2B6FAD2B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0" name="Oval 2629">
                <a:extLst>
                  <a:ext uri="{FF2B5EF4-FFF2-40B4-BE49-F238E27FC236}">
                    <a16:creationId xmlns:a16="http://schemas.microsoft.com/office/drawing/2014/main" id="{48094500-1ED6-D5D6-FAAA-570B9D294DA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1" name="Oval 2630">
                <a:extLst>
                  <a:ext uri="{FF2B5EF4-FFF2-40B4-BE49-F238E27FC236}">
                    <a16:creationId xmlns:a16="http://schemas.microsoft.com/office/drawing/2014/main" id="{81655A07-5B75-F95E-50E1-9F9A24AAA71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32" name="Group 2631">
              <a:extLst>
                <a:ext uri="{FF2B5EF4-FFF2-40B4-BE49-F238E27FC236}">
                  <a16:creationId xmlns:a16="http://schemas.microsoft.com/office/drawing/2014/main" id="{9640A60C-E148-1EA3-86D4-D33731CC34F7}"/>
                </a:ext>
              </a:extLst>
            </p:cNvPr>
            <p:cNvGrpSpPr/>
            <p:nvPr/>
          </p:nvGrpSpPr>
          <p:grpSpPr>
            <a:xfrm>
              <a:off x="7527440" y="2199803"/>
              <a:ext cx="242005" cy="43678"/>
              <a:chOff x="7979724" y="3580291"/>
              <a:chExt cx="242005" cy="43678"/>
            </a:xfrm>
          </p:grpSpPr>
          <p:sp>
            <p:nvSpPr>
              <p:cNvPr id="2633" name="Oval 2632">
                <a:extLst>
                  <a:ext uri="{FF2B5EF4-FFF2-40B4-BE49-F238E27FC236}">
                    <a16:creationId xmlns:a16="http://schemas.microsoft.com/office/drawing/2014/main" id="{ADBB72F1-C3F0-C525-3EC0-067A80B1A7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4" name="Oval 2633">
                <a:extLst>
                  <a:ext uri="{FF2B5EF4-FFF2-40B4-BE49-F238E27FC236}">
                    <a16:creationId xmlns:a16="http://schemas.microsoft.com/office/drawing/2014/main" id="{50616F6B-8D0F-8912-129B-2B4FFB072F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5" name="Oval 2634">
                <a:extLst>
                  <a:ext uri="{FF2B5EF4-FFF2-40B4-BE49-F238E27FC236}">
                    <a16:creationId xmlns:a16="http://schemas.microsoft.com/office/drawing/2014/main" id="{A5999B38-1BF2-AF9B-29E4-4CBB84DA584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6" name="Oval 2635">
                <a:extLst>
                  <a:ext uri="{FF2B5EF4-FFF2-40B4-BE49-F238E27FC236}">
                    <a16:creationId xmlns:a16="http://schemas.microsoft.com/office/drawing/2014/main" id="{BA9D0AA0-D0D3-1620-9742-5C99660CA59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 name="Oval 2636">
                <a:extLst>
                  <a:ext uri="{FF2B5EF4-FFF2-40B4-BE49-F238E27FC236}">
                    <a16:creationId xmlns:a16="http://schemas.microsoft.com/office/drawing/2014/main" id="{C4FB21A0-EF62-D2C9-DD6A-6217740560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8" name="Oval 2637">
                <a:extLst>
                  <a:ext uri="{FF2B5EF4-FFF2-40B4-BE49-F238E27FC236}">
                    <a16:creationId xmlns:a16="http://schemas.microsoft.com/office/drawing/2014/main" id="{6FDB8CED-735D-039B-D2C3-859A4A4B292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9" name="Oval 2638">
                <a:extLst>
                  <a:ext uri="{FF2B5EF4-FFF2-40B4-BE49-F238E27FC236}">
                    <a16:creationId xmlns:a16="http://schemas.microsoft.com/office/drawing/2014/main" id="{3CB2FCDD-7424-6F5F-AE4E-13C2F161E2B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0" name="Oval 2639">
                <a:extLst>
                  <a:ext uri="{FF2B5EF4-FFF2-40B4-BE49-F238E27FC236}">
                    <a16:creationId xmlns:a16="http://schemas.microsoft.com/office/drawing/2014/main" id="{0346219D-7567-B606-13A7-66658410773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41" name="Group 2640">
              <a:extLst>
                <a:ext uri="{FF2B5EF4-FFF2-40B4-BE49-F238E27FC236}">
                  <a16:creationId xmlns:a16="http://schemas.microsoft.com/office/drawing/2014/main" id="{6F89C2B5-223F-41EE-5B7C-AD49885FBD89}"/>
                </a:ext>
              </a:extLst>
            </p:cNvPr>
            <p:cNvGrpSpPr/>
            <p:nvPr/>
          </p:nvGrpSpPr>
          <p:grpSpPr>
            <a:xfrm rot="13181925">
              <a:off x="7169556" y="2846327"/>
              <a:ext cx="242005" cy="46723"/>
              <a:chOff x="7979724" y="3580291"/>
              <a:chExt cx="242005" cy="43678"/>
            </a:xfrm>
          </p:grpSpPr>
          <p:sp>
            <p:nvSpPr>
              <p:cNvPr id="2642" name="Oval 2641">
                <a:extLst>
                  <a:ext uri="{FF2B5EF4-FFF2-40B4-BE49-F238E27FC236}">
                    <a16:creationId xmlns:a16="http://schemas.microsoft.com/office/drawing/2014/main" id="{16D3F0E3-F11E-02C8-0122-CD6C713A87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3" name="Oval 2642">
                <a:extLst>
                  <a:ext uri="{FF2B5EF4-FFF2-40B4-BE49-F238E27FC236}">
                    <a16:creationId xmlns:a16="http://schemas.microsoft.com/office/drawing/2014/main" id="{058126C7-2B56-CD15-A4CF-6C45D968716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4" name="Oval 2643">
                <a:extLst>
                  <a:ext uri="{FF2B5EF4-FFF2-40B4-BE49-F238E27FC236}">
                    <a16:creationId xmlns:a16="http://schemas.microsoft.com/office/drawing/2014/main" id="{8A2AC59E-57A4-FA90-440D-6D21ED3A138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5" name="Oval 2644">
                <a:extLst>
                  <a:ext uri="{FF2B5EF4-FFF2-40B4-BE49-F238E27FC236}">
                    <a16:creationId xmlns:a16="http://schemas.microsoft.com/office/drawing/2014/main" id="{FE800D60-FCA7-AFE7-EC4C-6F3761730DF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6" name="Oval 2645">
                <a:extLst>
                  <a:ext uri="{FF2B5EF4-FFF2-40B4-BE49-F238E27FC236}">
                    <a16:creationId xmlns:a16="http://schemas.microsoft.com/office/drawing/2014/main" id="{8EFF51EB-7F61-28D7-4D78-C0A5A77F247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7" name="Oval 2646">
                <a:extLst>
                  <a:ext uri="{FF2B5EF4-FFF2-40B4-BE49-F238E27FC236}">
                    <a16:creationId xmlns:a16="http://schemas.microsoft.com/office/drawing/2014/main" id="{6E8F2A1B-AB1A-8DDA-5524-C7C2D40B29A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8" name="Oval 2647">
                <a:extLst>
                  <a:ext uri="{FF2B5EF4-FFF2-40B4-BE49-F238E27FC236}">
                    <a16:creationId xmlns:a16="http://schemas.microsoft.com/office/drawing/2014/main" id="{ECF18203-8D9C-72BD-60D1-DC055FB0C74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9" name="Oval 2648">
                <a:extLst>
                  <a:ext uri="{FF2B5EF4-FFF2-40B4-BE49-F238E27FC236}">
                    <a16:creationId xmlns:a16="http://schemas.microsoft.com/office/drawing/2014/main" id="{AC5686F2-0670-D5B6-8781-5D38F1A2FA3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50" name="Group 2649">
              <a:extLst>
                <a:ext uri="{FF2B5EF4-FFF2-40B4-BE49-F238E27FC236}">
                  <a16:creationId xmlns:a16="http://schemas.microsoft.com/office/drawing/2014/main" id="{3D9EB1B1-E52E-4960-7A85-44EBB72D81B3}"/>
                </a:ext>
              </a:extLst>
            </p:cNvPr>
            <p:cNvGrpSpPr/>
            <p:nvPr/>
          </p:nvGrpSpPr>
          <p:grpSpPr>
            <a:xfrm rot="13181925">
              <a:off x="7400392" y="2167959"/>
              <a:ext cx="174914" cy="54480"/>
              <a:chOff x="7979724" y="3580291"/>
              <a:chExt cx="242005" cy="43678"/>
            </a:xfrm>
          </p:grpSpPr>
          <p:sp>
            <p:nvSpPr>
              <p:cNvPr id="2651" name="Oval 2650">
                <a:extLst>
                  <a:ext uri="{FF2B5EF4-FFF2-40B4-BE49-F238E27FC236}">
                    <a16:creationId xmlns:a16="http://schemas.microsoft.com/office/drawing/2014/main" id="{D6877EB4-D705-0C10-BFA6-CA4B36D82E5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2" name="Oval 2651">
                <a:extLst>
                  <a:ext uri="{FF2B5EF4-FFF2-40B4-BE49-F238E27FC236}">
                    <a16:creationId xmlns:a16="http://schemas.microsoft.com/office/drawing/2014/main" id="{DE3EC4C0-97E3-9AA4-8731-0D95B3405BF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3" name="Oval 2652">
                <a:extLst>
                  <a:ext uri="{FF2B5EF4-FFF2-40B4-BE49-F238E27FC236}">
                    <a16:creationId xmlns:a16="http://schemas.microsoft.com/office/drawing/2014/main" id="{70C8BAE1-AC15-4103-03AC-82D0B05C6DC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4" name="Oval 2653">
                <a:extLst>
                  <a:ext uri="{FF2B5EF4-FFF2-40B4-BE49-F238E27FC236}">
                    <a16:creationId xmlns:a16="http://schemas.microsoft.com/office/drawing/2014/main" id="{EE80B31D-BB12-9ADA-18A4-80584B89083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 name="Oval 2654">
                <a:extLst>
                  <a:ext uri="{FF2B5EF4-FFF2-40B4-BE49-F238E27FC236}">
                    <a16:creationId xmlns:a16="http://schemas.microsoft.com/office/drawing/2014/main" id="{40813119-AEC5-E83A-824A-A7F5D598512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6" name="Oval 2655">
                <a:extLst>
                  <a:ext uri="{FF2B5EF4-FFF2-40B4-BE49-F238E27FC236}">
                    <a16:creationId xmlns:a16="http://schemas.microsoft.com/office/drawing/2014/main" id="{3A0E4158-55F3-44A6-29DF-4BFE191A67C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7" name="Oval 2656">
                <a:extLst>
                  <a:ext uri="{FF2B5EF4-FFF2-40B4-BE49-F238E27FC236}">
                    <a16:creationId xmlns:a16="http://schemas.microsoft.com/office/drawing/2014/main" id="{0F1A7717-EC18-FEAA-21B0-75FAD026AE7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8" name="Oval 2657">
                <a:extLst>
                  <a:ext uri="{FF2B5EF4-FFF2-40B4-BE49-F238E27FC236}">
                    <a16:creationId xmlns:a16="http://schemas.microsoft.com/office/drawing/2014/main" id="{6CB5A8C8-1369-F300-AB64-0C9E9A5C24F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59" name="Group 2658">
              <a:extLst>
                <a:ext uri="{FF2B5EF4-FFF2-40B4-BE49-F238E27FC236}">
                  <a16:creationId xmlns:a16="http://schemas.microsoft.com/office/drawing/2014/main" id="{83E31658-05FA-810F-6D55-2E8C7CF54FA7}"/>
                </a:ext>
              </a:extLst>
            </p:cNvPr>
            <p:cNvGrpSpPr/>
            <p:nvPr/>
          </p:nvGrpSpPr>
          <p:grpSpPr>
            <a:xfrm rot="8224268">
              <a:off x="6847232" y="2814695"/>
              <a:ext cx="142815" cy="80456"/>
              <a:chOff x="7979724" y="3580291"/>
              <a:chExt cx="242005" cy="43678"/>
            </a:xfrm>
          </p:grpSpPr>
          <p:sp>
            <p:nvSpPr>
              <p:cNvPr id="2660" name="Oval 2659">
                <a:extLst>
                  <a:ext uri="{FF2B5EF4-FFF2-40B4-BE49-F238E27FC236}">
                    <a16:creationId xmlns:a16="http://schemas.microsoft.com/office/drawing/2014/main" id="{1FEBAAED-E461-944C-A260-4BA4C8642F4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1" name="Oval 2660">
                <a:extLst>
                  <a:ext uri="{FF2B5EF4-FFF2-40B4-BE49-F238E27FC236}">
                    <a16:creationId xmlns:a16="http://schemas.microsoft.com/office/drawing/2014/main" id="{43345B7C-064B-77C5-9BA6-39AF80FBCBF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 name="Oval 2661">
                <a:extLst>
                  <a:ext uri="{FF2B5EF4-FFF2-40B4-BE49-F238E27FC236}">
                    <a16:creationId xmlns:a16="http://schemas.microsoft.com/office/drawing/2014/main" id="{AB15CAE6-995D-0C67-C01E-CCE87CEF90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 name="Oval 2662">
                <a:extLst>
                  <a:ext uri="{FF2B5EF4-FFF2-40B4-BE49-F238E27FC236}">
                    <a16:creationId xmlns:a16="http://schemas.microsoft.com/office/drawing/2014/main" id="{92415296-BA86-014C-965D-6799795D94E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 name="Oval 2663">
                <a:extLst>
                  <a:ext uri="{FF2B5EF4-FFF2-40B4-BE49-F238E27FC236}">
                    <a16:creationId xmlns:a16="http://schemas.microsoft.com/office/drawing/2014/main" id="{6D83E3E5-9754-8744-787E-7A418115D7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5" name="Oval 2664">
                <a:extLst>
                  <a:ext uri="{FF2B5EF4-FFF2-40B4-BE49-F238E27FC236}">
                    <a16:creationId xmlns:a16="http://schemas.microsoft.com/office/drawing/2014/main" id="{3607F73A-657B-117F-10C2-6E121655E6C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6" name="Oval 2665">
                <a:extLst>
                  <a:ext uri="{FF2B5EF4-FFF2-40B4-BE49-F238E27FC236}">
                    <a16:creationId xmlns:a16="http://schemas.microsoft.com/office/drawing/2014/main" id="{3C9B8B0B-2F24-EB4B-8FDC-CA7EA48461D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7" name="Oval 2666">
                <a:extLst>
                  <a:ext uri="{FF2B5EF4-FFF2-40B4-BE49-F238E27FC236}">
                    <a16:creationId xmlns:a16="http://schemas.microsoft.com/office/drawing/2014/main" id="{9F7A2FEF-F3A3-FF1B-2309-89F46D1128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68" name="Group 2667">
              <a:extLst>
                <a:ext uri="{FF2B5EF4-FFF2-40B4-BE49-F238E27FC236}">
                  <a16:creationId xmlns:a16="http://schemas.microsoft.com/office/drawing/2014/main" id="{3085CA3C-CBF1-667A-1A76-23E6753FF71F}"/>
                </a:ext>
              </a:extLst>
            </p:cNvPr>
            <p:cNvGrpSpPr/>
            <p:nvPr/>
          </p:nvGrpSpPr>
          <p:grpSpPr>
            <a:xfrm rot="8224268">
              <a:off x="7835043" y="2146268"/>
              <a:ext cx="142815" cy="80456"/>
              <a:chOff x="7979724" y="3580291"/>
              <a:chExt cx="242005" cy="43678"/>
            </a:xfrm>
          </p:grpSpPr>
          <p:sp>
            <p:nvSpPr>
              <p:cNvPr id="2669" name="Oval 2668">
                <a:extLst>
                  <a:ext uri="{FF2B5EF4-FFF2-40B4-BE49-F238E27FC236}">
                    <a16:creationId xmlns:a16="http://schemas.microsoft.com/office/drawing/2014/main" id="{A9424C38-2A7B-3B5B-26A6-4F45101E9B3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0" name="Oval 2669">
                <a:extLst>
                  <a:ext uri="{FF2B5EF4-FFF2-40B4-BE49-F238E27FC236}">
                    <a16:creationId xmlns:a16="http://schemas.microsoft.com/office/drawing/2014/main" id="{0C90EAA0-6542-C6FB-AAD4-C7008FFE7BA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1" name="Oval 2670">
                <a:extLst>
                  <a:ext uri="{FF2B5EF4-FFF2-40B4-BE49-F238E27FC236}">
                    <a16:creationId xmlns:a16="http://schemas.microsoft.com/office/drawing/2014/main" id="{CDCC544D-5FEA-D84C-670B-7C322EEB80C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2" name="Oval 2671">
                <a:extLst>
                  <a:ext uri="{FF2B5EF4-FFF2-40B4-BE49-F238E27FC236}">
                    <a16:creationId xmlns:a16="http://schemas.microsoft.com/office/drawing/2014/main" id="{33662CBF-510A-00A1-ED8B-E1270873CC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3" name="Oval 2672">
                <a:extLst>
                  <a:ext uri="{FF2B5EF4-FFF2-40B4-BE49-F238E27FC236}">
                    <a16:creationId xmlns:a16="http://schemas.microsoft.com/office/drawing/2014/main" id="{3B3AE1FD-8E4D-A171-867B-787DB305BC3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4" name="Oval 2673">
                <a:extLst>
                  <a:ext uri="{FF2B5EF4-FFF2-40B4-BE49-F238E27FC236}">
                    <a16:creationId xmlns:a16="http://schemas.microsoft.com/office/drawing/2014/main" id="{E16D4999-186B-8845-3791-DA43E73244E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5" name="Oval 2674">
                <a:extLst>
                  <a:ext uri="{FF2B5EF4-FFF2-40B4-BE49-F238E27FC236}">
                    <a16:creationId xmlns:a16="http://schemas.microsoft.com/office/drawing/2014/main" id="{ECE236BA-B6DF-2BFD-024D-4C38D10AD12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6" name="Oval 2675">
                <a:extLst>
                  <a:ext uri="{FF2B5EF4-FFF2-40B4-BE49-F238E27FC236}">
                    <a16:creationId xmlns:a16="http://schemas.microsoft.com/office/drawing/2014/main" id="{0B3CD2BE-16F3-8A00-C7AC-7C6A83E132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7" name="Group 2676">
              <a:extLst>
                <a:ext uri="{FF2B5EF4-FFF2-40B4-BE49-F238E27FC236}">
                  <a16:creationId xmlns:a16="http://schemas.microsoft.com/office/drawing/2014/main" id="{F9A2EBCC-C798-231F-AD4A-F4632E0F117F}"/>
                </a:ext>
              </a:extLst>
            </p:cNvPr>
            <p:cNvGrpSpPr/>
            <p:nvPr/>
          </p:nvGrpSpPr>
          <p:grpSpPr>
            <a:xfrm>
              <a:off x="7249468" y="2774020"/>
              <a:ext cx="971545" cy="53915"/>
              <a:chOff x="5754694" y="6008041"/>
              <a:chExt cx="971545" cy="53915"/>
            </a:xfrm>
          </p:grpSpPr>
          <p:grpSp>
            <p:nvGrpSpPr>
              <p:cNvPr id="2678" name="Group 2677">
                <a:extLst>
                  <a:ext uri="{FF2B5EF4-FFF2-40B4-BE49-F238E27FC236}">
                    <a16:creationId xmlns:a16="http://schemas.microsoft.com/office/drawing/2014/main" id="{F7E6565F-FD4D-D1F1-91B3-DDAD2B3DE636}"/>
                  </a:ext>
                </a:extLst>
              </p:cNvPr>
              <p:cNvGrpSpPr/>
              <p:nvPr/>
            </p:nvGrpSpPr>
            <p:grpSpPr>
              <a:xfrm rot="10800000">
                <a:off x="5825851" y="6008041"/>
                <a:ext cx="242005" cy="46723"/>
                <a:chOff x="7979724" y="3580291"/>
                <a:chExt cx="242005" cy="43678"/>
              </a:xfrm>
            </p:grpSpPr>
            <p:sp>
              <p:nvSpPr>
                <p:cNvPr id="2742" name="Oval 2741">
                  <a:extLst>
                    <a:ext uri="{FF2B5EF4-FFF2-40B4-BE49-F238E27FC236}">
                      <a16:creationId xmlns:a16="http://schemas.microsoft.com/office/drawing/2014/main" id="{5C655627-55E8-0BDA-0DB4-7EBA51D736E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3" name="Oval 2742">
                  <a:extLst>
                    <a:ext uri="{FF2B5EF4-FFF2-40B4-BE49-F238E27FC236}">
                      <a16:creationId xmlns:a16="http://schemas.microsoft.com/office/drawing/2014/main" id="{BD6799E1-F7D3-C95C-DFF2-A0BF260471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4" name="Oval 2743">
                  <a:extLst>
                    <a:ext uri="{FF2B5EF4-FFF2-40B4-BE49-F238E27FC236}">
                      <a16:creationId xmlns:a16="http://schemas.microsoft.com/office/drawing/2014/main" id="{B2C56616-B14A-5F58-8B4D-9A8635958A6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5" name="Oval 2744">
                  <a:extLst>
                    <a:ext uri="{FF2B5EF4-FFF2-40B4-BE49-F238E27FC236}">
                      <a16:creationId xmlns:a16="http://schemas.microsoft.com/office/drawing/2014/main" id="{20691D74-4D08-D8EC-FFBA-6CC0FE22534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6" name="Oval 2745">
                  <a:extLst>
                    <a:ext uri="{FF2B5EF4-FFF2-40B4-BE49-F238E27FC236}">
                      <a16:creationId xmlns:a16="http://schemas.microsoft.com/office/drawing/2014/main" id="{84464F6F-2F55-119F-BCD2-7DABEB71601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7" name="Oval 2746">
                  <a:extLst>
                    <a:ext uri="{FF2B5EF4-FFF2-40B4-BE49-F238E27FC236}">
                      <a16:creationId xmlns:a16="http://schemas.microsoft.com/office/drawing/2014/main" id="{F9817AE4-6C63-A8E0-BCE3-DB58F179FEE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8" name="Oval 2747">
                  <a:extLst>
                    <a:ext uri="{FF2B5EF4-FFF2-40B4-BE49-F238E27FC236}">
                      <a16:creationId xmlns:a16="http://schemas.microsoft.com/office/drawing/2014/main" id="{003E3998-4899-127D-77BE-597484CCE8B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9" name="Oval 2748">
                  <a:extLst>
                    <a:ext uri="{FF2B5EF4-FFF2-40B4-BE49-F238E27FC236}">
                      <a16:creationId xmlns:a16="http://schemas.microsoft.com/office/drawing/2014/main" id="{F87D8978-7E30-E27A-E41D-A75B108E124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9" name="Group 2678">
                <a:extLst>
                  <a:ext uri="{FF2B5EF4-FFF2-40B4-BE49-F238E27FC236}">
                    <a16:creationId xmlns:a16="http://schemas.microsoft.com/office/drawing/2014/main" id="{B290C99A-DD61-3494-033E-81D7DF8AA6ED}"/>
                  </a:ext>
                </a:extLst>
              </p:cNvPr>
              <p:cNvGrpSpPr/>
              <p:nvPr/>
            </p:nvGrpSpPr>
            <p:grpSpPr>
              <a:xfrm>
                <a:off x="5754694" y="6008857"/>
                <a:ext cx="242005" cy="43678"/>
                <a:chOff x="7979724" y="3580291"/>
                <a:chExt cx="242005" cy="43678"/>
              </a:xfrm>
            </p:grpSpPr>
            <p:sp>
              <p:nvSpPr>
                <p:cNvPr id="2734" name="Oval 2733">
                  <a:extLst>
                    <a:ext uri="{FF2B5EF4-FFF2-40B4-BE49-F238E27FC236}">
                      <a16:creationId xmlns:a16="http://schemas.microsoft.com/office/drawing/2014/main" id="{48529529-4BD7-FABE-E16D-0CFB1A46E7C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5" name="Oval 2734">
                  <a:extLst>
                    <a:ext uri="{FF2B5EF4-FFF2-40B4-BE49-F238E27FC236}">
                      <a16:creationId xmlns:a16="http://schemas.microsoft.com/office/drawing/2014/main" id="{7E1C7EAC-1051-7A0F-1F08-57AEA67E7C7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6" name="Oval 2735">
                  <a:extLst>
                    <a:ext uri="{FF2B5EF4-FFF2-40B4-BE49-F238E27FC236}">
                      <a16:creationId xmlns:a16="http://schemas.microsoft.com/office/drawing/2014/main" id="{B7826B9F-CDE5-8277-B175-1ABD0480E2E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7" name="Oval 2736">
                  <a:extLst>
                    <a:ext uri="{FF2B5EF4-FFF2-40B4-BE49-F238E27FC236}">
                      <a16:creationId xmlns:a16="http://schemas.microsoft.com/office/drawing/2014/main" id="{6FD74DDD-5ABB-A962-00EE-93E3A2A0D80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8" name="Oval 2737">
                  <a:extLst>
                    <a:ext uri="{FF2B5EF4-FFF2-40B4-BE49-F238E27FC236}">
                      <a16:creationId xmlns:a16="http://schemas.microsoft.com/office/drawing/2014/main" id="{956FD8A3-414A-CB3B-2F33-6C79EA641EC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9" name="Oval 2738">
                  <a:extLst>
                    <a:ext uri="{FF2B5EF4-FFF2-40B4-BE49-F238E27FC236}">
                      <a16:creationId xmlns:a16="http://schemas.microsoft.com/office/drawing/2014/main" id="{4D3B041D-B12D-08A9-6C24-DB1252BB719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0" name="Oval 2739">
                  <a:extLst>
                    <a:ext uri="{FF2B5EF4-FFF2-40B4-BE49-F238E27FC236}">
                      <a16:creationId xmlns:a16="http://schemas.microsoft.com/office/drawing/2014/main" id="{DC0391BD-A03A-13C0-2A42-11D96C9CC02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1" name="Oval 2740">
                  <a:extLst>
                    <a:ext uri="{FF2B5EF4-FFF2-40B4-BE49-F238E27FC236}">
                      <a16:creationId xmlns:a16="http://schemas.microsoft.com/office/drawing/2014/main" id="{FCD1C1C7-F72D-7215-F880-B7E84FBCE50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0" name="Group 2679">
                <a:extLst>
                  <a:ext uri="{FF2B5EF4-FFF2-40B4-BE49-F238E27FC236}">
                    <a16:creationId xmlns:a16="http://schemas.microsoft.com/office/drawing/2014/main" id="{B1C28F5C-5E49-D0EC-97B2-E54F63F93C5B}"/>
                  </a:ext>
                </a:extLst>
              </p:cNvPr>
              <p:cNvGrpSpPr/>
              <p:nvPr/>
            </p:nvGrpSpPr>
            <p:grpSpPr>
              <a:xfrm rot="10800000">
                <a:off x="6066894" y="6011217"/>
                <a:ext cx="242005" cy="46723"/>
                <a:chOff x="7979724" y="3580291"/>
                <a:chExt cx="242005" cy="43678"/>
              </a:xfrm>
            </p:grpSpPr>
            <p:sp>
              <p:nvSpPr>
                <p:cNvPr id="2726" name="Oval 2725">
                  <a:extLst>
                    <a:ext uri="{FF2B5EF4-FFF2-40B4-BE49-F238E27FC236}">
                      <a16:creationId xmlns:a16="http://schemas.microsoft.com/office/drawing/2014/main" id="{9FE9602C-B998-9F35-0E6D-6BB41F80E1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7" name="Oval 2726">
                  <a:extLst>
                    <a:ext uri="{FF2B5EF4-FFF2-40B4-BE49-F238E27FC236}">
                      <a16:creationId xmlns:a16="http://schemas.microsoft.com/office/drawing/2014/main" id="{9F937E12-FE5A-8D70-5DBB-ACC0DF072DD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8" name="Oval 2727">
                  <a:extLst>
                    <a:ext uri="{FF2B5EF4-FFF2-40B4-BE49-F238E27FC236}">
                      <a16:creationId xmlns:a16="http://schemas.microsoft.com/office/drawing/2014/main" id="{2DCAE196-FC70-DCD2-D0B7-B0982E16CF6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 name="Oval 2728">
                  <a:extLst>
                    <a:ext uri="{FF2B5EF4-FFF2-40B4-BE49-F238E27FC236}">
                      <a16:creationId xmlns:a16="http://schemas.microsoft.com/office/drawing/2014/main" id="{726585E5-A5D3-ADCC-A59C-D969A850A4A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0" name="Oval 2729">
                  <a:extLst>
                    <a:ext uri="{FF2B5EF4-FFF2-40B4-BE49-F238E27FC236}">
                      <a16:creationId xmlns:a16="http://schemas.microsoft.com/office/drawing/2014/main" id="{D2F5F623-9EB5-6474-892B-D018C360FC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1" name="Oval 2730">
                  <a:extLst>
                    <a:ext uri="{FF2B5EF4-FFF2-40B4-BE49-F238E27FC236}">
                      <a16:creationId xmlns:a16="http://schemas.microsoft.com/office/drawing/2014/main" id="{981E415A-EF87-03DD-E24D-ED99B9074FE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2" name="Oval 2731">
                  <a:extLst>
                    <a:ext uri="{FF2B5EF4-FFF2-40B4-BE49-F238E27FC236}">
                      <a16:creationId xmlns:a16="http://schemas.microsoft.com/office/drawing/2014/main" id="{0963B3AC-D121-D5DE-6AE5-5C23880D779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3" name="Oval 2732">
                  <a:extLst>
                    <a:ext uri="{FF2B5EF4-FFF2-40B4-BE49-F238E27FC236}">
                      <a16:creationId xmlns:a16="http://schemas.microsoft.com/office/drawing/2014/main" id="{7534DB61-09C9-F2CB-687F-806960FCCBD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1" name="Group 2680">
                <a:extLst>
                  <a:ext uri="{FF2B5EF4-FFF2-40B4-BE49-F238E27FC236}">
                    <a16:creationId xmlns:a16="http://schemas.microsoft.com/office/drawing/2014/main" id="{D95F6A04-E972-C4C8-A1EB-474684E5665F}"/>
                  </a:ext>
                </a:extLst>
              </p:cNvPr>
              <p:cNvGrpSpPr/>
              <p:nvPr/>
            </p:nvGrpSpPr>
            <p:grpSpPr>
              <a:xfrm rot="11689693">
                <a:off x="5995737" y="6012033"/>
                <a:ext cx="242005" cy="43678"/>
                <a:chOff x="7979724" y="3580291"/>
                <a:chExt cx="242005" cy="43678"/>
              </a:xfrm>
            </p:grpSpPr>
            <p:sp>
              <p:nvSpPr>
                <p:cNvPr id="2718" name="Oval 2717">
                  <a:extLst>
                    <a:ext uri="{FF2B5EF4-FFF2-40B4-BE49-F238E27FC236}">
                      <a16:creationId xmlns:a16="http://schemas.microsoft.com/office/drawing/2014/main" id="{C53BCA89-3EFA-9876-807F-A10D76B4F07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9" name="Oval 2718">
                  <a:extLst>
                    <a:ext uri="{FF2B5EF4-FFF2-40B4-BE49-F238E27FC236}">
                      <a16:creationId xmlns:a16="http://schemas.microsoft.com/office/drawing/2014/main" id="{E8110C5C-1823-50C1-292F-27D85D6A054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0" name="Oval 2719">
                  <a:extLst>
                    <a:ext uri="{FF2B5EF4-FFF2-40B4-BE49-F238E27FC236}">
                      <a16:creationId xmlns:a16="http://schemas.microsoft.com/office/drawing/2014/main" id="{1FC966D0-27D4-9D94-FC06-3A112B13CF8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1" name="Oval 2720">
                  <a:extLst>
                    <a:ext uri="{FF2B5EF4-FFF2-40B4-BE49-F238E27FC236}">
                      <a16:creationId xmlns:a16="http://schemas.microsoft.com/office/drawing/2014/main" id="{5D1FFAD4-64EA-E10B-92D4-2C02326A5A0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2" name="Oval 2721">
                  <a:extLst>
                    <a:ext uri="{FF2B5EF4-FFF2-40B4-BE49-F238E27FC236}">
                      <a16:creationId xmlns:a16="http://schemas.microsoft.com/office/drawing/2014/main" id="{63F16A9F-6133-5E8F-657A-CC33586BC7A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3" name="Oval 2722">
                  <a:extLst>
                    <a:ext uri="{FF2B5EF4-FFF2-40B4-BE49-F238E27FC236}">
                      <a16:creationId xmlns:a16="http://schemas.microsoft.com/office/drawing/2014/main" id="{97344AA7-0893-45C1-0829-2415DDCAF0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4" name="Oval 2723">
                  <a:extLst>
                    <a:ext uri="{FF2B5EF4-FFF2-40B4-BE49-F238E27FC236}">
                      <a16:creationId xmlns:a16="http://schemas.microsoft.com/office/drawing/2014/main" id="{FC5E42DA-5F61-C04B-8864-32CC282DD18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5" name="Oval 2724">
                  <a:extLst>
                    <a:ext uri="{FF2B5EF4-FFF2-40B4-BE49-F238E27FC236}">
                      <a16:creationId xmlns:a16="http://schemas.microsoft.com/office/drawing/2014/main" id="{6486B05B-2F59-BF11-7685-BCABA20440B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2" name="Group 2681">
                <a:extLst>
                  <a:ext uri="{FF2B5EF4-FFF2-40B4-BE49-F238E27FC236}">
                    <a16:creationId xmlns:a16="http://schemas.microsoft.com/office/drawing/2014/main" id="{CC9B0D4E-47D5-2533-9252-B0A62F80A43B}"/>
                  </a:ext>
                </a:extLst>
              </p:cNvPr>
              <p:cNvGrpSpPr/>
              <p:nvPr/>
            </p:nvGrpSpPr>
            <p:grpSpPr>
              <a:xfrm rot="21292958">
                <a:off x="6243191" y="6012057"/>
                <a:ext cx="242005" cy="46723"/>
                <a:chOff x="7979724" y="3580291"/>
                <a:chExt cx="242005" cy="43678"/>
              </a:xfrm>
            </p:grpSpPr>
            <p:sp>
              <p:nvSpPr>
                <p:cNvPr id="2710" name="Oval 2709">
                  <a:extLst>
                    <a:ext uri="{FF2B5EF4-FFF2-40B4-BE49-F238E27FC236}">
                      <a16:creationId xmlns:a16="http://schemas.microsoft.com/office/drawing/2014/main" id="{C1DA3896-C520-9EF5-616A-8315B34ECD4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1" name="Oval 2710">
                  <a:extLst>
                    <a:ext uri="{FF2B5EF4-FFF2-40B4-BE49-F238E27FC236}">
                      <a16:creationId xmlns:a16="http://schemas.microsoft.com/office/drawing/2014/main" id="{A215006F-80A1-C220-857E-45DB39D142C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2" name="Oval 2711">
                  <a:extLst>
                    <a:ext uri="{FF2B5EF4-FFF2-40B4-BE49-F238E27FC236}">
                      <a16:creationId xmlns:a16="http://schemas.microsoft.com/office/drawing/2014/main" id="{76D8A5ED-F315-DE0D-6DB7-04922428233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3" name="Oval 2712">
                  <a:extLst>
                    <a:ext uri="{FF2B5EF4-FFF2-40B4-BE49-F238E27FC236}">
                      <a16:creationId xmlns:a16="http://schemas.microsoft.com/office/drawing/2014/main" id="{B27E0879-8F0D-CF89-070D-245C1BB383F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4" name="Oval 2713">
                  <a:extLst>
                    <a:ext uri="{FF2B5EF4-FFF2-40B4-BE49-F238E27FC236}">
                      <a16:creationId xmlns:a16="http://schemas.microsoft.com/office/drawing/2014/main" id="{9EB8ECC2-CB6F-1E1B-9667-67E610D1B39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5" name="Oval 2714">
                  <a:extLst>
                    <a:ext uri="{FF2B5EF4-FFF2-40B4-BE49-F238E27FC236}">
                      <a16:creationId xmlns:a16="http://schemas.microsoft.com/office/drawing/2014/main" id="{D22C86FC-F5FE-6C17-8A95-751E667D195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6" name="Oval 2715">
                  <a:extLst>
                    <a:ext uri="{FF2B5EF4-FFF2-40B4-BE49-F238E27FC236}">
                      <a16:creationId xmlns:a16="http://schemas.microsoft.com/office/drawing/2014/main" id="{A4033260-0A51-B977-8E78-962EB051042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7" name="Oval 2716">
                  <a:extLst>
                    <a:ext uri="{FF2B5EF4-FFF2-40B4-BE49-F238E27FC236}">
                      <a16:creationId xmlns:a16="http://schemas.microsoft.com/office/drawing/2014/main" id="{0F5AD1A4-73C9-96C6-E8CD-A5626CCCFA5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3" name="Group 2682">
                <a:extLst>
                  <a:ext uri="{FF2B5EF4-FFF2-40B4-BE49-F238E27FC236}">
                    <a16:creationId xmlns:a16="http://schemas.microsoft.com/office/drawing/2014/main" id="{FB55C8EC-808F-03A4-69E3-5841B712B5D4}"/>
                  </a:ext>
                </a:extLst>
              </p:cNvPr>
              <p:cNvGrpSpPr/>
              <p:nvPr/>
            </p:nvGrpSpPr>
            <p:grpSpPr>
              <a:xfrm>
                <a:off x="6172034" y="6012873"/>
                <a:ext cx="242005" cy="43678"/>
                <a:chOff x="7979724" y="3580291"/>
                <a:chExt cx="242005" cy="43678"/>
              </a:xfrm>
            </p:grpSpPr>
            <p:sp>
              <p:nvSpPr>
                <p:cNvPr id="2702" name="Oval 2701">
                  <a:extLst>
                    <a:ext uri="{FF2B5EF4-FFF2-40B4-BE49-F238E27FC236}">
                      <a16:creationId xmlns:a16="http://schemas.microsoft.com/office/drawing/2014/main" id="{113E1F4C-40BE-3081-5DD3-D758B61E75E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3" name="Oval 2702">
                  <a:extLst>
                    <a:ext uri="{FF2B5EF4-FFF2-40B4-BE49-F238E27FC236}">
                      <a16:creationId xmlns:a16="http://schemas.microsoft.com/office/drawing/2014/main" id="{187EFA72-446D-6918-C53C-D45E285B80B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4" name="Oval 2703">
                  <a:extLst>
                    <a:ext uri="{FF2B5EF4-FFF2-40B4-BE49-F238E27FC236}">
                      <a16:creationId xmlns:a16="http://schemas.microsoft.com/office/drawing/2014/main" id="{E424B42F-128D-D315-F34E-6324AEFF77A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5" name="Oval 2704">
                  <a:extLst>
                    <a:ext uri="{FF2B5EF4-FFF2-40B4-BE49-F238E27FC236}">
                      <a16:creationId xmlns:a16="http://schemas.microsoft.com/office/drawing/2014/main" id="{18E4CB6B-C5B6-80D3-4099-FE390438DFA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6" name="Oval 2705">
                  <a:extLst>
                    <a:ext uri="{FF2B5EF4-FFF2-40B4-BE49-F238E27FC236}">
                      <a16:creationId xmlns:a16="http://schemas.microsoft.com/office/drawing/2014/main" id="{7E4212C1-6118-2BE1-26D2-10AE0E46816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7" name="Oval 2706">
                  <a:extLst>
                    <a:ext uri="{FF2B5EF4-FFF2-40B4-BE49-F238E27FC236}">
                      <a16:creationId xmlns:a16="http://schemas.microsoft.com/office/drawing/2014/main" id="{90949239-12AD-05A7-EEB4-B4D247BC81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8" name="Oval 2707">
                  <a:extLst>
                    <a:ext uri="{FF2B5EF4-FFF2-40B4-BE49-F238E27FC236}">
                      <a16:creationId xmlns:a16="http://schemas.microsoft.com/office/drawing/2014/main" id="{72153BDD-19C5-2FC3-E7CC-BA2868C9970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9" name="Oval 2708">
                  <a:extLst>
                    <a:ext uri="{FF2B5EF4-FFF2-40B4-BE49-F238E27FC236}">
                      <a16:creationId xmlns:a16="http://schemas.microsoft.com/office/drawing/2014/main" id="{879894CC-FDAD-CF10-380B-A0A114AB338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4" name="Group 2683">
                <a:extLst>
                  <a:ext uri="{FF2B5EF4-FFF2-40B4-BE49-F238E27FC236}">
                    <a16:creationId xmlns:a16="http://schemas.microsoft.com/office/drawing/2014/main" id="{59F68CDB-6132-A0F9-B4D9-E0085624BCAD}"/>
                  </a:ext>
                </a:extLst>
              </p:cNvPr>
              <p:cNvGrpSpPr/>
              <p:nvPr/>
            </p:nvGrpSpPr>
            <p:grpSpPr>
              <a:xfrm rot="10800000">
                <a:off x="6484234" y="6015233"/>
                <a:ext cx="242005" cy="46723"/>
                <a:chOff x="7979724" y="3580291"/>
                <a:chExt cx="242005" cy="43678"/>
              </a:xfrm>
            </p:grpSpPr>
            <p:sp>
              <p:nvSpPr>
                <p:cNvPr id="2694" name="Oval 2693">
                  <a:extLst>
                    <a:ext uri="{FF2B5EF4-FFF2-40B4-BE49-F238E27FC236}">
                      <a16:creationId xmlns:a16="http://schemas.microsoft.com/office/drawing/2014/main" id="{DFBA3124-D945-EA0C-BF9C-3D73C293AEB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5" name="Oval 2694">
                  <a:extLst>
                    <a:ext uri="{FF2B5EF4-FFF2-40B4-BE49-F238E27FC236}">
                      <a16:creationId xmlns:a16="http://schemas.microsoft.com/office/drawing/2014/main" id="{8BAB00CD-6D66-0582-0BB3-530FB34D09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6" name="Oval 2695">
                  <a:extLst>
                    <a:ext uri="{FF2B5EF4-FFF2-40B4-BE49-F238E27FC236}">
                      <a16:creationId xmlns:a16="http://schemas.microsoft.com/office/drawing/2014/main" id="{95DEF855-3537-334D-DD17-095C01829DE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7" name="Oval 2696">
                  <a:extLst>
                    <a:ext uri="{FF2B5EF4-FFF2-40B4-BE49-F238E27FC236}">
                      <a16:creationId xmlns:a16="http://schemas.microsoft.com/office/drawing/2014/main" id="{D85FBCA7-009D-9577-537B-89B9A7A5639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8" name="Oval 2697">
                  <a:extLst>
                    <a:ext uri="{FF2B5EF4-FFF2-40B4-BE49-F238E27FC236}">
                      <a16:creationId xmlns:a16="http://schemas.microsoft.com/office/drawing/2014/main" id="{BF7D6CB8-4CA8-42F4-054C-0EBE9030DBF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9" name="Oval 2698">
                  <a:extLst>
                    <a:ext uri="{FF2B5EF4-FFF2-40B4-BE49-F238E27FC236}">
                      <a16:creationId xmlns:a16="http://schemas.microsoft.com/office/drawing/2014/main" id="{4C42AD7B-2533-1D0A-A7A2-3523C9343B4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0" name="Oval 2699">
                  <a:extLst>
                    <a:ext uri="{FF2B5EF4-FFF2-40B4-BE49-F238E27FC236}">
                      <a16:creationId xmlns:a16="http://schemas.microsoft.com/office/drawing/2014/main" id="{01984FDB-C3B8-8D3F-87CC-A8BAD6B4BB3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1" name="Oval 2700">
                  <a:extLst>
                    <a:ext uri="{FF2B5EF4-FFF2-40B4-BE49-F238E27FC236}">
                      <a16:creationId xmlns:a16="http://schemas.microsoft.com/office/drawing/2014/main" id="{F5EA81DD-BEB6-E653-F809-3F00640E8C0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5" name="Group 2684">
                <a:extLst>
                  <a:ext uri="{FF2B5EF4-FFF2-40B4-BE49-F238E27FC236}">
                    <a16:creationId xmlns:a16="http://schemas.microsoft.com/office/drawing/2014/main" id="{2FD7C430-DC0B-8BD3-460E-98EA2730CEB1}"/>
                  </a:ext>
                </a:extLst>
              </p:cNvPr>
              <p:cNvGrpSpPr/>
              <p:nvPr/>
            </p:nvGrpSpPr>
            <p:grpSpPr>
              <a:xfrm>
                <a:off x="6413077" y="6016049"/>
                <a:ext cx="242005" cy="43678"/>
                <a:chOff x="7979724" y="3580291"/>
                <a:chExt cx="242005" cy="43678"/>
              </a:xfrm>
            </p:grpSpPr>
            <p:sp>
              <p:nvSpPr>
                <p:cNvPr id="2686" name="Oval 2685">
                  <a:extLst>
                    <a:ext uri="{FF2B5EF4-FFF2-40B4-BE49-F238E27FC236}">
                      <a16:creationId xmlns:a16="http://schemas.microsoft.com/office/drawing/2014/main" id="{DF94E448-FC90-3ECD-7A13-B65C6CF4A8E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7" name="Oval 2686">
                  <a:extLst>
                    <a:ext uri="{FF2B5EF4-FFF2-40B4-BE49-F238E27FC236}">
                      <a16:creationId xmlns:a16="http://schemas.microsoft.com/office/drawing/2014/main" id="{769713DC-2D87-9E9B-0E1D-7B89C4A29EC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8" name="Oval 2687">
                  <a:extLst>
                    <a:ext uri="{FF2B5EF4-FFF2-40B4-BE49-F238E27FC236}">
                      <a16:creationId xmlns:a16="http://schemas.microsoft.com/office/drawing/2014/main" id="{447C4BFD-AC07-584E-442E-5F62002BB30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9" name="Oval 2688">
                  <a:extLst>
                    <a:ext uri="{FF2B5EF4-FFF2-40B4-BE49-F238E27FC236}">
                      <a16:creationId xmlns:a16="http://schemas.microsoft.com/office/drawing/2014/main" id="{FDF27F2E-7B7E-D990-BF25-82331D8CCFB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0" name="Oval 2689">
                  <a:extLst>
                    <a:ext uri="{FF2B5EF4-FFF2-40B4-BE49-F238E27FC236}">
                      <a16:creationId xmlns:a16="http://schemas.microsoft.com/office/drawing/2014/main" id="{1871DD29-CFF0-A55D-ED73-ED11FF387FA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 name="Oval 2690">
                  <a:extLst>
                    <a:ext uri="{FF2B5EF4-FFF2-40B4-BE49-F238E27FC236}">
                      <a16:creationId xmlns:a16="http://schemas.microsoft.com/office/drawing/2014/main" id="{3F48937A-5AA2-FBD3-9E77-21CC59F21EE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2" name="Oval 2691">
                  <a:extLst>
                    <a:ext uri="{FF2B5EF4-FFF2-40B4-BE49-F238E27FC236}">
                      <a16:creationId xmlns:a16="http://schemas.microsoft.com/office/drawing/2014/main" id="{D13B877B-B429-4611-0274-4C4F83B6F13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3" name="Oval 2692">
                  <a:extLst>
                    <a:ext uri="{FF2B5EF4-FFF2-40B4-BE49-F238E27FC236}">
                      <a16:creationId xmlns:a16="http://schemas.microsoft.com/office/drawing/2014/main" id="{FA7A2263-7185-A98D-55C7-653F0A01E7E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50" name="Group 2749">
              <a:extLst>
                <a:ext uri="{FF2B5EF4-FFF2-40B4-BE49-F238E27FC236}">
                  <a16:creationId xmlns:a16="http://schemas.microsoft.com/office/drawing/2014/main" id="{E3F7B5B2-4CFF-75D0-3D3B-4D698ABB3D7A}"/>
                </a:ext>
              </a:extLst>
            </p:cNvPr>
            <p:cNvGrpSpPr/>
            <p:nvPr/>
          </p:nvGrpSpPr>
          <p:grpSpPr>
            <a:xfrm>
              <a:off x="6568714" y="2756366"/>
              <a:ext cx="971545" cy="53915"/>
              <a:chOff x="5754694" y="6008041"/>
              <a:chExt cx="971545" cy="53915"/>
            </a:xfrm>
          </p:grpSpPr>
          <p:grpSp>
            <p:nvGrpSpPr>
              <p:cNvPr id="2751" name="Group 2750">
                <a:extLst>
                  <a:ext uri="{FF2B5EF4-FFF2-40B4-BE49-F238E27FC236}">
                    <a16:creationId xmlns:a16="http://schemas.microsoft.com/office/drawing/2014/main" id="{38410B68-BFCC-8626-4DE5-E2C1D165295F}"/>
                  </a:ext>
                </a:extLst>
              </p:cNvPr>
              <p:cNvGrpSpPr/>
              <p:nvPr/>
            </p:nvGrpSpPr>
            <p:grpSpPr>
              <a:xfrm rot="10800000">
                <a:off x="5825851" y="6008041"/>
                <a:ext cx="242005" cy="46723"/>
                <a:chOff x="7979724" y="3580291"/>
                <a:chExt cx="242005" cy="43678"/>
              </a:xfrm>
            </p:grpSpPr>
            <p:sp>
              <p:nvSpPr>
                <p:cNvPr id="2815" name="Oval 2814">
                  <a:extLst>
                    <a:ext uri="{FF2B5EF4-FFF2-40B4-BE49-F238E27FC236}">
                      <a16:creationId xmlns:a16="http://schemas.microsoft.com/office/drawing/2014/main" id="{EE63ACEF-84A7-1658-4321-DF2446E3834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6" name="Oval 2815">
                  <a:extLst>
                    <a:ext uri="{FF2B5EF4-FFF2-40B4-BE49-F238E27FC236}">
                      <a16:creationId xmlns:a16="http://schemas.microsoft.com/office/drawing/2014/main" id="{EE3E53B9-FB24-9F3E-6001-3AE38843890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7" name="Oval 2816">
                  <a:extLst>
                    <a:ext uri="{FF2B5EF4-FFF2-40B4-BE49-F238E27FC236}">
                      <a16:creationId xmlns:a16="http://schemas.microsoft.com/office/drawing/2014/main" id="{C8E28025-C5AA-B241-DBE0-0E7B07BC606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48F3B97C-641B-10ED-C89E-241B99BC788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9" name="Oval 2818">
                  <a:extLst>
                    <a:ext uri="{FF2B5EF4-FFF2-40B4-BE49-F238E27FC236}">
                      <a16:creationId xmlns:a16="http://schemas.microsoft.com/office/drawing/2014/main" id="{6F04947F-8E9D-93A6-3483-AF8F74F0B2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0" name="Oval 2819">
                  <a:extLst>
                    <a:ext uri="{FF2B5EF4-FFF2-40B4-BE49-F238E27FC236}">
                      <a16:creationId xmlns:a16="http://schemas.microsoft.com/office/drawing/2014/main" id="{74136B10-74F0-5AE4-4B6E-A5C2F5A7B0F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1" name="Oval 2820">
                  <a:extLst>
                    <a:ext uri="{FF2B5EF4-FFF2-40B4-BE49-F238E27FC236}">
                      <a16:creationId xmlns:a16="http://schemas.microsoft.com/office/drawing/2014/main" id="{A4B0D1C4-CD27-6435-DE03-B8BCAF6E6DC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2" name="Oval 2821">
                  <a:extLst>
                    <a:ext uri="{FF2B5EF4-FFF2-40B4-BE49-F238E27FC236}">
                      <a16:creationId xmlns:a16="http://schemas.microsoft.com/office/drawing/2014/main" id="{35F7C6A4-ED5B-13C7-4E3C-23B622CECA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2" name="Group 2751">
                <a:extLst>
                  <a:ext uri="{FF2B5EF4-FFF2-40B4-BE49-F238E27FC236}">
                    <a16:creationId xmlns:a16="http://schemas.microsoft.com/office/drawing/2014/main" id="{4E5BBE9A-3F70-CAAD-392C-331D61F8FF7B}"/>
                  </a:ext>
                </a:extLst>
              </p:cNvPr>
              <p:cNvGrpSpPr/>
              <p:nvPr/>
            </p:nvGrpSpPr>
            <p:grpSpPr>
              <a:xfrm>
                <a:off x="5754694" y="6008857"/>
                <a:ext cx="242005" cy="43678"/>
                <a:chOff x="7979724" y="3580291"/>
                <a:chExt cx="242005" cy="43678"/>
              </a:xfrm>
            </p:grpSpPr>
            <p:sp>
              <p:nvSpPr>
                <p:cNvPr id="2807" name="Oval 2806">
                  <a:extLst>
                    <a:ext uri="{FF2B5EF4-FFF2-40B4-BE49-F238E27FC236}">
                      <a16:creationId xmlns:a16="http://schemas.microsoft.com/office/drawing/2014/main" id="{18C60B02-77F5-4393-0BC4-DCD5E29F6F6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8" name="Oval 2807">
                  <a:extLst>
                    <a:ext uri="{FF2B5EF4-FFF2-40B4-BE49-F238E27FC236}">
                      <a16:creationId xmlns:a16="http://schemas.microsoft.com/office/drawing/2014/main" id="{736EB4BA-E505-2058-13E3-8ECC255A052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9" name="Oval 2808">
                  <a:extLst>
                    <a:ext uri="{FF2B5EF4-FFF2-40B4-BE49-F238E27FC236}">
                      <a16:creationId xmlns:a16="http://schemas.microsoft.com/office/drawing/2014/main" id="{1EEFDD02-C3F0-8C6B-3627-435D6BCA84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0" name="Oval 2809">
                  <a:extLst>
                    <a:ext uri="{FF2B5EF4-FFF2-40B4-BE49-F238E27FC236}">
                      <a16:creationId xmlns:a16="http://schemas.microsoft.com/office/drawing/2014/main" id="{C2740071-5F62-1B41-440E-9ADDA71149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 name="Oval 2810">
                  <a:extLst>
                    <a:ext uri="{FF2B5EF4-FFF2-40B4-BE49-F238E27FC236}">
                      <a16:creationId xmlns:a16="http://schemas.microsoft.com/office/drawing/2014/main" id="{DBDE5CDE-99AE-05B5-E536-641DA06395C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2" name="Oval 2811">
                  <a:extLst>
                    <a:ext uri="{FF2B5EF4-FFF2-40B4-BE49-F238E27FC236}">
                      <a16:creationId xmlns:a16="http://schemas.microsoft.com/office/drawing/2014/main" id="{CA196A3E-6FC7-AE5C-EFE4-5FA3E66D079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3" name="Oval 2812">
                  <a:extLst>
                    <a:ext uri="{FF2B5EF4-FFF2-40B4-BE49-F238E27FC236}">
                      <a16:creationId xmlns:a16="http://schemas.microsoft.com/office/drawing/2014/main" id="{826AF12D-A476-DEF0-1CD8-068A705893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4" name="Oval 2813">
                  <a:extLst>
                    <a:ext uri="{FF2B5EF4-FFF2-40B4-BE49-F238E27FC236}">
                      <a16:creationId xmlns:a16="http://schemas.microsoft.com/office/drawing/2014/main" id="{2147633E-7949-BC0B-7361-D9BAE996C06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3" name="Group 2752">
                <a:extLst>
                  <a:ext uri="{FF2B5EF4-FFF2-40B4-BE49-F238E27FC236}">
                    <a16:creationId xmlns:a16="http://schemas.microsoft.com/office/drawing/2014/main" id="{F2999B1C-01F7-F309-3725-62090A47C08B}"/>
                  </a:ext>
                </a:extLst>
              </p:cNvPr>
              <p:cNvGrpSpPr/>
              <p:nvPr/>
            </p:nvGrpSpPr>
            <p:grpSpPr>
              <a:xfrm rot="10800000">
                <a:off x="6066894" y="6011217"/>
                <a:ext cx="242005" cy="46723"/>
                <a:chOff x="7979724" y="3580291"/>
                <a:chExt cx="242005" cy="43678"/>
              </a:xfrm>
            </p:grpSpPr>
            <p:sp>
              <p:nvSpPr>
                <p:cNvPr id="2799" name="Oval 2798">
                  <a:extLst>
                    <a:ext uri="{FF2B5EF4-FFF2-40B4-BE49-F238E27FC236}">
                      <a16:creationId xmlns:a16="http://schemas.microsoft.com/office/drawing/2014/main" id="{4A4649C3-309C-C151-3806-819A55C907C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0" name="Oval 2799">
                  <a:extLst>
                    <a:ext uri="{FF2B5EF4-FFF2-40B4-BE49-F238E27FC236}">
                      <a16:creationId xmlns:a16="http://schemas.microsoft.com/office/drawing/2014/main" id="{9B4FF3CB-B5A7-4733-664C-75BF0554DAD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1" name="Oval 2800">
                  <a:extLst>
                    <a:ext uri="{FF2B5EF4-FFF2-40B4-BE49-F238E27FC236}">
                      <a16:creationId xmlns:a16="http://schemas.microsoft.com/office/drawing/2014/main" id="{41D8E165-7B58-C77E-7CA9-90F29B0CE54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2" name="Oval 2801">
                  <a:extLst>
                    <a:ext uri="{FF2B5EF4-FFF2-40B4-BE49-F238E27FC236}">
                      <a16:creationId xmlns:a16="http://schemas.microsoft.com/office/drawing/2014/main" id="{88A01BEB-5A0A-ED1B-1B4B-A3909C1CA45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3" name="Oval 2802">
                  <a:extLst>
                    <a:ext uri="{FF2B5EF4-FFF2-40B4-BE49-F238E27FC236}">
                      <a16:creationId xmlns:a16="http://schemas.microsoft.com/office/drawing/2014/main" id="{CBB55483-0C7A-D691-4EDC-B3842899C46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4" name="Oval 2803">
                  <a:extLst>
                    <a:ext uri="{FF2B5EF4-FFF2-40B4-BE49-F238E27FC236}">
                      <a16:creationId xmlns:a16="http://schemas.microsoft.com/office/drawing/2014/main" id="{25BCE525-4430-C638-4891-9F9B2BE2DF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5" name="Oval 2804">
                  <a:extLst>
                    <a:ext uri="{FF2B5EF4-FFF2-40B4-BE49-F238E27FC236}">
                      <a16:creationId xmlns:a16="http://schemas.microsoft.com/office/drawing/2014/main" id="{9CBA1740-5B2E-C5A4-E91C-3FACCA5ABC0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6" name="Oval 2805">
                  <a:extLst>
                    <a:ext uri="{FF2B5EF4-FFF2-40B4-BE49-F238E27FC236}">
                      <a16:creationId xmlns:a16="http://schemas.microsoft.com/office/drawing/2014/main" id="{0D546B1C-6871-E885-CBD6-73ED2442769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4" name="Group 2753">
                <a:extLst>
                  <a:ext uri="{FF2B5EF4-FFF2-40B4-BE49-F238E27FC236}">
                    <a16:creationId xmlns:a16="http://schemas.microsoft.com/office/drawing/2014/main" id="{26E8D982-0BD3-522E-C911-18D31E886130}"/>
                  </a:ext>
                </a:extLst>
              </p:cNvPr>
              <p:cNvGrpSpPr/>
              <p:nvPr/>
            </p:nvGrpSpPr>
            <p:grpSpPr>
              <a:xfrm rot="11689693">
                <a:off x="5995737" y="6012033"/>
                <a:ext cx="242005" cy="43678"/>
                <a:chOff x="7979724" y="3580291"/>
                <a:chExt cx="242005" cy="43678"/>
              </a:xfrm>
            </p:grpSpPr>
            <p:sp>
              <p:nvSpPr>
                <p:cNvPr id="2791" name="Oval 2790">
                  <a:extLst>
                    <a:ext uri="{FF2B5EF4-FFF2-40B4-BE49-F238E27FC236}">
                      <a16:creationId xmlns:a16="http://schemas.microsoft.com/office/drawing/2014/main" id="{5684C24B-099F-7672-0FC4-DFA59F3EDCC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2" name="Oval 2791">
                  <a:extLst>
                    <a:ext uri="{FF2B5EF4-FFF2-40B4-BE49-F238E27FC236}">
                      <a16:creationId xmlns:a16="http://schemas.microsoft.com/office/drawing/2014/main" id="{6E1CF32F-1F8F-A5A3-D04B-763832D79A7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3" name="Oval 2792">
                  <a:extLst>
                    <a:ext uri="{FF2B5EF4-FFF2-40B4-BE49-F238E27FC236}">
                      <a16:creationId xmlns:a16="http://schemas.microsoft.com/office/drawing/2014/main" id="{2AAA0AED-EEC2-CE75-896D-2A130C8941D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4" name="Oval 2793">
                  <a:extLst>
                    <a:ext uri="{FF2B5EF4-FFF2-40B4-BE49-F238E27FC236}">
                      <a16:creationId xmlns:a16="http://schemas.microsoft.com/office/drawing/2014/main" id="{FBA6E63F-997E-D154-BE6A-85BB999514E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5" name="Oval 2794">
                  <a:extLst>
                    <a:ext uri="{FF2B5EF4-FFF2-40B4-BE49-F238E27FC236}">
                      <a16:creationId xmlns:a16="http://schemas.microsoft.com/office/drawing/2014/main" id="{812FB4B9-792D-6BCE-B09B-7D912341B41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6" name="Oval 2795">
                  <a:extLst>
                    <a:ext uri="{FF2B5EF4-FFF2-40B4-BE49-F238E27FC236}">
                      <a16:creationId xmlns:a16="http://schemas.microsoft.com/office/drawing/2014/main" id="{8829BF2F-9377-8EDC-5C6B-870CCD9F85E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7" name="Oval 2796">
                  <a:extLst>
                    <a:ext uri="{FF2B5EF4-FFF2-40B4-BE49-F238E27FC236}">
                      <a16:creationId xmlns:a16="http://schemas.microsoft.com/office/drawing/2014/main" id="{1B1C5ECA-D0BC-BD25-CA99-C38E7EA71FB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8" name="Oval 2797">
                  <a:extLst>
                    <a:ext uri="{FF2B5EF4-FFF2-40B4-BE49-F238E27FC236}">
                      <a16:creationId xmlns:a16="http://schemas.microsoft.com/office/drawing/2014/main" id="{5FF4391B-83B6-54DE-888B-A212444F18A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5" name="Group 2754">
                <a:extLst>
                  <a:ext uri="{FF2B5EF4-FFF2-40B4-BE49-F238E27FC236}">
                    <a16:creationId xmlns:a16="http://schemas.microsoft.com/office/drawing/2014/main" id="{BECB5CDE-7769-21B3-16B1-A8A7254C0CD4}"/>
                  </a:ext>
                </a:extLst>
              </p:cNvPr>
              <p:cNvGrpSpPr/>
              <p:nvPr/>
            </p:nvGrpSpPr>
            <p:grpSpPr>
              <a:xfrm rot="21292958">
                <a:off x="6243191" y="6012057"/>
                <a:ext cx="242005" cy="46723"/>
                <a:chOff x="7979724" y="3580291"/>
                <a:chExt cx="242005" cy="43678"/>
              </a:xfrm>
            </p:grpSpPr>
            <p:sp>
              <p:nvSpPr>
                <p:cNvPr id="2783" name="Oval 2782">
                  <a:extLst>
                    <a:ext uri="{FF2B5EF4-FFF2-40B4-BE49-F238E27FC236}">
                      <a16:creationId xmlns:a16="http://schemas.microsoft.com/office/drawing/2014/main" id="{F9EA9752-53AC-0658-9E54-80A2C8EDEFE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Oval 2783">
                  <a:extLst>
                    <a:ext uri="{FF2B5EF4-FFF2-40B4-BE49-F238E27FC236}">
                      <a16:creationId xmlns:a16="http://schemas.microsoft.com/office/drawing/2014/main" id="{2D8FB2C3-ADA4-DFF2-F427-D078BB90550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5" name="Oval 2784">
                  <a:extLst>
                    <a:ext uri="{FF2B5EF4-FFF2-40B4-BE49-F238E27FC236}">
                      <a16:creationId xmlns:a16="http://schemas.microsoft.com/office/drawing/2014/main" id="{B32021C8-5B94-11A3-39A2-2E45E632AF5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6" name="Oval 2785">
                  <a:extLst>
                    <a:ext uri="{FF2B5EF4-FFF2-40B4-BE49-F238E27FC236}">
                      <a16:creationId xmlns:a16="http://schemas.microsoft.com/office/drawing/2014/main" id="{2C31370D-A566-9EB0-6CE3-1C8B4E39533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7" name="Oval 2786">
                  <a:extLst>
                    <a:ext uri="{FF2B5EF4-FFF2-40B4-BE49-F238E27FC236}">
                      <a16:creationId xmlns:a16="http://schemas.microsoft.com/office/drawing/2014/main" id="{4EAF1507-58E0-6805-4648-B0D2BB7A413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8" name="Oval 2787">
                  <a:extLst>
                    <a:ext uri="{FF2B5EF4-FFF2-40B4-BE49-F238E27FC236}">
                      <a16:creationId xmlns:a16="http://schemas.microsoft.com/office/drawing/2014/main" id="{D316123B-0CDE-DCCB-53EF-F168DA3D969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9" name="Oval 2788">
                  <a:extLst>
                    <a:ext uri="{FF2B5EF4-FFF2-40B4-BE49-F238E27FC236}">
                      <a16:creationId xmlns:a16="http://schemas.microsoft.com/office/drawing/2014/main" id="{E2ADD114-0CFD-3BBA-CC57-FCD2E1EBC7D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0" name="Oval 2789">
                  <a:extLst>
                    <a:ext uri="{FF2B5EF4-FFF2-40B4-BE49-F238E27FC236}">
                      <a16:creationId xmlns:a16="http://schemas.microsoft.com/office/drawing/2014/main" id="{AD6E4542-A602-0077-24EF-4C950F31667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6" name="Group 2755">
                <a:extLst>
                  <a:ext uri="{FF2B5EF4-FFF2-40B4-BE49-F238E27FC236}">
                    <a16:creationId xmlns:a16="http://schemas.microsoft.com/office/drawing/2014/main" id="{F2B87555-D625-B6F3-E86F-E8934B831730}"/>
                  </a:ext>
                </a:extLst>
              </p:cNvPr>
              <p:cNvGrpSpPr/>
              <p:nvPr/>
            </p:nvGrpSpPr>
            <p:grpSpPr>
              <a:xfrm>
                <a:off x="6172034" y="6012873"/>
                <a:ext cx="242005" cy="43678"/>
                <a:chOff x="7979724" y="3580291"/>
                <a:chExt cx="242005" cy="43678"/>
              </a:xfrm>
            </p:grpSpPr>
            <p:sp>
              <p:nvSpPr>
                <p:cNvPr id="2775" name="Oval 2774">
                  <a:extLst>
                    <a:ext uri="{FF2B5EF4-FFF2-40B4-BE49-F238E27FC236}">
                      <a16:creationId xmlns:a16="http://schemas.microsoft.com/office/drawing/2014/main" id="{FC189AEC-BC3D-1DA1-4E40-3FD2BEBCD79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6" name="Oval 2775">
                  <a:extLst>
                    <a:ext uri="{FF2B5EF4-FFF2-40B4-BE49-F238E27FC236}">
                      <a16:creationId xmlns:a16="http://schemas.microsoft.com/office/drawing/2014/main" id="{06D3224F-6FA5-CB13-0407-5E89F86A435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7" name="Oval 2776">
                  <a:extLst>
                    <a:ext uri="{FF2B5EF4-FFF2-40B4-BE49-F238E27FC236}">
                      <a16:creationId xmlns:a16="http://schemas.microsoft.com/office/drawing/2014/main" id="{942FC137-8BF9-6B65-651E-C2F94FF21A2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8" name="Oval 2777">
                  <a:extLst>
                    <a:ext uri="{FF2B5EF4-FFF2-40B4-BE49-F238E27FC236}">
                      <a16:creationId xmlns:a16="http://schemas.microsoft.com/office/drawing/2014/main" id="{6E8C89CD-6B52-C8D8-AC15-84DE9278807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9" name="Oval 2778">
                  <a:extLst>
                    <a:ext uri="{FF2B5EF4-FFF2-40B4-BE49-F238E27FC236}">
                      <a16:creationId xmlns:a16="http://schemas.microsoft.com/office/drawing/2014/main" id="{E694B93D-82F2-BD5D-E4E9-4E73F624614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0" name="Oval 2779">
                  <a:extLst>
                    <a:ext uri="{FF2B5EF4-FFF2-40B4-BE49-F238E27FC236}">
                      <a16:creationId xmlns:a16="http://schemas.microsoft.com/office/drawing/2014/main" id="{41D9F3A8-09A6-96BA-2A7A-64708CB9EA0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1" name="Oval 2780">
                  <a:extLst>
                    <a:ext uri="{FF2B5EF4-FFF2-40B4-BE49-F238E27FC236}">
                      <a16:creationId xmlns:a16="http://schemas.microsoft.com/office/drawing/2014/main" id="{12E01DDA-D464-B770-6BB2-C91FA005AAC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2" name="Oval 2781">
                  <a:extLst>
                    <a:ext uri="{FF2B5EF4-FFF2-40B4-BE49-F238E27FC236}">
                      <a16:creationId xmlns:a16="http://schemas.microsoft.com/office/drawing/2014/main" id="{ABBE42E3-7B42-5F13-2B9B-63B84467E8E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7" name="Group 2756">
                <a:extLst>
                  <a:ext uri="{FF2B5EF4-FFF2-40B4-BE49-F238E27FC236}">
                    <a16:creationId xmlns:a16="http://schemas.microsoft.com/office/drawing/2014/main" id="{CEF36030-D95A-8674-0850-A3D0796A4A02}"/>
                  </a:ext>
                </a:extLst>
              </p:cNvPr>
              <p:cNvGrpSpPr/>
              <p:nvPr/>
            </p:nvGrpSpPr>
            <p:grpSpPr>
              <a:xfrm rot="10800000">
                <a:off x="6484234" y="6015233"/>
                <a:ext cx="242005" cy="46723"/>
                <a:chOff x="7979724" y="3580291"/>
                <a:chExt cx="242005" cy="43678"/>
              </a:xfrm>
            </p:grpSpPr>
            <p:sp>
              <p:nvSpPr>
                <p:cNvPr id="2767" name="Oval 2766">
                  <a:extLst>
                    <a:ext uri="{FF2B5EF4-FFF2-40B4-BE49-F238E27FC236}">
                      <a16:creationId xmlns:a16="http://schemas.microsoft.com/office/drawing/2014/main" id="{AB0B42B6-C2E9-D057-F3FA-F0458B18CB4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8" name="Oval 2767">
                  <a:extLst>
                    <a:ext uri="{FF2B5EF4-FFF2-40B4-BE49-F238E27FC236}">
                      <a16:creationId xmlns:a16="http://schemas.microsoft.com/office/drawing/2014/main" id="{73BB1E48-D9ED-78CC-F993-8CDDEA9AB3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 name="Oval 2768">
                  <a:extLst>
                    <a:ext uri="{FF2B5EF4-FFF2-40B4-BE49-F238E27FC236}">
                      <a16:creationId xmlns:a16="http://schemas.microsoft.com/office/drawing/2014/main" id="{9E444086-4675-DDB3-476A-85F139A27B6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0" name="Oval 2769">
                  <a:extLst>
                    <a:ext uri="{FF2B5EF4-FFF2-40B4-BE49-F238E27FC236}">
                      <a16:creationId xmlns:a16="http://schemas.microsoft.com/office/drawing/2014/main" id="{FBDB6C17-BF6B-F316-EFBD-595D3C6718E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1" name="Oval 2770">
                  <a:extLst>
                    <a:ext uri="{FF2B5EF4-FFF2-40B4-BE49-F238E27FC236}">
                      <a16:creationId xmlns:a16="http://schemas.microsoft.com/office/drawing/2014/main" id="{281E1143-B622-C616-3F52-FD00B9AA1BD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2" name="Oval 2771">
                  <a:extLst>
                    <a:ext uri="{FF2B5EF4-FFF2-40B4-BE49-F238E27FC236}">
                      <a16:creationId xmlns:a16="http://schemas.microsoft.com/office/drawing/2014/main" id="{3B1ACD53-75CB-1D3B-F0F8-91A5769EA08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Oval 2772">
                  <a:extLst>
                    <a:ext uri="{FF2B5EF4-FFF2-40B4-BE49-F238E27FC236}">
                      <a16:creationId xmlns:a16="http://schemas.microsoft.com/office/drawing/2014/main" id="{049AEC06-9D05-307A-7617-A3E19E41F47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4" name="Oval 2773">
                  <a:extLst>
                    <a:ext uri="{FF2B5EF4-FFF2-40B4-BE49-F238E27FC236}">
                      <a16:creationId xmlns:a16="http://schemas.microsoft.com/office/drawing/2014/main" id="{4A90D57C-5A83-8FC6-496E-EA7F9D9E692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8" name="Group 2757">
                <a:extLst>
                  <a:ext uri="{FF2B5EF4-FFF2-40B4-BE49-F238E27FC236}">
                    <a16:creationId xmlns:a16="http://schemas.microsoft.com/office/drawing/2014/main" id="{5A248DA9-D4B7-AA28-88A8-57077A884C47}"/>
                  </a:ext>
                </a:extLst>
              </p:cNvPr>
              <p:cNvGrpSpPr/>
              <p:nvPr/>
            </p:nvGrpSpPr>
            <p:grpSpPr>
              <a:xfrm>
                <a:off x="6413077" y="6016049"/>
                <a:ext cx="242005" cy="43678"/>
                <a:chOff x="7979724" y="3580291"/>
                <a:chExt cx="242005" cy="43678"/>
              </a:xfrm>
            </p:grpSpPr>
            <p:sp>
              <p:nvSpPr>
                <p:cNvPr id="2759" name="Oval 2758">
                  <a:extLst>
                    <a:ext uri="{FF2B5EF4-FFF2-40B4-BE49-F238E27FC236}">
                      <a16:creationId xmlns:a16="http://schemas.microsoft.com/office/drawing/2014/main" id="{1025DDA0-B707-C892-F840-4E160C0A55E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0" name="Oval 2759">
                  <a:extLst>
                    <a:ext uri="{FF2B5EF4-FFF2-40B4-BE49-F238E27FC236}">
                      <a16:creationId xmlns:a16="http://schemas.microsoft.com/office/drawing/2014/main" id="{C5A1CC42-7CF6-14B6-4A8F-E82DF22D6E5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1" name="Oval 2760">
                  <a:extLst>
                    <a:ext uri="{FF2B5EF4-FFF2-40B4-BE49-F238E27FC236}">
                      <a16:creationId xmlns:a16="http://schemas.microsoft.com/office/drawing/2014/main" id="{98A9A373-DB81-3E4F-3BDD-065EBB967CE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2" name="Oval 2761">
                  <a:extLst>
                    <a:ext uri="{FF2B5EF4-FFF2-40B4-BE49-F238E27FC236}">
                      <a16:creationId xmlns:a16="http://schemas.microsoft.com/office/drawing/2014/main" id="{2C017030-3EBB-1783-8C6A-1A9828DCEFD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3" name="Oval 2762">
                  <a:extLst>
                    <a:ext uri="{FF2B5EF4-FFF2-40B4-BE49-F238E27FC236}">
                      <a16:creationId xmlns:a16="http://schemas.microsoft.com/office/drawing/2014/main" id="{62E25793-2BF7-8F5D-CA2C-81A71D7DE7C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4" name="Oval 2763">
                  <a:extLst>
                    <a:ext uri="{FF2B5EF4-FFF2-40B4-BE49-F238E27FC236}">
                      <a16:creationId xmlns:a16="http://schemas.microsoft.com/office/drawing/2014/main" id="{58CDB029-3718-2E55-3698-46D8E9AC66B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 name="Oval 2764">
                  <a:extLst>
                    <a:ext uri="{FF2B5EF4-FFF2-40B4-BE49-F238E27FC236}">
                      <a16:creationId xmlns:a16="http://schemas.microsoft.com/office/drawing/2014/main" id="{6A60793D-5F03-FFD7-1433-01720DF42FC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 name="Oval 2765">
                  <a:extLst>
                    <a:ext uri="{FF2B5EF4-FFF2-40B4-BE49-F238E27FC236}">
                      <a16:creationId xmlns:a16="http://schemas.microsoft.com/office/drawing/2014/main" id="{EDF3E36F-2B19-F468-7A44-E88AB528C71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824" name="TextBox 2823">
            <a:extLst>
              <a:ext uri="{FF2B5EF4-FFF2-40B4-BE49-F238E27FC236}">
                <a16:creationId xmlns:a16="http://schemas.microsoft.com/office/drawing/2014/main" id="{4CEC00F7-15F6-C686-B123-587965702A88}"/>
              </a:ext>
            </a:extLst>
          </p:cNvPr>
          <p:cNvSpPr txBox="1"/>
          <p:nvPr/>
        </p:nvSpPr>
        <p:spPr>
          <a:xfrm>
            <a:off x="8321263" y="1980722"/>
            <a:ext cx="87075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Raw data points</a:t>
            </a:r>
          </a:p>
        </p:txBody>
      </p:sp>
      <p:sp>
        <p:nvSpPr>
          <p:cNvPr id="2825" name="TextBox 2824">
            <a:extLst>
              <a:ext uri="{FF2B5EF4-FFF2-40B4-BE49-F238E27FC236}">
                <a16:creationId xmlns:a16="http://schemas.microsoft.com/office/drawing/2014/main" id="{43963EE1-2687-8E4A-DA51-BC75BA85958A}"/>
              </a:ext>
            </a:extLst>
          </p:cNvPr>
          <p:cNvSpPr txBox="1"/>
          <p:nvPr/>
        </p:nvSpPr>
        <p:spPr>
          <a:xfrm>
            <a:off x="9892888" y="2840652"/>
            <a:ext cx="1181734"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Points associated</a:t>
            </a:r>
          </a:p>
          <a:p>
            <a:pPr algn="l"/>
            <a:r>
              <a:rPr lang="en-US" sz="750" dirty="0">
                <a:ln/>
                <a:solidFill>
                  <a:srgbClr val="000000"/>
                </a:solidFill>
                <a:latin typeface="Helvetica"/>
                <a:cs typeface="Helvetica"/>
                <a:sym typeface="Helvetica"/>
                <a:rtl val="0"/>
              </a:rPr>
              <a:t>With traces and objects</a:t>
            </a:r>
            <a:endParaRPr lang="en-US" sz="750" spc="0" baseline="0" dirty="0">
              <a:ln/>
              <a:solidFill>
                <a:srgbClr val="000000"/>
              </a:solidFill>
              <a:latin typeface="Helvetica"/>
              <a:cs typeface="Helvetica"/>
              <a:sym typeface="Helvetica"/>
              <a:rtl val="0"/>
            </a:endParaRPr>
          </a:p>
        </p:txBody>
      </p:sp>
      <p:sp>
        <p:nvSpPr>
          <p:cNvPr id="2826" name="Freeform: Shape 2825">
            <a:extLst>
              <a:ext uri="{FF2B5EF4-FFF2-40B4-BE49-F238E27FC236}">
                <a16:creationId xmlns:a16="http://schemas.microsoft.com/office/drawing/2014/main" id="{753D2F44-79FC-E75C-F039-A847A2EC41AB}"/>
              </a:ext>
            </a:extLst>
          </p:cNvPr>
          <p:cNvSpPr/>
          <p:nvPr/>
        </p:nvSpPr>
        <p:spPr>
          <a:xfrm>
            <a:off x="6971871" y="330482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827" name="Freeform: Shape 2826">
            <a:extLst>
              <a:ext uri="{FF2B5EF4-FFF2-40B4-BE49-F238E27FC236}">
                <a16:creationId xmlns:a16="http://schemas.microsoft.com/office/drawing/2014/main" id="{350CB855-8BDA-0826-423C-DC532FE3BFAC}"/>
              </a:ext>
            </a:extLst>
          </p:cNvPr>
          <p:cNvSpPr/>
          <p:nvPr/>
        </p:nvSpPr>
        <p:spPr>
          <a:xfrm>
            <a:off x="6830503" y="346323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chemeClr val="bg1">
                <a:lumMod val="65000"/>
              </a:schemeClr>
            </a:solidFill>
            <a:prstDash val="solid"/>
            <a:miter/>
          </a:ln>
        </p:spPr>
        <p:txBody>
          <a:bodyPr rtlCol="0" anchor="ctr"/>
          <a:lstStyle/>
          <a:p>
            <a:endParaRPr lang="en-US"/>
          </a:p>
        </p:txBody>
      </p:sp>
      <p:sp>
        <p:nvSpPr>
          <p:cNvPr id="2828" name="Freeform: Shape 2827">
            <a:extLst>
              <a:ext uri="{FF2B5EF4-FFF2-40B4-BE49-F238E27FC236}">
                <a16:creationId xmlns:a16="http://schemas.microsoft.com/office/drawing/2014/main" id="{E092E462-56C8-B2D5-CF12-313E8ADD7CFD}"/>
              </a:ext>
            </a:extLst>
          </p:cNvPr>
          <p:cNvSpPr/>
          <p:nvPr/>
        </p:nvSpPr>
        <p:spPr>
          <a:xfrm>
            <a:off x="8131109" y="363605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chemeClr val="bg1">
                <a:lumMod val="65000"/>
              </a:schemeClr>
            </a:solidFill>
            <a:prstDash val="solid"/>
            <a:miter/>
          </a:ln>
        </p:spPr>
        <p:txBody>
          <a:bodyPr rtlCol="0" anchor="ctr"/>
          <a:lstStyle/>
          <a:p>
            <a:endParaRPr lang="en-US"/>
          </a:p>
        </p:txBody>
      </p:sp>
      <p:sp>
        <p:nvSpPr>
          <p:cNvPr id="2829" name="Freeform: Shape 2828">
            <a:extLst>
              <a:ext uri="{FF2B5EF4-FFF2-40B4-BE49-F238E27FC236}">
                <a16:creationId xmlns:a16="http://schemas.microsoft.com/office/drawing/2014/main" id="{D11393BB-89D4-D942-433A-0BF9BF512383}"/>
              </a:ext>
            </a:extLst>
          </p:cNvPr>
          <p:cNvSpPr/>
          <p:nvPr/>
        </p:nvSpPr>
        <p:spPr>
          <a:xfrm>
            <a:off x="7790206" y="346323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chemeClr val="bg1">
                <a:lumMod val="65000"/>
              </a:schemeClr>
            </a:solidFill>
            <a:prstDash val="solid"/>
            <a:miter/>
          </a:ln>
        </p:spPr>
        <p:txBody>
          <a:bodyPr rtlCol="0" anchor="ctr"/>
          <a:lstStyle/>
          <a:p>
            <a:endParaRPr lang="en-US"/>
          </a:p>
        </p:txBody>
      </p:sp>
      <p:sp>
        <p:nvSpPr>
          <p:cNvPr id="2830" name="Freeform: Shape 2829">
            <a:extLst>
              <a:ext uri="{FF2B5EF4-FFF2-40B4-BE49-F238E27FC236}">
                <a16:creationId xmlns:a16="http://schemas.microsoft.com/office/drawing/2014/main" id="{9E2D5D17-9F99-84FB-1ABC-E1D291363E7F}"/>
              </a:ext>
            </a:extLst>
          </p:cNvPr>
          <p:cNvSpPr/>
          <p:nvPr/>
        </p:nvSpPr>
        <p:spPr>
          <a:xfrm>
            <a:off x="7887502" y="347038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831" name="Freeform: Shape 2830">
            <a:extLst>
              <a:ext uri="{FF2B5EF4-FFF2-40B4-BE49-F238E27FC236}">
                <a16:creationId xmlns:a16="http://schemas.microsoft.com/office/drawing/2014/main" id="{D9484075-7D1A-1D33-B9D9-C50EFDE7241E}"/>
              </a:ext>
            </a:extLst>
          </p:cNvPr>
          <p:cNvSpPr/>
          <p:nvPr/>
        </p:nvSpPr>
        <p:spPr>
          <a:xfrm>
            <a:off x="8770420" y="347038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chemeClr val="bg1">
                <a:lumMod val="65000"/>
              </a:schemeClr>
            </a:solidFill>
            <a:prstDash val="solid"/>
            <a:miter/>
          </a:ln>
        </p:spPr>
        <p:txBody>
          <a:bodyPr rtlCol="0" anchor="ctr"/>
          <a:lstStyle/>
          <a:p>
            <a:endParaRPr lang="en-US"/>
          </a:p>
        </p:txBody>
      </p:sp>
      <p:sp>
        <p:nvSpPr>
          <p:cNvPr id="2832" name="Freeform: Shape 2831">
            <a:extLst>
              <a:ext uri="{FF2B5EF4-FFF2-40B4-BE49-F238E27FC236}">
                <a16:creationId xmlns:a16="http://schemas.microsoft.com/office/drawing/2014/main" id="{293593C1-0245-CAC1-85BE-777A696FC70D}"/>
              </a:ext>
            </a:extLst>
          </p:cNvPr>
          <p:cNvSpPr/>
          <p:nvPr/>
        </p:nvSpPr>
        <p:spPr>
          <a:xfrm>
            <a:off x="8957964" y="347059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chemeClr val="bg1">
                <a:lumMod val="65000"/>
              </a:schemeClr>
            </a:solidFill>
            <a:prstDash val="solid"/>
            <a:miter/>
          </a:ln>
        </p:spPr>
        <p:txBody>
          <a:bodyPr rtlCol="0" anchor="ctr"/>
          <a:lstStyle/>
          <a:p>
            <a:endParaRPr lang="en-US"/>
          </a:p>
        </p:txBody>
      </p:sp>
      <p:sp>
        <p:nvSpPr>
          <p:cNvPr id="2833" name="Freeform: Shape 2832">
            <a:extLst>
              <a:ext uri="{FF2B5EF4-FFF2-40B4-BE49-F238E27FC236}">
                <a16:creationId xmlns:a16="http://schemas.microsoft.com/office/drawing/2014/main" id="{0EEC7216-7BC7-3614-7DC0-91120CC1E716}"/>
              </a:ext>
            </a:extLst>
          </p:cNvPr>
          <p:cNvSpPr/>
          <p:nvPr/>
        </p:nvSpPr>
        <p:spPr>
          <a:xfrm>
            <a:off x="8770420" y="364204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chemeClr val="bg1">
                <a:lumMod val="65000"/>
              </a:schemeClr>
            </a:solidFill>
            <a:prstDash val="solid"/>
            <a:miter/>
          </a:ln>
        </p:spPr>
        <p:txBody>
          <a:bodyPr rtlCol="0" anchor="ctr"/>
          <a:lstStyle/>
          <a:p>
            <a:endParaRPr lang="en-US"/>
          </a:p>
        </p:txBody>
      </p:sp>
      <p:sp>
        <p:nvSpPr>
          <p:cNvPr id="2834" name="Freeform: Shape 2833">
            <a:extLst>
              <a:ext uri="{FF2B5EF4-FFF2-40B4-BE49-F238E27FC236}">
                <a16:creationId xmlns:a16="http://schemas.microsoft.com/office/drawing/2014/main" id="{08C13594-D0FC-47DA-B6F4-0A72381E3746}"/>
              </a:ext>
            </a:extLst>
          </p:cNvPr>
          <p:cNvSpPr/>
          <p:nvPr/>
        </p:nvSpPr>
        <p:spPr>
          <a:xfrm>
            <a:off x="8540276" y="337908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chemeClr val="bg1">
                <a:lumMod val="65000"/>
              </a:schemeClr>
            </a:solidFill>
            <a:prstDash val="solid"/>
            <a:miter/>
          </a:ln>
        </p:spPr>
        <p:txBody>
          <a:bodyPr rtlCol="0" anchor="ctr"/>
          <a:lstStyle/>
          <a:p>
            <a:endParaRPr lang="en-US"/>
          </a:p>
        </p:txBody>
      </p:sp>
      <p:sp>
        <p:nvSpPr>
          <p:cNvPr id="2835" name="Freeform: Shape 2834">
            <a:extLst>
              <a:ext uri="{FF2B5EF4-FFF2-40B4-BE49-F238E27FC236}">
                <a16:creationId xmlns:a16="http://schemas.microsoft.com/office/drawing/2014/main" id="{61B8D18C-FA10-CCF4-570A-17BBB3A04777}"/>
              </a:ext>
            </a:extLst>
          </p:cNvPr>
          <p:cNvSpPr/>
          <p:nvPr/>
        </p:nvSpPr>
        <p:spPr>
          <a:xfrm>
            <a:off x="8599285" y="336857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36" name="Freeform: Shape 2835">
            <a:extLst>
              <a:ext uri="{FF2B5EF4-FFF2-40B4-BE49-F238E27FC236}">
                <a16:creationId xmlns:a16="http://schemas.microsoft.com/office/drawing/2014/main" id="{C09AD501-58E3-225E-E887-D219413DBEFD}"/>
              </a:ext>
            </a:extLst>
          </p:cNvPr>
          <p:cNvSpPr/>
          <p:nvPr/>
        </p:nvSpPr>
        <p:spPr>
          <a:xfrm>
            <a:off x="8709729" y="321994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37" name="Freeform: Shape 2836">
            <a:extLst>
              <a:ext uri="{FF2B5EF4-FFF2-40B4-BE49-F238E27FC236}">
                <a16:creationId xmlns:a16="http://schemas.microsoft.com/office/drawing/2014/main" id="{EC988E86-4DA7-76F5-62BE-F076E019C859}"/>
              </a:ext>
            </a:extLst>
          </p:cNvPr>
          <p:cNvSpPr/>
          <p:nvPr/>
        </p:nvSpPr>
        <p:spPr>
          <a:xfrm>
            <a:off x="8768632" y="320942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38" name="Freeform: Shape 2837">
            <a:extLst>
              <a:ext uri="{FF2B5EF4-FFF2-40B4-BE49-F238E27FC236}">
                <a16:creationId xmlns:a16="http://schemas.microsoft.com/office/drawing/2014/main" id="{D21BFFFD-24BA-2808-C111-7CF050194A14}"/>
              </a:ext>
            </a:extLst>
          </p:cNvPr>
          <p:cNvSpPr/>
          <p:nvPr/>
        </p:nvSpPr>
        <p:spPr>
          <a:xfrm>
            <a:off x="7465186" y="337772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chemeClr val="bg1">
                <a:lumMod val="65000"/>
              </a:schemeClr>
            </a:solidFill>
            <a:prstDash val="solid"/>
            <a:miter/>
          </a:ln>
        </p:spPr>
        <p:txBody>
          <a:bodyPr rtlCol="0" anchor="ctr"/>
          <a:lstStyle/>
          <a:p>
            <a:endParaRPr lang="en-US"/>
          </a:p>
        </p:txBody>
      </p:sp>
      <p:sp>
        <p:nvSpPr>
          <p:cNvPr id="2839" name="Freeform: Shape 2838">
            <a:extLst>
              <a:ext uri="{FF2B5EF4-FFF2-40B4-BE49-F238E27FC236}">
                <a16:creationId xmlns:a16="http://schemas.microsoft.com/office/drawing/2014/main" id="{1ECB5B18-B6DD-5010-C7FC-0F9F1AD3498B}"/>
              </a:ext>
            </a:extLst>
          </p:cNvPr>
          <p:cNvSpPr/>
          <p:nvPr/>
        </p:nvSpPr>
        <p:spPr>
          <a:xfrm>
            <a:off x="7524194" y="336720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40" name="Freeform: Shape 2839">
            <a:extLst>
              <a:ext uri="{FF2B5EF4-FFF2-40B4-BE49-F238E27FC236}">
                <a16:creationId xmlns:a16="http://schemas.microsoft.com/office/drawing/2014/main" id="{5BE9AD71-2A2E-80E5-1AE1-C3E7C10D2B01}"/>
              </a:ext>
            </a:extLst>
          </p:cNvPr>
          <p:cNvSpPr/>
          <p:nvPr/>
        </p:nvSpPr>
        <p:spPr>
          <a:xfrm>
            <a:off x="7609078" y="321868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41" name="Freeform: Shape 2840">
            <a:extLst>
              <a:ext uri="{FF2B5EF4-FFF2-40B4-BE49-F238E27FC236}">
                <a16:creationId xmlns:a16="http://schemas.microsoft.com/office/drawing/2014/main" id="{E2150B51-3978-4C93-45B1-FC59238DA196}"/>
              </a:ext>
            </a:extLst>
          </p:cNvPr>
          <p:cNvSpPr/>
          <p:nvPr/>
        </p:nvSpPr>
        <p:spPr>
          <a:xfrm>
            <a:off x="7667982" y="320816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42" name="Freeform: Shape 2841">
            <a:extLst>
              <a:ext uri="{FF2B5EF4-FFF2-40B4-BE49-F238E27FC236}">
                <a16:creationId xmlns:a16="http://schemas.microsoft.com/office/drawing/2014/main" id="{69C58E4F-58EC-A64A-3597-6EE999A6FD46}"/>
              </a:ext>
            </a:extLst>
          </p:cNvPr>
          <p:cNvSpPr/>
          <p:nvPr/>
        </p:nvSpPr>
        <p:spPr>
          <a:xfrm>
            <a:off x="8932404" y="330482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chemeClr val="bg1">
                <a:lumMod val="65000"/>
              </a:schemeClr>
            </a:solidFill>
            <a:prstDash val="solid"/>
            <a:miter/>
          </a:ln>
        </p:spPr>
        <p:txBody>
          <a:bodyPr rtlCol="0" anchor="ctr"/>
          <a:lstStyle/>
          <a:p>
            <a:endParaRPr lang="en-US"/>
          </a:p>
        </p:txBody>
      </p:sp>
      <p:sp>
        <p:nvSpPr>
          <p:cNvPr id="2843" name="Freeform: Shape 2842">
            <a:extLst>
              <a:ext uri="{FF2B5EF4-FFF2-40B4-BE49-F238E27FC236}">
                <a16:creationId xmlns:a16="http://schemas.microsoft.com/office/drawing/2014/main" id="{7D9C3B65-7703-3CE9-136C-10E71B2391BE}"/>
              </a:ext>
            </a:extLst>
          </p:cNvPr>
          <p:cNvSpPr/>
          <p:nvPr/>
        </p:nvSpPr>
        <p:spPr>
          <a:xfrm>
            <a:off x="6927062" y="370516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chemeClr val="bg1">
                <a:lumMod val="65000"/>
              </a:schemeClr>
            </a:solidFill>
            <a:prstDash val="solid"/>
            <a:miter/>
          </a:ln>
        </p:spPr>
        <p:txBody>
          <a:bodyPr rtlCol="0" anchor="ctr"/>
          <a:lstStyle/>
          <a:p>
            <a:endParaRPr lang="en-US"/>
          </a:p>
        </p:txBody>
      </p:sp>
      <p:sp>
        <p:nvSpPr>
          <p:cNvPr id="2844" name="Freeform: Shape 2843">
            <a:extLst>
              <a:ext uri="{FF2B5EF4-FFF2-40B4-BE49-F238E27FC236}">
                <a16:creationId xmlns:a16="http://schemas.microsoft.com/office/drawing/2014/main" id="{FFBB944B-2E4D-25FF-43A8-77CEAC4A4EB3}"/>
              </a:ext>
            </a:extLst>
          </p:cNvPr>
          <p:cNvSpPr/>
          <p:nvPr/>
        </p:nvSpPr>
        <p:spPr>
          <a:xfrm>
            <a:off x="7517252" y="304249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chemeClr val="bg1">
                <a:lumMod val="65000"/>
              </a:schemeClr>
            </a:solidFill>
            <a:prstDash val="solid"/>
            <a:miter/>
          </a:ln>
        </p:spPr>
        <p:txBody>
          <a:bodyPr rtlCol="0" anchor="ctr"/>
          <a:lstStyle/>
          <a:p>
            <a:endParaRPr lang="en-US"/>
          </a:p>
        </p:txBody>
      </p:sp>
      <p:sp>
        <p:nvSpPr>
          <p:cNvPr id="2846" name="Oval 2845">
            <a:extLst>
              <a:ext uri="{FF2B5EF4-FFF2-40B4-BE49-F238E27FC236}">
                <a16:creationId xmlns:a16="http://schemas.microsoft.com/office/drawing/2014/main" id="{5ABAA644-E19E-B902-AB29-B325A0029BCB}"/>
              </a:ext>
            </a:extLst>
          </p:cNvPr>
          <p:cNvSpPr/>
          <p:nvPr/>
        </p:nvSpPr>
        <p:spPr>
          <a:xfrm rot="10800000">
            <a:off x="9604349" y="34436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7" name="Oval 2846">
            <a:extLst>
              <a:ext uri="{FF2B5EF4-FFF2-40B4-BE49-F238E27FC236}">
                <a16:creationId xmlns:a16="http://schemas.microsoft.com/office/drawing/2014/main" id="{B574ADDB-9081-A92C-AB00-6C5473C2D398}"/>
              </a:ext>
            </a:extLst>
          </p:cNvPr>
          <p:cNvSpPr/>
          <p:nvPr/>
        </p:nvSpPr>
        <p:spPr>
          <a:xfrm rot="10800000">
            <a:off x="9572024" y="34325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8" name="Oval 2847">
            <a:extLst>
              <a:ext uri="{FF2B5EF4-FFF2-40B4-BE49-F238E27FC236}">
                <a16:creationId xmlns:a16="http://schemas.microsoft.com/office/drawing/2014/main" id="{D83CFDAD-24DE-C765-11E1-7C907EF57D57}"/>
              </a:ext>
            </a:extLst>
          </p:cNvPr>
          <p:cNvSpPr/>
          <p:nvPr/>
        </p:nvSpPr>
        <p:spPr>
          <a:xfrm rot="10800000">
            <a:off x="9545604" y="34319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9" name="Oval 2848">
            <a:extLst>
              <a:ext uri="{FF2B5EF4-FFF2-40B4-BE49-F238E27FC236}">
                <a16:creationId xmlns:a16="http://schemas.microsoft.com/office/drawing/2014/main" id="{6B4A45CB-4601-02D5-1912-3862A19A2210}"/>
              </a:ext>
            </a:extLst>
          </p:cNvPr>
          <p:cNvSpPr/>
          <p:nvPr/>
        </p:nvSpPr>
        <p:spPr>
          <a:xfrm rot="10800000">
            <a:off x="9657608" y="344144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0" name="Oval 2849">
            <a:extLst>
              <a:ext uri="{FF2B5EF4-FFF2-40B4-BE49-F238E27FC236}">
                <a16:creationId xmlns:a16="http://schemas.microsoft.com/office/drawing/2014/main" id="{D73E62C0-5C42-58DC-0181-CD5FCF82C9D2}"/>
              </a:ext>
            </a:extLst>
          </p:cNvPr>
          <p:cNvSpPr/>
          <p:nvPr/>
        </p:nvSpPr>
        <p:spPr>
          <a:xfrm rot="10800000">
            <a:off x="9624777" y="345733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1" name="Oval 2850">
            <a:extLst>
              <a:ext uri="{FF2B5EF4-FFF2-40B4-BE49-F238E27FC236}">
                <a16:creationId xmlns:a16="http://schemas.microsoft.com/office/drawing/2014/main" id="{7A3B2D85-C3B5-BD7D-2910-0ED3860F97FB}"/>
              </a:ext>
            </a:extLst>
          </p:cNvPr>
          <p:cNvSpPr/>
          <p:nvPr/>
        </p:nvSpPr>
        <p:spPr>
          <a:xfrm rot="10800000">
            <a:off x="9471503" y="343258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2" name="Oval 2851">
            <a:extLst>
              <a:ext uri="{FF2B5EF4-FFF2-40B4-BE49-F238E27FC236}">
                <a16:creationId xmlns:a16="http://schemas.microsoft.com/office/drawing/2014/main" id="{0FD8C7DC-D022-5076-7F32-7E00301ACF3C}"/>
              </a:ext>
            </a:extLst>
          </p:cNvPr>
          <p:cNvSpPr/>
          <p:nvPr/>
        </p:nvSpPr>
        <p:spPr>
          <a:xfrm rot="10800000">
            <a:off x="9433891" y="343956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3" name="Oval 2852">
            <a:extLst>
              <a:ext uri="{FF2B5EF4-FFF2-40B4-BE49-F238E27FC236}">
                <a16:creationId xmlns:a16="http://schemas.microsoft.com/office/drawing/2014/main" id="{D36C7B86-FEAF-0E26-A25F-82C2DDD7765B}"/>
              </a:ext>
            </a:extLst>
          </p:cNvPr>
          <p:cNvSpPr/>
          <p:nvPr/>
        </p:nvSpPr>
        <p:spPr>
          <a:xfrm rot="10800000">
            <a:off x="9498541" y="34358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5" name="Oval 2854">
            <a:extLst>
              <a:ext uri="{FF2B5EF4-FFF2-40B4-BE49-F238E27FC236}">
                <a16:creationId xmlns:a16="http://schemas.microsoft.com/office/drawing/2014/main" id="{3CB39812-A52F-16C5-ECD0-38435463B64F}"/>
              </a:ext>
            </a:extLst>
          </p:cNvPr>
          <p:cNvSpPr/>
          <p:nvPr/>
        </p:nvSpPr>
        <p:spPr>
          <a:xfrm rot="10800000">
            <a:off x="9121543" y="32968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6" name="Oval 2855">
            <a:extLst>
              <a:ext uri="{FF2B5EF4-FFF2-40B4-BE49-F238E27FC236}">
                <a16:creationId xmlns:a16="http://schemas.microsoft.com/office/drawing/2014/main" id="{D206940A-A2B4-6BA4-FC17-76DF66E9CA74}"/>
              </a:ext>
            </a:extLst>
          </p:cNvPr>
          <p:cNvSpPr/>
          <p:nvPr/>
        </p:nvSpPr>
        <p:spPr>
          <a:xfrm rot="10800000">
            <a:off x="9089218" y="32857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7" name="Oval 2856">
            <a:extLst>
              <a:ext uri="{FF2B5EF4-FFF2-40B4-BE49-F238E27FC236}">
                <a16:creationId xmlns:a16="http://schemas.microsoft.com/office/drawing/2014/main" id="{DAA5A4B3-FE02-CA9E-E1D9-BBC8F04B224F}"/>
              </a:ext>
            </a:extLst>
          </p:cNvPr>
          <p:cNvSpPr/>
          <p:nvPr/>
        </p:nvSpPr>
        <p:spPr>
          <a:xfrm rot="10800000">
            <a:off x="9062798" y="32851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8" name="Oval 2857">
            <a:extLst>
              <a:ext uri="{FF2B5EF4-FFF2-40B4-BE49-F238E27FC236}">
                <a16:creationId xmlns:a16="http://schemas.microsoft.com/office/drawing/2014/main" id="{BC6C1B41-EB83-8C8B-D018-6E2EE25FBA9A}"/>
              </a:ext>
            </a:extLst>
          </p:cNvPr>
          <p:cNvSpPr/>
          <p:nvPr/>
        </p:nvSpPr>
        <p:spPr>
          <a:xfrm rot="10800000">
            <a:off x="9174802" y="32946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9" name="Oval 2858">
            <a:extLst>
              <a:ext uri="{FF2B5EF4-FFF2-40B4-BE49-F238E27FC236}">
                <a16:creationId xmlns:a16="http://schemas.microsoft.com/office/drawing/2014/main" id="{56848117-226B-30E5-5246-8555BC607718}"/>
              </a:ext>
            </a:extLst>
          </p:cNvPr>
          <p:cNvSpPr/>
          <p:nvPr/>
        </p:nvSpPr>
        <p:spPr>
          <a:xfrm rot="10800000">
            <a:off x="9141971" y="33105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0" name="Oval 2859">
            <a:extLst>
              <a:ext uri="{FF2B5EF4-FFF2-40B4-BE49-F238E27FC236}">
                <a16:creationId xmlns:a16="http://schemas.microsoft.com/office/drawing/2014/main" id="{C113FCA4-29F4-CDEC-07C9-F09FCB92647C}"/>
              </a:ext>
            </a:extLst>
          </p:cNvPr>
          <p:cNvSpPr/>
          <p:nvPr/>
        </p:nvSpPr>
        <p:spPr>
          <a:xfrm rot="10800000">
            <a:off x="8988697" y="32857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1" name="Oval 2860">
            <a:extLst>
              <a:ext uri="{FF2B5EF4-FFF2-40B4-BE49-F238E27FC236}">
                <a16:creationId xmlns:a16="http://schemas.microsoft.com/office/drawing/2014/main" id="{77A23DC9-88E5-9BDA-9177-45946CB328AD}"/>
              </a:ext>
            </a:extLst>
          </p:cNvPr>
          <p:cNvSpPr/>
          <p:nvPr/>
        </p:nvSpPr>
        <p:spPr>
          <a:xfrm rot="10800000">
            <a:off x="8951085" y="32927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2" name="Oval 2861">
            <a:extLst>
              <a:ext uri="{FF2B5EF4-FFF2-40B4-BE49-F238E27FC236}">
                <a16:creationId xmlns:a16="http://schemas.microsoft.com/office/drawing/2014/main" id="{81E8F7A0-6354-C5D3-2846-E89F587FD6D7}"/>
              </a:ext>
            </a:extLst>
          </p:cNvPr>
          <p:cNvSpPr/>
          <p:nvPr/>
        </p:nvSpPr>
        <p:spPr>
          <a:xfrm rot="10800000">
            <a:off x="9015735" y="32890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4" name="Oval 2863">
            <a:extLst>
              <a:ext uri="{FF2B5EF4-FFF2-40B4-BE49-F238E27FC236}">
                <a16:creationId xmlns:a16="http://schemas.microsoft.com/office/drawing/2014/main" id="{DBB55A75-13CD-4329-AA10-78B3052346BC}"/>
              </a:ext>
            </a:extLst>
          </p:cNvPr>
          <p:cNvSpPr/>
          <p:nvPr/>
        </p:nvSpPr>
        <p:spPr>
          <a:xfrm>
            <a:off x="9246770" y="32820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5" name="Oval 2864">
            <a:extLst>
              <a:ext uri="{FF2B5EF4-FFF2-40B4-BE49-F238E27FC236}">
                <a16:creationId xmlns:a16="http://schemas.microsoft.com/office/drawing/2014/main" id="{8CCFCDBD-C3DE-472A-FA38-2B9A0DA3F3E9}"/>
              </a:ext>
            </a:extLst>
          </p:cNvPr>
          <p:cNvSpPr/>
          <p:nvPr/>
        </p:nvSpPr>
        <p:spPr>
          <a:xfrm>
            <a:off x="9279095" y="3293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6" name="Oval 2865">
            <a:extLst>
              <a:ext uri="{FF2B5EF4-FFF2-40B4-BE49-F238E27FC236}">
                <a16:creationId xmlns:a16="http://schemas.microsoft.com/office/drawing/2014/main" id="{B1379EAD-12AA-C2A3-FA5B-97B0215317B6}"/>
              </a:ext>
            </a:extLst>
          </p:cNvPr>
          <p:cNvSpPr/>
          <p:nvPr/>
        </p:nvSpPr>
        <p:spPr>
          <a:xfrm>
            <a:off x="9305515" y="329378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 name="Oval 2866">
            <a:extLst>
              <a:ext uri="{FF2B5EF4-FFF2-40B4-BE49-F238E27FC236}">
                <a16:creationId xmlns:a16="http://schemas.microsoft.com/office/drawing/2014/main" id="{08CA2EB5-34A6-372B-F462-6DC7FCE38309}"/>
              </a:ext>
            </a:extLst>
          </p:cNvPr>
          <p:cNvSpPr/>
          <p:nvPr/>
        </p:nvSpPr>
        <p:spPr>
          <a:xfrm>
            <a:off x="9193511" y="32842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 name="Oval 2867">
            <a:extLst>
              <a:ext uri="{FF2B5EF4-FFF2-40B4-BE49-F238E27FC236}">
                <a16:creationId xmlns:a16="http://schemas.microsoft.com/office/drawing/2014/main" id="{3F389119-FB41-D546-1D46-6EA581DA6120}"/>
              </a:ext>
            </a:extLst>
          </p:cNvPr>
          <p:cNvSpPr/>
          <p:nvPr/>
        </p:nvSpPr>
        <p:spPr>
          <a:xfrm>
            <a:off x="9226342" y="326839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9" name="Oval 2868">
            <a:extLst>
              <a:ext uri="{FF2B5EF4-FFF2-40B4-BE49-F238E27FC236}">
                <a16:creationId xmlns:a16="http://schemas.microsoft.com/office/drawing/2014/main" id="{FCCBCFD5-FD3B-D476-9945-00FE7E6D5B26}"/>
              </a:ext>
            </a:extLst>
          </p:cNvPr>
          <p:cNvSpPr/>
          <p:nvPr/>
        </p:nvSpPr>
        <p:spPr>
          <a:xfrm>
            <a:off x="9379616" y="32931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0" name="Oval 2869">
            <a:extLst>
              <a:ext uri="{FF2B5EF4-FFF2-40B4-BE49-F238E27FC236}">
                <a16:creationId xmlns:a16="http://schemas.microsoft.com/office/drawing/2014/main" id="{54C3D642-8091-EDD3-2756-3D4F1BCF9947}"/>
              </a:ext>
            </a:extLst>
          </p:cNvPr>
          <p:cNvSpPr/>
          <p:nvPr/>
        </p:nvSpPr>
        <p:spPr>
          <a:xfrm>
            <a:off x="9417228" y="32861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1" name="Oval 2870">
            <a:extLst>
              <a:ext uri="{FF2B5EF4-FFF2-40B4-BE49-F238E27FC236}">
                <a16:creationId xmlns:a16="http://schemas.microsoft.com/office/drawing/2014/main" id="{663E95D8-2559-DA56-DCF2-58D77CFD56F7}"/>
              </a:ext>
            </a:extLst>
          </p:cNvPr>
          <p:cNvSpPr/>
          <p:nvPr/>
        </p:nvSpPr>
        <p:spPr>
          <a:xfrm>
            <a:off x="9352578" y="32898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3" name="Oval 2872">
            <a:extLst>
              <a:ext uri="{FF2B5EF4-FFF2-40B4-BE49-F238E27FC236}">
                <a16:creationId xmlns:a16="http://schemas.microsoft.com/office/drawing/2014/main" id="{9F4B447C-965A-A9D5-7BFC-C9425D000DE2}"/>
              </a:ext>
            </a:extLst>
          </p:cNvPr>
          <p:cNvSpPr/>
          <p:nvPr/>
        </p:nvSpPr>
        <p:spPr>
          <a:xfrm rot="10800000">
            <a:off x="9694101" y="32863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4" name="Oval 2873">
            <a:extLst>
              <a:ext uri="{FF2B5EF4-FFF2-40B4-BE49-F238E27FC236}">
                <a16:creationId xmlns:a16="http://schemas.microsoft.com/office/drawing/2014/main" id="{BA7F2415-0E32-CA6A-64B5-E15FEA18E5C8}"/>
              </a:ext>
            </a:extLst>
          </p:cNvPr>
          <p:cNvSpPr/>
          <p:nvPr/>
        </p:nvSpPr>
        <p:spPr>
          <a:xfrm rot="10800000">
            <a:off x="9661776" y="327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5" name="Oval 2874">
            <a:extLst>
              <a:ext uri="{FF2B5EF4-FFF2-40B4-BE49-F238E27FC236}">
                <a16:creationId xmlns:a16="http://schemas.microsoft.com/office/drawing/2014/main" id="{B7384DD1-96E5-7806-5310-7D1A257B6653}"/>
              </a:ext>
            </a:extLst>
          </p:cNvPr>
          <p:cNvSpPr/>
          <p:nvPr/>
        </p:nvSpPr>
        <p:spPr>
          <a:xfrm rot="10800000">
            <a:off x="9635356" y="32737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6" name="Oval 2875">
            <a:extLst>
              <a:ext uri="{FF2B5EF4-FFF2-40B4-BE49-F238E27FC236}">
                <a16:creationId xmlns:a16="http://schemas.microsoft.com/office/drawing/2014/main" id="{4B6E5241-AD1E-6BB8-7314-6F097EC68BB5}"/>
              </a:ext>
            </a:extLst>
          </p:cNvPr>
          <p:cNvSpPr/>
          <p:nvPr/>
        </p:nvSpPr>
        <p:spPr>
          <a:xfrm rot="10800000">
            <a:off x="9747360" y="3283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7" name="Oval 2876">
            <a:extLst>
              <a:ext uri="{FF2B5EF4-FFF2-40B4-BE49-F238E27FC236}">
                <a16:creationId xmlns:a16="http://schemas.microsoft.com/office/drawing/2014/main" id="{0EDC7BE8-692A-7D80-8ED6-EE7A7C5FA7BF}"/>
              </a:ext>
            </a:extLst>
          </p:cNvPr>
          <p:cNvSpPr/>
          <p:nvPr/>
        </p:nvSpPr>
        <p:spPr>
          <a:xfrm rot="10800000">
            <a:off x="9714529" y="3300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8" name="Oval 2877">
            <a:extLst>
              <a:ext uri="{FF2B5EF4-FFF2-40B4-BE49-F238E27FC236}">
                <a16:creationId xmlns:a16="http://schemas.microsoft.com/office/drawing/2014/main" id="{C152F082-45D5-C30F-733A-B53237EEFE42}"/>
              </a:ext>
            </a:extLst>
          </p:cNvPr>
          <p:cNvSpPr/>
          <p:nvPr/>
        </p:nvSpPr>
        <p:spPr>
          <a:xfrm rot="10800000">
            <a:off x="9561255" y="32744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9" name="Oval 2878">
            <a:extLst>
              <a:ext uri="{FF2B5EF4-FFF2-40B4-BE49-F238E27FC236}">
                <a16:creationId xmlns:a16="http://schemas.microsoft.com/office/drawing/2014/main" id="{8B8AEDA0-72D4-507B-F44B-A320D2827C35}"/>
              </a:ext>
            </a:extLst>
          </p:cNvPr>
          <p:cNvSpPr/>
          <p:nvPr/>
        </p:nvSpPr>
        <p:spPr>
          <a:xfrm rot="10800000">
            <a:off x="9523643" y="3281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0" name="Oval 2879">
            <a:extLst>
              <a:ext uri="{FF2B5EF4-FFF2-40B4-BE49-F238E27FC236}">
                <a16:creationId xmlns:a16="http://schemas.microsoft.com/office/drawing/2014/main" id="{D23ECF5E-D69A-6C77-D27F-EFC6A4512FBB}"/>
              </a:ext>
            </a:extLst>
          </p:cNvPr>
          <p:cNvSpPr/>
          <p:nvPr/>
        </p:nvSpPr>
        <p:spPr>
          <a:xfrm rot="10800000">
            <a:off x="9588293"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2" name="Oval 2881">
            <a:extLst>
              <a:ext uri="{FF2B5EF4-FFF2-40B4-BE49-F238E27FC236}">
                <a16:creationId xmlns:a16="http://schemas.microsoft.com/office/drawing/2014/main" id="{DF11E5E1-A1FD-1167-D051-F1AD8C259E1D}"/>
              </a:ext>
            </a:extLst>
          </p:cNvPr>
          <p:cNvSpPr/>
          <p:nvPr/>
        </p:nvSpPr>
        <p:spPr>
          <a:xfrm>
            <a:off x="9505745" y="32882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3" name="Oval 2882">
            <a:extLst>
              <a:ext uri="{FF2B5EF4-FFF2-40B4-BE49-F238E27FC236}">
                <a16:creationId xmlns:a16="http://schemas.microsoft.com/office/drawing/2014/main" id="{C2C15D0D-AE37-BB63-4994-B0645BA9EDA4}"/>
              </a:ext>
            </a:extLst>
          </p:cNvPr>
          <p:cNvSpPr/>
          <p:nvPr/>
        </p:nvSpPr>
        <p:spPr>
          <a:xfrm>
            <a:off x="9538070" y="32993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4" name="Oval 2883">
            <a:extLst>
              <a:ext uri="{FF2B5EF4-FFF2-40B4-BE49-F238E27FC236}">
                <a16:creationId xmlns:a16="http://schemas.microsoft.com/office/drawing/2014/main" id="{DF5E778E-C3BE-6F24-8D34-906B80DC5B74}"/>
              </a:ext>
            </a:extLst>
          </p:cNvPr>
          <p:cNvSpPr/>
          <p:nvPr/>
        </p:nvSpPr>
        <p:spPr>
          <a:xfrm>
            <a:off x="9564490" y="32999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5" name="Oval 2884">
            <a:extLst>
              <a:ext uri="{FF2B5EF4-FFF2-40B4-BE49-F238E27FC236}">
                <a16:creationId xmlns:a16="http://schemas.microsoft.com/office/drawing/2014/main" id="{7D3FBA82-0EAB-601F-4D08-C30C18A7504A}"/>
              </a:ext>
            </a:extLst>
          </p:cNvPr>
          <p:cNvSpPr/>
          <p:nvPr/>
        </p:nvSpPr>
        <p:spPr>
          <a:xfrm>
            <a:off x="9452486" y="32904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6" name="Oval 2885">
            <a:extLst>
              <a:ext uri="{FF2B5EF4-FFF2-40B4-BE49-F238E27FC236}">
                <a16:creationId xmlns:a16="http://schemas.microsoft.com/office/drawing/2014/main" id="{7CB54794-CD08-7384-00B0-402B8E85AB0B}"/>
              </a:ext>
            </a:extLst>
          </p:cNvPr>
          <p:cNvSpPr/>
          <p:nvPr/>
        </p:nvSpPr>
        <p:spPr>
          <a:xfrm>
            <a:off x="9485317" y="32745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7" name="Oval 2886">
            <a:extLst>
              <a:ext uri="{FF2B5EF4-FFF2-40B4-BE49-F238E27FC236}">
                <a16:creationId xmlns:a16="http://schemas.microsoft.com/office/drawing/2014/main" id="{4171E4E5-6321-0212-6C34-743D11AFF3FD}"/>
              </a:ext>
            </a:extLst>
          </p:cNvPr>
          <p:cNvSpPr/>
          <p:nvPr/>
        </p:nvSpPr>
        <p:spPr>
          <a:xfrm>
            <a:off x="9638591" y="32993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8" name="Oval 2887">
            <a:extLst>
              <a:ext uri="{FF2B5EF4-FFF2-40B4-BE49-F238E27FC236}">
                <a16:creationId xmlns:a16="http://schemas.microsoft.com/office/drawing/2014/main" id="{9AA3D518-19FD-18E9-B0E2-2AB42520E789}"/>
              </a:ext>
            </a:extLst>
          </p:cNvPr>
          <p:cNvSpPr/>
          <p:nvPr/>
        </p:nvSpPr>
        <p:spPr>
          <a:xfrm>
            <a:off x="9676203" y="32923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9" name="Oval 2888">
            <a:extLst>
              <a:ext uri="{FF2B5EF4-FFF2-40B4-BE49-F238E27FC236}">
                <a16:creationId xmlns:a16="http://schemas.microsoft.com/office/drawing/2014/main" id="{33328B9D-BD0F-2DD5-D8DB-FFA4A09A8B0A}"/>
              </a:ext>
            </a:extLst>
          </p:cNvPr>
          <p:cNvSpPr/>
          <p:nvPr/>
        </p:nvSpPr>
        <p:spPr>
          <a:xfrm>
            <a:off x="9611553" y="32960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1" name="Oval 2890">
            <a:extLst>
              <a:ext uri="{FF2B5EF4-FFF2-40B4-BE49-F238E27FC236}">
                <a16:creationId xmlns:a16="http://schemas.microsoft.com/office/drawing/2014/main" id="{23E585BD-215A-AB32-DA4D-3CD7C9B0CAC6}"/>
              </a:ext>
            </a:extLst>
          </p:cNvPr>
          <p:cNvSpPr/>
          <p:nvPr/>
        </p:nvSpPr>
        <p:spPr>
          <a:xfrm rot="10800000">
            <a:off x="8820951"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2" name="Oval 2891">
            <a:extLst>
              <a:ext uri="{FF2B5EF4-FFF2-40B4-BE49-F238E27FC236}">
                <a16:creationId xmlns:a16="http://schemas.microsoft.com/office/drawing/2014/main" id="{FC3C2BB2-A34C-496A-6405-9061DDD98954}"/>
              </a:ext>
            </a:extLst>
          </p:cNvPr>
          <p:cNvSpPr/>
          <p:nvPr/>
        </p:nvSpPr>
        <p:spPr>
          <a:xfrm rot="10800000">
            <a:off x="8788626"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Oval 2892">
            <a:extLst>
              <a:ext uri="{FF2B5EF4-FFF2-40B4-BE49-F238E27FC236}">
                <a16:creationId xmlns:a16="http://schemas.microsoft.com/office/drawing/2014/main" id="{022C6CF3-F586-7DCB-36AA-AD99D920BDA9}"/>
              </a:ext>
            </a:extLst>
          </p:cNvPr>
          <p:cNvSpPr/>
          <p:nvPr/>
        </p:nvSpPr>
        <p:spPr>
          <a:xfrm rot="10800000">
            <a:off x="8762206"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Oval 2893">
            <a:extLst>
              <a:ext uri="{FF2B5EF4-FFF2-40B4-BE49-F238E27FC236}">
                <a16:creationId xmlns:a16="http://schemas.microsoft.com/office/drawing/2014/main" id="{5DEC0130-18D5-E7F4-E2C7-ACF5AE316F09}"/>
              </a:ext>
            </a:extLst>
          </p:cNvPr>
          <p:cNvSpPr/>
          <p:nvPr/>
        </p:nvSpPr>
        <p:spPr>
          <a:xfrm rot="10800000">
            <a:off x="8874210"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5" name="Oval 2894">
            <a:extLst>
              <a:ext uri="{FF2B5EF4-FFF2-40B4-BE49-F238E27FC236}">
                <a16:creationId xmlns:a16="http://schemas.microsoft.com/office/drawing/2014/main" id="{6BEB5854-1387-5581-4D24-EF6C450C1A6E}"/>
              </a:ext>
            </a:extLst>
          </p:cNvPr>
          <p:cNvSpPr/>
          <p:nvPr/>
        </p:nvSpPr>
        <p:spPr>
          <a:xfrm rot="10800000">
            <a:off x="8841379"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6" name="Oval 2895">
            <a:extLst>
              <a:ext uri="{FF2B5EF4-FFF2-40B4-BE49-F238E27FC236}">
                <a16:creationId xmlns:a16="http://schemas.microsoft.com/office/drawing/2014/main" id="{B24E5FFE-F5DC-90C8-D0C9-DD6FB0DC2608}"/>
              </a:ext>
            </a:extLst>
          </p:cNvPr>
          <p:cNvSpPr/>
          <p:nvPr/>
        </p:nvSpPr>
        <p:spPr>
          <a:xfrm rot="10800000">
            <a:off x="8688105"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7" name="Oval 2896">
            <a:extLst>
              <a:ext uri="{FF2B5EF4-FFF2-40B4-BE49-F238E27FC236}">
                <a16:creationId xmlns:a16="http://schemas.microsoft.com/office/drawing/2014/main" id="{6E31F960-D602-4321-19D5-72681BA73F30}"/>
              </a:ext>
            </a:extLst>
          </p:cNvPr>
          <p:cNvSpPr/>
          <p:nvPr/>
        </p:nvSpPr>
        <p:spPr>
          <a:xfrm rot="10800000">
            <a:off x="8650493"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8" name="Oval 2897">
            <a:extLst>
              <a:ext uri="{FF2B5EF4-FFF2-40B4-BE49-F238E27FC236}">
                <a16:creationId xmlns:a16="http://schemas.microsoft.com/office/drawing/2014/main" id="{BB4AEA61-70C2-2657-F2B4-E153646DDE41}"/>
              </a:ext>
            </a:extLst>
          </p:cNvPr>
          <p:cNvSpPr/>
          <p:nvPr/>
        </p:nvSpPr>
        <p:spPr>
          <a:xfrm rot="10800000">
            <a:off x="8715143"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0" name="Oval 2899">
            <a:extLst>
              <a:ext uri="{FF2B5EF4-FFF2-40B4-BE49-F238E27FC236}">
                <a16:creationId xmlns:a16="http://schemas.microsoft.com/office/drawing/2014/main" id="{ADC58B54-271E-770A-8BD9-F678A52372EE}"/>
              </a:ext>
            </a:extLst>
          </p:cNvPr>
          <p:cNvSpPr/>
          <p:nvPr/>
        </p:nvSpPr>
        <p:spPr>
          <a:xfrm>
            <a:off x="8632595"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1" name="Oval 2900">
            <a:extLst>
              <a:ext uri="{FF2B5EF4-FFF2-40B4-BE49-F238E27FC236}">
                <a16:creationId xmlns:a16="http://schemas.microsoft.com/office/drawing/2014/main" id="{4AA8501A-2144-5FBE-16ED-FC2C1B400EED}"/>
              </a:ext>
            </a:extLst>
          </p:cNvPr>
          <p:cNvSpPr/>
          <p:nvPr/>
        </p:nvSpPr>
        <p:spPr>
          <a:xfrm>
            <a:off x="8664920"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2" name="Oval 2901">
            <a:extLst>
              <a:ext uri="{FF2B5EF4-FFF2-40B4-BE49-F238E27FC236}">
                <a16:creationId xmlns:a16="http://schemas.microsoft.com/office/drawing/2014/main" id="{A845DF67-CC1C-8D4F-F53B-E397539B867F}"/>
              </a:ext>
            </a:extLst>
          </p:cNvPr>
          <p:cNvSpPr/>
          <p:nvPr/>
        </p:nvSpPr>
        <p:spPr>
          <a:xfrm>
            <a:off x="8691340"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3" name="Oval 2902">
            <a:extLst>
              <a:ext uri="{FF2B5EF4-FFF2-40B4-BE49-F238E27FC236}">
                <a16:creationId xmlns:a16="http://schemas.microsoft.com/office/drawing/2014/main" id="{A6E309D3-4ACA-B3E7-39FE-9FFDB1689A93}"/>
              </a:ext>
            </a:extLst>
          </p:cNvPr>
          <p:cNvSpPr/>
          <p:nvPr/>
        </p:nvSpPr>
        <p:spPr>
          <a:xfrm>
            <a:off x="8579336"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4" name="Oval 2903">
            <a:extLst>
              <a:ext uri="{FF2B5EF4-FFF2-40B4-BE49-F238E27FC236}">
                <a16:creationId xmlns:a16="http://schemas.microsoft.com/office/drawing/2014/main" id="{BCB3C3EE-EC33-A6DC-485A-C9E4E1B139F4}"/>
              </a:ext>
            </a:extLst>
          </p:cNvPr>
          <p:cNvSpPr/>
          <p:nvPr/>
        </p:nvSpPr>
        <p:spPr>
          <a:xfrm>
            <a:off x="8612167"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5" name="Oval 2904">
            <a:extLst>
              <a:ext uri="{FF2B5EF4-FFF2-40B4-BE49-F238E27FC236}">
                <a16:creationId xmlns:a16="http://schemas.microsoft.com/office/drawing/2014/main" id="{BE812D57-2A1F-BFE4-C9AB-A70640F89D1C}"/>
              </a:ext>
            </a:extLst>
          </p:cNvPr>
          <p:cNvSpPr/>
          <p:nvPr/>
        </p:nvSpPr>
        <p:spPr>
          <a:xfrm>
            <a:off x="8765441"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6" name="Oval 2905">
            <a:extLst>
              <a:ext uri="{FF2B5EF4-FFF2-40B4-BE49-F238E27FC236}">
                <a16:creationId xmlns:a16="http://schemas.microsoft.com/office/drawing/2014/main" id="{B935DDDD-2116-9B97-C4D3-D59E45AEE862}"/>
              </a:ext>
            </a:extLst>
          </p:cNvPr>
          <p:cNvSpPr/>
          <p:nvPr/>
        </p:nvSpPr>
        <p:spPr>
          <a:xfrm>
            <a:off x="8803053"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7" name="Oval 2906">
            <a:extLst>
              <a:ext uri="{FF2B5EF4-FFF2-40B4-BE49-F238E27FC236}">
                <a16:creationId xmlns:a16="http://schemas.microsoft.com/office/drawing/2014/main" id="{82353C2C-0129-417D-C33A-DE198DD5B972}"/>
              </a:ext>
            </a:extLst>
          </p:cNvPr>
          <p:cNvSpPr/>
          <p:nvPr/>
        </p:nvSpPr>
        <p:spPr>
          <a:xfrm>
            <a:off x="8738403"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9" name="Oval 2908">
            <a:extLst>
              <a:ext uri="{FF2B5EF4-FFF2-40B4-BE49-F238E27FC236}">
                <a16:creationId xmlns:a16="http://schemas.microsoft.com/office/drawing/2014/main" id="{4C5A0254-D184-A3D1-2666-EA76E00F665C}"/>
              </a:ext>
            </a:extLst>
          </p:cNvPr>
          <p:cNvSpPr/>
          <p:nvPr/>
        </p:nvSpPr>
        <p:spPr>
          <a:xfrm rot="10800000">
            <a:off x="9125893" y="32730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0" name="Oval 2909">
            <a:extLst>
              <a:ext uri="{FF2B5EF4-FFF2-40B4-BE49-F238E27FC236}">
                <a16:creationId xmlns:a16="http://schemas.microsoft.com/office/drawing/2014/main" id="{1E619F61-53AE-C30B-2F06-869A201545BD}"/>
              </a:ext>
            </a:extLst>
          </p:cNvPr>
          <p:cNvSpPr/>
          <p:nvPr/>
        </p:nvSpPr>
        <p:spPr>
          <a:xfrm rot="10800000">
            <a:off x="9093568" y="32612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1" name="Oval 2910">
            <a:extLst>
              <a:ext uri="{FF2B5EF4-FFF2-40B4-BE49-F238E27FC236}">
                <a16:creationId xmlns:a16="http://schemas.microsoft.com/office/drawing/2014/main" id="{2F3120B0-0C63-44F2-139A-FF446846D4FC}"/>
              </a:ext>
            </a:extLst>
          </p:cNvPr>
          <p:cNvSpPr/>
          <p:nvPr/>
        </p:nvSpPr>
        <p:spPr>
          <a:xfrm rot="10800000">
            <a:off x="9067148" y="32605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2" name="Oval 2911">
            <a:extLst>
              <a:ext uri="{FF2B5EF4-FFF2-40B4-BE49-F238E27FC236}">
                <a16:creationId xmlns:a16="http://schemas.microsoft.com/office/drawing/2014/main" id="{13E77E38-985C-3113-8943-41F6F8931D13}"/>
              </a:ext>
            </a:extLst>
          </p:cNvPr>
          <p:cNvSpPr/>
          <p:nvPr/>
        </p:nvSpPr>
        <p:spPr>
          <a:xfrm rot="10800000">
            <a:off x="9179152" y="3270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3" name="Oval 2912">
            <a:extLst>
              <a:ext uri="{FF2B5EF4-FFF2-40B4-BE49-F238E27FC236}">
                <a16:creationId xmlns:a16="http://schemas.microsoft.com/office/drawing/2014/main" id="{A663B3B4-7D78-01E5-FDC2-591E8635B5DF}"/>
              </a:ext>
            </a:extLst>
          </p:cNvPr>
          <p:cNvSpPr/>
          <p:nvPr/>
        </p:nvSpPr>
        <p:spPr>
          <a:xfrm rot="10800000">
            <a:off x="9146321" y="3287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4" name="Oval 2913">
            <a:extLst>
              <a:ext uri="{FF2B5EF4-FFF2-40B4-BE49-F238E27FC236}">
                <a16:creationId xmlns:a16="http://schemas.microsoft.com/office/drawing/2014/main" id="{02DDCB14-5F64-FA23-8564-235E9BC4677A}"/>
              </a:ext>
            </a:extLst>
          </p:cNvPr>
          <p:cNvSpPr/>
          <p:nvPr/>
        </p:nvSpPr>
        <p:spPr>
          <a:xfrm rot="10800000">
            <a:off x="8993047" y="32612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5" name="Oval 2914">
            <a:extLst>
              <a:ext uri="{FF2B5EF4-FFF2-40B4-BE49-F238E27FC236}">
                <a16:creationId xmlns:a16="http://schemas.microsoft.com/office/drawing/2014/main" id="{D822C39F-EEDC-DB12-A92F-9B8DC5D9EFDD}"/>
              </a:ext>
            </a:extLst>
          </p:cNvPr>
          <p:cNvSpPr/>
          <p:nvPr/>
        </p:nvSpPr>
        <p:spPr>
          <a:xfrm rot="10800000">
            <a:off x="8955435" y="32686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6" name="Oval 2915">
            <a:extLst>
              <a:ext uri="{FF2B5EF4-FFF2-40B4-BE49-F238E27FC236}">
                <a16:creationId xmlns:a16="http://schemas.microsoft.com/office/drawing/2014/main" id="{977ADA78-9D5C-F8E1-6659-46F805600781}"/>
              </a:ext>
            </a:extLst>
          </p:cNvPr>
          <p:cNvSpPr/>
          <p:nvPr/>
        </p:nvSpPr>
        <p:spPr>
          <a:xfrm rot="10800000">
            <a:off x="9020085" y="32647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8" name="Oval 2917">
            <a:extLst>
              <a:ext uri="{FF2B5EF4-FFF2-40B4-BE49-F238E27FC236}">
                <a16:creationId xmlns:a16="http://schemas.microsoft.com/office/drawing/2014/main" id="{452B3D98-E8C7-C123-5AB5-45F918CA0A73}"/>
              </a:ext>
            </a:extLst>
          </p:cNvPr>
          <p:cNvSpPr/>
          <p:nvPr/>
        </p:nvSpPr>
        <p:spPr>
          <a:xfrm rot="10800000">
            <a:off x="9465222" y="3514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9" name="Oval 2918">
            <a:extLst>
              <a:ext uri="{FF2B5EF4-FFF2-40B4-BE49-F238E27FC236}">
                <a16:creationId xmlns:a16="http://schemas.microsoft.com/office/drawing/2014/main" id="{1CBF0616-7C91-C479-691B-AE2FC89C11BB}"/>
              </a:ext>
            </a:extLst>
          </p:cNvPr>
          <p:cNvSpPr/>
          <p:nvPr/>
        </p:nvSpPr>
        <p:spPr>
          <a:xfrm rot="10800000">
            <a:off x="9432897" y="35024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0" name="Oval 2919">
            <a:extLst>
              <a:ext uri="{FF2B5EF4-FFF2-40B4-BE49-F238E27FC236}">
                <a16:creationId xmlns:a16="http://schemas.microsoft.com/office/drawing/2014/main" id="{56C31FFC-6DB6-CF80-BF6C-11C848F6B8F4}"/>
              </a:ext>
            </a:extLst>
          </p:cNvPr>
          <p:cNvSpPr/>
          <p:nvPr/>
        </p:nvSpPr>
        <p:spPr>
          <a:xfrm rot="10800000">
            <a:off x="9406477" y="35018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1" name="Oval 2920">
            <a:extLst>
              <a:ext uri="{FF2B5EF4-FFF2-40B4-BE49-F238E27FC236}">
                <a16:creationId xmlns:a16="http://schemas.microsoft.com/office/drawing/2014/main" id="{DDD87C1C-400D-28A4-9301-1BAB274B5BC9}"/>
              </a:ext>
            </a:extLst>
          </p:cNvPr>
          <p:cNvSpPr/>
          <p:nvPr/>
        </p:nvSpPr>
        <p:spPr>
          <a:xfrm rot="10800000">
            <a:off x="9518481" y="3511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2" name="Oval 2921">
            <a:extLst>
              <a:ext uri="{FF2B5EF4-FFF2-40B4-BE49-F238E27FC236}">
                <a16:creationId xmlns:a16="http://schemas.microsoft.com/office/drawing/2014/main" id="{4DC01A63-583C-57A5-B23E-57609C6800E3}"/>
              </a:ext>
            </a:extLst>
          </p:cNvPr>
          <p:cNvSpPr/>
          <p:nvPr/>
        </p:nvSpPr>
        <p:spPr>
          <a:xfrm rot="10800000">
            <a:off x="9485650" y="3528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3" name="Oval 2922">
            <a:extLst>
              <a:ext uri="{FF2B5EF4-FFF2-40B4-BE49-F238E27FC236}">
                <a16:creationId xmlns:a16="http://schemas.microsoft.com/office/drawing/2014/main" id="{D7682849-35BD-8F69-C05B-EFDC0CB706B9}"/>
              </a:ext>
            </a:extLst>
          </p:cNvPr>
          <p:cNvSpPr/>
          <p:nvPr/>
        </p:nvSpPr>
        <p:spPr>
          <a:xfrm rot="10800000">
            <a:off x="9332376" y="350249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4" name="Oval 2923">
            <a:extLst>
              <a:ext uri="{FF2B5EF4-FFF2-40B4-BE49-F238E27FC236}">
                <a16:creationId xmlns:a16="http://schemas.microsoft.com/office/drawing/2014/main" id="{AC3F26F6-E926-E8BC-DB41-F7F37B1A9197}"/>
              </a:ext>
            </a:extLst>
          </p:cNvPr>
          <p:cNvSpPr/>
          <p:nvPr/>
        </p:nvSpPr>
        <p:spPr>
          <a:xfrm rot="10800000">
            <a:off x="9294764" y="35099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5" name="Oval 2924">
            <a:extLst>
              <a:ext uri="{FF2B5EF4-FFF2-40B4-BE49-F238E27FC236}">
                <a16:creationId xmlns:a16="http://schemas.microsoft.com/office/drawing/2014/main" id="{E08A31C9-7932-CFA1-8ADF-F498F3885874}"/>
              </a:ext>
            </a:extLst>
          </p:cNvPr>
          <p:cNvSpPr/>
          <p:nvPr/>
        </p:nvSpPr>
        <p:spPr>
          <a:xfrm rot="10800000">
            <a:off x="9359414" y="35060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7" name="Oval 2926">
            <a:extLst>
              <a:ext uri="{FF2B5EF4-FFF2-40B4-BE49-F238E27FC236}">
                <a16:creationId xmlns:a16="http://schemas.microsoft.com/office/drawing/2014/main" id="{F79B22B6-9A73-F9A9-0739-B8B1CB0FE463}"/>
              </a:ext>
            </a:extLst>
          </p:cNvPr>
          <p:cNvSpPr/>
          <p:nvPr/>
        </p:nvSpPr>
        <p:spPr>
          <a:xfrm rot="10800000">
            <a:off x="9404585" y="3457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8" name="Oval 2927">
            <a:extLst>
              <a:ext uri="{FF2B5EF4-FFF2-40B4-BE49-F238E27FC236}">
                <a16:creationId xmlns:a16="http://schemas.microsoft.com/office/drawing/2014/main" id="{23AAA6FC-C65B-8FDB-47F2-B46CE0FC5FAC}"/>
              </a:ext>
            </a:extLst>
          </p:cNvPr>
          <p:cNvSpPr/>
          <p:nvPr/>
        </p:nvSpPr>
        <p:spPr>
          <a:xfrm rot="10800000">
            <a:off x="9372260" y="34456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9" name="Oval 2928">
            <a:extLst>
              <a:ext uri="{FF2B5EF4-FFF2-40B4-BE49-F238E27FC236}">
                <a16:creationId xmlns:a16="http://schemas.microsoft.com/office/drawing/2014/main" id="{FE1612FE-8A21-D029-DE2C-FD3AB9AD5BCA}"/>
              </a:ext>
            </a:extLst>
          </p:cNvPr>
          <p:cNvSpPr/>
          <p:nvPr/>
        </p:nvSpPr>
        <p:spPr>
          <a:xfrm rot="10800000">
            <a:off x="9345840" y="3444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0" name="Oval 2929">
            <a:extLst>
              <a:ext uri="{FF2B5EF4-FFF2-40B4-BE49-F238E27FC236}">
                <a16:creationId xmlns:a16="http://schemas.microsoft.com/office/drawing/2014/main" id="{49180A55-A7D0-37BC-E938-3096BA9A355A}"/>
              </a:ext>
            </a:extLst>
          </p:cNvPr>
          <p:cNvSpPr/>
          <p:nvPr/>
        </p:nvSpPr>
        <p:spPr>
          <a:xfrm rot="10800000">
            <a:off x="9457844" y="3455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1" name="Oval 2930">
            <a:extLst>
              <a:ext uri="{FF2B5EF4-FFF2-40B4-BE49-F238E27FC236}">
                <a16:creationId xmlns:a16="http://schemas.microsoft.com/office/drawing/2014/main" id="{9C3E88E5-B112-5194-15C5-70C6D29BAA8B}"/>
              </a:ext>
            </a:extLst>
          </p:cNvPr>
          <p:cNvSpPr/>
          <p:nvPr/>
        </p:nvSpPr>
        <p:spPr>
          <a:xfrm rot="10800000">
            <a:off x="9425013" y="3472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2" name="Oval 2931">
            <a:extLst>
              <a:ext uri="{FF2B5EF4-FFF2-40B4-BE49-F238E27FC236}">
                <a16:creationId xmlns:a16="http://schemas.microsoft.com/office/drawing/2014/main" id="{49D65D0B-755B-B491-FD54-51BDFDED893F}"/>
              </a:ext>
            </a:extLst>
          </p:cNvPr>
          <p:cNvSpPr/>
          <p:nvPr/>
        </p:nvSpPr>
        <p:spPr>
          <a:xfrm rot="10800000">
            <a:off x="9271739" y="344565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 name="Oval 2932">
            <a:extLst>
              <a:ext uri="{FF2B5EF4-FFF2-40B4-BE49-F238E27FC236}">
                <a16:creationId xmlns:a16="http://schemas.microsoft.com/office/drawing/2014/main" id="{808558D3-B2B6-A5C2-DBD5-F60C7C6C8C7E}"/>
              </a:ext>
            </a:extLst>
          </p:cNvPr>
          <p:cNvSpPr/>
          <p:nvPr/>
        </p:nvSpPr>
        <p:spPr>
          <a:xfrm rot="10800000">
            <a:off x="9234127" y="34531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4" name="Oval 2933">
            <a:extLst>
              <a:ext uri="{FF2B5EF4-FFF2-40B4-BE49-F238E27FC236}">
                <a16:creationId xmlns:a16="http://schemas.microsoft.com/office/drawing/2014/main" id="{51658F61-C789-D438-9269-6E92BEBDD02A}"/>
              </a:ext>
            </a:extLst>
          </p:cNvPr>
          <p:cNvSpPr/>
          <p:nvPr/>
        </p:nvSpPr>
        <p:spPr>
          <a:xfrm rot="10800000">
            <a:off x="9298777" y="34491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6" name="Oval 2935">
            <a:extLst>
              <a:ext uri="{FF2B5EF4-FFF2-40B4-BE49-F238E27FC236}">
                <a16:creationId xmlns:a16="http://schemas.microsoft.com/office/drawing/2014/main" id="{E039980B-DA60-F630-8B2A-512FF28D70B0}"/>
              </a:ext>
            </a:extLst>
          </p:cNvPr>
          <p:cNvSpPr/>
          <p:nvPr/>
        </p:nvSpPr>
        <p:spPr>
          <a:xfrm rot="10800000">
            <a:off x="9337694" y="365278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7" name="Oval 2936">
            <a:extLst>
              <a:ext uri="{FF2B5EF4-FFF2-40B4-BE49-F238E27FC236}">
                <a16:creationId xmlns:a16="http://schemas.microsoft.com/office/drawing/2014/main" id="{AF3FF8F1-3F77-08E2-AAB5-BEB995D062DA}"/>
              </a:ext>
            </a:extLst>
          </p:cNvPr>
          <p:cNvSpPr/>
          <p:nvPr/>
        </p:nvSpPr>
        <p:spPr>
          <a:xfrm rot="10800000">
            <a:off x="9305369" y="364093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8" name="Oval 2937">
            <a:extLst>
              <a:ext uri="{FF2B5EF4-FFF2-40B4-BE49-F238E27FC236}">
                <a16:creationId xmlns:a16="http://schemas.microsoft.com/office/drawing/2014/main" id="{CE5AAAE7-1A77-C094-8FEF-C7071DADDB18}"/>
              </a:ext>
            </a:extLst>
          </p:cNvPr>
          <p:cNvSpPr/>
          <p:nvPr/>
        </p:nvSpPr>
        <p:spPr>
          <a:xfrm rot="10800000">
            <a:off x="9278949" y="36402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9" name="Oval 2938">
            <a:extLst>
              <a:ext uri="{FF2B5EF4-FFF2-40B4-BE49-F238E27FC236}">
                <a16:creationId xmlns:a16="http://schemas.microsoft.com/office/drawing/2014/main" id="{CE4864A7-64FC-38AA-01FE-A7266164EFAD}"/>
              </a:ext>
            </a:extLst>
          </p:cNvPr>
          <p:cNvSpPr/>
          <p:nvPr/>
        </p:nvSpPr>
        <p:spPr>
          <a:xfrm rot="10800000">
            <a:off x="9390953" y="3650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0" name="Oval 2939">
            <a:extLst>
              <a:ext uri="{FF2B5EF4-FFF2-40B4-BE49-F238E27FC236}">
                <a16:creationId xmlns:a16="http://schemas.microsoft.com/office/drawing/2014/main" id="{77D64933-58D1-14B3-3D32-F2028B98E285}"/>
              </a:ext>
            </a:extLst>
          </p:cNvPr>
          <p:cNvSpPr/>
          <p:nvPr/>
        </p:nvSpPr>
        <p:spPr>
          <a:xfrm rot="10800000">
            <a:off x="9358122" y="3667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1" name="Oval 2940">
            <a:extLst>
              <a:ext uri="{FF2B5EF4-FFF2-40B4-BE49-F238E27FC236}">
                <a16:creationId xmlns:a16="http://schemas.microsoft.com/office/drawing/2014/main" id="{FF7427AC-9146-653C-A265-75B69130E3FD}"/>
              </a:ext>
            </a:extLst>
          </p:cNvPr>
          <p:cNvSpPr/>
          <p:nvPr/>
        </p:nvSpPr>
        <p:spPr>
          <a:xfrm rot="10800000">
            <a:off x="9204848" y="36409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2" name="Oval 2941">
            <a:extLst>
              <a:ext uri="{FF2B5EF4-FFF2-40B4-BE49-F238E27FC236}">
                <a16:creationId xmlns:a16="http://schemas.microsoft.com/office/drawing/2014/main" id="{B04D09F7-BD70-2E9D-F3B3-93E76B6F0750}"/>
              </a:ext>
            </a:extLst>
          </p:cNvPr>
          <p:cNvSpPr/>
          <p:nvPr/>
        </p:nvSpPr>
        <p:spPr>
          <a:xfrm rot="10800000">
            <a:off x="9167236" y="3648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3" name="Oval 2942">
            <a:extLst>
              <a:ext uri="{FF2B5EF4-FFF2-40B4-BE49-F238E27FC236}">
                <a16:creationId xmlns:a16="http://schemas.microsoft.com/office/drawing/2014/main" id="{25AD54A4-F5CF-51CF-1D0E-E7B06D3BE411}"/>
              </a:ext>
            </a:extLst>
          </p:cNvPr>
          <p:cNvSpPr/>
          <p:nvPr/>
        </p:nvSpPr>
        <p:spPr>
          <a:xfrm rot="10800000">
            <a:off x="9231886" y="364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45" name="Group 2944">
            <a:extLst>
              <a:ext uri="{FF2B5EF4-FFF2-40B4-BE49-F238E27FC236}">
                <a16:creationId xmlns:a16="http://schemas.microsoft.com/office/drawing/2014/main" id="{D9F5F400-C904-9818-D44B-51AF13F478AC}"/>
              </a:ext>
            </a:extLst>
          </p:cNvPr>
          <p:cNvGrpSpPr/>
          <p:nvPr/>
        </p:nvGrpSpPr>
        <p:grpSpPr>
          <a:xfrm rot="10800000">
            <a:off x="8289614" y="3618437"/>
            <a:ext cx="242005" cy="46723"/>
            <a:chOff x="7979724" y="3580291"/>
            <a:chExt cx="242005" cy="43678"/>
          </a:xfrm>
        </p:grpSpPr>
        <p:sp>
          <p:nvSpPr>
            <p:cNvPr id="3009" name="Oval 3008">
              <a:extLst>
                <a:ext uri="{FF2B5EF4-FFF2-40B4-BE49-F238E27FC236}">
                  <a16:creationId xmlns:a16="http://schemas.microsoft.com/office/drawing/2014/main" id="{AAD5BEE7-C7D3-0778-C66F-D20C3EB596C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0" name="Oval 3009">
              <a:extLst>
                <a:ext uri="{FF2B5EF4-FFF2-40B4-BE49-F238E27FC236}">
                  <a16:creationId xmlns:a16="http://schemas.microsoft.com/office/drawing/2014/main" id="{F2B8E6E2-B908-7CA5-9E71-9E2A7815056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1" name="Oval 3010">
              <a:extLst>
                <a:ext uri="{FF2B5EF4-FFF2-40B4-BE49-F238E27FC236}">
                  <a16:creationId xmlns:a16="http://schemas.microsoft.com/office/drawing/2014/main" id="{D326D380-C103-035B-0ADD-4CA15635EE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2" name="Oval 3011">
              <a:extLst>
                <a:ext uri="{FF2B5EF4-FFF2-40B4-BE49-F238E27FC236}">
                  <a16:creationId xmlns:a16="http://schemas.microsoft.com/office/drawing/2014/main" id="{3B71837B-8B0C-803E-56FA-3CCEB15F36F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3" name="Oval 3012">
              <a:extLst>
                <a:ext uri="{FF2B5EF4-FFF2-40B4-BE49-F238E27FC236}">
                  <a16:creationId xmlns:a16="http://schemas.microsoft.com/office/drawing/2014/main" id="{85DF422B-4AD6-E3DE-325D-6678C2F29CB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4" name="Oval 3013">
              <a:extLst>
                <a:ext uri="{FF2B5EF4-FFF2-40B4-BE49-F238E27FC236}">
                  <a16:creationId xmlns:a16="http://schemas.microsoft.com/office/drawing/2014/main" id="{45D6C136-F5BB-2C96-FD9A-324756821A3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5" name="Oval 3014">
              <a:extLst>
                <a:ext uri="{FF2B5EF4-FFF2-40B4-BE49-F238E27FC236}">
                  <a16:creationId xmlns:a16="http://schemas.microsoft.com/office/drawing/2014/main" id="{EB9ED1BA-3AB0-AD45-A007-4F2AEB55E1A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6" name="Oval 3015">
              <a:extLst>
                <a:ext uri="{FF2B5EF4-FFF2-40B4-BE49-F238E27FC236}">
                  <a16:creationId xmlns:a16="http://schemas.microsoft.com/office/drawing/2014/main" id="{95F39661-9634-825D-DBD1-6CF29549672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6" name="Group 2945">
            <a:extLst>
              <a:ext uri="{FF2B5EF4-FFF2-40B4-BE49-F238E27FC236}">
                <a16:creationId xmlns:a16="http://schemas.microsoft.com/office/drawing/2014/main" id="{D53611FE-7378-33FA-E092-A4A4FCEED136}"/>
              </a:ext>
            </a:extLst>
          </p:cNvPr>
          <p:cNvGrpSpPr/>
          <p:nvPr/>
        </p:nvGrpSpPr>
        <p:grpSpPr>
          <a:xfrm>
            <a:off x="8218457" y="3619253"/>
            <a:ext cx="242005" cy="43678"/>
            <a:chOff x="7979724" y="3580291"/>
            <a:chExt cx="242005" cy="43678"/>
          </a:xfrm>
        </p:grpSpPr>
        <p:sp>
          <p:nvSpPr>
            <p:cNvPr id="3001" name="Oval 3000">
              <a:extLst>
                <a:ext uri="{FF2B5EF4-FFF2-40B4-BE49-F238E27FC236}">
                  <a16:creationId xmlns:a16="http://schemas.microsoft.com/office/drawing/2014/main" id="{9B94D8FE-CA0D-0468-080B-8B78D76C716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2" name="Oval 3001">
              <a:extLst>
                <a:ext uri="{FF2B5EF4-FFF2-40B4-BE49-F238E27FC236}">
                  <a16:creationId xmlns:a16="http://schemas.microsoft.com/office/drawing/2014/main" id="{152144DF-487C-1D1A-FB39-76A4A72C205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3" name="Oval 3002">
              <a:extLst>
                <a:ext uri="{FF2B5EF4-FFF2-40B4-BE49-F238E27FC236}">
                  <a16:creationId xmlns:a16="http://schemas.microsoft.com/office/drawing/2014/main" id="{D30B2D52-42E3-73F7-DF4E-DA5512D1821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4" name="Oval 3003">
              <a:extLst>
                <a:ext uri="{FF2B5EF4-FFF2-40B4-BE49-F238E27FC236}">
                  <a16:creationId xmlns:a16="http://schemas.microsoft.com/office/drawing/2014/main" id="{3A762D00-5478-8B46-FD84-269F8B79E8A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5" name="Oval 3004">
              <a:extLst>
                <a:ext uri="{FF2B5EF4-FFF2-40B4-BE49-F238E27FC236}">
                  <a16:creationId xmlns:a16="http://schemas.microsoft.com/office/drawing/2014/main" id="{5035651D-F324-7D1B-4BFB-9392224A9E0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6" name="Oval 3005">
              <a:extLst>
                <a:ext uri="{FF2B5EF4-FFF2-40B4-BE49-F238E27FC236}">
                  <a16:creationId xmlns:a16="http://schemas.microsoft.com/office/drawing/2014/main" id="{38FD35FD-FE76-86F2-76FD-49C9E183D07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7" name="Oval 3006">
              <a:extLst>
                <a:ext uri="{FF2B5EF4-FFF2-40B4-BE49-F238E27FC236}">
                  <a16:creationId xmlns:a16="http://schemas.microsoft.com/office/drawing/2014/main" id="{6DEE945E-C68C-BEC3-A2D2-462A7D6D031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8" name="Oval 3007">
              <a:extLst>
                <a:ext uri="{FF2B5EF4-FFF2-40B4-BE49-F238E27FC236}">
                  <a16:creationId xmlns:a16="http://schemas.microsoft.com/office/drawing/2014/main" id="{DE3AC355-5625-3D3C-3503-93FD8F21A28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7" name="Group 2946">
            <a:extLst>
              <a:ext uri="{FF2B5EF4-FFF2-40B4-BE49-F238E27FC236}">
                <a16:creationId xmlns:a16="http://schemas.microsoft.com/office/drawing/2014/main" id="{3CAE1A28-11CB-C5BD-1E1E-692595690D0A}"/>
              </a:ext>
            </a:extLst>
          </p:cNvPr>
          <p:cNvGrpSpPr/>
          <p:nvPr/>
        </p:nvGrpSpPr>
        <p:grpSpPr>
          <a:xfrm rot="10800000">
            <a:off x="8530657" y="3621613"/>
            <a:ext cx="242005" cy="46723"/>
            <a:chOff x="7979724" y="3580291"/>
            <a:chExt cx="242005" cy="43678"/>
          </a:xfrm>
        </p:grpSpPr>
        <p:sp>
          <p:nvSpPr>
            <p:cNvPr id="2993" name="Oval 2992">
              <a:extLst>
                <a:ext uri="{FF2B5EF4-FFF2-40B4-BE49-F238E27FC236}">
                  <a16:creationId xmlns:a16="http://schemas.microsoft.com/office/drawing/2014/main" id="{87E0160E-9903-377B-DE56-60475DD8A5B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4" name="Oval 2993">
              <a:extLst>
                <a:ext uri="{FF2B5EF4-FFF2-40B4-BE49-F238E27FC236}">
                  <a16:creationId xmlns:a16="http://schemas.microsoft.com/office/drawing/2014/main" id="{38156350-2F1F-C551-A027-A33A726CB7D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5" name="Oval 2994">
              <a:extLst>
                <a:ext uri="{FF2B5EF4-FFF2-40B4-BE49-F238E27FC236}">
                  <a16:creationId xmlns:a16="http://schemas.microsoft.com/office/drawing/2014/main" id="{DE120E04-B6A0-55D2-4F53-CA673B33F07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6" name="Oval 2995">
              <a:extLst>
                <a:ext uri="{FF2B5EF4-FFF2-40B4-BE49-F238E27FC236}">
                  <a16:creationId xmlns:a16="http://schemas.microsoft.com/office/drawing/2014/main" id="{D920CD15-1665-0E6E-81B2-70A04894EA1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7" name="Oval 2996">
              <a:extLst>
                <a:ext uri="{FF2B5EF4-FFF2-40B4-BE49-F238E27FC236}">
                  <a16:creationId xmlns:a16="http://schemas.microsoft.com/office/drawing/2014/main" id="{5402A78E-2FA5-99CD-3EE0-880CDAAD0DE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8" name="Oval 2997">
              <a:extLst>
                <a:ext uri="{FF2B5EF4-FFF2-40B4-BE49-F238E27FC236}">
                  <a16:creationId xmlns:a16="http://schemas.microsoft.com/office/drawing/2014/main" id="{721F485A-00CD-DE8E-3187-F1D1E41E474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9" name="Oval 2998">
              <a:extLst>
                <a:ext uri="{FF2B5EF4-FFF2-40B4-BE49-F238E27FC236}">
                  <a16:creationId xmlns:a16="http://schemas.microsoft.com/office/drawing/2014/main" id="{5A6392FA-6897-B81B-51ED-0600AFBC6E3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0" name="Oval 2999">
              <a:extLst>
                <a:ext uri="{FF2B5EF4-FFF2-40B4-BE49-F238E27FC236}">
                  <a16:creationId xmlns:a16="http://schemas.microsoft.com/office/drawing/2014/main" id="{BAB9E382-95AC-8A72-6095-21239811154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8" name="Group 2947">
            <a:extLst>
              <a:ext uri="{FF2B5EF4-FFF2-40B4-BE49-F238E27FC236}">
                <a16:creationId xmlns:a16="http://schemas.microsoft.com/office/drawing/2014/main" id="{9BA25DD7-85D0-60B5-C668-24E017675E70}"/>
              </a:ext>
            </a:extLst>
          </p:cNvPr>
          <p:cNvGrpSpPr/>
          <p:nvPr/>
        </p:nvGrpSpPr>
        <p:grpSpPr>
          <a:xfrm rot="11689693">
            <a:off x="8459500" y="3622429"/>
            <a:ext cx="242005" cy="43678"/>
            <a:chOff x="7979724" y="3580291"/>
            <a:chExt cx="242005" cy="43678"/>
          </a:xfrm>
        </p:grpSpPr>
        <p:sp>
          <p:nvSpPr>
            <p:cNvPr id="2985" name="Oval 2984">
              <a:extLst>
                <a:ext uri="{FF2B5EF4-FFF2-40B4-BE49-F238E27FC236}">
                  <a16:creationId xmlns:a16="http://schemas.microsoft.com/office/drawing/2014/main" id="{71D8731C-8782-900B-42E8-338BB0305F3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6" name="Oval 2985">
              <a:extLst>
                <a:ext uri="{FF2B5EF4-FFF2-40B4-BE49-F238E27FC236}">
                  <a16:creationId xmlns:a16="http://schemas.microsoft.com/office/drawing/2014/main" id="{B8DAE913-CC80-9566-7190-DF87E83A84A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7" name="Oval 2986">
              <a:extLst>
                <a:ext uri="{FF2B5EF4-FFF2-40B4-BE49-F238E27FC236}">
                  <a16:creationId xmlns:a16="http://schemas.microsoft.com/office/drawing/2014/main" id="{60808675-3EBC-7D31-95B0-C5D040B9B12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8" name="Oval 2987">
              <a:extLst>
                <a:ext uri="{FF2B5EF4-FFF2-40B4-BE49-F238E27FC236}">
                  <a16:creationId xmlns:a16="http://schemas.microsoft.com/office/drawing/2014/main" id="{A0915991-A4E5-08FE-A916-0E2E2DAE2C8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9" name="Oval 2988">
              <a:extLst>
                <a:ext uri="{FF2B5EF4-FFF2-40B4-BE49-F238E27FC236}">
                  <a16:creationId xmlns:a16="http://schemas.microsoft.com/office/drawing/2014/main" id="{66645EDE-1756-2CCE-0180-82235B8CE3D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0" name="Oval 2989">
              <a:extLst>
                <a:ext uri="{FF2B5EF4-FFF2-40B4-BE49-F238E27FC236}">
                  <a16:creationId xmlns:a16="http://schemas.microsoft.com/office/drawing/2014/main" id="{6B6A6346-4FD7-3EF1-0B2C-7C736AE47F1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1" name="Oval 2990">
              <a:extLst>
                <a:ext uri="{FF2B5EF4-FFF2-40B4-BE49-F238E27FC236}">
                  <a16:creationId xmlns:a16="http://schemas.microsoft.com/office/drawing/2014/main" id="{C0F3202F-27E8-3A02-49BC-B144337E360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2" name="Oval 2991">
              <a:extLst>
                <a:ext uri="{FF2B5EF4-FFF2-40B4-BE49-F238E27FC236}">
                  <a16:creationId xmlns:a16="http://schemas.microsoft.com/office/drawing/2014/main" id="{EEA8E746-6DBC-5BAB-DBDC-46FF4F3C16F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9" name="Group 2948">
            <a:extLst>
              <a:ext uri="{FF2B5EF4-FFF2-40B4-BE49-F238E27FC236}">
                <a16:creationId xmlns:a16="http://schemas.microsoft.com/office/drawing/2014/main" id="{7FA967D4-3AF9-0046-3EBC-5179B82A4A32}"/>
              </a:ext>
            </a:extLst>
          </p:cNvPr>
          <p:cNvGrpSpPr/>
          <p:nvPr/>
        </p:nvGrpSpPr>
        <p:grpSpPr>
          <a:xfrm rot="21292958">
            <a:off x="8706954" y="3622453"/>
            <a:ext cx="242005" cy="46723"/>
            <a:chOff x="7979724" y="3580291"/>
            <a:chExt cx="242005" cy="43678"/>
          </a:xfrm>
        </p:grpSpPr>
        <p:sp>
          <p:nvSpPr>
            <p:cNvPr id="2977" name="Oval 2976">
              <a:extLst>
                <a:ext uri="{FF2B5EF4-FFF2-40B4-BE49-F238E27FC236}">
                  <a16:creationId xmlns:a16="http://schemas.microsoft.com/office/drawing/2014/main" id="{1C388F64-C00D-C658-6D58-7A14E21132F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8" name="Oval 2977">
              <a:extLst>
                <a:ext uri="{FF2B5EF4-FFF2-40B4-BE49-F238E27FC236}">
                  <a16:creationId xmlns:a16="http://schemas.microsoft.com/office/drawing/2014/main" id="{D9FB1A12-C070-4B8D-9180-B4F065371C2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9" name="Oval 2978">
              <a:extLst>
                <a:ext uri="{FF2B5EF4-FFF2-40B4-BE49-F238E27FC236}">
                  <a16:creationId xmlns:a16="http://schemas.microsoft.com/office/drawing/2014/main" id="{019F7824-7591-264F-8DC6-294D9344B20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0" name="Oval 2979">
              <a:extLst>
                <a:ext uri="{FF2B5EF4-FFF2-40B4-BE49-F238E27FC236}">
                  <a16:creationId xmlns:a16="http://schemas.microsoft.com/office/drawing/2014/main" id="{F4C16302-CC7C-DCF5-2367-48E4F2593C1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1" name="Oval 2980">
              <a:extLst>
                <a:ext uri="{FF2B5EF4-FFF2-40B4-BE49-F238E27FC236}">
                  <a16:creationId xmlns:a16="http://schemas.microsoft.com/office/drawing/2014/main" id="{AFB2BC85-3BC2-28A9-B5F2-6D8762FCA83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2" name="Oval 2981">
              <a:extLst>
                <a:ext uri="{FF2B5EF4-FFF2-40B4-BE49-F238E27FC236}">
                  <a16:creationId xmlns:a16="http://schemas.microsoft.com/office/drawing/2014/main" id="{A6334DE9-CF4C-52F4-6FED-E7C02770E40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3" name="Oval 2982">
              <a:extLst>
                <a:ext uri="{FF2B5EF4-FFF2-40B4-BE49-F238E27FC236}">
                  <a16:creationId xmlns:a16="http://schemas.microsoft.com/office/drawing/2014/main" id="{3329D4F6-A525-AF37-5246-0F591518F44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4" name="Oval 2983">
              <a:extLst>
                <a:ext uri="{FF2B5EF4-FFF2-40B4-BE49-F238E27FC236}">
                  <a16:creationId xmlns:a16="http://schemas.microsoft.com/office/drawing/2014/main" id="{EB049E94-4880-1934-4FBB-4405E361A0C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0" name="Group 2949">
            <a:extLst>
              <a:ext uri="{FF2B5EF4-FFF2-40B4-BE49-F238E27FC236}">
                <a16:creationId xmlns:a16="http://schemas.microsoft.com/office/drawing/2014/main" id="{2ADA7698-CBEE-5710-D2DB-8B69267F2D53}"/>
              </a:ext>
            </a:extLst>
          </p:cNvPr>
          <p:cNvGrpSpPr/>
          <p:nvPr/>
        </p:nvGrpSpPr>
        <p:grpSpPr>
          <a:xfrm>
            <a:off x="8635797" y="3623269"/>
            <a:ext cx="242005" cy="43678"/>
            <a:chOff x="7979724" y="3580291"/>
            <a:chExt cx="242005" cy="43678"/>
          </a:xfrm>
        </p:grpSpPr>
        <p:sp>
          <p:nvSpPr>
            <p:cNvPr id="2969" name="Oval 2968">
              <a:extLst>
                <a:ext uri="{FF2B5EF4-FFF2-40B4-BE49-F238E27FC236}">
                  <a16:creationId xmlns:a16="http://schemas.microsoft.com/office/drawing/2014/main" id="{2A3FD9EB-4032-E43F-3DAE-1B373285572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 name="Oval 2969">
              <a:extLst>
                <a:ext uri="{FF2B5EF4-FFF2-40B4-BE49-F238E27FC236}">
                  <a16:creationId xmlns:a16="http://schemas.microsoft.com/office/drawing/2014/main" id="{AA34100C-67C8-607A-06BB-4A50C83BF99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 name="Oval 2970">
              <a:extLst>
                <a:ext uri="{FF2B5EF4-FFF2-40B4-BE49-F238E27FC236}">
                  <a16:creationId xmlns:a16="http://schemas.microsoft.com/office/drawing/2014/main" id="{71A8E496-79DE-0E52-A87C-E4DDE38069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2" name="Oval 2971">
              <a:extLst>
                <a:ext uri="{FF2B5EF4-FFF2-40B4-BE49-F238E27FC236}">
                  <a16:creationId xmlns:a16="http://schemas.microsoft.com/office/drawing/2014/main" id="{189128DC-5F85-A977-2D4E-24B47F2CB3D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3" name="Oval 2972">
              <a:extLst>
                <a:ext uri="{FF2B5EF4-FFF2-40B4-BE49-F238E27FC236}">
                  <a16:creationId xmlns:a16="http://schemas.microsoft.com/office/drawing/2014/main" id="{9796FE13-19CA-EA43-2EFB-E55920B8CE4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4" name="Oval 2973">
              <a:extLst>
                <a:ext uri="{FF2B5EF4-FFF2-40B4-BE49-F238E27FC236}">
                  <a16:creationId xmlns:a16="http://schemas.microsoft.com/office/drawing/2014/main" id="{9F3BB55C-1B53-3C5C-617F-171B512A80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5" name="Oval 2974">
              <a:extLst>
                <a:ext uri="{FF2B5EF4-FFF2-40B4-BE49-F238E27FC236}">
                  <a16:creationId xmlns:a16="http://schemas.microsoft.com/office/drawing/2014/main" id="{D7D11857-ED11-2D0D-9C63-58EC679FB3F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6" name="Oval 2975">
              <a:extLst>
                <a:ext uri="{FF2B5EF4-FFF2-40B4-BE49-F238E27FC236}">
                  <a16:creationId xmlns:a16="http://schemas.microsoft.com/office/drawing/2014/main" id="{9D4BE9E0-90C1-32A9-1B64-E0723DF658E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1" name="Group 2950">
            <a:extLst>
              <a:ext uri="{FF2B5EF4-FFF2-40B4-BE49-F238E27FC236}">
                <a16:creationId xmlns:a16="http://schemas.microsoft.com/office/drawing/2014/main" id="{DB75DB08-94A2-6773-D8A8-E5B4799A7B4D}"/>
              </a:ext>
            </a:extLst>
          </p:cNvPr>
          <p:cNvGrpSpPr/>
          <p:nvPr/>
        </p:nvGrpSpPr>
        <p:grpSpPr>
          <a:xfrm rot="10800000">
            <a:off x="8947997" y="3625629"/>
            <a:ext cx="242005" cy="46723"/>
            <a:chOff x="7979724" y="3580291"/>
            <a:chExt cx="242005" cy="43678"/>
          </a:xfrm>
        </p:grpSpPr>
        <p:sp>
          <p:nvSpPr>
            <p:cNvPr id="2961" name="Oval 2960">
              <a:extLst>
                <a:ext uri="{FF2B5EF4-FFF2-40B4-BE49-F238E27FC236}">
                  <a16:creationId xmlns:a16="http://schemas.microsoft.com/office/drawing/2014/main" id="{82F06790-87EF-DD98-F5E7-92CE00BCE96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2" name="Oval 2961">
              <a:extLst>
                <a:ext uri="{FF2B5EF4-FFF2-40B4-BE49-F238E27FC236}">
                  <a16:creationId xmlns:a16="http://schemas.microsoft.com/office/drawing/2014/main" id="{CF7B4735-4500-8FF2-4C42-6281A4611F9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3" name="Oval 2962">
              <a:extLst>
                <a:ext uri="{FF2B5EF4-FFF2-40B4-BE49-F238E27FC236}">
                  <a16:creationId xmlns:a16="http://schemas.microsoft.com/office/drawing/2014/main" id="{6563279F-087A-906E-9B78-56F3E0EC041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4" name="Oval 2963">
              <a:extLst>
                <a:ext uri="{FF2B5EF4-FFF2-40B4-BE49-F238E27FC236}">
                  <a16:creationId xmlns:a16="http://schemas.microsoft.com/office/drawing/2014/main" id="{C0A019E7-15D9-9C6A-12F8-9305D7C6EF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5" name="Oval 2964">
              <a:extLst>
                <a:ext uri="{FF2B5EF4-FFF2-40B4-BE49-F238E27FC236}">
                  <a16:creationId xmlns:a16="http://schemas.microsoft.com/office/drawing/2014/main" id="{01F0D0E0-67B6-1940-3613-5D2F6103BF4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6" name="Oval 2965">
              <a:extLst>
                <a:ext uri="{FF2B5EF4-FFF2-40B4-BE49-F238E27FC236}">
                  <a16:creationId xmlns:a16="http://schemas.microsoft.com/office/drawing/2014/main" id="{41316CF4-4809-83CC-5540-17924737C47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7" name="Oval 2966">
              <a:extLst>
                <a:ext uri="{FF2B5EF4-FFF2-40B4-BE49-F238E27FC236}">
                  <a16:creationId xmlns:a16="http://schemas.microsoft.com/office/drawing/2014/main" id="{C509B5D6-4D4B-D7D5-82C0-75B0A4DAB8F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8" name="Oval 2967">
              <a:extLst>
                <a:ext uri="{FF2B5EF4-FFF2-40B4-BE49-F238E27FC236}">
                  <a16:creationId xmlns:a16="http://schemas.microsoft.com/office/drawing/2014/main" id="{8784FF35-D8F1-3AA1-5400-7754DF40087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2" name="Group 2951">
            <a:extLst>
              <a:ext uri="{FF2B5EF4-FFF2-40B4-BE49-F238E27FC236}">
                <a16:creationId xmlns:a16="http://schemas.microsoft.com/office/drawing/2014/main" id="{30430E32-BEEA-BCC3-18B0-1CB151D83BAE}"/>
              </a:ext>
            </a:extLst>
          </p:cNvPr>
          <p:cNvGrpSpPr/>
          <p:nvPr/>
        </p:nvGrpSpPr>
        <p:grpSpPr>
          <a:xfrm>
            <a:off x="8876840" y="3626445"/>
            <a:ext cx="242005" cy="43678"/>
            <a:chOff x="7979724" y="3580291"/>
            <a:chExt cx="242005" cy="43678"/>
          </a:xfrm>
        </p:grpSpPr>
        <p:sp>
          <p:nvSpPr>
            <p:cNvPr id="2953" name="Oval 2952">
              <a:extLst>
                <a:ext uri="{FF2B5EF4-FFF2-40B4-BE49-F238E27FC236}">
                  <a16:creationId xmlns:a16="http://schemas.microsoft.com/office/drawing/2014/main" id="{7081DF6E-E5C6-98F8-AD45-AA1AB1F4354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4" name="Oval 2953">
              <a:extLst>
                <a:ext uri="{FF2B5EF4-FFF2-40B4-BE49-F238E27FC236}">
                  <a16:creationId xmlns:a16="http://schemas.microsoft.com/office/drawing/2014/main" id="{3D76677A-4CCE-56C2-150C-04F18E9D455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5" name="Oval 2954">
              <a:extLst>
                <a:ext uri="{FF2B5EF4-FFF2-40B4-BE49-F238E27FC236}">
                  <a16:creationId xmlns:a16="http://schemas.microsoft.com/office/drawing/2014/main" id="{F7A20500-2F40-3550-214D-69AC0110FA2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6" name="Oval 2955">
              <a:extLst>
                <a:ext uri="{FF2B5EF4-FFF2-40B4-BE49-F238E27FC236}">
                  <a16:creationId xmlns:a16="http://schemas.microsoft.com/office/drawing/2014/main" id="{C23DA6E6-6C5A-3483-2CCE-4D7B8D37EE9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7" name="Oval 2956">
              <a:extLst>
                <a:ext uri="{FF2B5EF4-FFF2-40B4-BE49-F238E27FC236}">
                  <a16:creationId xmlns:a16="http://schemas.microsoft.com/office/drawing/2014/main" id="{BB990AF0-3CEA-A9CB-F21A-5E7935F329C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8" name="Oval 2957">
              <a:extLst>
                <a:ext uri="{FF2B5EF4-FFF2-40B4-BE49-F238E27FC236}">
                  <a16:creationId xmlns:a16="http://schemas.microsoft.com/office/drawing/2014/main" id="{14C29464-1302-1033-CF8B-58852151068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9" name="Oval 2958">
              <a:extLst>
                <a:ext uri="{FF2B5EF4-FFF2-40B4-BE49-F238E27FC236}">
                  <a16:creationId xmlns:a16="http://schemas.microsoft.com/office/drawing/2014/main" id="{B310D339-663A-A00E-5917-6B327C0D7DD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0" name="Oval 2959">
              <a:extLst>
                <a:ext uri="{FF2B5EF4-FFF2-40B4-BE49-F238E27FC236}">
                  <a16:creationId xmlns:a16="http://schemas.microsoft.com/office/drawing/2014/main" id="{4A8401FF-B394-FAEE-E884-07AA1BEFF45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8" name="Group 3017">
            <a:extLst>
              <a:ext uri="{FF2B5EF4-FFF2-40B4-BE49-F238E27FC236}">
                <a16:creationId xmlns:a16="http://schemas.microsoft.com/office/drawing/2014/main" id="{1A154E74-B8A3-DB3C-5B8E-49A0324524E3}"/>
              </a:ext>
            </a:extLst>
          </p:cNvPr>
          <p:cNvGrpSpPr/>
          <p:nvPr/>
        </p:nvGrpSpPr>
        <p:grpSpPr>
          <a:xfrm rot="10800000">
            <a:off x="7271547" y="3132517"/>
            <a:ext cx="242005" cy="46723"/>
            <a:chOff x="7979724" y="3580291"/>
            <a:chExt cx="242005" cy="43678"/>
          </a:xfrm>
        </p:grpSpPr>
        <p:sp>
          <p:nvSpPr>
            <p:cNvPr id="3082" name="Oval 3081">
              <a:extLst>
                <a:ext uri="{FF2B5EF4-FFF2-40B4-BE49-F238E27FC236}">
                  <a16:creationId xmlns:a16="http://schemas.microsoft.com/office/drawing/2014/main" id="{81106322-9357-2F69-26C2-952B9BC4732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Oval 3082">
              <a:extLst>
                <a:ext uri="{FF2B5EF4-FFF2-40B4-BE49-F238E27FC236}">
                  <a16:creationId xmlns:a16="http://schemas.microsoft.com/office/drawing/2014/main" id="{C1D16AF7-D449-8985-6925-AA4C03B677E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Oval 3083">
              <a:extLst>
                <a:ext uri="{FF2B5EF4-FFF2-40B4-BE49-F238E27FC236}">
                  <a16:creationId xmlns:a16="http://schemas.microsoft.com/office/drawing/2014/main" id="{1E7C170F-541A-8A7D-6086-65108AFDE94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Oval 3084">
              <a:extLst>
                <a:ext uri="{FF2B5EF4-FFF2-40B4-BE49-F238E27FC236}">
                  <a16:creationId xmlns:a16="http://schemas.microsoft.com/office/drawing/2014/main" id="{9E6A9D94-A4B0-BF54-8EE8-1E9718B727A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6" name="Oval 3085">
              <a:extLst>
                <a:ext uri="{FF2B5EF4-FFF2-40B4-BE49-F238E27FC236}">
                  <a16:creationId xmlns:a16="http://schemas.microsoft.com/office/drawing/2014/main" id="{1C6DD9A5-0756-0274-1B79-105A3AB1E62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Oval 3086">
              <a:extLst>
                <a:ext uri="{FF2B5EF4-FFF2-40B4-BE49-F238E27FC236}">
                  <a16:creationId xmlns:a16="http://schemas.microsoft.com/office/drawing/2014/main" id="{D4261D00-EEBB-B72D-70D4-36EACA8AD58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Oval 3087">
              <a:extLst>
                <a:ext uri="{FF2B5EF4-FFF2-40B4-BE49-F238E27FC236}">
                  <a16:creationId xmlns:a16="http://schemas.microsoft.com/office/drawing/2014/main" id="{0FB39B96-EE02-9EAA-C3DA-F7A055AA70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Oval 3088">
              <a:extLst>
                <a:ext uri="{FF2B5EF4-FFF2-40B4-BE49-F238E27FC236}">
                  <a16:creationId xmlns:a16="http://schemas.microsoft.com/office/drawing/2014/main" id="{35C7D6F2-BECD-1C7D-C4BD-35C12154EFC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9" name="Group 3018">
            <a:extLst>
              <a:ext uri="{FF2B5EF4-FFF2-40B4-BE49-F238E27FC236}">
                <a16:creationId xmlns:a16="http://schemas.microsoft.com/office/drawing/2014/main" id="{D8756114-396B-47CA-1573-FD82753C3E34}"/>
              </a:ext>
            </a:extLst>
          </p:cNvPr>
          <p:cNvGrpSpPr/>
          <p:nvPr/>
        </p:nvGrpSpPr>
        <p:grpSpPr>
          <a:xfrm>
            <a:off x="7200390" y="3133333"/>
            <a:ext cx="242005" cy="43678"/>
            <a:chOff x="7979724" y="3580291"/>
            <a:chExt cx="242005" cy="43678"/>
          </a:xfrm>
        </p:grpSpPr>
        <p:sp>
          <p:nvSpPr>
            <p:cNvPr id="3074" name="Oval 3073">
              <a:extLst>
                <a:ext uri="{FF2B5EF4-FFF2-40B4-BE49-F238E27FC236}">
                  <a16:creationId xmlns:a16="http://schemas.microsoft.com/office/drawing/2014/main" id="{3526A88C-A50D-EF77-48F2-F2563D554D6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5" name="Oval 3074">
              <a:extLst>
                <a:ext uri="{FF2B5EF4-FFF2-40B4-BE49-F238E27FC236}">
                  <a16:creationId xmlns:a16="http://schemas.microsoft.com/office/drawing/2014/main" id="{6257C929-A175-CE25-42E9-6ABDD6F964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6" name="Oval 3075">
              <a:extLst>
                <a:ext uri="{FF2B5EF4-FFF2-40B4-BE49-F238E27FC236}">
                  <a16:creationId xmlns:a16="http://schemas.microsoft.com/office/drawing/2014/main" id="{F1CF80F8-63D1-231D-FE64-9FDE0E5C6D1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Oval 3076">
              <a:extLst>
                <a:ext uri="{FF2B5EF4-FFF2-40B4-BE49-F238E27FC236}">
                  <a16:creationId xmlns:a16="http://schemas.microsoft.com/office/drawing/2014/main" id="{7731CA51-3268-0570-168B-393E7764F7F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8" name="Oval 3077">
              <a:extLst>
                <a:ext uri="{FF2B5EF4-FFF2-40B4-BE49-F238E27FC236}">
                  <a16:creationId xmlns:a16="http://schemas.microsoft.com/office/drawing/2014/main" id="{0E9B4DF6-6EA5-B817-DD8B-D0F799166B7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9" name="Oval 3078">
              <a:extLst>
                <a:ext uri="{FF2B5EF4-FFF2-40B4-BE49-F238E27FC236}">
                  <a16:creationId xmlns:a16="http://schemas.microsoft.com/office/drawing/2014/main" id="{4CBE1A37-4DAD-56B0-5EE2-4F375F7F776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Oval 3079">
              <a:extLst>
                <a:ext uri="{FF2B5EF4-FFF2-40B4-BE49-F238E27FC236}">
                  <a16:creationId xmlns:a16="http://schemas.microsoft.com/office/drawing/2014/main" id="{C545EB97-CF28-A95A-EB5F-274101B0D32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Oval 3080">
              <a:extLst>
                <a:ext uri="{FF2B5EF4-FFF2-40B4-BE49-F238E27FC236}">
                  <a16:creationId xmlns:a16="http://schemas.microsoft.com/office/drawing/2014/main" id="{951D25C6-CBCB-C954-EF14-CDC76DC1E1C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0" name="Group 3019">
            <a:extLst>
              <a:ext uri="{FF2B5EF4-FFF2-40B4-BE49-F238E27FC236}">
                <a16:creationId xmlns:a16="http://schemas.microsoft.com/office/drawing/2014/main" id="{EA307F3D-C1EE-06E5-58F6-CEFF0B67AC65}"/>
              </a:ext>
            </a:extLst>
          </p:cNvPr>
          <p:cNvGrpSpPr/>
          <p:nvPr/>
        </p:nvGrpSpPr>
        <p:grpSpPr>
          <a:xfrm rot="10800000">
            <a:off x="7512590" y="3135693"/>
            <a:ext cx="242005" cy="46723"/>
            <a:chOff x="7979724" y="3580291"/>
            <a:chExt cx="242005" cy="43678"/>
          </a:xfrm>
        </p:grpSpPr>
        <p:sp>
          <p:nvSpPr>
            <p:cNvPr id="3066" name="Oval 3065">
              <a:extLst>
                <a:ext uri="{FF2B5EF4-FFF2-40B4-BE49-F238E27FC236}">
                  <a16:creationId xmlns:a16="http://schemas.microsoft.com/office/drawing/2014/main" id="{A6E59280-F4C5-A48F-7594-D0D3BE962FE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7" name="Oval 3066">
              <a:extLst>
                <a:ext uri="{FF2B5EF4-FFF2-40B4-BE49-F238E27FC236}">
                  <a16:creationId xmlns:a16="http://schemas.microsoft.com/office/drawing/2014/main" id="{6A4710DE-DA0A-DA3B-B67A-F725D39A62F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8" name="Oval 3067">
              <a:extLst>
                <a:ext uri="{FF2B5EF4-FFF2-40B4-BE49-F238E27FC236}">
                  <a16:creationId xmlns:a16="http://schemas.microsoft.com/office/drawing/2014/main" id="{06F051CC-0A63-635F-3F02-092FD0077E9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9" name="Oval 3068">
              <a:extLst>
                <a:ext uri="{FF2B5EF4-FFF2-40B4-BE49-F238E27FC236}">
                  <a16:creationId xmlns:a16="http://schemas.microsoft.com/office/drawing/2014/main" id="{4063C9BB-DFBB-9D9B-9D87-6B7DBC9F216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0" name="Oval 3069">
              <a:extLst>
                <a:ext uri="{FF2B5EF4-FFF2-40B4-BE49-F238E27FC236}">
                  <a16:creationId xmlns:a16="http://schemas.microsoft.com/office/drawing/2014/main" id="{BD227507-330E-DE6A-8AAA-0C9B04471CA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1" name="Oval 3070">
              <a:extLst>
                <a:ext uri="{FF2B5EF4-FFF2-40B4-BE49-F238E27FC236}">
                  <a16:creationId xmlns:a16="http://schemas.microsoft.com/office/drawing/2014/main" id="{6F6030FE-291B-D294-2DFE-96347A861E2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 name="Oval 3071">
              <a:extLst>
                <a:ext uri="{FF2B5EF4-FFF2-40B4-BE49-F238E27FC236}">
                  <a16:creationId xmlns:a16="http://schemas.microsoft.com/office/drawing/2014/main" id="{896FF0F8-B07E-439F-8745-7D8BAACFD45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 name="Oval 3072">
              <a:extLst>
                <a:ext uri="{FF2B5EF4-FFF2-40B4-BE49-F238E27FC236}">
                  <a16:creationId xmlns:a16="http://schemas.microsoft.com/office/drawing/2014/main" id="{B298C039-959C-51D2-F530-76342114797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1" name="Group 3020">
            <a:extLst>
              <a:ext uri="{FF2B5EF4-FFF2-40B4-BE49-F238E27FC236}">
                <a16:creationId xmlns:a16="http://schemas.microsoft.com/office/drawing/2014/main" id="{CEC10946-377A-B33B-3ADA-2D87A471E33E}"/>
              </a:ext>
            </a:extLst>
          </p:cNvPr>
          <p:cNvGrpSpPr/>
          <p:nvPr/>
        </p:nvGrpSpPr>
        <p:grpSpPr>
          <a:xfrm rot="11689693">
            <a:off x="7441433" y="3136509"/>
            <a:ext cx="242005" cy="43678"/>
            <a:chOff x="7979724" y="3580291"/>
            <a:chExt cx="242005" cy="43678"/>
          </a:xfrm>
        </p:grpSpPr>
        <p:sp>
          <p:nvSpPr>
            <p:cNvPr id="3058" name="Oval 3057">
              <a:extLst>
                <a:ext uri="{FF2B5EF4-FFF2-40B4-BE49-F238E27FC236}">
                  <a16:creationId xmlns:a16="http://schemas.microsoft.com/office/drawing/2014/main" id="{6C4A9F34-2B0A-3F73-F8C3-8F314580F1D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9" name="Oval 3058">
              <a:extLst>
                <a:ext uri="{FF2B5EF4-FFF2-40B4-BE49-F238E27FC236}">
                  <a16:creationId xmlns:a16="http://schemas.microsoft.com/office/drawing/2014/main" id="{5F576034-741B-AF59-F9BE-6FD9DDCEB6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0" name="Oval 3059">
              <a:extLst>
                <a:ext uri="{FF2B5EF4-FFF2-40B4-BE49-F238E27FC236}">
                  <a16:creationId xmlns:a16="http://schemas.microsoft.com/office/drawing/2014/main" id="{0D8C3921-0EE2-88DE-AE27-57A4B76B359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1" name="Oval 3060">
              <a:extLst>
                <a:ext uri="{FF2B5EF4-FFF2-40B4-BE49-F238E27FC236}">
                  <a16:creationId xmlns:a16="http://schemas.microsoft.com/office/drawing/2014/main" id="{D18B4E26-D544-CE56-11C5-2A1D5A1E76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2" name="Oval 3061">
              <a:extLst>
                <a:ext uri="{FF2B5EF4-FFF2-40B4-BE49-F238E27FC236}">
                  <a16:creationId xmlns:a16="http://schemas.microsoft.com/office/drawing/2014/main" id="{5090BFE4-F975-EDF6-8F50-F75B58B5446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Oval 3062">
              <a:extLst>
                <a:ext uri="{FF2B5EF4-FFF2-40B4-BE49-F238E27FC236}">
                  <a16:creationId xmlns:a16="http://schemas.microsoft.com/office/drawing/2014/main" id="{AB4AF168-D28C-5AF4-4F98-6D06C1CDEF3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4" name="Oval 3063">
              <a:extLst>
                <a:ext uri="{FF2B5EF4-FFF2-40B4-BE49-F238E27FC236}">
                  <a16:creationId xmlns:a16="http://schemas.microsoft.com/office/drawing/2014/main" id="{87909C7F-CA78-D89C-8B90-A9BCAA6F4C6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5" name="Oval 3064">
              <a:extLst>
                <a:ext uri="{FF2B5EF4-FFF2-40B4-BE49-F238E27FC236}">
                  <a16:creationId xmlns:a16="http://schemas.microsoft.com/office/drawing/2014/main" id="{D66AD692-56B7-82B3-C682-9D64B1135AD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2" name="Group 3021">
            <a:extLst>
              <a:ext uri="{FF2B5EF4-FFF2-40B4-BE49-F238E27FC236}">
                <a16:creationId xmlns:a16="http://schemas.microsoft.com/office/drawing/2014/main" id="{6356AF48-5689-B07C-1F4A-8BA751437951}"/>
              </a:ext>
            </a:extLst>
          </p:cNvPr>
          <p:cNvGrpSpPr/>
          <p:nvPr/>
        </p:nvGrpSpPr>
        <p:grpSpPr>
          <a:xfrm rot="21292958">
            <a:off x="7688887" y="3136533"/>
            <a:ext cx="242005" cy="46723"/>
            <a:chOff x="7979724" y="3580291"/>
            <a:chExt cx="242005" cy="43678"/>
          </a:xfrm>
        </p:grpSpPr>
        <p:sp>
          <p:nvSpPr>
            <p:cNvPr id="3050" name="Oval 3049">
              <a:extLst>
                <a:ext uri="{FF2B5EF4-FFF2-40B4-BE49-F238E27FC236}">
                  <a16:creationId xmlns:a16="http://schemas.microsoft.com/office/drawing/2014/main" id="{2933A2E4-1F6E-FC00-F00C-135698C762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1" name="Oval 3050">
              <a:extLst>
                <a:ext uri="{FF2B5EF4-FFF2-40B4-BE49-F238E27FC236}">
                  <a16:creationId xmlns:a16="http://schemas.microsoft.com/office/drawing/2014/main" id="{9E950B3D-6362-59CC-2502-44DB95452B1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2" name="Oval 3051">
              <a:extLst>
                <a:ext uri="{FF2B5EF4-FFF2-40B4-BE49-F238E27FC236}">
                  <a16:creationId xmlns:a16="http://schemas.microsoft.com/office/drawing/2014/main" id="{E48225F1-C001-6A95-0D2E-7682AD2259A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3" name="Oval 3052">
              <a:extLst>
                <a:ext uri="{FF2B5EF4-FFF2-40B4-BE49-F238E27FC236}">
                  <a16:creationId xmlns:a16="http://schemas.microsoft.com/office/drawing/2014/main" id="{283093B3-C049-0780-8561-8DCB38B54E0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4" name="Oval 3053">
              <a:extLst>
                <a:ext uri="{FF2B5EF4-FFF2-40B4-BE49-F238E27FC236}">
                  <a16:creationId xmlns:a16="http://schemas.microsoft.com/office/drawing/2014/main" id="{88BCD6D1-542E-ACB7-A590-634BC80334F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5" name="Oval 3054">
              <a:extLst>
                <a:ext uri="{FF2B5EF4-FFF2-40B4-BE49-F238E27FC236}">
                  <a16:creationId xmlns:a16="http://schemas.microsoft.com/office/drawing/2014/main" id="{5CB51058-0507-42E7-019E-06184A9DF11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6" name="Oval 3055">
              <a:extLst>
                <a:ext uri="{FF2B5EF4-FFF2-40B4-BE49-F238E27FC236}">
                  <a16:creationId xmlns:a16="http://schemas.microsoft.com/office/drawing/2014/main" id="{E39E95BC-337F-5F7E-74ED-2E649EB9E1B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7" name="Oval 3056">
              <a:extLst>
                <a:ext uri="{FF2B5EF4-FFF2-40B4-BE49-F238E27FC236}">
                  <a16:creationId xmlns:a16="http://schemas.microsoft.com/office/drawing/2014/main" id="{F4945DFA-F7CE-AE51-03BF-DBF9372E167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3" name="Group 3022">
            <a:extLst>
              <a:ext uri="{FF2B5EF4-FFF2-40B4-BE49-F238E27FC236}">
                <a16:creationId xmlns:a16="http://schemas.microsoft.com/office/drawing/2014/main" id="{0E722331-1959-A93F-D1FE-87D95C58AF4C}"/>
              </a:ext>
            </a:extLst>
          </p:cNvPr>
          <p:cNvGrpSpPr/>
          <p:nvPr/>
        </p:nvGrpSpPr>
        <p:grpSpPr>
          <a:xfrm>
            <a:off x="7617730" y="3137349"/>
            <a:ext cx="242005" cy="43678"/>
            <a:chOff x="7979724" y="3580291"/>
            <a:chExt cx="242005" cy="43678"/>
          </a:xfrm>
        </p:grpSpPr>
        <p:sp>
          <p:nvSpPr>
            <p:cNvPr id="3042" name="Oval 3041">
              <a:extLst>
                <a:ext uri="{FF2B5EF4-FFF2-40B4-BE49-F238E27FC236}">
                  <a16:creationId xmlns:a16="http://schemas.microsoft.com/office/drawing/2014/main" id="{295547E8-1238-6643-8B27-CB456BA6D3B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3" name="Oval 3042">
              <a:extLst>
                <a:ext uri="{FF2B5EF4-FFF2-40B4-BE49-F238E27FC236}">
                  <a16:creationId xmlns:a16="http://schemas.microsoft.com/office/drawing/2014/main" id="{BCAE3E2D-EA12-DC0A-6EE1-048D18E0AB7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4" name="Oval 3043">
              <a:extLst>
                <a:ext uri="{FF2B5EF4-FFF2-40B4-BE49-F238E27FC236}">
                  <a16:creationId xmlns:a16="http://schemas.microsoft.com/office/drawing/2014/main" id="{33F326DC-0EAE-9752-3D72-58213B67AC7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5" name="Oval 3044">
              <a:extLst>
                <a:ext uri="{FF2B5EF4-FFF2-40B4-BE49-F238E27FC236}">
                  <a16:creationId xmlns:a16="http://schemas.microsoft.com/office/drawing/2014/main" id="{3EDF19BF-1D40-829B-797E-37D743A3FBE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6" name="Oval 3045">
              <a:extLst>
                <a:ext uri="{FF2B5EF4-FFF2-40B4-BE49-F238E27FC236}">
                  <a16:creationId xmlns:a16="http://schemas.microsoft.com/office/drawing/2014/main" id="{6D293A92-672A-D278-C0C3-8CE844B8BC7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7" name="Oval 3046">
              <a:extLst>
                <a:ext uri="{FF2B5EF4-FFF2-40B4-BE49-F238E27FC236}">
                  <a16:creationId xmlns:a16="http://schemas.microsoft.com/office/drawing/2014/main" id="{EAE6C95C-0BA2-24E2-FBC7-3EA5AE94B6C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8" name="Oval 3047">
              <a:extLst>
                <a:ext uri="{FF2B5EF4-FFF2-40B4-BE49-F238E27FC236}">
                  <a16:creationId xmlns:a16="http://schemas.microsoft.com/office/drawing/2014/main" id="{3B53A1A6-A788-3FB1-E055-74B66BFBDA9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9" name="Oval 3048">
              <a:extLst>
                <a:ext uri="{FF2B5EF4-FFF2-40B4-BE49-F238E27FC236}">
                  <a16:creationId xmlns:a16="http://schemas.microsoft.com/office/drawing/2014/main" id="{65176390-99EE-CBE5-BE21-AE25E05BF22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4" name="Group 3023">
            <a:extLst>
              <a:ext uri="{FF2B5EF4-FFF2-40B4-BE49-F238E27FC236}">
                <a16:creationId xmlns:a16="http://schemas.microsoft.com/office/drawing/2014/main" id="{D597D031-7825-2EAB-0686-C997096009C7}"/>
              </a:ext>
            </a:extLst>
          </p:cNvPr>
          <p:cNvGrpSpPr/>
          <p:nvPr/>
        </p:nvGrpSpPr>
        <p:grpSpPr>
          <a:xfrm rot="10800000">
            <a:off x="7929930" y="3139709"/>
            <a:ext cx="242005" cy="46723"/>
            <a:chOff x="7979724" y="3580291"/>
            <a:chExt cx="242005" cy="43678"/>
          </a:xfrm>
        </p:grpSpPr>
        <p:sp>
          <p:nvSpPr>
            <p:cNvPr id="3034" name="Oval 3033">
              <a:extLst>
                <a:ext uri="{FF2B5EF4-FFF2-40B4-BE49-F238E27FC236}">
                  <a16:creationId xmlns:a16="http://schemas.microsoft.com/office/drawing/2014/main" id="{2AD7FB51-B14C-8D0E-E49F-9413B7ADA84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5" name="Oval 3034">
              <a:extLst>
                <a:ext uri="{FF2B5EF4-FFF2-40B4-BE49-F238E27FC236}">
                  <a16:creationId xmlns:a16="http://schemas.microsoft.com/office/drawing/2014/main" id="{68E40316-CA2D-8C89-BF6E-99C4519FFAB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6" name="Oval 3035">
              <a:extLst>
                <a:ext uri="{FF2B5EF4-FFF2-40B4-BE49-F238E27FC236}">
                  <a16:creationId xmlns:a16="http://schemas.microsoft.com/office/drawing/2014/main" id="{117166C6-7B11-F1BB-0275-8C644C09640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7" name="Oval 3036">
              <a:extLst>
                <a:ext uri="{FF2B5EF4-FFF2-40B4-BE49-F238E27FC236}">
                  <a16:creationId xmlns:a16="http://schemas.microsoft.com/office/drawing/2014/main" id="{044B35E4-05E1-FF3C-3ABA-1E0AB256852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8" name="Oval 3037">
              <a:extLst>
                <a:ext uri="{FF2B5EF4-FFF2-40B4-BE49-F238E27FC236}">
                  <a16:creationId xmlns:a16="http://schemas.microsoft.com/office/drawing/2014/main" id="{D715FE56-2DB4-CAFD-5CD0-336BB7AD372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9" name="Oval 3038">
              <a:extLst>
                <a:ext uri="{FF2B5EF4-FFF2-40B4-BE49-F238E27FC236}">
                  <a16:creationId xmlns:a16="http://schemas.microsoft.com/office/drawing/2014/main" id="{99236626-C0BC-84B2-A23D-0A974085921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0" name="Oval 3039">
              <a:extLst>
                <a:ext uri="{FF2B5EF4-FFF2-40B4-BE49-F238E27FC236}">
                  <a16:creationId xmlns:a16="http://schemas.microsoft.com/office/drawing/2014/main" id="{9E4DCA73-EBBD-12F9-A76B-CB5F9886E7B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1" name="Oval 3040">
              <a:extLst>
                <a:ext uri="{FF2B5EF4-FFF2-40B4-BE49-F238E27FC236}">
                  <a16:creationId xmlns:a16="http://schemas.microsoft.com/office/drawing/2014/main" id="{4635B149-C05E-8370-23BC-F2645486451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5" name="Group 3024">
            <a:extLst>
              <a:ext uri="{FF2B5EF4-FFF2-40B4-BE49-F238E27FC236}">
                <a16:creationId xmlns:a16="http://schemas.microsoft.com/office/drawing/2014/main" id="{C49AB570-B831-05B6-2C5A-7A7DC9EC5D1E}"/>
              </a:ext>
            </a:extLst>
          </p:cNvPr>
          <p:cNvGrpSpPr/>
          <p:nvPr/>
        </p:nvGrpSpPr>
        <p:grpSpPr>
          <a:xfrm>
            <a:off x="7858773" y="3140525"/>
            <a:ext cx="242005" cy="43678"/>
            <a:chOff x="7979724" y="3580291"/>
            <a:chExt cx="242005" cy="43678"/>
          </a:xfrm>
        </p:grpSpPr>
        <p:sp>
          <p:nvSpPr>
            <p:cNvPr id="3026" name="Oval 3025">
              <a:extLst>
                <a:ext uri="{FF2B5EF4-FFF2-40B4-BE49-F238E27FC236}">
                  <a16:creationId xmlns:a16="http://schemas.microsoft.com/office/drawing/2014/main" id="{BF007EDA-E911-C78E-243F-BCB4B0F02FE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7" name="Oval 3026">
              <a:extLst>
                <a:ext uri="{FF2B5EF4-FFF2-40B4-BE49-F238E27FC236}">
                  <a16:creationId xmlns:a16="http://schemas.microsoft.com/office/drawing/2014/main" id="{DCA667CD-4409-7F54-01CA-4CD5C57080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8" name="Oval 3027">
              <a:extLst>
                <a:ext uri="{FF2B5EF4-FFF2-40B4-BE49-F238E27FC236}">
                  <a16:creationId xmlns:a16="http://schemas.microsoft.com/office/drawing/2014/main" id="{C6735C0D-3131-21B4-B249-8F33537530D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9" name="Oval 3028">
              <a:extLst>
                <a:ext uri="{FF2B5EF4-FFF2-40B4-BE49-F238E27FC236}">
                  <a16:creationId xmlns:a16="http://schemas.microsoft.com/office/drawing/2014/main" id="{67A5ED22-78D2-867B-33AA-B53E35001AF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0" name="Oval 3029">
              <a:extLst>
                <a:ext uri="{FF2B5EF4-FFF2-40B4-BE49-F238E27FC236}">
                  <a16:creationId xmlns:a16="http://schemas.microsoft.com/office/drawing/2014/main" id="{F95C79AA-B144-3F55-3128-8C364066A59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1" name="Oval 3030">
              <a:extLst>
                <a:ext uri="{FF2B5EF4-FFF2-40B4-BE49-F238E27FC236}">
                  <a16:creationId xmlns:a16="http://schemas.microsoft.com/office/drawing/2014/main" id="{BAD2223C-C5F4-D0BD-1DF9-7FDC047C9A7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2" name="Oval 3031">
              <a:extLst>
                <a:ext uri="{FF2B5EF4-FFF2-40B4-BE49-F238E27FC236}">
                  <a16:creationId xmlns:a16="http://schemas.microsoft.com/office/drawing/2014/main" id="{E472BA4C-51D0-4639-CE3F-34017BCED6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3" name="Oval 3032">
              <a:extLst>
                <a:ext uri="{FF2B5EF4-FFF2-40B4-BE49-F238E27FC236}">
                  <a16:creationId xmlns:a16="http://schemas.microsoft.com/office/drawing/2014/main" id="{80FE0FD2-59A5-C3AB-BC41-5A1658DB310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1" name="Group 3090">
            <a:extLst>
              <a:ext uri="{FF2B5EF4-FFF2-40B4-BE49-F238E27FC236}">
                <a16:creationId xmlns:a16="http://schemas.microsoft.com/office/drawing/2014/main" id="{A5940113-CE06-55A0-580B-A18EBE89D282}"/>
              </a:ext>
            </a:extLst>
          </p:cNvPr>
          <p:cNvGrpSpPr/>
          <p:nvPr/>
        </p:nvGrpSpPr>
        <p:grpSpPr>
          <a:xfrm rot="10800000">
            <a:off x="6934772" y="3424659"/>
            <a:ext cx="242005" cy="46723"/>
            <a:chOff x="7979724" y="3580291"/>
            <a:chExt cx="242005" cy="43678"/>
          </a:xfrm>
        </p:grpSpPr>
        <p:sp>
          <p:nvSpPr>
            <p:cNvPr id="3155" name="Oval 3154">
              <a:extLst>
                <a:ext uri="{FF2B5EF4-FFF2-40B4-BE49-F238E27FC236}">
                  <a16:creationId xmlns:a16="http://schemas.microsoft.com/office/drawing/2014/main" id="{77A39657-06C3-6D48-2B72-BB0E7D293C6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6" name="Oval 3155">
              <a:extLst>
                <a:ext uri="{FF2B5EF4-FFF2-40B4-BE49-F238E27FC236}">
                  <a16:creationId xmlns:a16="http://schemas.microsoft.com/office/drawing/2014/main" id="{5122B4AA-7F86-8426-869D-D9854E718E1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7" name="Oval 3156">
              <a:extLst>
                <a:ext uri="{FF2B5EF4-FFF2-40B4-BE49-F238E27FC236}">
                  <a16:creationId xmlns:a16="http://schemas.microsoft.com/office/drawing/2014/main" id="{4A7674D1-E44C-D5BE-C030-78E5B7ED924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8" name="Oval 3157">
              <a:extLst>
                <a:ext uri="{FF2B5EF4-FFF2-40B4-BE49-F238E27FC236}">
                  <a16:creationId xmlns:a16="http://schemas.microsoft.com/office/drawing/2014/main" id="{BA7C130E-5E64-82A3-AA0C-423FB7560C7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9" name="Oval 3158">
              <a:extLst>
                <a:ext uri="{FF2B5EF4-FFF2-40B4-BE49-F238E27FC236}">
                  <a16:creationId xmlns:a16="http://schemas.microsoft.com/office/drawing/2014/main" id="{64BBEE0F-BDD3-C641-1028-1B20ADB4373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0" name="Oval 3159">
              <a:extLst>
                <a:ext uri="{FF2B5EF4-FFF2-40B4-BE49-F238E27FC236}">
                  <a16:creationId xmlns:a16="http://schemas.microsoft.com/office/drawing/2014/main" id="{E7B8D017-9969-0650-6346-1817F47C80F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1" name="Oval 3160">
              <a:extLst>
                <a:ext uri="{FF2B5EF4-FFF2-40B4-BE49-F238E27FC236}">
                  <a16:creationId xmlns:a16="http://schemas.microsoft.com/office/drawing/2014/main" id="{62A2339E-1ED7-5F1A-42BF-995F5FCA805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2" name="Oval 3161">
              <a:extLst>
                <a:ext uri="{FF2B5EF4-FFF2-40B4-BE49-F238E27FC236}">
                  <a16:creationId xmlns:a16="http://schemas.microsoft.com/office/drawing/2014/main" id="{ED6AC42D-7264-52E0-1BE1-D4A476A8D55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2" name="Group 3091">
            <a:extLst>
              <a:ext uri="{FF2B5EF4-FFF2-40B4-BE49-F238E27FC236}">
                <a16:creationId xmlns:a16="http://schemas.microsoft.com/office/drawing/2014/main" id="{EAA1E479-D773-BE79-421D-A4E1D7777F26}"/>
              </a:ext>
            </a:extLst>
          </p:cNvPr>
          <p:cNvGrpSpPr/>
          <p:nvPr/>
        </p:nvGrpSpPr>
        <p:grpSpPr>
          <a:xfrm>
            <a:off x="6863615" y="3425475"/>
            <a:ext cx="242005" cy="43678"/>
            <a:chOff x="7979724" y="3580291"/>
            <a:chExt cx="242005" cy="43678"/>
          </a:xfrm>
        </p:grpSpPr>
        <p:sp>
          <p:nvSpPr>
            <p:cNvPr id="3147" name="Oval 3146">
              <a:extLst>
                <a:ext uri="{FF2B5EF4-FFF2-40B4-BE49-F238E27FC236}">
                  <a16:creationId xmlns:a16="http://schemas.microsoft.com/office/drawing/2014/main" id="{4E097C7F-3BBA-8D68-0003-E0923172BC8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8" name="Oval 3147">
              <a:extLst>
                <a:ext uri="{FF2B5EF4-FFF2-40B4-BE49-F238E27FC236}">
                  <a16:creationId xmlns:a16="http://schemas.microsoft.com/office/drawing/2014/main" id="{00E0597A-CCCF-BCBC-89FC-1B3D4207A30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9" name="Oval 3148">
              <a:extLst>
                <a:ext uri="{FF2B5EF4-FFF2-40B4-BE49-F238E27FC236}">
                  <a16:creationId xmlns:a16="http://schemas.microsoft.com/office/drawing/2014/main" id="{D52E2E45-CA8B-9501-1312-E2A15AC029B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0" name="Oval 3149">
              <a:extLst>
                <a:ext uri="{FF2B5EF4-FFF2-40B4-BE49-F238E27FC236}">
                  <a16:creationId xmlns:a16="http://schemas.microsoft.com/office/drawing/2014/main" id="{C2AD02DE-0025-B869-555C-BA89E2C1240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1" name="Oval 3150">
              <a:extLst>
                <a:ext uri="{FF2B5EF4-FFF2-40B4-BE49-F238E27FC236}">
                  <a16:creationId xmlns:a16="http://schemas.microsoft.com/office/drawing/2014/main" id="{CA1FDC23-108A-3017-9C72-58DF5EC7F81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2" name="Oval 3151">
              <a:extLst>
                <a:ext uri="{FF2B5EF4-FFF2-40B4-BE49-F238E27FC236}">
                  <a16:creationId xmlns:a16="http://schemas.microsoft.com/office/drawing/2014/main" id="{314E4801-B17A-2AF1-6BC4-43B0436B76C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3" name="Oval 3152">
              <a:extLst>
                <a:ext uri="{FF2B5EF4-FFF2-40B4-BE49-F238E27FC236}">
                  <a16:creationId xmlns:a16="http://schemas.microsoft.com/office/drawing/2014/main" id="{B78E4E5B-16A8-C829-FE57-856C41BF002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4" name="Oval 3153">
              <a:extLst>
                <a:ext uri="{FF2B5EF4-FFF2-40B4-BE49-F238E27FC236}">
                  <a16:creationId xmlns:a16="http://schemas.microsoft.com/office/drawing/2014/main" id="{D56CB874-A875-F6F8-3EB2-17CC96FDD0B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3" name="Group 3092">
            <a:extLst>
              <a:ext uri="{FF2B5EF4-FFF2-40B4-BE49-F238E27FC236}">
                <a16:creationId xmlns:a16="http://schemas.microsoft.com/office/drawing/2014/main" id="{5D21D553-3E6E-9FC0-A1EC-7E63CE59A400}"/>
              </a:ext>
            </a:extLst>
          </p:cNvPr>
          <p:cNvGrpSpPr/>
          <p:nvPr/>
        </p:nvGrpSpPr>
        <p:grpSpPr>
          <a:xfrm rot="10800000">
            <a:off x="7175815" y="3427835"/>
            <a:ext cx="242005" cy="46723"/>
            <a:chOff x="7979724" y="3580291"/>
            <a:chExt cx="242005" cy="43678"/>
          </a:xfrm>
        </p:grpSpPr>
        <p:sp>
          <p:nvSpPr>
            <p:cNvPr id="3139" name="Oval 3138">
              <a:extLst>
                <a:ext uri="{FF2B5EF4-FFF2-40B4-BE49-F238E27FC236}">
                  <a16:creationId xmlns:a16="http://schemas.microsoft.com/office/drawing/2014/main" id="{358ECFC9-C6DA-A898-ABAC-B42DBA6A79F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0" name="Oval 3139">
              <a:extLst>
                <a:ext uri="{FF2B5EF4-FFF2-40B4-BE49-F238E27FC236}">
                  <a16:creationId xmlns:a16="http://schemas.microsoft.com/office/drawing/2014/main" id="{33D5794A-4BEA-8854-1BB3-556403C34D5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1" name="Oval 3140">
              <a:extLst>
                <a:ext uri="{FF2B5EF4-FFF2-40B4-BE49-F238E27FC236}">
                  <a16:creationId xmlns:a16="http://schemas.microsoft.com/office/drawing/2014/main" id="{D59AA46B-FB32-6BC2-484F-D4C6A32789C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2" name="Oval 3141">
              <a:extLst>
                <a:ext uri="{FF2B5EF4-FFF2-40B4-BE49-F238E27FC236}">
                  <a16:creationId xmlns:a16="http://schemas.microsoft.com/office/drawing/2014/main" id="{9B620F4E-1C6E-A561-3DAF-7631BB7E9DE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3" name="Oval 3142">
              <a:extLst>
                <a:ext uri="{FF2B5EF4-FFF2-40B4-BE49-F238E27FC236}">
                  <a16:creationId xmlns:a16="http://schemas.microsoft.com/office/drawing/2014/main" id="{8F6A1E23-9AEA-8946-A24E-1FF3649B584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4" name="Oval 3143">
              <a:extLst>
                <a:ext uri="{FF2B5EF4-FFF2-40B4-BE49-F238E27FC236}">
                  <a16:creationId xmlns:a16="http://schemas.microsoft.com/office/drawing/2014/main" id="{E8E503B8-F586-6814-561E-11AF3C3CAAF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5" name="Oval 3144">
              <a:extLst>
                <a:ext uri="{FF2B5EF4-FFF2-40B4-BE49-F238E27FC236}">
                  <a16:creationId xmlns:a16="http://schemas.microsoft.com/office/drawing/2014/main" id="{53876B17-F3D6-0FA9-58EC-883BB8107C7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6" name="Oval 3145">
              <a:extLst>
                <a:ext uri="{FF2B5EF4-FFF2-40B4-BE49-F238E27FC236}">
                  <a16:creationId xmlns:a16="http://schemas.microsoft.com/office/drawing/2014/main" id="{524132B2-EE58-E058-472C-8585FACC35C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4" name="Group 3093">
            <a:extLst>
              <a:ext uri="{FF2B5EF4-FFF2-40B4-BE49-F238E27FC236}">
                <a16:creationId xmlns:a16="http://schemas.microsoft.com/office/drawing/2014/main" id="{F0C50D5A-F2A6-6F93-3A8D-DE9F04649BAF}"/>
              </a:ext>
            </a:extLst>
          </p:cNvPr>
          <p:cNvGrpSpPr/>
          <p:nvPr/>
        </p:nvGrpSpPr>
        <p:grpSpPr>
          <a:xfrm rot="11689693">
            <a:off x="7104658" y="3428651"/>
            <a:ext cx="242005" cy="43678"/>
            <a:chOff x="7979724" y="3580291"/>
            <a:chExt cx="242005" cy="43678"/>
          </a:xfrm>
        </p:grpSpPr>
        <p:sp>
          <p:nvSpPr>
            <p:cNvPr id="3131" name="Oval 3130">
              <a:extLst>
                <a:ext uri="{FF2B5EF4-FFF2-40B4-BE49-F238E27FC236}">
                  <a16:creationId xmlns:a16="http://schemas.microsoft.com/office/drawing/2014/main" id="{653E6D2E-A129-7B44-BB0D-8DDEC50099F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2" name="Oval 3131">
              <a:extLst>
                <a:ext uri="{FF2B5EF4-FFF2-40B4-BE49-F238E27FC236}">
                  <a16:creationId xmlns:a16="http://schemas.microsoft.com/office/drawing/2014/main" id="{F1C7C190-04A9-E42A-D823-E67BDF898F0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3" name="Oval 3132">
              <a:extLst>
                <a:ext uri="{FF2B5EF4-FFF2-40B4-BE49-F238E27FC236}">
                  <a16:creationId xmlns:a16="http://schemas.microsoft.com/office/drawing/2014/main" id="{C4657729-4CBD-CD2B-5BB7-5008ED07767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4" name="Oval 3133">
              <a:extLst>
                <a:ext uri="{FF2B5EF4-FFF2-40B4-BE49-F238E27FC236}">
                  <a16:creationId xmlns:a16="http://schemas.microsoft.com/office/drawing/2014/main" id="{533371D7-9971-D875-48F5-7C262A719F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5" name="Oval 3134">
              <a:extLst>
                <a:ext uri="{FF2B5EF4-FFF2-40B4-BE49-F238E27FC236}">
                  <a16:creationId xmlns:a16="http://schemas.microsoft.com/office/drawing/2014/main" id="{13E7686C-1217-6191-D2CE-B6F17C53939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6" name="Oval 3135">
              <a:extLst>
                <a:ext uri="{FF2B5EF4-FFF2-40B4-BE49-F238E27FC236}">
                  <a16:creationId xmlns:a16="http://schemas.microsoft.com/office/drawing/2014/main" id="{79174EE9-82A5-D1D6-8854-222FB2525B5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7" name="Oval 3136">
              <a:extLst>
                <a:ext uri="{FF2B5EF4-FFF2-40B4-BE49-F238E27FC236}">
                  <a16:creationId xmlns:a16="http://schemas.microsoft.com/office/drawing/2014/main" id="{2DE07167-FF34-D545-26E7-AD3C80DE2D4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8" name="Oval 3137">
              <a:extLst>
                <a:ext uri="{FF2B5EF4-FFF2-40B4-BE49-F238E27FC236}">
                  <a16:creationId xmlns:a16="http://schemas.microsoft.com/office/drawing/2014/main" id="{333C45BA-098F-551A-4EC9-3FC3DD15FB8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5" name="Group 3094">
            <a:extLst>
              <a:ext uri="{FF2B5EF4-FFF2-40B4-BE49-F238E27FC236}">
                <a16:creationId xmlns:a16="http://schemas.microsoft.com/office/drawing/2014/main" id="{AAA0F094-74FC-175F-7B1B-D0FE7A39EC63}"/>
              </a:ext>
            </a:extLst>
          </p:cNvPr>
          <p:cNvGrpSpPr/>
          <p:nvPr/>
        </p:nvGrpSpPr>
        <p:grpSpPr>
          <a:xfrm rot="21292958">
            <a:off x="7352112" y="3428675"/>
            <a:ext cx="242005" cy="46723"/>
            <a:chOff x="7979724" y="3580291"/>
            <a:chExt cx="242005" cy="43678"/>
          </a:xfrm>
        </p:grpSpPr>
        <p:sp>
          <p:nvSpPr>
            <p:cNvPr id="3123" name="Oval 3122">
              <a:extLst>
                <a:ext uri="{FF2B5EF4-FFF2-40B4-BE49-F238E27FC236}">
                  <a16:creationId xmlns:a16="http://schemas.microsoft.com/office/drawing/2014/main" id="{73769847-7E11-3E43-B5F0-2A51EF43EBF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4" name="Oval 3123">
              <a:extLst>
                <a:ext uri="{FF2B5EF4-FFF2-40B4-BE49-F238E27FC236}">
                  <a16:creationId xmlns:a16="http://schemas.microsoft.com/office/drawing/2014/main" id="{1FC3C983-751C-AA30-1989-2B7A7BE05D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5" name="Oval 3124">
              <a:extLst>
                <a:ext uri="{FF2B5EF4-FFF2-40B4-BE49-F238E27FC236}">
                  <a16:creationId xmlns:a16="http://schemas.microsoft.com/office/drawing/2014/main" id="{3C2C45F4-7962-A73B-6776-F1C07EFC8CB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6" name="Oval 3125">
              <a:extLst>
                <a:ext uri="{FF2B5EF4-FFF2-40B4-BE49-F238E27FC236}">
                  <a16:creationId xmlns:a16="http://schemas.microsoft.com/office/drawing/2014/main" id="{C345E159-6F31-6052-1B72-24110C64671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7" name="Oval 3126">
              <a:extLst>
                <a:ext uri="{FF2B5EF4-FFF2-40B4-BE49-F238E27FC236}">
                  <a16:creationId xmlns:a16="http://schemas.microsoft.com/office/drawing/2014/main" id="{CF99A4A5-AED2-3215-F755-3B7DEB3C042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8" name="Oval 3127">
              <a:extLst>
                <a:ext uri="{FF2B5EF4-FFF2-40B4-BE49-F238E27FC236}">
                  <a16:creationId xmlns:a16="http://schemas.microsoft.com/office/drawing/2014/main" id="{7429D547-E703-0A75-24AC-1DA837B4676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9" name="Oval 3128">
              <a:extLst>
                <a:ext uri="{FF2B5EF4-FFF2-40B4-BE49-F238E27FC236}">
                  <a16:creationId xmlns:a16="http://schemas.microsoft.com/office/drawing/2014/main" id="{A6892B56-6BC7-29AF-AD7A-B9C61D3943D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0" name="Oval 3129">
              <a:extLst>
                <a:ext uri="{FF2B5EF4-FFF2-40B4-BE49-F238E27FC236}">
                  <a16:creationId xmlns:a16="http://schemas.microsoft.com/office/drawing/2014/main" id="{7491C13A-2CE4-B8AA-9476-083EF7B84B3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6" name="Group 3095">
            <a:extLst>
              <a:ext uri="{FF2B5EF4-FFF2-40B4-BE49-F238E27FC236}">
                <a16:creationId xmlns:a16="http://schemas.microsoft.com/office/drawing/2014/main" id="{5CCB7474-28AA-0157-CDCD-88433474AB6E}"/>
              </a:ext>
            </a:extLst>
          </p:cNvPr>
          <p:cNvGrpSpPr/>
          <p:nvPr/>
        </p:nvGrpSpPr>
        <p:grpSpPr>
          <a:xfrm>
            <a:off x="7280955" y="3429491"/>
            <a:ext cx="242005" cy="43678"/>
            <a:chOff x="7979724" y="3580291"/>
            <a:chExt cx="242005" cy="43678"/>
          </a:xfrm>
        </p:grpSpPr>
        <p:sp>
          <p:nvSpPr>
            <p:cNvPr id="3115" name="Oval 3114">
              <a:extLst>
                <a:ext uri="{FF2B5EF4-FFF2-40B4-BE49-F238E27FC236}">
                  <a16:creationId xmlns:a16="http://schemas.microsoft.com/office/drawing/2014/main" id="{4219D5EC-FBDD-9FD9-E8FB-6AE6F5838DC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6" name="Oval 3115">
              <a:extLst>
                <a:ext uri="{FF2B5EF4-FFF2-40B4-BE49-F238E27FC236}">
                  <a16:creationId xmlns:a16="http://schemas.microsoft.com/office/drawing/2014/main" id="{6DD5F0D5-5A2E-2D80-2F03-CED21688C13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7" name="Oval 3116">
              <a:extLst>
                <a:ext uri="{FF2B5EF4-FFF2-40B4-BE49-F238E27FC236}">
                  <a16:creationId xmlns:a16="http://schemas.microsoft.com/office/drawing/2014/main" id="{FA8232AF-46E0-499C-52CB-EC4318FBD9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8" name="Oval 3117">
              <a:extLst>
                <a:ext uri="{FF2B5EF4-FFF2-40B4-BE49-F238E27FC236}">
                  <a16:creationId xmlns:a16="http://schemas.microsoft.com/office/drawing/2014/main" id="{6885949D-71FC-697B-4976-529B4EDE677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9" name="Oval 3118">
              <a:extLst>
                <a:ext uri="{FF2B5EF4-FFF2-40B4-BE49-F238E27FC236}">
                  <a16:creationId xmlns:a16="http://schemas.microsoft.com/office/drawing/2014/main" id="{AB923C55-0877-263F-09B9-1D52FBCCB6D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0" name="Oval 3119">
              <a:extLst>
                <a:ext uri="{FF2B5EF4-FFF2-40B4-BE49-F238E27FC236}">
                  <a16:creationId xmlns:a16="http://schemas.microsoft.com/office/drawing/2014/main" id="{4D526C4D-2048-FA03-139D-37CF710B179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1" name="Oval 3120">
              <a:extLst>
                <a:ext uri="{FF2B5EF4-FFF2-40B4-BE49-F238E27FC236}">
                  <a16:creationId xmlns:a16="http://schemas.microsoft.com/office/drawing/2014/main" id="{F2BB4650-8AE0-92AD-F947-1DCC8F4986E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2" name="Oval 3121">
              <a:extLst>
                <a:ext uri="{FF2B5EF4-FFF2-40B4-BE49-F238E27FC236}">
                  <a16:creationId xmlns:a16="http://schemas.microsoft.com/office/drawing/2014/main" id="{3C259B1C-F259-24DE-8A29-4A8EDDB089D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7" name="Group 3096">
            <a:extLst>
              <a:ext uri="{FF2B5EF4-FFF2-40B4-BE49-F238E27FC236}">
                <a16:creationId xmlns:a16="http://schemas.microsoft.com/office/drawing/2014/main" id="{C649A01C-94A9-4147-B19A-7A82F428C184}"/>
              </a:ext>
            </a:extLst>
          </p:cNvPr>
          <p:cNvGrpSpPr/>
          <p:nvPr/>
        </p:nvGrpSpPr>
        <p:grpSpPr>
          <a:xfrm rot="10800000">
            <a:off x="7593155" y="3431851"/>
            <a:ext cx="242005" cy="46723"/>
            <a:chOff x="7979724" y="3580291"/>
            <a:chExt cx="242005" cy="43678"/>
          </a:xfrm>
        </p:grpSpPr>
        <p:sp>
          <p:nvSpPr>
            <p:cNvPr id="3107" name="Oval 3106">
              <a:extLst>
                <a:ext uri="{FF2B5EF4-FFF2-40B4-BE49-F238E27FC236}">
                  <a16:creationId xmlns:a16="http://schemas.microsoft.com/office/drawing/2014/main" id="{EC0ACA46-905E-D660-188A-EE93103C236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8" name="Oval 3107">
              <a:extLst>
                <a:ext uri="{FF2B5EF4-FFF2-40B4-BE49-F238E27FC236}">
                  <a16:creationId xmlns:a16="http://schemas.microsoft.com/office/drawing/2014/main" id="{6659D2BD-F876-EBFA-BBC1-FE3D832B442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9" name="Oval 3108">
              <a:extLst>
                <a:ext uri="{FF2B5EF4-FFF2-40B4-BE49-F238E27FC236}">
                  <a16:creationId xmlns:a16="http://schemas.microsoft.com/office/drawing/2014/main" id="{FF498D1B-0F74-3C6F-C444-5131D6E5988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0" name="Oval 3109">
              <a:extLst>
                <a:ext uri="{FF2B5EF4-FFF2-40B4-BE49-F238E27FC236}">
                  <a16:creationId xmlns:a16="http://schemas.microsoft.com/office/drawing/2014/main" id="{1DEE64E4-5E4C-5FDC-1858-06D9711C1E1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1" name="Oval 3110">
              <a:extLst>
                <a:ext uri="{FF2B5EF4-FFF2-40B4-BE49-F238E27FC236}">
                  <a16:creationId xmlns:a16="http://schemas.microsoft.com/office/drawing/2014/main" id="{972FDC0E-5911-1507-B2FA-7C273A54C5B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2" name="Oval 3111">
              <a:extLst>
                <a:ext uri="{FF2B5EF4-FFF2-40B4-BE49-F238E27FC236}">
                  <a16:creationId xmlns:a16="http://schemas.microsoft.com/office/drawing/2014/main" id="{3DAC9267-B753-BC42-F5AC-48D7C5EAE62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3" name="Oval 3112">
              <a:extLst>
                <a:ext uri="{FF2B5EF4-FFF2-40B4-BE49-F238E27FC236}">
                  <a16:creationId xmlns:a16="http://schemas.microsoft.com/office/drawing/2014/main" id="{BEBECB09-044F-4C8E-04C4-B1EA44DE6AA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4" name="Oval 3113">
              <a:extLst>
                <a:ext uri="{FF2B5EF4-FFF2-40B4-BE49-F238E27FC236}">
                  <a16:creationId xmlns:a16="http://schemas.microsoft.com/office/drawing/2014/main" id="{E4796BA8-00D0-C447-08FC-BDD99D59F4F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8" name="Group 3097">
            <a:extLst>
              <a:ext uri="{FF2B5EF4-FFF2-40B4-BE49-F238E27FC236}">
                <a16:creationId xmlns:a16="http://schemas.microsoft.com/office/drawing/2014/main" id="{ED752D70-FF87-279B-65BE-78D607D671AE}"/>
              </a:ext>
            </a:extLst>
          </p:cNvPr>
          <p:cNvGrpSpPr/>
          <p:nvPr/>
        </p:nvGrpSpPr>
        <p:grpSpPr>
          <a:xfrm>
            <a:off x="7521998" y="3432667"/>
            <a:ext cx="242005" cy="43678"/>
            <a:chOff x="7979724" y="3580291"/>
            <a:chExt cx="242005" cy="43678"/>
          </a:xfrm>
        </p:grpSpPr>
        <p:sp>
          <p:nvSpPr>
            <p:cNvPr id="3099" name="Oval 3098">
              <a:extLst>
                <a:ext uri="{FF2B5EF4-FFF2-40B4-BE49-F238E27FC236}">
                  <a16:creationId xmlns:a16="http://schemas.microsoft.com/office/drawing/2014/main" id="{35407532-0CF8-F560-AFF6-E9AAC0D7AB3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Oval 3099">
              <a:extLst>
                <a:ext uri="{FF2B5EF4-FFF2-40B4-BE49-F238E27FC236}">
                  <a16:creationId xmlns:a16="http://schemas.microsoft.com/office/drawing/2014/main" id="{56BAB427-F291-F6F9-3F39-F9670518AF5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Oval 3100">
              <a:extLst>
                <a:ext uri="{FF2B5EF4-FFF2-40B4-BE49-F238E27FC236}">
                  <a16:creationId xmlns:a16="http://schemas.microsoft.com/office/drawing/2014/main" id="{761FD52A-FAC6-67B4-813E-DA2A0D69839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Oval 3101">
              <a:extLst>
                <a:ext uri="{FF2B5EF4-FFF2-40B4-BE49-F238E27FC236}">
                  <a16:creationId xmlns:a16="http://schemas.microsoft.com/office/drawing/2014/main" id="{170EDAD3-903F-6085-B022-44BC931C994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3" name="Oval 3102">
              <a:extLst>
                <a:ext uri="{FF2B5EF4-FFF2-40B4-BE49-F238E27FC236}">
                  <a16:creationId xmlns:a16="http://schemas.microsoft.com/office/drawing/2014/main" id="{D9C18A7A-1F9B-BDB4-9590-61FE440F56E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Oval 3103">
              <a:extLst>
                <a:ext uri="{FF2B5EF4-FFF2-40B4-BE49-F238E27FC236}">
                  <a16:creationId xmlns:a16="http://schemas.microsoft.com/office/drawing/2014/main" id="{1067A773-B197-BBFF-4229-64CE6510C1F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5" name="Oval 3104">
              <a:extLst>
                <a:ext uri="{FF2B5EF4-FFF2-40B4-BE49-F238E27FC236}">
                  <a16:creationId xmlns:a16="http://schemas.microsoft.com/office/drawing/2014/main" id="{D75F8B5D-DE5E-C7F1-41A8-5551038611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6" name="Oval 3105">
              <a:extLst>
                <a:ext uri="{FF2B5EF4-FFF2-40B4-BE49-F238E27FC236}">
                  <a16:creationId xmlns:a16="http://schemas.microsoft.com/office/drawing/2014/main" id="{047C5290-448D-4E4B-9DEF-F2CC8A91F80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4" name="Group 3163">
            <a:extLst>
              <a:ext uri="{FF2B5EF4-FFF2-40B4-BE49-F238E27FC236}">
                <a16:creationId xmlns:a16="http://schemas.microsoft.com/office/drawing/2014/main" id="{0FAD6A3D-F98B-9032-9282-319ED6ACABD2}"/>
              </a:ext>
            </a:extLst>
          </p:cNvPr>
          <p:cNvGrpSpPr/>
          <p:nvPr/>
        </p:nvGrpSpPr>
        <p:grpSpPr>
          <a:xfrm rot="10800000">
            <a:off x="8133475" y="3142078"/>
            <a:ext cx="242005" cy="46723"/>
            <a:chOff x="7979724" y="3580291"/>
            <a:chExt cx="242005" cy="43678"/>
          </a:xfrm>
        </p:grpSpPr>
        <p:sp>
          <p:nvSpPr>
            <p:cNvPr id="3228" name="Oval 3227">
              <a:extLst>
                <a:ext uri="{FF2B5EF4-FFF2-40B4-BE49-F238E27FC236}">
                  <a16:creationId xmlns:a16="http://schemas.microsoft.com/office/drawing/2014/main" id="{844495DD-B918-9A2D-8428-75B0D031CED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9" name="Oval 3228">
              <a:extLst>
                <a:ext uri="{FF2B5EF4-FFF2-40B4-BE49-F238E27FC236}">
                  <a16:creationId xmlns:a16="http://schemas.microsoft.com/office/drawing/2014/main" id="{7F8CDB5B-0F8F-352C-5E88-CEA396FC230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0" name="Oval 3229">
              <a:extLst>
                <a:ext uri="{FF2B5EF4-FFF2-40B4-BE49-F238E27FC236}">
                  <a16:creationId xmlns:a16="http://schemas.microsoft.com/office/drawing/2014/main" id="{8A9D69F1-279D-5BFE-0DFF-A1CC1676ED8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1" name="Oval 3230">
              <a:extLst>
                <a:ext uri="{FF2B5EF4-FFF2-40B4-BE49-F238E27FC236}">
                  <a16:creationId xmlns:a16="http://schemas.microsoft.com/office/drawing/2014/main" id="{EED4F011-118F-11D2-70DC-35425E0DBB2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2" name="Oval 3231">
              <a:extLst>
                <a:ext uri="{FF2B5EF4-FFF2-40B4-BE49-F238E27FC236}">
                  <a16:creationId xmlns:a16="http://schemas.microsoft.com/office/drawing/2014/main" id="{79064333-E783-6286-8F9D-5609F400E0F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3" name="Oval 3232">
              <a:extLst>
                <a:ext uri="{FF2B5EF4-FFF2-40B4-BE49-F238E27FC236}">
                  <a16:creationId xmlns:a16="http://schemas.microsoft.com/office/drawing/2014/main" id="{5D0851D7-7094-4EDF-45F3-A36FCC08CFC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4" name="Oval 3233">
              <a:extLst>
                <a:ext uri="{FF2B5EF4-FFF2-40B4-BE49-F238E27FC236}">
                  <a16:creationId xmlns:a16="http://schemas.microsoft.com/office/drawing/2014/main" id="{72FB632E-6125-9693-D0CC-9F00535776B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5" name="Oval 3234">
              <a:extLst>
                <a:ext uri="{FF2B5EF4-FFF2-40B4-BE49-F238E27FC236}">
                  <a16:creationId xmlns:a16="http://schemas.microsoft.com/office/drawing/2014/main" id="{503444E4-B28F-4FAA-0E94-FE825FBB597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5" name="Group 3164">
            <a:extLst>
              <a:ext uri="{FF2B5EF4-FFF2-40B4-BE49-F238E27FC236}">
                <a16:creationId xmlns:a16="http://schemas.microsoft.com/office/drawing/2014/main" id="{572D4965-3ACB-956C-3BE1-B93BDB829E32}"/>
              </a:ext>
            </a:extLst>
          </p:cNvPr>
          <p:cNvGrpSpPr/>
          <p:nvPr/>
        </p:nvGrpSpPr>
        <p:grpSpPr>
          <a:xfrm>
            <a:off x="8062318" y="3142894"/>
            <a:ext cx="242005" cy="43678"/>
            <a:chOff x="7979724" y="3580291"/>
            <a:chExt cx="242005" cy="43678"/>
          </a:xfrm>
        </p:grpSpPr>
        <p:sp>
          <p:nvSpPr>
            <p:cNvPr id="3220" name="Oval 3219">
              <a:extLst>
                <a:ext uri="{FF2B5EF4-FFF2-40B4-BE49-F238E27FC236}">
                  <a16:creationId xmlns:a16="http://schemas.microsoft.com/office/drawing/2014/main" id="{5F243EA1-BCA1-07B6-5163-15245F0C82D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1" name="Oval 3220">
              <a:extLst>
                <a:ext uri="{FF2B5EF4-FFF2-40B4-BE49-F238E27FC236}">
                  <a16:creationId xmlns:a16="http://schemas.microsoft.com/office/drawing/2014/main" id="{93943556-25E8-8A05-6FF9-1E072DC64F9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2" name="Oval 3221">
              <a:extLst>
                <a:ext uri="{FF2B5EF4-FFF2-40B4-BE49-F238E27FC236}">
                  <a16:creationId xmlns:a16="http://schemas.microsoft.com/office/drawing/2014/main" id="{9C82B2BF-E3D6-6F26-C581-387CCB21035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3" name="Oval 3222">
              <a:extLst>
                <a:ext uri="{FF2B5EF4-FFF2-40B4-BE49-F238E27FC236}">
                  <a16:creationId xmlns:a16="http://schemas.microsoft.com/office/drawing/2014/main" id="{B0089FCA-B44C-D71C-202B-2D43694F7FF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4" name="Oval 3223">
              <a:extLst>
                <a:ext uri="{FF2B5EF4-FFF2-40B4-BE49-F238E27FC236}">
                  <a16:creationId xmlns:a16="http://schemas.microsoft.com/office/drawing/2014/main" id="{E8843AFA-405D-1FB9-706A-C1D37084E14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5" name="Oval 3224">
              <a:extLst>
                <a:ext uri="{FF2B5EF4-FFF2-40B4-BE49-F238E27FC236}">
                  <a16:creationId xmlns:a16="http://schemas.microsoft.com/office/drawing/2014/main" id="{AD8BC215-7DB3-6483-B0A4-D879CC9A1CE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6" name="Oval 3225">
              <a:extLst>
                <a:ext uri="{FF2B5EF4-FFF2-40B4-BE49-F238E27FC236}">
                  <a16:creationId xmlns:a16="http://schemas.microsoft.com/office/drawing/2014/main" id="{29A41F8A-1892-8CB2-0225-20EB5B48707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7" name="Oval 3226">
              <a:extLst>
                <a:ext uri="{FF2B5EF4-FFF2-40B4-BE49-F238E27FC236}">
                  <a16:creationId xmlns:a16="http://schemas.microsoft.com/office/drawing/2014/main" id="{3844BF74-EE56-8291-474C-00709820560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6" name="Group 3165">
            <a:extLst>
              <a:ext uri="{FF2B5EF4-FFF2-40B4-BE49-F238E27FC236}">
                <a16:creationId xmlns:a16="http://schemas.microsoft.com/office/drawing/2014/main" id="{132B1605-615A-3C24-F24E-BD16941C86BB}"/>
              </a:ext>
            </a:extLst>
          </p:cNvPr>
          <p:cNvGrpSpPr/>
          <p:nvPr/>
        </p:nvGrpSpPr>
        <p:grpSpPr>
          <a:xfrm rot="10800000">
            <a:off x="8374518" y="3145254"/>
            <a:ext cx="242005" cy="46723"/>
            <a:chOff x="7979724" y="3580291"/>
            <a:chExt cx="242005" cy="43678"/>
          </a:xfrm>
        </p:grpSpPr>
        <p:sp>
          <p:nvSpPr>
            <p:cNvPr id="3212" name="Oval 3211">
              <a:extLst>
                <a:ext uri="{FF2B5EF4-FFF2-40B4-BE49-F238E27FC236}">
                  <a16:creationId xmlns:a16="http://schemas.microsoft.com/office/drawing/2014/main" id="{E3C3C109-7F2B-4FAC-4AF9-3666279D3CB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3" name="Oval 3212">
              <a:extLst>
                <a:ext uri="{FF2B5EF4-FFF2-40B4-BE49-F238E27FC236}">
                  <a16:creationId xmlns:a16="http://schemas.microsoft.com/office/drawing/2014/main" id="{B306C019-9882-1E94-DD03-94D88DEE060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4" name="Oval 3213">
              <a:extLst>
                <a:ext uri="{FF2B5EF4-FFF2-40B4-BE49-F238E27FC236}">
                  <a16:creationId xmlns:a16="http://schemas.microsoft.com/office/drawing/2014/main" id="{331C061A-1C25-EA99-16D3-7CB6A61238C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5" name="Oval 3214">
              <a:extLst>
                <a:ext uri="{FF2B5EF4-FFF2-40B4-BE49-F238E27FC236}">
                  <a16:creationId xmlns:a16="http://schemas.microsoft.com/office/drawing/2014/main" id="{12AFEF69-823F-0ADB-D9BE-647DD98B24A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6" name="Oval 3215">
              <a:extLst>
                <a:ext uri="{FF2B5EF4-FFF2-40B4-BE49-F238E27FC236}">
                  <a16:creationId xmlns:a16="http://schemas.microsoft.com/office/drawing/2014/main" id="{C0F2CA82-B6AD-43A1-E449-56174C67DC2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7" name="Oval 3216">
              <a:extLst>
                <a:ext uri="{FF2B5EF4-FFF2-40B4-BE49-F238E27FC236}">
                  <a16:creationId xmlns:a16="http://schemas.microsoft.com/office/drawing/2014/main" id="{9E0B695D-A599-8230-C9A6-2534055D398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8" name="Oval 3217">
              <a:extLst>
                <a:ext uri="{FF2B5EF4-FFF2-40B4-BE49-F238E27FC236}">
                  <a16:creationId xmlns:a16="http://schemas.microsoft.com/office/drawing/2014/main" id="{E44FB0B4-D87B-7E5A-2C26-F84B06AAE3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9" name="Oval 3218">
              <a:extLst>
                <a:ext uri="{FF2B5EF4-FFF2-40B4-BE49-F238E27FC236}">
                  <a16:creationId xmlns:a16="http://schemas.microsoft.com/office/drawing/2014/main" id="{B6A743BF-9984-D2A0-391E-A9FEC86DD55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7" name="Group 3166">
            <a:extLst>
              <a:ext uri="{FF2B5EF4-FFF2-40B4-BE49-F238E27FC236}">
                <a16:creationId xmlns:a16="http://schemas.microsoft.com/office/drawing/2014/main" id="{2FAAFF6D-2A61-1BDA-3DB8-43594563BF7C}"/>
              </a:ext>
            </a:extLst>
          </p:cNvPr>
          <p:cNvGrpSpPr/>
          <p:nvPr/>
        </p:nvGrpSpPr>
        <p:grpSpPr>
          <a:xfrm rot="11689693">
            <a:off x="8303361" y="3146070"/>
            <a:ext cx="242005" cy="43678"/>
            <a:chOff x="7979724" y="3580291"/>
            <a:chExt cx="242005" cy="43678"/>
          </a:xfrm>
        </p:grpSpPr>
        <p:sp>
          <p:nvSpPr>
            <p:cNvPr id="3204" name="Oval 3203">
              <a:extLst>
                <a:ext uri="{FF2B5EF4-FFF2-40B4-BE49-F238E27FC236}">
                  <a16:creationId xmlns:a16="http://schemas.microsoft.com/office/drawing/2014/main" id="{74B5A618-B77A-8BA1-115E-8F2B98102B7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5" name="Oval 3204">
              <a:extLst>
                <a:ext uri="{FF2B5EF4-FFF2-40B4-BE49-F238E27FC236}">
                  <a16:creationId xmlns:a16="http://schemas.microsoft.com/office/drawing/2014/main" id="{FAA7B9D8-8054-0FEA-0D7C-118FC60F53F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6" name="Oval 3205">
              <a:extLst>
                <a:ext uri="{FF2B5EF4-FFF2-40B4-BE49-F238E27FC236}">
                  <a16:creationId xmlns:a16="http://schemas.microsoft.com/office/drawing/2014/main" id="{7C9910C3-F92F-353C-EA79-49AA88BCD38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7" name="Oval 3206">
              <a:extLst>
                <a:ext uri="{FF2B5EF4-FFF2-40B4-BE49-F238E27FC236}">
                  <a16:creationId xmlns:a16="http://schemas.microsoft.com/office/drawing/2014/main" id="{A59EE117-42F4-E44B-56A1-8254BE82AAD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8" name="Oval 3207">
              <a:extLst>
                <a:ext uri="{FF2B5EF4-FFF2-40B4-BE49-F238E27FC236}">
                  <a16:creationId xmlns:a16="http://schemas.microsoft.com/office/drawing/2014/main" id="{4A6D2C6C-EF63-9DD3-4B86-C9EAE55023E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9" name="Oval 3208">
              <a:extLst>
                <a:ext uri="{FF2B5EF4-FFF2-40B4-BE49-F238E27FC236}">
                  <a16:creationId xmlns:a16="http://schemas.microsoft.com/office/drawing/2014/main" id="{33458DA0-6B8E-3E6A-3E1A-D785290D58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0" name="Oval 3209">
              <a:extLst>
                <a:ext uri="{FF2B5EF4-FFF2-40B4-BE49-F238E27FC236}">
                  <a16:creationId xmlns:a16="http://schemas.microsoft.com/office/drawing/2014/main" id="{610C1F81-D16C-282C-0AB2-01F43EECDB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1" name="Oval 3210">
              <a:extLst>
                <a:ext uri="{FF2B5EF4-FFF2-40B4-BE49-F238E27FC236}">
                  <a16:creationId xmlns:a16="http://schemas.microsoft.com/office/drawing/2014/main" id="{6F8580C3-BA4E-66BD-1D18-AE7E601E128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8" name="Group 3167">
            <a:extLst>
              <a:ext uri="{FF2B5EF4-FFF2-40B4-BE49-F238E27FC236}">
                <a16:creationId xmlns:a16="http://schemas.microsoft.com/office/drawing/2014/main" id="{F3BFDDDE-57BE-6227-480F-7CA3740722E4}"/>
              </a:ext>
            </a:extLst>
          </p:cNvPr>
          <p:cNvGrpSpPr/>
          <p:nvPr/>
        </p:nvGrpSpPr>
        <p:grpSpPr>
          <a:xfrm rot="21292958">
            <a:off x="8550815" y="3146094"/>
            <a:ext cx="242005" cy="46723"/>
            <a:chOff x="7979724" y="3580291"/>
            <a:chExt cx="242005" cy="43678"/>
          </a:xfrm>
        </p:grpSpPr>
        <p:sp>
          <p:nvSpPr>
            <p:cNvPr id="3196" name="Oval 3195">
              <a:extLst>
                <a:ext uri="{FF2B5EF4-FFF2-40B4-BE49-F238E27FC236}">
                  <a16:creationId xmlns:a16="http://schemas.microsoft.com/office/drawing/2014/main" id="{1B90161A-DA73-15AF-07B8-417A28A63B8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7" name="Oval 3196">
              <a:extLst>
                <a:ext uri="{FF2B5EF4-FFF2-40B4-BE49-F238E27FC236}">
                  <a16:creationId xmlns:a16="http://schemas.microsoft.com/office/drawing/2014/main" id="{77A572B6-9EF2-BC3F-A812-06ACA4D070C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95A40D34-01FF-7AB0-FAE7-8D017213E2A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9" name="Oval 3198">
              <a:extLst>
                <a:ext uri="{FF2B5EF4-FFF2-40B4-BE49-F238E27FC236}">
                  <a16:creationId xmlns:a16="http://schemas.microsoft.com/office/drawing/2014/main" id="{2DF2E553-F03D-9BFD-EE96-2043CEDFDC5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0" name="Oval 3199">
              <a:extLst>
                <a:ext uri="{FF2B5EF4-FFF2-40B4-BE49-F238E27FC236}">
                  <a16:creationId xmlns:a16="http://schemas.microsoft.com/office/drawing/2014/main" id="{AACC66FF-9CCD-F121-275F-DD22417F2E8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1" name="Oval 3200">
              <a:extLst>
                <a:ext uri="{FF2B5EF4-FFF2-40B4-BE49-F238E27FC236}">
                  <a16:creationId xmlns:a16="http://schemas.microsoft.com/office/drawing/2014/main" id="{FC637250-95D9-22BE-F285-B3ACB70343A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2" name="Oval 3201">
              <a:extLst>
                <a:ext uri="{FF2B5EF4-FFF2-40B4-BE49-F238E27FC236}">
                  <a16:creationId xmlns:a16="http://schemas.microsoft.com/office/drawing/2014/main" id="{836D13A7-746E-9998-D2CD-FF43516FB48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3" name="Oval 3202">
              <a:extLst>
                <a:ext uri="{FF2B5EF4-FFF2-40B4-BE49-F238E27FC236}">
                  <a16:creationId xmlns:a16="http://schemas.microsoft.com/office/drawing/2014/main" id="{B29D3888-8B3F-6CDF-FD1E-211FE29A49C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9" name="Group 3168">
            <a:extLst>
              <a:ext uri="{FF2B5EF4-FFF2-40B4-BE49-F238E27FC236}">
                <a16:creationId xmlns:a16="http://schemas.microsoft.com/office/drawing/2014/main" id="{F2AE6486-EC2A-CC48-5E0B-63F51A5ABD77}"/>
              </a:ext>
            </a:extLst>
          </p:cNvPr>
          <p:cNvGrpSpPr/>
          <p:nvPr/>
        </p:nvGrpSpPr>
        <p:grpSpPr>
          <a:xfrm>
            <a:off x="8479658" y="3146910"/>
            <a:ext cx="242005" cy="43678"/>
            <a:chOff x="7979724" y="3580291"/>
            <a:chExt cx="242005" cy="43678"/>
          </a:xfrm>
        </p:grpSpPr>
        <p:sp>
          <p:nvSpPr>
            <p:cNvPr id="3188" name="Oval 3187">
              <a:extLst>
                <a:ext uri="{FF2B5EF4-FFF2-40B4-BE49-F238E27FC236}">
                  <a16:creationId xmlns:a16="http://schemas.microsoft.com/office/drawing/2014/main" id="{30A12B29-85F4-D3DE-5A45-6E4B4D85618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9" name="Oval 3188">
              <a:extLst>
                <a:ext uri="{FF2B5EF4-FFF2-40B4-BE49-F238E27FC236}">
                  <a16:creationId xmlns:a16="http://schemas.microsoft.com/office/drawing/2014/main" id="{7B1CF27E-960B-19BA-621E-18383472D54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0" name="Oval 3189">
              <a:extLst>
                <a:ext uri="{FF2B5EF4-FFF2-40B4-BE49-F238E27FC236}">
                  <a16:creationId xmlns:a16="http://schemas.microsoft.com/office/drawing/2014/main" id="{91EC66A0-DE44-55E8-A996-BBFF949D710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1" name="Oval 3190">
              <a:extLst>
                <a:ext uri="{FF2B5EF4-FFF2-40B4-BE49-F238E27FC236}">
                  <a16:creationId xmlns:a16="http://schemas.microsoft.com/office/drawing/2014/main" id="{75A4062A-1C88-E9F0-A16F-43226A2593D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2" name="Oval 3191">
              <a:extLst>
                <a:ext uri="{FF2B5EF4-FFF2-40B4-BE49-F238E27FC236}">
                  <a16:creationId xmlns:a16="http://schemas.microsoft.com/office/drawing/2014/main" id="{DDAD254B-5377-64F5-E3D5-880D328F009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3" name="Oval 3192">
              <a:extLst>
                <a:ext uri="{FF2B5EF4-FFF2-40B4-BE49-F238E27FC236}">
                  <a16:creationId xmlns:a16="http://schemas.microsoft.com/office/drawing/2014/main" id="{6376DB0F-8633-3AF3-F830-4EC66268180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4" name="Oval 3193">
              <a:extLst>
                <a:ext uri="{FF2B5EF4-FFF2-40B4-BE49-F238E27FC236}">
                  <a16:creationId xmlns:a16="http://schemas.microsoft.com/office/drawing/2014/main" id="{10D538EC-8387-A972-3795-B75AC7C2023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5" name="Oval 3194">
              <a:extLst>
                <a:ext uri="{FF2B5EF4-FFF2-40B4-BE49-F238E27FC236}">
                  <a16:creationId xmlns:a16="http://schemas.microsoft.com/office/drawing/2014/main" id="{FBD57890-589E-42D9-25EA-0C58AA1F229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0" name="Group 3169">
            <a:extLst>
              <a:ext uri="{FF2B5EF4-FFF2-40B4-BE49-F238E27FC236}">
                <a16:creationId xmlns:a16="http://schemas.microsoft.com/office/drawing/2014/main" id="{37A371CD-07F1-4962-DC10-70C71DF86DC2}"/>
              </a:ext>
            </a:extLst>
          </p:cNvPr>
          <p:cNvGrpSpPr/>
          <p:nvPr/>
        </p:nvGrpSpPr>
        <p:grpSpPr>
          <a:xfrm rot="10800000">
            <a:off x="8791858" y="3149270"/>
            <a:ext cx="242005" cy="46723"/>
            <a:chOff x="7979724" y="3580291"/>
            <a:chExt cx="242005" cy="43678"/>
          </a:xfrm>
        </p:grpSpPr>
        <p:sp>
          <p:nvSpPr>
            <p:cNvPr id="3180" name="Oval 3179">
              <a:extLst>
                <a:ext uri="{FF2B5EF4-FFF2-40B4-BE49-F238E27FC236}">
                  <a16:creationId xmlns:a16="http://schemas.microsoft.com/office/drawing/2014/main" id="{88A359E3-2F51-80E4-36A2-A4E8FAF0663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1" name="Oval 3180">
              <a:extLst>
                <a:ext uri="{FF2B5EF4-FFF2-40B4-BE49-F238E27FC236}">
                  <a16:creationId xmlns:a16="http://schemas.microsoft.com/office/drawing/2014/main" id="{46559182-1A23-C09A-120E-90FA2FE98CC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2" name="Oval 3181">
              <a:extLst>
                <a:ext uri="{FF2B5EF4-FFF2-40B4-BE49-F238E27FC236}">
                  <a16:creationId xmlns:a16="http://schemas.microsoft.com/office/drawing/2014/main" id="{7CE7FBC7-AE08-7C73-79B4-771BC7A960A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3" name="Oval 3182">
              <a:extLst>
                <a:ext uri="{FF2B5EF4-FFF2-40B4-BE49-F238E27FC236}">
                  <a16:creationId xmlns:a16="http://schemas.microsoft.com/office/drawing/2014/main" id="{BE65F319-7761-2B68-204A-3A397461AF4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4" name="Oval 3183">
              <a:extLst>
                <a:ext uri="{FF2B5EF4-FFF2-40B4-BE49-F238E27FC236}">
                  <a16:creationId xmlns:a16="http://schemas.microsoft.com/office/drawing/2014/main" id="{EB59667B-EEA7-7DFF-E824-73456A961CB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5" name="Oval 3184">
              <a:extLst>
                <a:ext uri="{FF2B5EF4-FFF2-40B4-BE49-F238E27FC236}">
                  <a16:creationId xmlns:a16="http://schemas.microsoft.com/office/drawing/2014/main" id="{2F8A9542-76CF-034A-8BB3-447C1D246AE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6" name="Oval 3185">
              <a:extLst>
                <a:ext uri="{FF2B5EF4-FFF2-40B4-BE49-F238E27FC236}">
                  <a16:creationId xmlns:a16="http://schemas.microsoft.com/office/drawing/2014/main" id="{2ADCAB6D-0634-4A6B-8AD4-818B18E7DF9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7" name="Oval 3186">
              <a:extLst>
                <a:ext uri="{FF2B5EF4-FFF2-40B4-BE49-F238E27FC236}">
                  <a16:creationId xmlns:a16="http://schemas.microsoft.com/office/drawing/2014/main" id="{4A7E2C45-F3D4-8428-D941-48E329F40A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1" name="Group 3170">
            <a:extLst>
              <a:ext uri="{FF2B5EF4-FFF2-40B4-BE49-F238E27FC236}">
                <a16:creationId xmlns:a16="http://schemas.microsoft.com/office/drawing/2014/main" id="{C75B5D45-6A60-ACDD-FC51-AD81970D09CD}"/>
              </a:ext>
            </a:extLst>
          </p:cNvPr>
          <p:cNvGrpSpPr/>
          <p:nvPr/>
        </p:nvGrpSpPr>
        <p:grpSpPr>
          <a:xfrm>
            <a:off x="8720701" y="3150086"/>
            <a:ext cx="242005" cy="43678"/>
            <a:chOff x="7979724" y="3580291"/>
            <a:chExt cx="242005" cy="43678"/>
          </a:xfrm>
        </p:grpSpPr>
        <p:sp>
          <p:nvSpPr>
            <p:cNvPr id="3172" name="Oval 3171">
              <a:extLst>
                <a:ext uri="{FF2B5EF4-FFF2-40B4-BE49-F238E27FC236}">
                  <a16:creationId xmlns:a16="http://schemas.microsoft.com/office/drawing/2014/main" id="{AB087307-16C3-736C-076A-4716477B066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3" name="Oval 3172">
              <a:extLst>
                <a:ext uri="{FF2B5EF4-FFF2-40B4-BE49-F238E27FC236}">
                  <a16:creationId xmlns:a16="http://schemas.microsoft.com/office/drawing/2014/main" id="{0254D437-768E-BCC8-23DD-7804BA647D0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 name="Oval 3173">
              <a:extLst>
                <a:ext uri="{FF2B5EF4-FFF2-40B4-BE49-F238E27FC236}">
                  <a16:creationId xmlns:a16="http://schemas.microsoft.com/office/drawing/2014/main" id="{E88E6935-A4A0-998C-CCAB-37372AECC37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 name="Oval 3174">
              <a:extLst>
                <a:ext uri="{FF2B5EF4-FFF2-40B4-BE49-F238E27FC236}">
                  <a16:creationId xmlns:a16="http://schemas.microsoft.com/office/drawing/2014/main" id="{75FAC39F-90F7-96E7-69C7-FBF9ACCA257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 name="Oval 3175">
              <a:extLst>
                <a:ext uri="{FF2B5EF4-FFF2-40B4-BE49-F238E27FC236}">
                  <a16:creationId xmlns:a16="http://schemas.microsoft.com/office/drawing/2014/main" id="{6A7CBB9A-094A-0A36-3386-2AD40823FA8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7" name="Oval 3176">
              <a:extLst>
                <a:ext uri="{FF2B5EF4-FFF2-40B4-BE49-F238E27FC236}">
                  <a16:creationId xmlns:a16="http://schemas.microsoft.com/office/drawing/2014/main" id="{DE2F8FC8-91B2-7CEA-F51B-BA14EE09CBC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8" name="Oval 3177">
              <a:extLst>
                <a:ext uri="{FF2B5EF4-FFF2-40B4-BE49-F238E27FC236}">
                  <a16:creationId xmlns:a16="http://schemas.microsoft.com/office/drawing/2014/main" id="{1ECC156E-670A-7AF9-FC6B-F5EB53AF89B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9" name="Oval 3178">
              <a:extLst>
                <a:ext uri="{FF2B5EF4-FFF2-40B4-BE49-F238E27FC236}">
                  <a16:creationId xmlns:a16="http://schemas.microsoft.com/office/drawing/2014/main" id="{0A9C91C8-4182-9595-923A-7888433CB39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7" name="Group 3236">
            <a:extLst>
              <a:ext uri="{FF2B5EF4-FFF2-40B4-BE49-F238E27FC236}">
                <a16:creationId xmlns:a16="http://schemas.microsoft.com/office/drawing/2014/main" id="{E34E8292-C88E-F4D7-3F9C-DD36BF72B86A}"/>
              </a:ext>
            </a:extLst>
          </p:cNvPr>
          <p:cNvGrpSpPr/>
          <p:nvPr/>
        </p:nvGrpSpPr>
        <p:grpSpPr>
          <a:xfrm rot="10800000">
            <a:off x="9024148" y="3129026"/>
            <a:ext cx="242005" cy="46723"/>
            <a:chOff x="7979724" y="3580291"/>
            <a:chExt cx="242005" cy="43678"/>
          </a:xfrm>
        </p:grpSpPr>
        <p:sp>
          <p:nvSpPr>
            <p:cNvPr id="3301" name="Oval 3300">
              <a:extLst>
                <a:ext uri="{FF2B5EF4-FFF2-40B4-BE49-F238E27FC236}">
                  <a16:creationId xmlns:a16="http://schemas.microsoft.com/office/drawing/2014/main" id="{8DF4084F-52B8-9EAB-7DFD-222AD51CD63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2" name="Oval 3301">
              <a:extLst>
                <a:ext uri="{FF2B5EF4-FFF2-40B4-BE49-F238E27FC236}">
                  <a16:creationId xmlns:a16="http://schemas.microsoft.com/office/drawing/2014/main" id="{42C49827-C183-D024-DA0E-6E01B3E82B2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3" name="Oval 3302">
              <a:extLst>
                <a:ext uri="{FF2B5EF4-FFF2-40B4-BE49-F238E27FC236}">
                  <a16:creationId xmlns:a16="http://schemas.microsoft.com/office/drawing/2014/main" id="{CD9F7175-5583-EA2C-3EFE-F972B372367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4" name="Oval 3303">
              <a:extLst>
                <a:ext uri="{FF2B5EF4-FFF2-40B4-BE49-F238E27FC236}">
                  <a16:creationId xmlns:a16="http://schemas.microsoft.com/office/drawing/2014/main" id="{94162D65-5873-A6CF-3851-5B7227A0818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5" name="Oval 3304">
              <a:extLst>
                <a:ext uri="{FF2B5EF4-FFF2-40B4-BE49-F238E27FC236}">
                  <a16:creationId xmlns:a16="http://schemas.microsoft.com/office/drawing/2014/main" id="{6E2F4F81-A2DC-ED41-8BF6-9EB5A1D096A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6" name="Oval 3305">
              <a:extLst>
                <a:ext uri="{FF2B5EF4-FFF2-40B4-BE49-F238E27FC236}">
                  <a16:creationId xmlns:a16="http://schemas.microsoft.com/office/drawing/2014/main" id="{AC94148D-3995-E82A-C08A-19B2CDC0D5D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7" name="Oval 3306">
              <a:extLst>
                <a:ext uri="{FF2B5EF4-FFF2-40B4-BE49-F238E27FC236}">
                  <a16:creationId xmlns:a16="http://schemas.microsoft.com/office/drawing/2014/main" id="{B0FE4FF3-ABED-D5C6-3E50-63C3DBDC8B2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8" name="Oval 3307">
              <a:extLst>
                <a:ext uri="{FF2B5EF4-FFF2-40B4-BE49-F238E27FC236}">
                  <a16:creationId xmlns:a16="http://schemas.microsoft.com/office/drawing/2014/main" id="{E7D8498B-C319-850B-D6DD-F108EF6D680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8" name="Group 3237">
            <a:extLst>
              <a:ext uri="{FF2B5EF4-FFF2-40B4-BE49-F238E27FC236}">
                <a16:creationId xmlns:a16="http://schemas.microsoft.com/office/drawing/2014/main" id="{C9188BFF-1078-54AE-0D5E-85D9BF6EF042}"/>
              </a:ext>
            </a:extLst>
          </p:cNvPr>
          <p:cNvGrpSpPr/>
          <p:nvPr/>
        </p:nvGrpSpPr>
        <p:grpSpPr>
          <a:xfrm>
            <a:off x="8952991" y="3129842"/>
            <a:ext cx="242005" cy="43678"/>
            <a:chOff x="7979724" y="3580291"/>
            <a:chExt cx="242005" cy="43678"/>
          </a:xfrm>
        </p:grpSpPr>
        <p:sp>
          <p:nvSpPr>
            <p:cNvPr id="3293" name="Oval 3292">
              <a:extLst>
                <a:ext uri="{FF2B5EF4-FFF2-40B4-BE49-F238E27FC236}">
                  <a16:creationId xmlns:a16="http://schemas.microsoft.com/office/drawing/2014/main" id="{55BA24AA-3646-FCD7-5E83-5419FACD3E0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4" name="Oval 3293">
              <a:extLst>
                <a:ext uri="{FF2B5EF4-FFF2-40B4-BE49-F238E27FC236}">
                  <a16:creationId xmlns:a16="http://schemas.microsoft.com/office/drawing/2014/main" id="{716DBC09-E87C-FDD0-0EEB-F52A92236B0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5" name="Oval 3294">
              <a:extLst>
                <a:ext uri="{FF2B5EF4-FFF2-40B4-BE49-F238E27FC236}">
                  <a16:creationId xmlns:a16="http://schemas.microsoft.com/office/drawing/2014/main" id="{0DC816D5-D939-1FD6-2F53-D57822B6AFC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6" name="Oval 3295">
              <a:extLst>
                <a:ext uri="{FF2B5EF4-FFF2-40B4-BE49-F238E27FC236}">
                  <a16:creationId xmlns:a16="http://schemas.microsoft.com/office/drawing/2014/main" id="{BE9F600C-F6B9-3F35-2475-5C595941E56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7" name="Oval 3296">
              <a:extLst>
                <a:ext uri="{FF2B5EF4-FFF2-40B4-BE49-F238E27FC236}">
                  <a16:creationId xmlns:a16="http://schemas.microsoft.com/office/drawing/2014/main" id="{80778931-097E-981F-B148-2781EFFED4D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8" name="Oval 3297">
              <a:extLst>
                <a:ext uri="{FF2B5EF4-FFF2-40B4-BE49-F238E27FC236}">
                  <a16:creationId xmlns:a16="http://schemas.microsoft.com/office/drawing/2014/main" id="{6AA2FD00-B4D9-0434-D326-9E09764BD3E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9" name="Oval 3298">
              <a:extLst>
                <a:ext uri="{FF2B5EF4-FFF2-40B4-BE49-F238E27FC236}">
                  <a16:creationId xmlns:a16="http://schemas.microsoft.com/office/drawing/2014/main" id="{A1F97ED0-F7CC-6C20-71C0-9D82C492BF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0" name="Oval 3299">
              <a:extLst>
                <a:ext uri="{FF2B5EF4-FFF2-40B4-BE49-F238E27FC236}">
                  <a16:creationId xmlns:a16="http://schemas.microsoft.com/office/drawing/2014/main" id="{81E568A3-AD38-07F1-F255-A7048F940D1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9" name="Group 3238">
            <a:extLst>
              <a:ext uri="{FF2B5EF4-FFF2-40B4-BE49-F238E27FC236}">
                <a16:creationId xmlns:a16="http://schemas.microsoft.com/office/drawing/2014/main" id="{FF895A22-302A-35B5-560B-E25165FA5D03}"/>
              </a:ext>
            </a:extLst>
          </p:cNvPr>
          <p:cNvGrpSpPr/>
          <p:nvPr/>
        </p:nvGrpSpPr>
        <p:grpSpPr>
          <a:xfrm rot="10800000">
            <a:off x="9265191" y="3132202"/>
            <a:ext cx="242005" cy="46723"/>
            <a:chOff x="7979724" y="3580291"/>
            <a:chExt cx="242005" cy="43678"/>
          </a:xfrm>
        </p:grpSpPr>
        <p:sp>
          <p:nvSpPr>
            <p:cNvPr id="3285" name="Oval 3284">
              <a:extLst>
                <a:ext uri="{FF2B5EF4-FFF2-40B4-BE49-F238E27FC236}">
                  <a16:creationId xmlns:a16="http://schemas.microsoft.com/office/drawing/2014/main" id="{C6F7EA88-61CF-436B-97A4-5938C9FEE66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6" name="Oval 3285">
              <a:extLst>
                <a:ext uri="{FF2B5EF4-FFF2-40B4-BE49-F238E27FC236}">
                  <a16:creationId xmlns:a16="http://schemas.microsoft.com/office/drawing/2014/main" id="{97CC3322-3E6A-3F0A-037A-8D417265E69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 name="Oval 3286">
              <a:extLst>
                <a:ext uri="{FF2B5EF4-FFF2-40B4-BE49-F238E27FC236}">
                  <a16:creationId xmlns:a16="http://schemas.microsoft.com/office/drawing/2014/main" id="{5EEBB649-057B-8244-7D5C-CB685BE71D9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8" name="Oval 3287">
              <a:extLst>
                <a:ext uri="{FF2B5EF4-FFF2-40B4-BE49-F238E27FC236}">
                  <a16:creationId xmlns:a16="http://schemas.microsoft.com/office/drawing/2014/main" id="{6B0A80B4-E451-3D54-83DB-E8B2EA0914D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9" name="Oval 3288">
              <a:extLst>
                <a:ext uri="{FF2B5EF4-FFF2-40B4-BE49-F238E27FC236}">
                  <a16:creationId xmlns:a16="http://schemas.microsoft.com/office/drawing/2014/main" id="{0C8AD1DC-4465-3B2B-CE96-FA502165A3A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0" name="Oval 3289">
              <a:extLst>
                <a:ext uri="{FF2B5EF4-FFF2-40B4-BE49-F238E27FC236}">
                  <a16:creationId xmlns:a16="http://schemas.microsoft.com/office/drawing/2014/main" id="{143D6346-2A13-B396-0164-ED6F749CC7C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1" name="Oval 3290">
              <a:extLst>
                <a:ext uri="{FF2B5EF4-FFF2-40B4-BE49-F238E27FC236}">
                  <a16:creationId xmlns:a16="http://schemas.microsoft.com/office/drawing/2014/main" id="{5B6A5B57-4AEA-9663-37F8-78CA52D93C5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2" name="Oval 3291">
              <a:extLst>
                <a:ext uri="{FF2B5EF4-FFF2-40B4-BE49-F238E27FC236}">
                  <a16:creationId xmlns:a16="http://schemas.microsoft.com/office/drawing/2014/main" id="{7ACDE202-7613-ECC3-F5BC-8EDDB8ACA9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0" name="Group 3239">
            <a:extLst>
              <a:ext uri="{FF2B5EF4-FFF2-40B4-BE49-F238E27FC236}">
                <a16:creationId xmlns:a16="http://schemas.microsoft.com/office/drawing/2014/main" id="{77F114B9-1D34-2360-748E-6273E6E4C5A7}"/>
              </a:ext>
            </a:extLst>
          </p:cNvPr>
          <p:cNvGrpSpPr/>
          <p:nvPr/>
        </p:nvGrpSpPr>
        <p:grpSpPr>
          <a:xfrm rot="11689693">
            <a:off x="9194034" y="3133018"/>
            <a:ext cx="242005" cy="43678"/>
            <a:chOff x="7979724" y="3580291"/>
            <a:chExt cx="242005" cy="43678"/>
          </a:xfrm>
        </p:grpSpPr>
        <p:sp>
          <p:nvSpPr>
            <p:cNvPr id="3277" name="Oval 3276">
              <a:extLst>
                <a:ext uri="{FF2B5EF4-FFF2-40B4-BE49-F238E27FC236}">
                  <a16:creationId xmlns:a16="http://schemas.microsoft.com/office/drawing/2014/main" id="{5A97532C-D861-F21B-D002-6CC54A3FF49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 name="Oval 3277">
              <a:extLst>
                <a:ext uri="{FF2B5EF4-FFF2-40B4-BE49-F238E27FC236}">
                  <a16:creationId xmlns:a16="http://schemas.microsoft.com/office/drawing/2014/main" id="{BA68E4B3-A4BF-E42C-B704-9C964ABEF43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9" name="Oval 3278">
              <a:extLst>
                <a:ext uri="{FF2B5EF4-FFF2-40B4-BE49-F238E27FC236}">
                  <a16:creationId xmlns:a16="http://schemas.microsoft.com/office/drawing/2014/main" id="{C0F7FE7D-870A-4599-AEC4-9664205014D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0" name="Oval 3279">
              <a:extLst>
                <a:ext uri="{FF2B5EF4-FFF2-40B4-BE49-F238E27FC236}">
                  <a16:creationId xmlns:a16="http://schemas.microsoft.com/office/drawing/2014/main" id="{F1A0DAEE-65AB-84DE-4785-29905B3CFA8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1" name="Oval 3280">
              <a:extLst>
                <a:ext uri="{FF2B5EF4-FFF2-40B4-BE49-F238E27FC236}">
                  <a16:creationId xmlns:a16="http://schemas.microsoft.com/office/drawing/2014/main" id="{8E088AC7-22A3-E5DE-339B-7F1651B98B9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2" name="Oval 3281">
              <a:extLst>
                <a:ext uri="{FF2B5EF4-FFF2-40B4-BE49-F238E27FC236}">
                  <a16:creationId xmlns:a16="http://schemas.microsoft.com/office/drawing/2014/main" id="{7742032C-595F-4D83-0BD4-6D9E83198DD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3" name="Oval 3282">
              <a:extLst>
                <a:ext uri="{FF2B5EF4-FFF2-40B4-BE49-F238E27FC236}">
                  <a16:creationId xmlns:a16="http://schemas.microsoft.com/office/drawing/2014/main" id="{06502363-1B2A-24A9-0CC8-D6C0124F3EB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4" name="Oval 3283">
              <a:extLst>
                <a:ext uri="{FF2B5EF4-FFF2-40B4-BE49-F238E27FC236}">
                  <a16:creationId xmlns:a16="http://schemas.microsoft.com/office/drawing/2014/main" id="{CD13C095-642B-1D2C-8615-69924DF12B5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1" name="Group 3240">
            <a:extLst>
              <a:ext uri="{FF2B5EF4-FFF2-40B4-BE49-F238E27FC236}">
                <a16:creationId xmlns:a16="http://schemas.microsoft.com/office/drawing/2014/main" id="{8F5908C1-F9D6-4D2D-B545-3D7606236388}"/>
              </a:ext>
            </a:extLst>
          </p:cNvPr>
          <p:cNvGrpSpPr/>
          <p:nvPr/>
        </p:nvGrpSpPr>
        <p:grpSpPr>
          <a:xfrm rot="21292958">
            <a:off x="9441488" y="3133042"/>
            <a:ext cx="242005" cy="46723"/>
            <a:chOff x="7979724" y="3580291"/>
            <a:chExt cx="242005" cy="43678"/>
          </a:xfrm>
        </p:grpSpPr>
        <p:sp>
          <p:nvSpPr>
            <p:cNvPr id="3269" name="Oval 3268">
              <a:extLst>
                <a:ext uri="{FF2B5EF4-FFF2-40B4-BE49-F238E27FC236}">
                  <a16:creationId xmlns:a16="http://schemas.microsoft.com/office/drawing/2014/main" id="{E90E08E7-62DA-0CDD-2CCC-F6894DE447C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0" name="Oval 3269">
              <a:extLst>
                <a:ext uri="{FF2B5EF4-FFF2-40B4-BE49-F238E27FC236}">
                  <a16:creationId xmlns:a16="http://schemas.microsoft.com/office/drawing/2014/main" id="{F1E2CF83-8BFF-6045-A7A7-A56588398D3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1" name="Oval 3270">
              <a:extLst>
                <a:ext uri="{FF2B5EF4-FFF2-40B4-BE49-F238E27FC236}">
                  <a16:creationId xmlns:a16="http://schemas.microsoft.com/office/drawing/2014/main" id="{9E3FCF63-A387-3AAD-444B-56C9B060CF0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2" name="Oval 3271">
              <a:extLst>
                <a:ext uri="{FF2B5EF4-FFF2-40B4-BE49-F238E27FC236}">
                  <a16:creationId xmlns:a16="http://schemas.microsoft.com/office/drawing/2014/main" id="{6ADA1127-BA3B-1EC0-8FEF-71115FA63DB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3" name="Oval 3272">
              <a:extLst>
                <a:ext uri="{FF2B5EF4-FFF2-40B4-BE49-F238E27FC236}">
                  <a16:creationId xmlns:a16="http://schemas.microsoft.com/office/drawing/2014/main" id="{E7755B17-D937-9ECC-A272-40F4A42EDEB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4" name="Oval 3273">
              <a:extLst>
                <a:ext uri="{FF2B5EF4-FFF2-40B4-BE49-F238E27FC236}">
                  <a16:creationId xmlns:a16="http://schemas.microsoft.com/office/drawing/2014/main" id="{3475B548-0685-EB2C-0C02-C82B9114340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5" name="Oval 3274">
              <a:extLst>
                <a:ext uri="{FF2B5EF4-FFF2-40B4-BE49-F238E27FC236}">
                  <a16:creationId xmlns:a16="http://schemas.microsoft.com/office/drawing/2014/main" id="{E196B0E8-1699-23EA-27F0-BEE85E3D5F8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6" name="Oval 3275">
              <a:extLst>
                <a:ext uri="{FF2B5EF4-FFF2-40B4-BE49-F238E27FC236}">
                  <a16:creationId xmlns:a16="http://schemas.microsoft.com/office/drawing/2014/main" id="{EF57A553-7AB5-813E-8566-48F5E6C54F4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2" name="Group 3241">
            <a:extLst>
              <a:ext uri="{FF2B5EF4-FFF2-40B4-BE49-F238E27FC236}">
                <a16:creationId xmlns:a16="http://schemas.microsoft.com/office/drawing/2014/main" id="{8A20838B-B424-00BE-D84D-4A926476B46E}"/>
              </a:ext>
            </a:extLst>
          </p:cNvPr>
          <p:cNvGrpSpPr/>
          <p:nvPr/>
        </p:nvGrpSpPr>
        <p:grpSpPr>
          <a:xfrm>
            <a:off x="9370331" y="3133858"/>
            <a:ext cx="242005" cy="43678"/>
            <a:chOff x="7979724" y="3580291"/>
            <a:chExt cx="242005" cy="43678"/>
          </a:xfrm>
        </p:grpSpPr>
        <p:sp>
          <p:nvSpPr>
            <p:cNvPr id="3261" name="Oval 3260">
              <a:extLst>
                <a:ext uri="{FF2B5EF4-FFF2-40B4-BE49-F238E27FC236}">
                  <a16:creationId xmlns:a16="http://schemas.microsoft.com/office/drawing/2014/main" id="{0A968383-0262-D892-464E-802FDEC94D0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2" name="Oval 3261">
              <a:extLst>
                <a:ext uri="{FF2B5EF4-FFF2-40B4-BE49-F238E27FC236}">
                  <a16:creationId xmlns:a16="http://schemas.microsoft.com/office/drawing/2014/main" id="{F116298F-DD36-C670-0CAF-0701D6A3E65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3" name="Oval 3262">
              <a:extLst>
                <a:ext uri="{FF2B5EF4-FFF2-40B4-BE49-F238E27FC236}">
                  <a16:creationId xmlns:a16="http://schemas.microsoft.com/office/drawing/2014/main" id="{8643194C-52C1-B9A1-748B-FD88880BEA8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4" name="Oval 3263">
              <a:extLst>
                <a:ext uri="{FF2B5EF4-FFF2-40B4-BE49-F238E27FC236}">
                  <a16:creationId xmlns:a16="http://schemas.microsoft.com/office/drawing/2014/main" id="{5CA0DC96-1778-D6D2-6018-D3AE8AEFE97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5" name="Oval 3264">
              <a:extLst>
                <a:ext uri="{FF2B5EF4-FFF2-40B4-BE49-F238E27FC236}">
                  <a16:creationId xmlns:a16="http://schemas.microsoft.com/office/drawing/2014/main" id="{C2EADB8E-E077-5DA9-17EC-7408259F4BE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6" name="Oval 3265">
              <a:extLst>
                <a:ext uri="{FF2B5EF4-FFF2-40B4-BE49-F238E27FC236}">
                  <a16:creationId xmlns:a16="http://schemas.microsoft.com/office/drawing/2014/main" id="{0C9BA4DF-D217-B4A8-B69F-72C1913BB73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7" name="Oval 3266">
              <a:extLst>
                <a:ext uri="{FF2B5EF4-FFF2-40B4-BE49-F238E27FC236}">
                  <a16:creationId xmlns:a16="http://schemas.microsoft.com/office/drawing/2014/main" id="{4E2098E3-19E4-51D6-63D3-61C9FC36ADD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8" name="Oval 3267">
              <a:extLst>
                <a:ext uri="{FF2B5EF4-FFF2-40B4-BE49-F238E27FC236}">
                  <a16:creationId xmlns:a16="http://schemas.microsoft.com/office/drawing/2014/main" id="{6EBD32CF-5C78-3B10-F05B-19549166D55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3" name="Group 3242">
            <a:extLst>
              <a:ext uri="{FF2B5EF4-FFF2-40B4-BE49-F238E27FC236}">
                <a16:creationId xmlns:a16="http://schemas.microsoft.com/office/drawing/2014/main" id="{C82F9D6A-FCFC-DE6E-0EE4-3EAA08E7E924}"/>
              </a:ext>
            </a:extLst>
          </p:cNvPr>
          <p:cNvGrpSpPr/>
          <p:nvPr/>
        </p:nvGrpSpPr>
        <p:grpSpPr>
          <a:xfrm rot="10800000">
            <a:off x="9682531" y="3136218"/>
            <a:ext cx="242005" cy="46723"/>
            <a:chOff x="7979724" y="3580291"/>
            <a:chExt cx="242005" cy="43678"/>
          </a:xfrm>
        </p:grpSpPr>
        <p:sp>
          <p:nvSpPr>
            <p:cNvPr id="3253" name="Oval 3252">
              <a:extLst>
                <a:ext uri="{FF2B5EF4-FFF2-40B4-BE49-F238E27FC236}">
                  <a16:creationId xmlns:a16="http://schemas.microsoft.com/office/drawing/2014/main" id="{DFF6BB3E-D410-4408-54DA-F2ADD8C45BF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4" name="Oval 3253">
              <a:extLst>
                <a:ext uri="{FF2B5EF4-FFF2-40B4-BE49-F238E27FC236}">
                  <a16:creationId xmlns:a16="http://schemas.microsoft.com/office/drawing/2014/main" id="{76D20723-BBBF-5E05-83D7-575FAD72344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5" name="Oval 3254">
              <a:extLst>
                <a:ext uri="{FF2B5EF4-FFF2-40B4-BE49-F238E27FC236}">
                  <a16:creationId xmlns:a16="http://schemas.microsoft.com/office/drawing/2014/main" id="{355F5EB8-BA20-F3BA-1ABA-AA15B26D95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6" name="Oval 3255">
              <a:extLst>
                <a:ext uri="{FF2B5EF4-FFF2-40B4-BE49-F238E27FC236}">
                  <a16:creationId xmlns:a16="http://schemas.microsoft.com/office/drawing/2014/main" id="{43F32192-8569-521E-D53D-24F601D1D7B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7" name="Oval 3256">
              <a:extLst>
                <a:ext uri="{FF2B5EF4-FFF2-40B4-BE49-F238E27FC236}">
                  <a16:creationId xmlns:a16="http://schemas.microsoft.com/office/drawing/2014/main" id="{81365D4E-E461-8C7E-5D06-87298A4E550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8" name="Oval 3257">
              <a:extLst>
                <a:ext uri="{FF2B5EF4-FFF2-40B4-BE49-F238E27FC236}">
                  <a16:creationId xmlns:a16="http://schemas.microsoft.com/office/drawing/2014/main" id="{361A4A31-5D8A-96EC-3F22-E1EA5C2DA56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9" name="Oval 3258">
              <a:extLst>
                <a:ext uri="{FF2B5EF4-FFF2-40B4-BE49-F238E27FC236}">
                  <a16:creationId xmlns:a16="http://schemas.microsoft.com/office/drawing/2014/main" id="{3A615247-7310-A584-F25B-6AEBE9C7BD9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0" name="Oval 3259">
              <a:extLst>
                <a:ext uri="{FF2B5EF4-FFF2-40B4-BE49-F238E27FC236}">
                  <a16:creationId xmlns:a16="http://schemas.microsoft.com/office/drawing/2014/main" id="{EF806C1C-37B8-0608-C9B8-17C27CEB35C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4" name="Group 3243">
            <a:extLst>
              <a:ext uri="{FF2B5EF4-FFF2-40B4-BE49-F238E27FC236}">
                <a16:creationId xmlns:a16="http://schemas.microsoft.com/office/drawing/2014/main" id="{041F6D31-4998-491A-EE97-2E386A5FD412}"/>
              </a:ext>
            </a:extLst>
          </p:cNvPr>
          <p:cNvGrpSpPr/>
          <p:nvPr/>
        </p:nvGrpSpPr>
        <p:grpSpPr>
          <a:xfrm>
            <a:off x="9611374" y="3137034"/>
            <a:ext cx="242005" cy="43678"/>
            <a:chOff x="7979724" y="3580291"/>
            <a:chExt cx="242005" cy="43678"/>
          </a:xfrm>
        </p:grpSpPr>
        <p:sp>
          <p:nvSpPr>
            <p:cNvPr id="3245" name="Oval 3244">
              <a:extLst>
                <a:ext uri="{FF2B5EF4-FFF2-40B4-BE49-F238E27FC236}">
                  <a16:creationId xmlns:a16="http://schemas.microsoft.com/office/drawing/2014/main" id="{BEFB08B7-0169-89C5-4B03-4F9FD837617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6" name="Oval 3245">
              <a:extLst>
                <a:ext uri="{FF2B5EF4-FFF2-40B4-BE49-F238E27FC236}">
                  <a16:creationId xmlns:a16="http://schemas.microsoft.com/office/drawing/2014/main" id="{A3F52D10-E5C7-6DC6-8423-FA37E71F24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7" name="Oval 3246">
              <a:extLst>
                <a:ext uri="{FF2B5EF4-FFF2-40B4-BE49-F238E27FC236}">
                  <a16:creationId xmlns:a16="http://schemas.microsoft.com/office/drawing/2014/main" id="{85B880A2-5DE4-ED2C-4697-10A4EAAEDCF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8" name="Oval 3247">
              <a:extLst>
                <a:ext uri="{FF2B5EF4-FFF2-40B4-BE49-F238E27FC236}">
                  <a16:creationId xmlns:a16="http://schemas.microsoft.com/office/drawing/2014/main" id="{F8780001-8059-9614-6BEF-580D19B938E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9" name="Oval 3248">
              <a:extLst>
                <a:ext uri="{FF2B5EF4-FFF2-40B4-BE49-F238E27FC236}">
                  <a16:creationId xmlns:a16="http://schemas.microsoft.com/office/drawing/2014/main" id="{55A3F839-6968-9850-915F-21B8D4C369C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0" name="Oval 3249">
              <a:extLst>
                <a:ext uri="{FF2B5EF4-FFF2-40B4-BE49-F238E27FC236}">
                  <a16:creationId xmlns:a16="http://schemas.microsoft.com/office/drawing/2014/main" id="{1F9E4AA7-0F91-BF0D-2973-504B4310789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1" name="Oval 3250">
              <a:extLst>
                <a:ext uri="{FF2B5EF4-FFF2-40B4-BE49-F238E27FC236}">
                  <a16:creationId xmlns:a16="http://schemas.microsoft.com/office/drawing/2014/main" id="{526C40DC-FF97-55B7-5920-5A64629225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2" name="Oval 3251">
              <a:extLst>
                <a:ext uri="{FF2B5EF4-FFF2-40B4-BE49-F238E27FC236}">
                  <a16:creationId xmlns:a16="http://schemas.microsoft.com/office/drawing/2014/main" id="{35105B8A-3023-A1E5-FDA4-C31356F570A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0" name="Group 3309">
            <a:extLst>
              <a:ext uri="{FF2B5EF4-FFF2-40B4-BE49-F238E27FC236}">
                <a16:creationId xmlns:a16="http://schemas.microsoft.com/office/drawing/2014/main" id="{503A9D7A-AB80-7C97-C5B1-CE87CE926708}"/>
              </a:ext>
            </a:extLst>
          </p:cNvPr>
          <p:cNvGrpSpPr/>
          <p:nvPr/>
        </p:nvGrpSpPr>
        <p:grpSpPr>
          <a:xfrm rot="10800000">
            <a:off x="8761387" y="3418096"/>
            <a:ext cx="242005" cy="46723"/>
            <a:chOff x="7979724" y="3580291"/>
            <a:chExt cx="242005" cy="43678"/>
          </a:xfrm>
        </p:grpSpPr>
        <p:sp>
          <p:nvSpPr>
            <p:cNvPr id="3374" name="Oval 3373">
              <a:extLst>
                <a:ext uri="{FF2B5EF4-FFF2-40B4-BE49-F238E27FC236}">
                  <a16:creationId xmlns:a16="http://schemas.microsoft.com/office/drawing/2014/main" id="{C704D220-7210-2434-C389-43225511DE6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5" name="Oval 3374">
              <a:extLst>
                <a:ext uri="{FF2B5EF4-FFF2-40B4-BE49-F238E27FC236}">
                  <a16:creationId xmlns:a16="http://schemas.microsoft.com/office/drawing/2014/main" id="{37BFC812-DE5C-2F25-DE90-42DD98BA254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6" name="Oval 3375">
              <a:extLst>
                <a:ext uri="{FF2B5EF4-FFF2-40B4-BE49-F238E27FC236}">
                  <a16:creationId xmlns:a16="http://schemas.microsoft.com/office/drawing/2014/main" id="{90114CDD-33DF-B3DB-1C6D-917BBF25CF6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7" name="Oval 3376">
              <a:extLst>
                <a:ext uri="{FF2B5EF4-FFF2-40B4-BE49-F238E27FC236}">
                  <a16:creationId xmlns:a16="http://schemas.microsoft.com/office/drawing/2014/main" id="{87B25E32-2043-20E1-480F-E68D4B2C343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8" name="Oval 3377">
              <a:extLst>
                <a:ext uri="{FF2B5EF4-FFF2-40B4-BE49-F238E27FC236}">
                  <a16:creationId xmlns:a16="http://schemas.microsoft.com/office/drawing/2014/main" id="{426A2DAD-D33E-10DA-FB36-B5C886D63EC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 name="Oval 3378">
              <a:extLst>
                <a:ext uri="{FF2B5EF4-FFF2-40B4-BE49-F238E27FC236}">
                  <a16:creationId xmlns:a16="http://schemas.microsoft.com/office/drawing/2014/main" id="{808BA962-1325-32BF-3E4A-46D56DF6D06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 name="Oval 3379">
              <a:extLst>
                <a:ext uri="{FF2B5EF4-FFF2-40B4-BE49-F238E27FC236}">
                  <a16:creationId xmlns:a16="http://schemas.microsoft.com/office/drawing/2014/main" id="{666D4400-9D82-9EBF-286D-3135301E89D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1" name="Oval 3380">
              <a:extLst>
                <a:ext uri="{FF2B5EF4-FFF2-40B4-BE49-F238E27FC236}">
                  <a16:creationId xmlns:a16="http://schemas.microsoft.com/office/drawing/2014/main" id="{453E6C57-B37C-98BC-0AB7-DF84F41C7F1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1" name="Group 3310">
            <a:extLst>
              <a:ext uri="{FF2B5EF4-FFF2-40B4-BE49-F238E27FC236}">
                <a16:creationId xmlns:a16="http://schemas.microsoft.com/office/drawing/2014/main" id="{E073411F-C9FC-232E-C28A-67449BFA768E}"/>
              </a:ext>
            </a:extLst>
          </p:cNvPr>
          <p:cNvGrpSpPr/>
          <p:nvPr/>
        </p:nvGrpSpPr>
        <p:grpSpPr>
          <a:xfrm>
            <a:off x="8690230" y="3418912"/>
            <a:ext cx="242005" cy="43678"/>
            <a:chOff x="7979724" y="3580291"/>
            <a:chExt cx="242005" cy="43678"/>
          </a:xfrm>
        </p:grpSpPr>
        <p:sp>
          <p:nvSpPr>
            <p:cNvPr id="3366" name="Oval 3365">
              <a:extLst>
                <a:ext uri="{FF2B5EF4-FFF2-40B4-BE49-F238E27FC236}">
                  <a16:creationId xmlns:a16="http://schemas.microsoft.com/office/drawing/2014/main" id="{9F4D73D4-5518-06AA-E159-8A8F747D048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7" name="Oval 3366">
              <a:extLst>
                <a:ext uri="{FF2B5EF4-FFF2-40B4-BE49-F238E27FC236}">
                  <a16:creationId xmlns:a16="http://schemas.microsoft.com/office/drawing/2014/main" id="{5D8D188D-317F-FF20-D6E4-7C007E05D42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8" name="Oval 3367">
              <a:extLst>
                <a:ext uri="{FF2B5EF4-FFF2-40B4-BE49-F238E27FC236}">
                  <a16:creationId xmlns:a16="http://schemas.microsoft.com/office/drawing/2014/main" id="{50758789-0FD6-DFE6-9607-9528F2B4568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9" name="Oval 3368">
              <a:extLst>
                <a:ext uri="{FF2B5EF4-FFF2-40B4-BE49-F238E27FC236}">
                  <a16:creationId xmlns:a16="http://schemas.microsoft.com/office/drawing/2014/main" id="{543A49CA-327E-6AB7-508F-50472620C79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0" name="Oval 3369">
              <a:extLst>
                <a:ext uri="{FF2B5EF4-FFF2-40B4-BE49-F238E27FC236}">
                  <a16:creationId xmlns:a16="http://schemas.microsoft.com/office/drawing/2014/main" id="{49B6B578-FFCF-D23D-DC47-325F57E6329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1" name="Oval 3370">
              <a:extLst>
                <a:ext uri="{FF2B5EF4-FFF2-40B4-BE49-F238E27FC236}">
                  <a16:creationId xmlns:a16="http://schemas.microsoft.com/office/drawing/2014/main" id="{FBF55A0C-D0D3-1971-DA3E-4D0247E77A4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2" name="Oval 3371">
              <a:extLst>
                <a:ext uri="{FF2B5EF4-FFF2-40B4-BE49-F238E27FC236}">
                  <a16:creationId xmlns:a16="http://schemas.microsoft.com/office/drawing/2014/main" id="{EDA13724-E2AD-E1BD-A877-B3B6685902D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3" name="Oval 3372">
              <a:extLst>
                <a:ext uri="{FF2B5EF4-FFF2-40B4-BE49-F238E27FC236}">
                  <a16:creationId xmlns:a16="http://schemas.microsoft.com/office/drawing/2014/main" id="{A8970445-0CAE-A41A-15E8-FBB0898FE8A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2" name="Group 3311">
            <a:extLst>
              <a:ext uri="{FF2B5EF4-FFF2-40B4-BE49-F238E27FC236}">
                <a16:creationId xmlns:a16="http://schemas.microsoft.com/office/drawing/2014/main" id="{5519FFE5-1CDF-48DF-93FE-FEC58381A1D4}"/>
              </a:ext>
            </a:extLst>
          </p:cNvPr>
          <p:cNvGrpSpPr/>
          <p:nvPr/>
        </p:nvGrpSpPr>
        <p:grpSpPr>
          <a:xfrm rot="10800000">
            <a:off x="9002430" y="3421272"/>
            <a:ext cx="242005" cy="46723"/>
            <a:chOff x="7979724" y="3580291"/>
            <a:chExt cx="242005" cy="43678"/>
          </a:xfrm>
        </p:grpSpPr>
        <p:sp>
          <p:nvSpPr>
            <p:cNvPr id="3358" name="Oval 3357">
              <a:extLst>
                <a:ext uri="{FF2B5EF4-FFF2-40B4-BE49-F238E27FC236}">
                  <a16:creationId xmlns:a16="http://schemas.microsoft.com/office/drawing/2014/main" id="{5373045E-9501-54D3-8F27-51628D9D988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9" name="Oval 3358">
              <a:extLst>
                <a:ext uri="{FF2B5EF4-FFF2-40B4-BE49-F238E27FC236}">
                  <a16:creationId xmlns:a16="http://schemas.microsoft.com/office/drawing/2014/main" id="{22621553-C30B-4B70-0B65-C61B9379E5F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0" name="Oval 3359">
              <a:extLst>
                <a:ext uri="{FF2B5EF4-FFF2-40B4-BE49-F238E27FC236}">
                  <a16:creationId xmlns:a16="http://schemas.microsoft.com/office/drawing/2014/main" id="{5240757B-E5CE-C8D4-59E7-1CBE604AB6B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1" name="Oval 3360">
              <a:extLst>
                <a:ext uri="{FF2B5EF4-FFF2-40B4-BE49-F238E27FC236}">
                  <a16:creationId xmlns:a16="http://schemas.microsoft.com/office/drawing/2014/main" id="{F8FA1AE6-B3FC-1154-B91F-E5D52E05A0A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2" name="Oval 3361">
              <a:extLst>
                <a:ext uri="{FF2B5EF4-FFF2-40B4-BE49-F238E27FC236}">
                  <a16:creationId xmlns:a16="http://schemas.microsoft.com/office/drawing/2014/main" id="{315282D0-CB24-2C90-AC86-4C23A802CAC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3" name="Oval 3362">
              <a:extLst>
                <a:ext uri="{FF2B5EF4-FFF2-40B4-BE49-F238E27FC236}">
                  <a16:creationId xmlns:a16="http://schemas.microsoft.com/office/drawing/2014/main" id="{4656DD3F-9359-400C-2265-A97B915C9E9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4" name="Oval 3363">
              <a:extLst>
                <a:ext uri="{FF2B5EF4-FFF2-40B4-BE49-F238E27FC236}">
                  <a16:creationId xmlns:a16="http://schemas.microsoft.com/office/drawing/2014/main" id="{28B54E9A-3EE7-2693-6DA2-3A46191239E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5" name="Oval 3364">
              <a:extLst>
                <a:ext uri="{FF2B5EF4-FFF2-40B4-BE49-F238E27FC236}">
                  <a16:creationId xmlns:a16="http://schemas.microsoft.com/office/drawing/2014/main" id="{6A677347-59B0-6E29-92A0-7290A5A8D81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3" name="Group 3312">
            <a:extLst>
              <a:ext uri="{FF2B5EF4-FFF2-40B4-BE49-F238E27FC236}">
                <a16:creationId xmlns:a16="http://schemas.microsoft.com/office/drawing/2014/main" id="{67FE23E5-AAA6-B148-A5E4-1C89D74F0B86}"/>
              </a:ext>
            </a:extLst>
          </p:cNvPr>
          <p:cNvGrpSpPr/>
          <p:nvPr/>
        </p:nvGrpSpPr>
        <p:grpSpPr>
          <a:xfrm rot="11689693">
            <a:off x="8931273" y="3422088"/>
            <a:ext cx="242005" cy="43678"/>
            <a:chOff x="7979724" y="3580291"/>
            <a:chExt cx="242005" cy="43678"/>
          </a:xfrm>
        </p:grpSpPr>
        <p:sp>
          <p:nvSpPr>
            <p:cNvPr id="3350" name="Oval 3349">
              <a:extLst>
                <a:ext uri="{FF2B5EF4-FFF2-40B4-BE49-F238E27FC236}">
                  <a16:creationId xmlns:a16="http://schemas.microsoft.com/office/drawing/2014/main" id="{86F30F32-DA7E-347C-A99E-CF6573787DE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1" name="Oval 3350">
              <a:extLst>
                <a:ext uri="{FF2B5EF4-FFF2-40B4-BE49-F238E27FC236}">
                  <a16:creationId xmlns:a16="http://schemas.microsoft.com/office/drawing/2014/main" id="{16E87817-7A2A-726A-2839-59C8A198698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2" name="Oval 3351">
              <a:extLst>
                <a:ext uri="{FF2B5EF4-FFF2-40B4-BE49-F238E27FC236}">
                  <a16:creationId xmlns:a16="http://schemas.microsoft.com/office/drawing/2014/main" id="{1EB1CCD6-7A4E-C3E8-EBA6-A2BCE72AA09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3" name="Oval 3352">
              <a:extLst>
                <a:ext uri="{FF2B5EF4-FFF2-40B4-BE49-F238E27FC236}">
                  <a16:creationId xmlns:a16="http://schemas.microsoft.com/office/drawing/2014/main" id="{E6D03ACA-3B21-3118-F200-BBF1A10BBD7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4" name="Oval 3353">
              <a:extLst>
                <a:ext uri="{FF2B5EF4-FFF2-40B4-BE49-F238E27FC236}">
                  <a16:creationId xmlns:a16="http://schemas.microsoft.com/office/drawing/2014/main" id="{A1C83878-753F-C216-6A42-A5224C9AE17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5" name="Oval 3354">
              <a:extLst>
                <a:ext uri="{FF2B5EF4-FFF2-40B4-BE49-F238E27FC236}">
                  <a16:creationId xmlns:a16="http://schemas.microsoft.com/office/drawing/2014/main" id="{DFFE1F75-3C08-94C2-57AA-AF16EFBE305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6" name="Oval 3355">
              <a:extLst>
                <a:ext uri="{FF2B5EF4-FFF2-40B4-BE49-F238E27FC236}">
                  <a16:creationId xmlns:a16="http://schemas.microsoft.com/office/drawing/2014/main" id="{15519C0B-9913-6A6C-AC5B-AEC9048388E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7" name="Oval 3356">
              <a:extLst>
                <a:ext uri="{FF2B5EF4-FFF2-40B4-BE49-F238E27FC236}">
                  <a16:creationId xmlns:a16="http://schemas.microsoft.com/office/drawing/2014/main" id="{D843CEA6-9E7A-5465-7F15-6856575E3C6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4" name="Group 3313">
            <a:extLst>
              <a:ext uri="{FF2B5EF4-FFF2-40B4-BE49-F238E27FC236}">
                <a16:creationId xmlns:a16="http://schemas.microsoft.com/office/drawing/2014/main" id="{365F7EDB-6873-7596-17D6-70498263F08F}"/>
              </a:ext>
            </a:extLst>
          </p:cNvPr>
          <p:cNvGrpSpPr/>
          <p:nvPr/>
        </p:nvGrpSpPr>
        <p:grpSpPr>
          <a:xfrm rot="21292958">
            <a:off x="9178727" y="3422112"/>
            <a:ext cx="242005" cy="46723"/>
            <a:chOff x="7979724" y="3580291"/>
            <a:chExt cx="242005" cy="43678"/>
          </a:xfrm>
        </p:grpSpPr>
        <p:sp>
          <p:nvSpPr>
            <p:cNvPr id="3342" name="Oval 3341">
              <a:extLst>
                <a:ext uri="{FF2B5EF4-FFF2-40B4-BE49-F238E27FC236}">
                  <a16:creationId xmlns:a16="http://schemas.microsoft.com/office/drawing/2014/main" id="{01A3F0AC-FA50-9959-DAA9-647DA7EA216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3" name="Oval 3342">
              <a:extLst>
                <a:ext uri="{FF2B5EF4-FFF2-40B4-BE49-F238E27FC236}">
                  <a16:creationId xmlns:a16="http://schemas.microsoft.com/office/drawing/2014/main" id="{D04349EF-4CA3-ABD1-1392-AA386A5431C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4" name="Oval 3343">
              <a:extLst>
                <a:ext uri="{FF2B5EF4-FFF2-40B4-BE49-F238E27FC236}">
                  <a16:creationId xmlns:a16="http://schemas.microsoft.com/office/drawing/2014/main" id="{FA40A659-ECF1-241D-B089-7482BD3E996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5" name="Oval 3344">
              <a:extLst>
                <a:ext uri="{FF2B5EF4-FFF2-40B4-BE49-F238E27FC236}">
                  <a16:creationId xmlns:a16="http://schemas.microsoft.com/office/drawing/2014/main" id="{BF775A97-3DD3-7683-15DB-C7DAA31892B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6" name="Oval 3345">
              <a:extLst>
                <a:ext uri="{FF2B5EF4-FFF2-40B4-BE49-F238E27FC236}">
                  <a16:creationId xmlns:a16="http://schemas.microsoft.com/office/drawing/2014/main" id="{1A32FB38-FABF-F230-437A-B3D76FD2567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7" name="Oval 3346">
              <a:extLst>
                <a:ext uri="{FF2B5EF4-FFF2-40B4-BE49-F238E27FC236}">
                  <a16:creationId xmlns:a16="http://schemas.microsoft.com/office/drawing/2014/main" id="{F14DB96F-A372-1375-484D-0B94D87B55A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8" name="Oval 3347">
              <a:extLst>
                <a:ext uri="{FF2B5EF4-FFF2-40B4-BE49-F238E27FC236}">
                  <a16:creationId xmlns:a16="http://schemas.microsoft.com/office/drawing/2014/main" id="{61A00A39-94D5-9521-D7C3-F234E6AE721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9" name="Oval 3348">
              <a:extLst>
                <a:ext uri="{FF2B5EF4-FFF2-40B4-BE49-F238E27FC236}">
                  <a16:creationId xmlns:a16="http://schemas.microsoft.com/office/drawing/2014/main" id="{084B5307-535E-BC5C-F249-E8F3D2DA14E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5" name="Group 3314">
            <a:extLst>
              <a:ext uri="{FF2B5EF4-FFF2-40B4-BE49-F238E27FC236}">
                <a16:creationId xmlns:a16="http://schemas.microsoft.com/office/drawing/2014/main" id="{1E3176F5-5CF5-793D-E0C0-8A53CD1FDAB6}"/>
              </a:ext>
            </a:extLst>
          </p:cNvPr>
          <p:cNvGrpSpPr/>
          <p:nvPr/>
        </p:nvGrpSpPr>
        <p:grpSpPr>
          <a:xfrm>
            <a:off x="9107570" y="3422928"/>
            <a:ext cx="242005" cy="43678"/>
            <a:chOff x="7979724" y="3580291"/>
            <a:chExt cx="242005" cy="43678"/>
          </a:xfrm>
        </p:grpSpPr>
        <p:sp>
          <p:nvSpPr>
            <p:cNvPr id="3334" name="Oval 3333">
              <a:extLst>
                <a:ext uri="{FF2B5EF4-FFF2-40B4-BE49-F238E27FC236}">
                  <a16:creationId xmlns:a16="http://schemas.microsoft.com/office/drawing/2014/main" id="{5B1CB582-D566-FCD0-62F4-85647658901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5" name="Oval 3334">
              <a:extLst>
                <a:ext uri="{FF2B5EF4-FFF2-40B4-BE49-F238E27FC236}">
                  <a16:creationId xmlns:a16="http://schemas.microsoft.com/office/drawing/2014/main" id="{A134580C-ABEB-55AC-C3C1-DD046169B60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6" name="Oval 3335">
              <a:extLst>
                <a:ext uri="{FF2B5EF4-FFF2-40B4-BE49-F238E27FC236}">
                  <a16:creationId xmlns:a16="http://schemas.microsoft.com/office/drawing/2014/main" id="{9F2AD983-1CE4-C92B-1102-CEF9C9825C0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7" name="Oval 3336">
              <a:extLst>
                <a:ext uri="{FF2B5EF4-FFF2-40B4-BE49-F238E27FC236}">
                  <a16:creationId xmlns:a16="http://schemas.microsoft.com/office/drawing/2014/main" id="{D9453871-9AD8-BA19-73DB-254F219C83E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8" name="Oval 3337">
              <a:extLst>
                <a:ext uri="{FF2B5EF4-FFF2-40B4-BE49-F238E27FC236}">
                  <a16:creationId xmlns:a16="http://schemas.microsoft.com/office/drawing/2014/main" id="{80C5182A-5BBE-4484-5E18-BE2ECFB1485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9" name="Oval 3338">
              <a:extLst>
                <a:ext uri="{FF2B5EF4-FFF2-40B4-BE49-F238E27FC236}">
                  <a16:creationId xmlns:a16="http://schemas.microsoft.com/office/drawing/2014/main" id="{C0502BC4-33D6-DD80-5B76-CF0CFAE5429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0" name="Oval 3339">
              <a:extLst>
                <a:ext uri="{FF2B5EF4-FFF2-40B4-BE49-F238E27FC236}">
                  <a16:creationId xmlns:a16="http://schemas.microsoft.com/office/drawing/2014/main" id="{1FAE3A87-A623-7568-6DD4-97E340A012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1" name="Oval 3340">
              <a:extLst>
                <a:ext uri="{FF2B5EF4-FFF2-40B4-BE49-F238E27FC236}">
                  <a16:creationId xmlns:a16="http://schemas.microsoft.com/office/drawing/2014/main" id="{0964EED9-D9F2-5944-285D-2144A5B6869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6" name="Group 3315">
            <a:extLst>
              <a:ext uri="{FF2B5EF4-FFF2-40B4-BE49-F238E27FC236}">
                <a16:creationId xmlns:a16="http://schemas.microsoft.com/office/drawing/2014/main" id="{D8C788A5-F82C-6205-5875-C4280F237EBA}"/>
              </a:ext>
            </a:extLst>
          </p:cNvPr>
          <p:cNvGrpSpPr/>
          <p:nvPr/>
        </p:nvGrpSpPr>
        <p:grpSpPr>
          <a:xfrm rot="10800000">
            <a:off x="9419770" y="3425288"/>
            <a:ext cx="242005" cy="46723"/>
            <a:chOff x="7979724" y="3580291"/>
            <a:chExt cx="242005" cy="43678"/>
          </a:xfrm>
        </p:grpSpPr>
        <p:sp>
          <p:nvSpPr>
            <p:cNvPr id="3326" name="Oval 3325">
              <a:extLst>
                <a:ext uri="{FF2B5EF4-FFF2-40B4-BE49-F238E27FC236}">
                  <a16:creationId xmlns:a16="http://schemas.microsoft.com/office/drawing/2014/main" id="{7B03EDA5-E32C-4A48-F4B7-D4A1E4A8B08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7" name="Oval 3326">
              <a:extLst>
                <a:ext uri="{FF2B5EF4-FFF2-40B4-BE49-F238E27FC236}">
                  <a16:creationId xmlns:a16="http://schemas.microsoft.com/office/drawing/2014/main" id="{CCCFD5B2-0360-38FA-0553-76F3DAD714D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8" name="Oval 3327">
              <a:extLst>
                <a:ext uri="{FF2B5EF4-FFF2-40B4-BE49-F238E27FC236}">
                  <a16:creationId xmlns:a16="http://schemas.microsoft.com/office/drawing/2014/main" id="{BB34AF30-5C73-C6F1-FD92-3B0FA3BFE78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9" name="Oval 3328">
              <a:extLst>
                <a:ext uri="{FF2B5EF4-FFF2-40B4-BE49-F238E27FC236}">
                  <a16:creationId xmlns:a16="http://schemas.microsoft.com/office/drawing/2014/main" id="{D6BDD04A-9F49-3776-5A78-D08D0340D74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0" name="Oval 3329">
              <a:extLst>
                <a:ext uri="{FF2B5EF4-FFF2-40B4-BE49-F238E27FC236}">
                  <a16:creationId xmlns:a16="http://schemas.microsoft.com/office/drawing/2014/main" id="{B45C8810-BC63-1AAD-C9C6-7A47A108E0B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1" name="Oval 3330">
              <a:extLst>
                <a:ext uri="{FF2B5EF4-FFF2-40B4-BE49-F238E27FC236}">
                  <a16:creationId xmlns:a16="http://schemas.microsoft.com/office/drawing/2014/main" id="{D1A25DC9-2C04-E5E7-97A0-78AA4BA7B92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2" name="Oval 3331">
              <a:extLst>
                <a:ext uri="{FF2B5EF4-FFF2-40B4-BE49-F238E27FC236}">
                  <a16:creationId xmlns:a16="http://schemas.microsoft.com/office/drawing/2014/main" id="{4F650F34-8DF1-4ED7-6100-EA9469D0231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3" name="Oval 3332">
              <a:extLst>
                <a:ext uri="{FF2B5EF4-FFF2-40B4-BE49-F238E27FC236}">
                  <a16:creationId xmlns:a16="http://schemas.microsoft.com/office/drawing/2014/main" id="{1EDB9057-FD19-0520-E2E0-BF252698CB8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7" name="Group 3316">
            <a:extLst>
              <a:ext uri="{FF2B5EF4-FFF2-40B4-BE49-F238E27FC236}">
                <a16:creationId xmlns:a16="http://schemas.microsoft.com/office/drawing/2014/main" id="{4C4CF667-5B61-5AEA-500A-7482A30BE1CF}"/>
              </a:ext>
            </a:extLst>
          </p:cNvPr>
          <p:cNvGrpSpPr/>
          <p:nvPr/>
        </p:nvGrpSpPr>
        <p:grpSpPr>
          <a:xfrm>
            <a:off x="9348613" y="3426104"/>
            <a:ext cx="242005" cy="43678"/>
            <a:chOff x="7979724" y="3580291"/>
            <a:chExt cx="242005" cy="43678"/>
          </a:xfrm>
        </p:grpSpPr>
        <p:sp>
          <p:nvSpPr>
            <p:cNvPr id="3318" name="Oval 3317">
              <a:extLst>
                <a:ext uri="{FF2B5EF4-FFF2-40B4-BE49-F238E27FC236}">
                  <a16:creationId xmlns:a16="http://schemas.microsoft.com/office/drawing/2014/main" id="{29209DEF-4B8B-5C85-59C2-7B831EF361F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9" name="Oval 3318">
              <a:extLst>
                <a:ext uri="{FF2B5EF4-FFF2-40B4-BE49-F238E27FC236}">
                  <a16:creationId xmlns:a16="http://schemas.microsoft.com/office/drawing/2014/main" id="{B490F257-D106-EC36-2D5C-B5CA7E0ACF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0" name="Oval 3319">
              <a:extLst>
                <a:ext uri="{FF2B5EF4-FFF2-40B4-BE49-F238E27FC236}">
                  <a16:creationId xmlns:a16="http://schemas.microsoft.com/office/drawing/2014/main" id="{1D9726A9-47A4-A120-D304-9D2E855666B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1" name="Oval 3320">
              <a:extLst>
                <a:ext uri="{FF2B5EF4-FFF2-40B4-BE49-F238E27FC236}">
                  <a16:creationId xmlns:a16="http://schemas.microsoft.com/office/drawing/2014/main" id="{50F7A1EB-1676-C4F0-38E3-659D46803E1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2" name="Oval 3321">
              <a:extLst>
                <a:ext uri="{FF2B5EF4-FFF2-40B4-BE49-F238E27FC236}">
                  <a16:creationId xmlns:a16="http://schemas.microsoft.com/office/drawing/2014/main" id="{2EE0A6E8-242D-BB9E-6185-288BCF81382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3" name="Oval 3322">
              <a:extLst>
                <a:ext uri="{FF2B5EF4-FFF2-40B4-BE49-F238E27FC236}">
                  <a16:creationId xmlns:a16="http://schemas.microsoft.com/office/drawing/2014/main" id="{D9DDF432-D0C2-6358-21EF-7483E6A82D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4" name="Oval 3323">
              <a:extLst>
                <a:ext uri="{FF2B5EF4-FFF2-40B4-BE49-F238E27FC236}">
                  <a16:creationId xmlns:a16="http://schemas.microsoft.com/office/drawing/2014/main" id="{4992D01F-F9CC-6946-8014-1703D49A758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5" name="Oval 3324">
              <a:extLst>
                <a:ext uri="{FF2B5EF4-FFF2-40B4-BE49-F238E27FC236}">
                  <a16:creationId xmlns:a16="http://schemas.microsoft.com/office/drawing/2014/main" id="{740AE3C8-252F-B1BD-7ABF-1184B804D8C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83" name="Oval 3382">
            <a:extLst>
              <a:ext uri="{FF2B5EF4-FFF2-40B4-BE49-F238E27FC236}">
                <a16:creationId xmlns:a16="http://schemas.microsoft.com/office/drawing/2014/main" id="{D36E296D-E23F-9B9C-AC28-26E53789AD59}"/>
              </a:ext>
            </a:extLst>
          </p:cNvPr>
          <p:cNvSpPr/>
          <p:nvPr/>
        </p:nvSpPr>
        <p:spPr>
          <a:xfrm rot="1379869">
            <a:off x="7849345" y="34880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4" name="Oval 3383">
            <a:extLst>
              <a:ext uri="{FF2B5EF4-FFF2-40B4-BE49-F238E27FC236}">
                <a16:creationId xmlns:a16="http://schemas.microsoft.com/office/drawing/2014/main" id="{6E531695-80DF-B867-259E-3E35B5B0E41C}"/>
              </a:ext>
            </a:extLst>
          </p:cNvPr>
          <p:cNvSpPr/>
          <p:nvPr/>
        </p:nvSpPr>
        <p:spPr>
          <a:xfrm rot="1379869">
            <a:off x="7874772" y="35108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5" name="Oval 3384">
            <a:extLst>
              <a:ext uri="{FF2B5EF4-FFF2-40B4-BE49-F238E27FC236}">
                <a16:creationId xmlns:a16="http://schemas.microsoft.com/office/drawing/2014/main" id="{CED29884-0160-CED9-BE12-1D8E9C21D09E}"/>
              </a:ext>
            </a:extLst>
          </p:cNvPr>
          <p:cNvSpPr/>
          <p:nvPr/>
        </p:nvSpPr>
        <p:spPr>
          <a:xfrm rot="1379869">
            <a:off x="7898845" y="35217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6" name="Oval 3385">
            <a:extLst>
              <a:ext uri="{FF2B5EF4-FFF2-40B4-BE49-F238E27FC236}">
                <a16:creationId xmlns:a16="http://schemas.microsoft.com/office/drawing/2014/main" id="{0B01D291-04DA-6B97-9A4E-6649F82E9A1F}"/>
              </a:ext>
            </a:extLst>
          </p:cNvPr>
          <p:cNvSpPr/>
          <p:nvPr/>
        </p:nvSpPr>
        <p:spPr>
          <a:xfrm rot="1379869">
            <a:off x="7799453" y="34692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7" name="Oval 3386">
            <a:extLst>
              <a:ext uri="{FF2B5EF4-FFF2-40B4-BE49-F238E27FC236}">
                <a16:creationId xmlns:a16="http://schemas.microsoft.com/office/drawing/2014/main" id="{4D5C4CFD-AD03-32E7-AE52-8B2822832139}"/>
              </a:ext>
            </a:extLst>
          </p:cNvPr>
          <p:cNvSpPr/>
          <p:nvPr/>
        </p:nvSpPr>
        <p:spPr>
          <a:xfrm rot="1379869">
            <a:off x="7835884" y="34674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8" name="Oval 3387">
            <a:extLst>
              <a:ext uri="{FF2B5EF4-FFF2-40B4-BE49-F238E27FC236}">
                <a16:creationId xmlns:a16="http://schemas.microsoft.com/office/drawing/2014/main" id="{97B18ABA-1602-70EE-7A34-98FD69BC25EE}"/>
              </a:ext>
            </a:extLst>
          </p:cNvPr>
          <p:cNvSpPr/>
          <p:nvPr/>
        </p:nvSpPr>
        <p:spPr>
          <a:xfrm rot="1379869">
            <a:off x="7967304" y="35501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9" name="Oval 3388">
            <a:extLst>
              <a:ext uri="{FF2B5EF4-FFF2-40B4-BE49-F238E27FC236}">
                <a16:creationId xmlns:a16="http://schemas.microsoft.com/office/drawing/2014/main" id="{E82C2387-468F-5105-734C-F51E956F1971}"/>
              </a:ext>
            </a:extLst>
          </p:cNvPr>
          <p:cNvSpPr/>
          <p:nvPr/>
        </p:nvSpPr>
        <p:spPr>
          <a:xfrm rot="1379869">
            <a:off x="8004657" y="35584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0" name="Oval 3389">
            <a:extLst>
              <a:ext uri="{FF2B5EF4-FFF2-40B4-BE49-F238E27FC236}">
                <a16:creationId xmlns:a16="http://schemas.microsoft.com/office/drawing/2014/main" id="{E276FE82-A69C-FD03-7BFD-95175173476A}"/>
              </a:ext>
            </a:extLst>
          </p:cNvPr>
          <p:cNvSpPr/>
          <p:nvPr/>
        </p:nvSpPr>
        <p:spPr>
          <a:xfrm rot="1379869">
            <a:off x="7943701" y="353655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2" name="Oval 3391">
            <a:extLst>
              <a:ext uri="{FF2B5EF4-FFF2-40B4-BE49-F238E27FC236}">
                <a16:creationId xmlns:a16="http://schemas.microsoft.com/office/drawing/2014/main" id="{CAB28C16-67D3-724A-508B-A8864783920C}"/>
              </a:ext>
            </a:extLst>
          </p:cNvPr>
          <p:cNvSpPr/>
          <p:nvPr/>
        </p:nvSpPr>
        <p:spPr>
          <a:xfrm rot="569977">
            <a:off x="9077319" y="3476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BC2DB5F2-B863-B40D-2177-2F73CE231BD1}"/>
              </a:ext>
            </a:extLst>
          </p:cNvPr>
          <p:cNvSpPr/>
          <p:nvPr/>
        </p:nvSpPr>
        <p:spPr>
          <a:xfrm rot="569977">
            <a:off x="9107372" y="34930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4" name="Oval 3393">
            <a:extLst>
              <a:ext uri="{FF2B5EF4-FFF2-40B4-BE49-F238E27FC236}">
                <a16:creationId xmlns:a16="http://schemas.microsoft.com/office/drawing/2014/main" id="{C572AEDB-261F-914F-9C90-8E852DF73D2D}"/>
              </a:ext>
            </a:extLst>
          </p:cNvPr>
          <p:cNvSpPr/>
          <p:nvPr/>
        </p:nvSpPr>
        <p:spPr>
          <a:xfrm rot="569977">
            <a:off x="9133325" y="34980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5" name="Oval 3394">
            <a:extLst>
              <a:ext uri="{FF2B5EF4-FFF2-40B4-BE49-F238E27FC236}">
                <a16:creationId xmlns:a16="http://schemas.microsoft.com/office/drawing/2014/main" id="{06A19B1B-0ABC-33F7-D1C6-C198A4A8C4FA}"/>
              </a:ext>
            </a:extLst>
          </p:cNvPr>
          <p:cNvSpPr/>
          <p:nvPr/>
        </p:nvSpPr>
        <p:spPr>
          <a:xfrm rot="569977">
            <a:off x="9024424" y="34702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6" name="Oval 3395">
            <a:extLst>
              <a:ext uri="{FF2B5EF4-FFF2-40B4-BE49-F238E27FC236}">
                <a16:creationId xmlns:a16="http://schemas.microsoft.com/office/drawing/2014/main" id="{9AB13966-77BA-71E4-79A6-9155E481FFA6}"/>
              </a:ext>
            </a:extLst>
          </p:cNvPr>
          <p:cNvSpPr/>
          <p:nvPr/>
        </p:nvSpPr>
        <p:spPr>
          <a:xfrm rot="569977">
            <a:off x="9059428" y="34599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7" name="Oval 3396">
            <a:extLst>
              <a:ext uri="{FF2B5EF4-FFF2-40B4-BE49-F238E27FC236}">
                <a16:creationId xmlns:a16="http://schemas.microsoft.com/office/drawing/2014/main" id="{E88CFF3A-3540-B187-B823-23B011F9707A}"/>
              </a:ext>
            </a:extLst>
          </p:cNvPr>
          <p:cNvSpPr/>
          <p:nvPr/>
        </p:nvSpPr>
        <p:spPr>
          <a:xfrm rot="569977">
            <a:off x="9206514" y="35096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8" name="Oval 3397">
            <a:extLst>
              <a:ext uri="{FF2B5EF4-FFF2-40B4-BE49-F238E27FC236}">
                <a16:creationId xmlns:a16="http://schemas.microsoft.com/office/drawing/2014/main" id="{8D886FC5-8FBC-40A4-F4B5-2A331C690836}"/>
              </a:ext>
            </a:extLst>
          </p:cNvPr>
          <p:cNvSpPr/>
          <p:nvPr/>
        </p:nvSpPr>
        <p:spPr>
          <a:xfrm rot="569977">
            <a:off x="9244764" y="35089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9" name="Oval 3398">
            <a:extLst>
              <a:ext uri="{FF2B5EF4-FFF2-40B4-BE49-F238E27FC236}">
                <a16:creationId xmlns:a16="http://schemas.microsoft.com/office/drawing/2014/main" id="{C8916FC5-D255-60BF-73C0-2AF2AD554FEC}"/>
              </a:ext>
            </a:extLst>
          </p:cNvPr>
          <p:cNvSpPr/>
          <p:nvPr/>
        </p:nvSpPr>
        <p:spPr>
          <a:xfrm rot="569977">
            <a:off x="9180390" y="35019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1" name="Oval 3400">
            <a:extLst>
              <a:ext uri="{FF2B5EF4-FFF2-40B4-BE49-F238E27FC236}">
                <a16:creationId xmlns:a16="http://schemas.microsoft.com/office/drawing/2014/main" id="{29F1DF01-15EC-E650-B74C-5E632D4D5F11}"/>
              </a:ext>
            </a:extLst>
          </p:cNvPr>
          <p:cNvSpPr/>
          <p:nvPr/>
        </p:nvSpPr>
        <p:spPr>
          <a:xfrm rot="1379869">
            <a:off x="7918918" y="355196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2" name="Oval 3401">
            <a:extLst>
              <a:ext uri="{FF2B5EF4-FFF2-40B4-BE49-F238E27FC236}">
                <a16:creationId xmlns:a16="http://schemas.microsoft.com/office/drawing/2014/main" id="{0614C366-F6E8-4939-E1CB-8121593185A7}"/>
              </a:ext>
            </a:extLst>
          </p:cNvPr>
          <p:cNvSpPr/>
          <p:nvPr/>
        </p:nvSpPr>
        <p:spPr>
          <a:xfrm rot="1379869">
            <a:off x="7944345" y="35747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3" name="Oval 3402">
            <a:extLst>
              <a:ext uri="{FF2B5EF4-FFF2-40B4-BE49-F238E27FC236}">
                <a16:creationId xmlns:a16="http://schemas.microsoft.com/office/drawing/2014/main" id="{4EE82DF7-9721-3E74-B20C-234C5358133D}"/>
              </a:ext>
            </a:extLst>
          </p:cNvPr>
          <p:cNvSpPr/>
          <p:nvPr/>
        </p:nvSpPr>
        <p:spPr>
          <a:xfrm rot="1379869">
            <a:off x="7968418" y="35856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4" name="Oval 3403">
            <a:extLst>
              <a:ext uri="{FF2B5EF4-FFF2-40B4-BE49-F238E27FC236}">
                <a16:creationId xmlns:a16="http://schemas.microsoft.com/office/drawing/2014/main" id="{C2A93633-3847-58F3-1D71-60CD9B55C7FA}"/>
              </a:ext>
            </a:extLst>
          </p:cNvPr>
          <p:cNvSpPr/>
          <p:nvPr/>
        </p:nvSpPr>
        <p:spPr>
          <a:xfrm rot="1379869">
            <a:off x="7869026" y="35331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5" name="Oval 3404">
            <a:extLst>
              <a:ext uri="{FF2B5EF4-FFF2-40B4-BE49-F238E27FC236}">
                <a16:creationId xmlns:a16="http://schemas.microsoft.com/office/drawing/2014/main" id="{2B83F655-C386-8F18-2440-63E15133A5BC}"/>
              </a:ext>
            </a:extLst>
          </p:cNvPr>
          <p:cNvSpPr/>
          <p:nvPr/>
        </p:nvSpPr>
        <p:spPr>
          <a:xfrm rot="1379869">
            <a:off x="7905457" y="353139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6" name="Oval 3405">
            <a:extLst>
              <a:ext uri="{FF2B5EF4-FFF2-40B4-BE49-F238E27FC236}">
                <a16:creationId xmlns:a16="http://schemas.microsoft.com/office/drawing/2014/main" id="{A6FB872B-112D-A308-6E94-B8160D98D739}"/>
              </a:ext>
            </a:extLst>
          </p:cNvPr>
          <p:cNvSpPr/>
          <p:nvPr/>
        </p:nvSpPr>
        <p:spPr>
          <a:xfrm rot="1379869">
            <a:off x="8036877" y="36140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7" name="Oval 3406">
            <a:extLst>
              <a:ext uri="{FF2B5EF4-FFF2-40B4-BE49-F238E27FC236}">
                <a16:creationId xmlns:a16="http://schemas.microsoft.com/office/drawing/2014/main" id="{5670FB64-3A1C-0E00-B520-5A81729F0A0C}"/>
              </a:ext>
            </a:extLst>
          </p:cNvPr>
          <p:cNvSpPr/>
          <p:nvPr/>
        </p:nvSpPr>
        <p:spPr>
          <a:xfrm rot="1379869">
            <a:off x="8074230" y="36223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8" name="Oval 3407">
            <a:extLst>
              <a:ext uri="{FF2B5EF4-FFF2-40B4-BE49-F238E27FC236}">
                <a16:creationId xmlns:a16="http://schemas.microsoft.com/office/drawing/2014/main" id="{98621A64-4215-2059-5513-A543B4A5EC0A}"/>
              </a:ext>
            </a:extLst>
          </p:cNvPr>
          <p:cNvSpPr/>
          <p:nvPr/>
        </p:nvSpPr>
        <p:spPr>
          <a:xfrm rot="1379869">
            <a:off x="8013274" y="36004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0" name="Oval 3409">
            <a:extLst>
              <a:ext uri="{FF2B5EF4-FFF2-40B4-BE49-F238E27FC236}">
                <a16:creationId xmlns:a16="http://schemas.microsoft.com/office/drawing/2014/main" id="{51766E28-676A-87CA-706E-12F2C21E2F11}"/>
              </a:ext>
            </a:extLst>
          </p:cNvPr>
          <p:cNvSpPr/>
          <p:nvPr/>
        </p:nvSpPr>
        <p:spPr>
          <a:xfrm rot="10800000">
            <a:off x="8261621" y="36179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1" name="Oval 3410">
            <a:extLst>
              <a:ext uri="{FF2B5EF4-FFF2-40B4-BE49-F238E27FC236}">
                <a16:creationId xmlns:a16="http://schemas.microsoft.com/office/drawing/2014/main" id="{73B926C4-7BD7-A32B-7AEE-8AEF57CF79FE}"/>
              </a:ext>
            </a:extLst>
          </p:cNvPr>
          <p:cNvSpPr/>
          <p:nvPr/>
        </p:nvSpPr>
        <p:spPr>
          <a:xfrm rot="10800000">
            <a:off x="8229296" y="36061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2" name="Oval 3411">
            <a:extLst>
              <a:ext uri="{FF2B5EF4-FFF2-40B4-BE49-F238E27FC236}">
                <a16:creationId xmlns:a16="http://schemas.microsoft.com/office/drawing/2014/main" id="{EA84CEFF-D869-C382-5613-CE15AF38F0B4}"/>
              </a:ext>
            </a:extLst>
          </p:cNvPr>
          <p:cNvSpPr/>
          <p:nvPr/>
        </p:nvSpPr>
        <p:spPr>
          <a:xfrm rot="10800000">
            <a:off x="8202876" y="36054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3" name="Oval 3412">
            <a:extLst>
              <a:ext uri="{FF2B5EF4-FFF2-40B4-BE49-F238E27FC236}">
                <a16:creationId xmlns:a16="http://schemas.microsoft.com/office/drawing/2014/main" id="{8B53395C-8FB7-1E69-71B1-778E6961499B}"/>
              </a:ext>
            </a:extLst>
          </p:cNvPr>
          <p:cNvSpPr/>
          <p:nvPr/>
        </p:nvSpPr>
        <p:spPr>
          <a:xfrm rot="10800000">
            <a:off x="8314880" y="3615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4" name="Oval 3413">
            <a:extLst>
              <a:ext uri="{FF2B5EF4-FFF2-40B4-BE49-F238E27FC236}">
                <a16:creationId xmlns:a16="http://schemas.microsoft.com/office/drawing/2014/main" id="{DC3D4EB3-ED56-220E-9C14-44B94304F757}"/>
              </a:ext>
            </a:extLst>
          </p:cNvPr>
          <p:cNvSpPr/>
          <p:nvPr/>
        </p:nvSpPr>
        <p:spPr>
          <a:xfrm rot="10800000">
            <a:off x="8282049" y="3632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5" name="Oval 3414">
            <a:extLst>
              <a:ext uri="{FF2B5EF4-FFF2-40B4-BE49-F238E27FC236}">
                <a16:creationId xmlns:a16="http://schemas.microsoft.com/office/drawing/2014/main" id="{3335DF7C-788D-2DBA-CFFA-703B20F8B6FB}"/>
              </a:ext>
            </a:extLst>
          </p:cNvPr>
          <p:cNvSpPr/>
          <p:nvPr/>
        </p:nvSpPr>
        <p:spPr>
          <a:xfrm rot="10800000">
            <a:off x="8128775" y="360613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6" name="Oval 3415">
            <a:extLst>
              <a:ext uri="{FF2B5EF4-FFF2-40B4-BE49-F238E27FC236}">
                <a16:creationId xmlns:a16="http://schemas.microsoft.com/office/drawing/2014/main" id="{E04455B8-E4B6-C241-4F30-C730FA579D50}"/>
              </a:ext>
            </a:extLst>
          </p:cNvPr>
          <p:cNvSpPr/>
          <p:nvPr/>
        </p:nvSpPr>
        <p:spPr>
          <a:xfrm rot="10800000">
            <a:off x="8091163" y="36136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7" name="Oval 3416">
            <a:extLst>
              <a:ext uri="{FF2B5EF4-FFF2-40B4-BE49-F238E27FC236}">
                <a16:creationId xmlns:a16="http://schemas.microsoft.com/office/drawing/2014/main" id="{378301B6-43E9-0DA8-F4B4-6CC4794C5862}"/>
              </a:ext>
            </a:extLst>
          </p:cNvPr>
          <p:cNvSpPr/>
          <p:nvPr/>
        </p:nvSpPr>
        <p:spPr>
          <a:xfrm rot="10800000">
            <a:off x="8155813" y="36096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9" name="Oval 3418">
            <a:extLst>
              <a:ext uri="{FF2B5EF4-FFF2-40B4-BE49-F238E27FC236}">
                <a16:creationId xmlns:a16="http://schemas.microsoft.com/office/drawing/2014/main" id="{0FACA760-4EE9-0FA7-6046-52F6BEA65F10}"/>
              </a:ext>
            </a:extLst>
          </p:cNvPr>
          <p:cNvSpPr/>
          <p:nvPr/>
        </p:nvSpPr>
        <p:spPr>
          <a:xfrm>
            <a:off x="8073265" y="36199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0" name="Oval 3419">
            <a:extLst>
              <a:ext uri="{FF2B5EF4-FFF2-40B4-BE49-F238E27FC236}">
                <a16:creationId xmlns:a16="http://schemas.microsoft.com/office/drawing/2014/main" id="{95AA4A80-9FBC-F437-2544-377F42283E88}"/>
              </a:ext>
            </a:extLst>
          </p:cNvPr>
          <p:cNvSpPr/>
          <p:nvPr/>
        </p:nvSpPr>
        <p:spPr>
          <a:xfrm>
            <a:off x="8105590" y="36310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1" name="Oval 3420">
            <a:extLst>
              <a:ext uri="{FF2B5EF4-FFF2-40B4-BE49-F238E27FC236}">
                <a16:creationId xmlns:a16="http://schemas.microsoft.com/office/drawing/2014/main" id="{D3C75E43-510A-106C-C0BC-E50C7F8B24C2}"/>
              </a:ext>
            </a:extLst>
          </p:cNvPr>
          <p:cNvSpPr/>
          <p:nvPr/>
        </p:nvSpPr>
        <p:spPr>
          <a:xfrm>
            <a:off x="8132010" y="36316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2" name="Oval 3421">
            <a:extLst>
              <a:ext uri="{FF2B5EF4-FFF2-40B4-BE49-F238E27FC236}">
                <a16:creationId xmlns:a16="http://schemas.microsoft.com/office/drawing/2014/main" id="{DA6E80C7-4124-27C1-A258-D8259A23091C}"/>
              </a:ext>
            </a:extLst>
          </p:cNvPr>
          <p:cNvSpPr/>
          <p:nvPr/>
        </p:nvSpPr>
        <p:spPr>
          <a:xfrm>
            <a:off x="8020006" y="36221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3" name="Oval 3422">
            <a:extLst>
              <a:ext uri="{FF2B5EF4-FFF2-40B4-BE49-F238E27FC236}">
                <a16:creationId xmlns:a16="http://schemas.microsoft.com/office/drawing/2014/main" id="{DCB5D570-E473-DC97-CF28-6AB3E05F5A60}"/>
              </a:ext>
            </a:extLst>
          </p:cNvPr>
          <p:cNvSpPr/>
          <p:nvPr/>
        </p:nvSpPr>
        <p:spPr>
          <a:xfrm>
            <a:off x="8052837" y="36062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4" name="Oval 3423">
            <a:extLst>
              <a:ext uri="{FF2B5EF4-FFF2-40B4-BE49-F238E27FC236}">
                <a16:creationId xmlns:a16="http://schemas.microsoft.com/office/drawing/2014/main" id="{CEBDC83A-E88F-0DC8-F9B0-D4339019A0FD}"/>
              </a:ext>
            </a:extLst>
          </p:cNvPr>
          <p:cNvSpPr/>
          <p:nvPr/>
        </p:nvSpPr>
        <p:spPr>
          <a:xfrm>
            <a:off x="8206111" y="36310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5" name="Oval 3424">
            <a:extLst>
              <a:ext uri="{FF2B5EF4-FFF2-40B4-BE49-F238E27FC236}">
                <a16:creationId xmlns:a16="http://schemas.microsoft.com/office/drawing/2014/main" id="{7F94BFC9-43B0-92E9-EA5B-0CA1A166831E}"/>
              </a:ext>
            </a:extLst>
          </p:cNvPr>
          <p:cNvSpPr/>
          <p:nvPr/>
        </p:nvSpPr>
        <p:spPr>
          <a:xfrm>
            <a:off x="8243723" y="36240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6" name="Oval 3425">
            <a:extLst>
              <a:ext uri="{FF2B5EF4-FFF2-40B4-BE49-F238E27FC236}">
                <a16:creationId xmlns:a16="http://schemas.microsoft.com/office/drawing/2014/main" id="{47810545-8AE8-D1F1-C63C-5FB9A7CF46B1}"/>
              </a:ext>
            </a:extLst>
          </p:cNvPr>
          <p:cNvSpPr/>
          <p:nvPr/>
        </p:nvSpPr>
        <p:spPr>
          <a:xfrm>
            <a:off x="8179073" y="36277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8" name="Oval 3427">
            <a:extLst>
              <a:ext uri="{FF2B5EF4-FFF2-40B4-BE49-F238E27FC236}">
                <a16:creationId xmlns:a16="http://schemas.microsoft.com/office/drawing/2014/main" id="{9731F01D-899F-FBED-E4AA-7DFD11AC5883}"/>
              </a:ext>
            </a:extLst>
          </p:cNvPr>
          <p:cNvSpPr/>
          <p:nvPr/>
        </p:nvSpPr>
        <p:spPr>
          <a:xfrm rot="10800000">
            <a:off x="7601290" y="32844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9" name="Oval 3428">
            <a:extLst>
              <a:ext uri="{FF2B5EF4-FFF2-40B4-BE49-F238E27FC236}">
                <a16:creationId xmlns:a16="http://schemas.microsoft.com/office/drawing/2014/main" id="{3EEDAF73-CB00-46BC-AF88-A010A687BDCF}"/>
              </a:ext>
            </a:extLst>
          </p:cNvPr>
          <p:cNvSpPr/>
          <p:nvPr/>
        </p:nvSpPr>
        <p:spPr>
          <a:xfrm rot="10800000">
            <a:off x="7568965" y="32726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0" name="Oval 3429">
            <a:extLst>
              <a:ext uri="{FF2B5EF4-FFF2-40B4-BE49-F238E27FC236}">
                <a16:creationId xmlns:a16="http://schemas.microsoft.com/office/drawing/2014/main" id="{27FA3297-E9EC-68AC-D32B-F6D91B9BD91C}"/>
              </a:ext>
            </a:extLst>
          </p:cNvPr>
          <p:cNvSpPr/>
          <p:nvPr/>
        </p:nvSpPr>
        <p:spPr>
          <a:xfrm rot="10800000">
            <a:off x="7542545" y="32719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1" name="Oval 3430">
            <a:extLst>
              <a:ext uri="{FF2B5EF4-FFF2-40B4-BE49-F238E27FC236}">
                <a16:creationId xmlns:a16="http://schemas.microsoft.com/office/drawing/2014/main" id="{3654D9DD-1756-3BCB-9EB2-B6A94C970FEB}"/>
              </a:ext>
            </a:extLst>
          </p:cNvPr>
          <p:cNvSpPr/>
          <p:nvPr/>
        </p:nvSpPr>
        <p:spPr>
          <a:xfrm rot="10800000">
            <a:off x="7654549" y="3282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2" name="Oval 3431">
            <a:extLst>
              <a:ext uri="{FF2B5EF4-FFF2-40B4-BE49-F238E27FC236}">
                <a16:creationId xmlns:a16="http://schemas.microsoft.com/office/drawing/2014/main" id="{67AA5EFD-2C39-0012-F474-5C85C7E2B8C8}"/>
              </a:ext>
            </a:extLst>
          </p:cNvPr>
          <p:cNvSpPr/>
          <p:nvPr/>
        </p:nvSpPr>
        <p:spPr>
          <a:xfrm rot="10800000">
            <a:off x="7621718" y="3299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3" name="Oval 3432">
            <a:extLst>
              <a:ext uri="{FF2B5EF4-FFF2-40B4-BE49-F238E27FC236}">
                <a16:creationId xmlns:a16="http://schemas.microsoft.com/office/drawing/2014/main" id="{5442CD0F-8738-1C00-4169-68E3A176EAB5}"/>
              </a:ext>
            </a:extLst>
          </p:cNvPr>
          <p:cNvSpPr/>
          <p:nvPr/>
        </p:nvSpPr>
        <p:spPr>
          <a:xfrm rot="10800000">
            <a:off x="7468444" y="32726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4" name="Oval 3433">
            <a:extLst>
              <a:ext uri="{FF2B5EF4-FFF2-40B4-BE49-F238E27FC236}">
                <a16:creationId xmlns:a16="http://schemas.microsoft.com/office/drawing/2014/main" id="{A33BB94C-D008-313F-65F9-7A4B68B2A294}"/>
              </a:ext>
            </a:extLst>
          </p:cNvPr>
          <p:cNvSpPr/>
          <p:nvPr/>
        </p:nvSpPr>
        <p:spPr>
          <a:xfrm rot="10800000">
            <a:off x="7430832" y="32800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5" name="Oval 3434">
            <a:extLst>
              <a:ext uri="{FF2B5EF4-FFF2-40B4-BE49-F238E27FC236}">
                <a16:creationId xmlns:a16="http://schemas.microsoft.com/office/drawing/2014/main" id="{DDFB4552-73E3-0D78-ADC0-716405BA253C}"/>
              </a:ext>
            </a:extLst>
          </p:cNvPr>
          <p:cNvSpPr/>
          <p:nvPr/>
        </p:nvSpPr>
        <p:spPr>
          <a:xfrm rot="10800000">
            <a:off x="7495482" y="32761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7" name="Oval 3436">
            <a:extLst>
              <a:ext uri="{FF2B5EF4-FFF2-40B4-BE49-F238E27FC236}">
                <a16:creationId xmlns:a16="http://schemas.microsoft.com/office/drawing/2014/main" id="{D8B4A6E6-DCF5-F874-76B8-4F1B9DC50935}"/>
              </a:ext>
            </a:extLst>
          </p:cNvPr>
          <p:cNvSpPr/>
          <p:nvPr/>
        </p:nvSpPr>
        <p:spPr>
          <a:xfrm>
            <a:off x="7412934" y="32864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8" name="Oval 3437">
            <a:extLst>
              <a:ext uri="{FF2B5EF4-FFF2-40B4-BE49-F238E27FC236}">
                <a16:creationId xmlns:a16="http://schemas.microsoft.com/office/drawing/2014/main" id="{04FE094B-BDBC-8AFB-DB12-85909A7A7C7B}"/>
              </a:ext>
            </a:extLst>
          </p:cNvPr>
          <p:cNvSpPr/>
          <p:nvPr/>
        </p:nvSpPr>
        <p:spPr>
          <a:xfrm>
            <a:off x="7445259" y="329750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9" name="Oval 3438">
            <a:extLst>
              <a:ext uri="{FF2B5EF4-FFF2-40B4-BE49-F238E27FC236}">
                <a16:creationId xmlns:a16="http://schemas.microsoft.com/office/drawing/2014/main" id="{9B2F084D-E5E0-3BE8-1CBB-0A404426B0F3}"/>
              </a:ext>
            </a:extLst>
          </p:cNvPr>
          <p:cNvSpPr/>
          <p:nvPr/>
        </p:nvSpPr>
        <p:spPr>
          <a:xfrm>
            <a:off x="7471679" y="329813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0" name="Oval 3439">
            <a:extLst>
              <a:ext uri="{FF2B5EF4-FFF2-40B4-BE49-F238E27FC236}">
                <a16:creationId xmlns:a16="http://schemas.microsoft.com/office/drawing/2014/main" id="{5626061D-C8E4-EF54-5CAF-02E660406BAF}"/>
              </a:ext>
            </a:extLst>
          </p:cNvPr>
          <p:cNvSpPr/>
          <p:nvPr/>
        </p:nvSpPr>
        <p:spPr>
          <a:xfrm>
            <a:off x="7359675" y="32886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1" name="Oval 3440">
            <a:extLst>
              <a:ext uri="{FF2B5EF4-FFF2-40B4-BE49-F238E27FC236}">
                <a16:creationId xmlns:a16="http://schemas.microsoft.com/office/drawing/2014/main" id="{CA10CB4E-D387-320D-0113-976D9C7AC185}"/>
              </a:ext>
            </a:extLst>
          </p:cNvPr>
          <p:cNvSpPr/>
          <p:nvPr/>
        </p:nvSpPr>
        <p:spPr>
          <a:xfrm>
            <a:off x="7392506" y="32727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2" name="Oval 3441">
            <a:extLst>
              <a:ext uri="{FF2B5EF4-FFF2-40B4-BE49-F238E27FC236}">
                <a16:creationId xmlns:a16="http://schemas.microsoft.com/office/drawing/2014/main" id="{B8A27E33-7C89-E709-0B18-97A1DA2D3D81}"/>
              </a:ext>
            </a:extLst>
          </p:cNvPr>
          <p:cNvSpPr/>
          <p:nvPr/>
        </p:nvSpPr>
        <p:spPr>
          <a:xfrm>
            <a:off x="7545780" y="329750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3" name="Oval 3442">
            <a:extLst>
              <a:ext uri="{FF2B5EF4-FFF2-40B4-BE49-F238E27FC236}">
                <a16:creationId xmlns:a16="http://schemas.microsoft.com/office/drawing/2014/main" id="{F56D32A8-ADC2-6AFE-0E26-489CB124466B}"/>
              </a:ext>
            </a:extLst>
          </p:cNvPr>
          <p:cNvSpPr/>
          <p:nvPr/>
        </p:nvSpPr>
        <p:spPr>
          <a:xfrm>
            <a:off x="7583392" y="329051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4" name="Oval 3443">
            <a:extLst>
              <a:ext uri="{FF2B5EF4-FFF2-40B4-BE49-F238E27FC236}">
                <a16:creationId xmlns:a16="http://schemas.microsoft.com/office/drawing/2014/main" id="{1A78E009-A6F4-7614-12CC-0D1528968F65}"/>
              </a:ext>
            </a:extLst>
          </p:cNvPr>
          <p:cNvSpPr/>
          <p:nvPr/>
        </p:nvSpPr>
        <p:spPr>
          <a:xfrm>
            <a:off x="7518742" y="32942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6" name="Oval 3445">
            <a:extLst>
              <a:ext uri="{FF2B5EF4-FFF2-40B4-BE49-F238E27FC236}">
                <a16:creationId xmlns:a16="http://schemas.microsoft.com/office/drawing/2014/main" id="{B4E4BA67-4DA3-AA26-8E86-6BFB3986B0F0}"/>
              </a:ext>
            </a:extLst>
          </p:cNvPr>
          <p:cNvSpPr/>
          <p:nvPr/>
        </p:nvSpPr>
        <p:spPr>
          <a:xfrm rot="10800000">
            <a:off x="8002545" y="32866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7" name="Oval 3446">
            <a:extLst>
              <a:ext uri="{FF2B5EF4-FFF2-40B4-BE49-F238E27FC236}">
                <a16:creationId xmlns:a16="http://schemas.microsoft.com/office/drawing/2014/main" id="{BF7AD3E2-418B-C5DD-4662-A91FAAF625D5}"/>
              </a:ext>
            </a:extLst>
          </p:cNvPr>
          <p:cNvSpPr/>
          <p:nvPr/>
        </p:nvSpPr>
        <p:spPr>
          <a:xfrm rot="10800000">
            <a:off x="7970220" y="32748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8" name="Oval 3447">
            <a:extLst>
              <a:ext uri="{FF2B5EF4-FFF2-40B4-BE49-F238E27FC236}">
                <a16:creationId xmlns:a16="http://schemas.microsoft.com/office/drawing/2014/main" id="{3CC49FD9-188A-6273-4887-0814DAA9E689}"/>
              </a:ext>
            </a:extLst>
          </p:cNvPr>
          <p:cNvSpPr/>
          <p:nvPr/>
        </p:nvSpPr>
        <p:spPr>
          <a:xfrm rot="10800000">
            <a:off x="7943800" y="32741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9" name="Oval 3448">
            <a:extLst>
              <a:ext uri="{FF2B5EF4-FFF2-40B4-BE49-F238E27FC236}">
                <a16:creationId xmlns:a16="http://schemas.microsoft.com/office/drawing/2014/main" id="{A59393AA-45A4-7159-5795-3A5A1E17350F}"/>
              </a:ext>
            </a:extLst>
          </p:cNvPr>
          <p:cNvSpPr/>
          <p:nvPr/>
        </p:nvSpPr>
        <p:spPr>
          <a:xfrm rot="10800000">
            <a:off x="8055804" y="3284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0" name="Oval 3449">
            <a:extLst>
              <a:ext uri="{FF2B5EF4-FFF2-40B4-BE49-F238E27FC236}">
                <a16:creationId xmlns:a16="http://schemas.microsoft.com/office/drawing/2014/main" id="{2C52FD3E-9997-F0F3-662C-27673E7BEDE1}"/>
              </a:ext>
            </a:extLst>
          </p:cNvPr>
          <p:cNvSpPr/>
          <p:nvPr/>
        </p:nvSpPr>
        <p:spPr>
          <a:xfrm rot="10800000">
            <a:off x="8022973" y="3301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1" name="Oval 3450">
            <a:extLst>
              <a:ext uri="{FF2B5EF4-FFF2-40B4-BE49-F238E27FC236}">
                <a16:creationId xmlns:a16="http://schemas.microsoft.com/office/drawing/2014/main" id="{23C6D0F5-A9E2-1EC5-BEF3-8DDBB3C09E45}"/>
              </a:ext>
            </a:extLst>
          </p:cNvPr>
          <p:cNvSpPr/>
          <p:nvPr/>
        </p:nvSpPr>
        <p:spPr>
          <a:xfrm rot="10800000">
            <a:off x="7869699" y="32748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2" name="Oval 3451">
            <a:extLst>
              <a:ext uri="{FF2B5EF4-FFF2-40B4-BE49-F238E27FC236}">
                <a16:creationId xmlns:a16="http://schemas.microsoft.com/office/drawing/2014/main" id="{498E2B88-6320-2AAB-6608-1B49845E294E}"/>
              </a:ext>
            </a:extLst>
          </p:cNvPr>
          <p:cNvSpPr/>
          <p:nvPr/>
        </p:nvSpPr>
        <p:spPr>
          <a:xfrm rot="10800000">
            <a:off x="7832087" y="32822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3" name="Oval 3452">
            <a:extLst>
              <a:ext uri="{FF2B5EF4-FFF2-40B4-BE49-F238E27FC236}">
                <a16:creationId xmlns:a16="http://schemas.microsoft.com/office/drawing/2014/main" id="{05CF8D99-8EA5-BF13-01E3-FAD54F5E8455}"/>
              </a:ext>
            </a:extLst>
          </p:cNvPr>
          <p:cNvSpPr/>
          <p:nvPr/>
        </p:nvSpPr>
        <p:spPr>
          <a:xfrm rot="10800000">
            <a:off x="7896737" y="32783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5" name="Oval 3454">
            <a:extLst>
              <a:ext uri="{FF2B5EF4-FFF2-40B4-BE49-F238E27FC236}">
                <a16:creationId xmlns:a16="http://schemas.microsoft.com/office/drawing/2014/main" id="{86AC904B-08E4-0B6A-DBEE-E22A3EE295E0}"/>
              </a:ext>
            </a:extLst>
          </p:cNvPr>
          <p:cNvSpPr/>
          <p:nvPr/>
        </p:nvSpPr>
        <p:spPr>
          <a:xfrm>
            <a:off x="7814189" y="328863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6" name="Oval 3455">
            <a:extLst>
              <a:ext uri="{FF2B5EF4-FFF2-40B4-BE49-F238E27FC236}">
                <a16:creationId xmlns:a16="http://schemas.microsoft.com/office/drawing/2014/main" id="{5E76B2A1-D951-274E-3E76-FB5866A9B6FF}"/>
              </a:ext>
            </a:extLst>
          </p:cNvPr>
          <p:cNvSpPr/>
          <p:nvPr/>
        </p:nvSpPr>
        <p:spPr>
          <a:xfrm>
            <a:off x="7846514" y="329971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7" name="Oval 3456">
            <a:extLst>
              <a:ext uri="{FF2B5EF4-FFF2-40B4-BE49-F238E27FC236}">
                <a16:creationId xmlns:a16="http://schemas.microsoft.com/office/drawing/2014/main" id="{045CAE4E-16DC-470E-08F1-191DB1C17E2D}"/>
              </a:ext>
            </a:extLst>
          </p:cNvPr>
          <p:cNvSpPr/>
          <p:nvPr/>
        </p:nvSpPr>
        <p:spPr>
          <a:xfrm>
            <a:off x="7872934" y="33003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8" name="Oval 3457">
            <a:extLst>
              <a:ext uri="{FF2B5EF4-FFF2-40B4-BE49-F238E27FC236}">
                <a16:creationId xmlns:a16="http://schemas.microsoft.com/office/drawing/2014/main" id="{A55D605D-3C17-8010-9A4F-B6ED5093715B}"/>
              </a:ext>
            </a:extLst>
          </p:cNvPr>
          <p:cNvSpPr/>
          <p:nvPr/>
        </p:nvSpPr>
        <p:spPr>
          <a:xfrm>
            <a:off x="7760930" y="329084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9" name="Oval 3458">
            <a:extLst>
              <a:ext uri="{FF2B5EF4-FFF2-40B4-BE49-F238E27FC236}">
                <a16:creationId xmlns:a16="http://schemas.microsoft.com/office/drawing/2014/main" id="{127B71D4-48B9-8F7C-8414-E0B913AEE9FD}"/>
              </a:ext>
            </a:extLst>
          </p:cNvPr>
          <p:cNvSpPr/>
          <p:nvPr/>
        </p:nvSpPr>
        <p:spPr>
          <a:xfrm>
            <a:off x="7793761" y="327495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0" name="Oval 3459">
            <a:extLst>
              <a:ext uri="{FF2B5EF4-FFF2-40B4-BE49-F238E27FC236}">
                <a16:creationId xmlns:a16="http://schemas.microsoft.com/office/drawing/2014/main" id="{EE4EA42B-631D-87E5-5387-A0DEBD255F9C}"/>
              </a:ext>
            </a:extLst>
          </p:cNvPr>
          <p:cNvSpPr/>
          <p:nvPr/>
        </p:nvSpPr>
        <p:spPr>
          <a:xfrm>
            <a:off x="7947035" y="32997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1" name="Oval 3460">
            <a:extLst>
              <a:ext uri="{FF2B5EF4-FFF2-40B4-BE49-F238E27FC236}">
                <a16:creationId xmlns:a16="http://schemas.microsoft.com/office/drawing/2014/main" id="{2D353D29-1E35-C6FE-82C2-B5B8731C4F45}"/>
              </a:ext>
            </a:extLst>
          </p:cNvPr>
          <p:cNvSpPr/>
          <p:nvPr/>
        </p:nvSpPr>
        <p:spPr>
          <a:xfrm>
            <a:off x="7984647" y="32927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2" name="Oval 3461">
            <a:extLst>
              <a:ext uri="{FF2B5EF4-FFF2-40B4-BE49-F238E27FC236}">
                <a16:creationId xmlns:a16="http://schemas.microsoft.com/office/drawing/2014/main" id="{27590208-85D0-E629-C2A5-D01832DE7C4A}"/>
              </a:ext>
            </a:extLst>
          </p:cNvPr>
          <p:cNvSpPr/>
          <p:nvPr/>
        </p:nvSpPr>
        <p:spPr>
          <a:xfrm>
            <a:off x="7919997" y="32964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4" name="Oval 3463">
            <a:extLst>
              <a:ext uri="{FF2B5EF4-FFF2-40B4-BE49-F238E27FC236}">
                <a16:creationId xmlns:a16="http://schemas.microsoft.com/office/drawing/2014/main" id="{B0260757-CAB1-8EEC-343A-1906EE4C81F1}"/>
              </a:ext>
            </a:extLst>
          </p:cNvPr>
          <p:cNvSpPr/>
          <p:nvPr/>
        </p:nvSpPr>
        <p:spPr>
          <a:xfrm rot="10800000">
            <a:off x="8396635"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5" name="Oval 3464">
            <a:extLst>
              <a:ext uri="{FF2B5EF4-FFF2-40B4-BE49-F238E27FC236}">
                <a16:creationId xmlns:a16="http://schemas.microsoft.com/office/drawing/2014/main" id="{2C5EB8EB-7B21-E768-600F-98B3A9ACB6AF}"/>
              </a:ext>
            </a:extLst>
          </p:cNvPr>
          <p:cNvSpPr/>
          <p:nvPr/>
        </p:nvSpPr>
        <p:spPr>
          <a:xfrm rot="10800000">
            <a:off x="8364310"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6" name="Oval 3465">
            <a:extLst>
              <a:ext uri="{FF2B5EF4-FFF2-40B4-BE49-F238E27FC236}">
                <a16:creationId xmlns:a16="http://schemas.microsoft.com/office/drawing/2014/main" id="{588D12C0-A9DA-E468-7687-46E5E17C46E8}"/>
              </a:ext>
            </a:extLst>
          </p:cNvPr>
          <p:cNvSpPr/>
          <p:nvPr/>
        </p:nvSpPr>
        <p:spPr>
          <a:xfrm rot="10800000">
            <a:off x="8337890"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7" name="Oval 3466">
            <a:extLst>
              <a:ext uri="{FF2B5EF4-FFF2-40B4-BE49-F238E27FC236}">
                <a16:creationId xmlns:a16="http://schemas.microsoft.com/office/drawing/2014/main" id="{30D70E27-6428-3697-09D5-38606F7E8D1E}"/>
              </a:ext>
            </a:extLst>
          </p:cNvPr>
          <p:cNvSpPr/>
          <p:nvPr/>
        </p:nvSpPr>
        <p:spPr>
          <a:xfrm rot="10800000">
            <a:off x="8449894"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8" name="Oval 3467">
            <a:extLst>
              <a:ext uri="{FF2B5EF4-FFF2-40B4-BE49-F238E27FC236}">
                <a16:creationId xmlns:a16="http://schemas.microsoft.com/office/drawing/2014/main" id="{75CB8022-AA6F-D77B-5903-BE1E0A28CD97}"/>
              </a:ext>
            </a:extLst>
          </p:cNvPr>
          <p:cNvSpPr/>
          <p:nvPr/>
        </p:nvSpPr>
        <p:spPr>
          <a:xfrm rot="10800000">
            <a:off x="8417063"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9" name="Oval 3468">
            <a:extLst>
              <a:ext uri="{FF2B5EF4-FFF2-40B4-BE49-F238E27FC236}">
                <a16:creationId xmlns:a16="http://schemas.microsoft.com/office/drawing/2014/main" id="{1FFF90F6-720B-67A6-B97D-632016F3D62F}"/>
              </a:ext>
            </a:extLst>
          </p:cNvPr>
          <p:cNvSpPr/>
          <p:nvPr/>
        </p:nvSpPr>
        <p:spPr>
          <a:xfrm rot="10800000">
            <a:off x="8263789"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0" name="Oval 3469">
            <a:extLst>
              <a:ext uri="{FF2B5EF4-FFF2-40B4-BE49-F238E27FC236}">
                <a16:creationId xmlns:a16="http://schemas.microsoft.com/office/drawing/2014/main" id="{7AE8E9EB-FBBE-C574-E455-CF303E1082CF}"/>
              </a:ext>
            </a:extLst>
          </p:cNvPr>
          <p:cNvSpPr/>
          <p:nvPr/>
        </p:nvSpPr>
        <p:spPr>
          <a:xfrm rot="10800000">
            <a:off x="8226177"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 name="Oval 3470">
            <a:extLst>
              <a:ext uri="{FF2B5EF4-FFF2-40B4-BE49-F238E27FC236}">
                <a16:creationId xmlns:a16="http://schemas.microsoft.com/office/drawing/2014/main" id="{2488E0DF-4166-E4BA-7D88-1244E0D2C434}"/>
              </a:ext>
            </a:extLst>
          </p:cNvPr>
          <p:cNvSpPr/>
          <p:nvPr/>
        </p:nvSpPr>
        <p:spPr>
          <a:xfrm rot="10800000">
            <a:off x="8290827"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3" name="Oval 3472">
            <a:extLst>
              <a:ext uri="{FF2B5EF4-FFF2-40B4-BE49-F238E27FC236}">
                <a16:creationId xmlns:a16="http://schemas.microsoft.com/office/drawing/2014/main" id="{C8C4E628-34F1-12DA-547C-E590FDF6528B}"/>
              </a:ext>
            </a:extLst>
          </p:cNvPr>
          <p:cNvSpPr/>
          <p:nvPr/>
        </p:nvSpPr>
        <p:spPr>
          <a:xfrm>
            <a:off x="8208279"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4" name="Oval 3473">
            <a:extLst>
              <a:ext uri="{FF2B5EF4-FFF2-40B4-BE49-F238E27FC236}">
                <a16:creationId xmlns:a16="http://schemas.microsoft.com/office/drawing/2014/main" id="{24B77EAC-8AE3-A6FB-650E-BE96832E9882}"/>
              </a:ext>
            </a:extLst>
          </p:cNvPr>
          <p:cNvSpPr/>
          <p:nvPr/>
        </p:nvSpPr>
        <p:spPr>
          <a:xfrm>
            <a:off x="8240604"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5" name="Oval 3474">
            <a:extLst>
              <a:ext uri="{FF2B5EF4-FFF2-40B4-BE49-F238E27FC236}">
                <a16:creationId xmlns:a16="http://schemas.microsoft.com/office/drawing/2014/main" id="{14B28693-C3D2-8BA5-7865-DA6E0A98FA63}"/>
              </a:ext>
            </a:extLst>
          </p:cNvPr>
          <p:cNvSpPr/>
          <p:nvPr/>
        </p:nvSpPr>
        <p:spPr>
          <a:xfrm>
            <a:off x="8267024"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6" name="Oval 3475">
            <a:extLst>
              <a:ext uri="{FF2B5EF4-FFF2-40B4-BE49-F238E27FC236}">
                <a16:creationId xmlns:a16="http://schemas.microsoft.com/office/drawing/2014/main" id="{CCA60A6F-7188-7ADA-59E2-FFAB941D27BB}"/>
              </a:ext>
            </a:extLst>
          </p:cNvPr>
          <p:cNvSpPr/>
          <p:nvPr/>
        </p:nvSpPr>
        <p:spPr>
          <a:xfrm>
            <a:off x="8155020"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7" name="Oval 3476">
            <a:extLst>
              <a:ext uri="{FF2B5EF4-FFF2-40B4-BE49-F238E27FC236}">
                <a16:creationId xmlns:a16="http://schemas.microsoft.com/office/drawing/2014/main" id="{CD6C4AB6-93B9-6611-72AF-37C0D81E2895}"/>
              </a:ext>
            </a:extLst>
          </p:cNvPr>
          <p:cNvSpPr/>
          <p:nvPr/>
        </p:nvSpPr>
        <p:spPr>
          <a:xfrm>
            <a:off x="8187851"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8" name="Oval 3477">
            <a:extLst>
              <a:ext uri="{FF2B5EF4-FFF2-40B4-BE49-F238E27FC236}">
                <a16:creationId xmlns:a16="http://schemas.microsoft.com/office/drawing/2014/main" id="{5E29D1BF-D9FD-D03B-FB43-681BB3884854}"/>
              </a:ext>
            </a:extLst>
          </p:cNvPr>
          <p:cNvSpPr/>
          <p:nvPr/>
        </p:nvSpPr>
        <p:spPr>
          <a:xfrm>
            <a:off x="8341125"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9" name="Oval 3478">
            <a:extLst>
              <a:ext uri="{FF2B5EF4-FFF2-40B4-BE49-F238E27FC236}">
                <a16:creationId xmlns:a16="http://schemas.microsoft.com/office/drawing/2014/main" id="{D87BDDF4-18EE-CE22-49AA-9FEE397C4D7D}"/>
              </a:ext>
            </a:extLst>
          </p:cNvPr>
          <p:cNvSpPr/>
          <p:nvPr/>
        </p:nvSpPr>
        <p:spPr>
          <a:xfrm>
            <a:off x="8378737"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0" name="Oval 3479">
            <a:extLst>
              <a:ext uri="{FF2B5EF4-FFF2-40B4-BE49-F238E27FC236}">
                <a16:creationId xmlns:a16="http://schemas.microsoft.com/office/drawing/2014/main" id="{7C621038-E837-1593-A342-255638520A48}"/>
              </a:ext>
            </a:extLst>
          </p:cNvPr>
          <p:cNvSpPr/>
          <p:nvPr/>
        </p:nvSpPr>
        <p:spPr>
          <a:xfrm>
            <a:off x="8314087"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2" name="Oval 3481">
            <a:extLst>
              <a:ext uri="{FF2B5EF4-FFF2-40B4-BE49-F238E27FC236}">
                <a16:creationId xmlns:a16="http://schemas.microsoft.com/office/drawing/2014/main" id="{B70C2C5B-1F16-D9E3-1747-BC6C80EA5404}"/>
              </a:ext>
            </a:extLst>
          </p:cNvPr>
          <p:cNvSpPr/>
          <p:nvPr/>
        </p:nvSpPr>
        <p:spPr>
          <a:xfrm rot="10800000">
            <a:off x="8504696" y="346411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3" name="Oval 3482">
            <a:extLst>
              <a:ext uri="{FF2B5EF4-FFF2-40B4-BE49-F238E27FC236}">
                <a16:creationId xmlns:a16="http://schemas.microsoft.com/office/drawing/2014/main" id="{89105779-FFA9-1679-384D-71DDB2F44C0E}"/>
              </a:ext>
            </a:extLst>
          </p:cNvPr>
          <p:cNvSpPr/>
          <p:nvPr/>
        </p:nvSpPr>
        <p:spPr>
          <a:xfrm rot="10800000">
            <a:off x="8472371" y="3452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4" name="Oval 3483">
            <a:extLst>
              <a:ext uri="{FF2B5EF4-FFF2-40B4-BE49-F238E27FC236}">
                <a16:creationId xmlns:a16="http://schemas.microsoft.com/office/drawing/2014/main" id="{F1661FAA-0E12-9CCE-BE12-28848C9E5167}"/>
              </a:ext>
            </a:extLst>
          </p:cNvPr>
          <p:cNvSpPr/>
          <p:nvPr/>
        </p:nvSpPr>
        <p:spPr>
          <a:xfrm rot="10800000">
            <a:off x="8445951" y="34515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5" name="Oval 3484">
            <a:extLst>
              <a:ext uri="{FF2B5EF4-FFF2-40B4-BE49-F238E27FC236}">
                <a16:creationId xmlns:a16="http://schemas.microsoft.com/office/drawing/2014/main" id="{12AE5BD6-0875-E27F-92A2-019D3E22F11B}"/>
              </a:ext>
            </a:extLst>
          </p:cNvPr>
          <p:cNvSpPr/>
          <p:nvPr/>
        </p:nvSpPr>
        <p:spPr>
          <a:xfrm rot="10800000">
            <a:off x="8557955" y="3461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6" name="Oval 3485">
            <a:extLst>
              <a:ext uri="{FF2B5EF4-FFF2-40B4-BE49-F238E27FC236}">
                <a16:creationId xmlns:a16="http://schemas.microsoft.com/office/drawing/2014/main" id="{416D316A-4F0D-C2B7-198C-3DE7350CA85C}"/>
              </a:ext>
            </a:extLst>
          </p:cNvPr>
          <p:cNvSpPr/>
          <p:nvPr/>
        </p:nvSpPr>
        <p:spPr>
          <a:xfrm rot="10800000">
            <a:off x="8525124" y="3478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7" name="Oval 3486">
            <a:extLst>
              <a:ext uri="{FF2B5EF4-FFF2-40B4-BE49-F238E27FC236}">
                <a16:creationId xmlns:a16="http://schemas.microsoft.com/office/drawing/2014/main" id="{012C1D13-E7CB-39D7-4EA4-347716087C6A}"/>
              </a:ext>
            </a:extLst>
          </p:cNvPr>
          <p:cNvSpPr/>
          <p:nvPr/>
        </p:nvSpPr>
        <p:spPr>
          <a:xfrm rot="10800000">
            <a:off x="8371850" y="34522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8" name="Oval 3487">
            <a:extLst>
              <a:ext uri="{FF2B5EF4-FFF2-40B4-BE49-F238E27FC236}">
                <a16:creationId xmlns:a16="http://schemas.microsoft.com/office/drawing/2014/main" id="{08E6BB9E-96F1-E9A6-F8BB-BF9C30FD4BD4}"/>
              </a:ext>
            </a:extLst>
          </p:cNvPr>
          <p:cNvSpPr/>
          <p:nvPr/>
        </p:nvSpPr>
        <p:spPr>
          <a:xfrm rot="10800000">
            <a:off x="8334238" y="34597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9" name="Oval 3488">
            <a:extLst>
              <a:ext uri="{FF2B5EF4-FFF2-40B4-BE49-F238E27FC236}">
                <a16:creationId xmlns:a16="http://schemas.microsoft.com/office/drawing/2014/main" id="{1D76AE74-BC58-F72F-EB3C-DB34133E9411}"/>
              </a:ext>
            </a:extLst>
          </p:cNvPr>
          <p:cNvSpPr/>
          <p:nvPr/>
        </p:nvSpPr>
        <p:spPr>
          <a:xfrm rot="10800000">
            <a:off x="8398888" y="34557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1" name="Oval 3490">
            <a:extLst>
              <a:ext uri="{FF2B5EF4-FFF2-40B4-BE49-F238E27FC236}">
                <a16:creationId xmlns:a16="http://schemas.microsoft.com/office/drawing/2014/main" id="{F7435E2B-8051-88B3-CED2-A0F0A4FB34C8}"/>
              </a:ext>
            </a:extLst>
          </p:cNvPr>
          <p:cNvSpPr/>
          <p:nvPr/>
        </p:nvSpPr>
        <p:spPr>
          <a:xfrm>
            <a:off x="8316340" y="34660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2" name="Oval 3491">
            <a:extLst>
              <a:ext uri="{FF2B5EF4-FFF2-40B4-BE49-F238E27FC236}">
                <a16:creationId xmlns:a16="http://schemas.microsoft.com/office/drawing/2014/main" id="{F6F9A985-98E8-C549-6FC5-64BD1EEB6FF1}"/>
              </a:ext>
            </a:extLst>
          </p:cNvPr>
          <p:cNvSpPr/>
          <p:nvPr/>
        </p:nvSpPr>
        <p:spPr>
          <a:xfrm>
            <a:off x="8348665" y="34771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3" name="Oval 3492">
            <a:extLst>
              <a:ext uri="{FF2B5EF4-FFF2-40B4-BE49-F238E27FC236}">
                <a16:creationId xmlns:a16="http://schemas.microsoft.com/office/drawing/2014/main" id="{DE831E72-2AE1-141D-F254-74E90D899595}"/>
              </a:ext>
            </a:extLst>
          </p:cNvPr>
          <p:cNvSpPr/>
          <p:nvPr/>
        </p:nvSpPr>
        <p:spPr>
          <a:xfrm>
            <a:off x="8375085" y="347778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4" name="Oval 3493">
            <a:extLst>
              <a:ext uri="{FF2B5EF4-FFF2-40B4-BE49-F238E27FC236}">
                <a16:creationId xmlns:a16="http://schemas.microsoft.com/office/drawing/2014/main" id="{34559104-4A5F-4526-E91C-58AA056C4B24}"/>
              </a:ext>
            </a:extLst>
          </p:cNvPr>
          <p:cNvSpPr/>
          <p:nvPr/>
        </p:nvSpPr>
        <p:spPr>
          <a:xfrm>
            <a:off x="8263081" y="3468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5" name="Oval 3494">
            <a:extLst>
              <a:ext uri="{FF2B5EF4-FFF2-40B4-BE49-F238E27FC236}">
                <a16:creationId xmlns:a16="http://schemas.microsoft.com/office/drawing/2014/main" id="{25734A34-DCF7-D285-E0DF-A72BD66C197C}"/>
              </a:ext>
            </a:extLst>
          </p:cNvPr>
          <p:cNvSpPr/>
          <p:nvPr/>
        </p:nvSpPr>
        <p:spPr>
          <a:xfrm>
            <a:off x="8295912" y="34523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6" name="Oval 3495">
            <a:extLst>
              <a:ext uri="{FF2B5EF4-FFF2-40B4-BE49-F238E27FC236}">
                <a16:creationId xmlns:a16="http://schemas.microsoft.com/office/drawing/2014/main" id="{B1787D78-C198-639A-D006-048546B4B8A3}"/>
              </a:ext>
            </a:extLst>
          </p:cNvPr>
          <p:cNvSpPr/>
          <p:nvPr/>
        </p:nvSpPr>
        <p:spPr>
          <a:xfrm>
            <a:off x="8449186" y="3477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7" name="Oval 3496">
            <a:extLst>
              <a:ext uri="{FF2B5EF4-FFF2-40B4-BE49-F238E27FC236}">
                <a16:creationId xmlns:a16="http://schemas.microsoft.com/office/drawing/2014/main" id="{490BC937-15A3-3727-CB10-E9158AC463DA}"/>
              </a:ext>
            </a:extLst>
          </p:cNvPr>
          <p:cNvSpPr/>
          <p:nvPr/>
        </p:nvSpPr>
        <p:spPr>
          <a:xfrm>
            <a:off x="8486798" y="34701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8" name="Oval 3497">
            <a:extLst>
              <a:ext uri="{FF2B5EF4-FFF2-40B4-BE49-F238E27FC236}">
                <a16:creationId xmlns:a16="http://schemas.microsoft.com/office/drawing/2014/main" id="{2D169BF7-3BDC-D19D-105A-F848EBE0FCF4}"/>
              </a:ext>
            </a:extLst>
          </p:cNvPr>
          <p:cNvSpPr/>
          <p:nvPr/>
        </p:nvSpPr>
        <p:spPr>
          <a:xfrm>
            <a:off x="8422148" y="34738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0" name="Oval 3499">
            <a:extLst>
              <a:ext uri="{FF2B5EF4-FFF2-40B4-BE49-F238E27FC236}">
                <a16:creationId xmlns:a16="http://schemas.microsoft.com/office/drawing/2014/main" id="{5A4B04C9-9C06-8C79-3B95-C810E0292CF9}"/>
              </a:ext>
            </a:extLst>
          </p:cNvPr>
          <p:cNvSpPr/>
          <p:nvPr/>
        </p:nvSpPr>
        <p:spPr>
          <a:xfrm rot="10800000">
            <a:off x="8047516" y="34517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1" name="Oval 3500">
            <a:extLst>
              <a:ext uri="{FF2B5EF4-FFF2-40B4-BE49-F238E27FC236}">
                <a16:creationId xmlns:a16="http://schemas.microsoft.com/office/drawing/2014/main" id="{6C2875BE-A338-AC78-7980-9F10F41ED2CD}"/>
              </a:ext>
            </a:extLst>
          </p:cNvPr>
          <p:cNvSpPr/>
          <p:nvPr/>
        </p:nvSpPr>
        <p:spPr>
          <a:xfrm rot="10800000">
            <a:off x="8015191" y="34399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2" name="Oval 3501">
            <a:extLst>
              <a:ext uri="{FF2B5EF4-FFF2-40B4-BE49-F238E27FC236}">
                <a16:creationId xmlns:a16="http://schemas.microsoft.com/office/drawing/2014/main" id="{8FB4756B-010E-B9BB-E018-78D2DB1228D2}"/>
              </a:ext>
            </a:extLst>
          </p:cNvPr>
          <p:cNvSpPr/>
          <p:nvPr/>
        </p:nvSpPr>
        <p:spPr>
          <a:xfrm rot="10800000">
            <a:off x="7988771" y="34392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3" name="Oval 3502">
            <a:extLst>
              <a:ext uri="{FF2B5EF4-FFF2-40B4-BE49-F238E27FC236}">
                <a16:creationId xmlns:a16="http://schemas.microsoft.com/office/drawing/2014/main" id="{749599BC-564B-E51A-30E3-0ECCC79649DF}"/>
              </a:ext>
            </a:extLst>
          </p:cNvPr>
          <p:cNvSpPr/>
          <p:nvPr/>
        </p:nvSpPr>
        <p:spPr>
          <a:xfrm rot="10800000">
            <a:off x="8100775" y="3449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4" name="Oval 3503">
            <a:extLst>
              <a:ext uri="{FF2B5EF4-FFF2-40B4-BE49-F238E27FC236}">
                <a16:creationId xmlns:a16="http://schemas.microsoft.com/office/drawing/2014/main" id="{F6115820-4DB5-C27E-5DA2-4A6C40808BEF}"/>
              </a:ext>
            </a:extLst>
          </p:cNvPr>
          <p:cNvSpPr/>
          <p:nvPr/>
        </p:nvSpPr>
        <p:spPr>
          <a:xfrm rot="10800000">
            <a:off x="8067944" y="3466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5" name="Oval 3504">
            <a:extLst>
              <a:ext uri="{FF2B5EF4-FFF2-40B4-BE49-F238E27FC236}">
                <a16:creationId xmlns:a16="http://schemas.microsoft.com/office/drawing/2014/main" id="{DDE2F29D-2E0E-7B94-DFF1-4D2160F25EAE}"/>
              </a:ext>
            </a:extLst>
          </p:cNvPr>
          <p:cNvSpPr/>
          <p:nvPr/>
        </p:nvSpPr>
        <p:spPr>
          <a:xfrm rot="10800000">
            <a:off x="7914670" y="34399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6" name="Oval 3505">
            <a:extLst>
              <a:ext uri="{FF2B5EF4-FFF2-40B4-BE49-F238E27FC236}">
                <a16:creationId xmlns:a16="http://schemas.microsoft.com/office/drawing/2014/main" id="{FDE63C96-BB25-D15D-B229-4F927B255DF4}"/>
              </a:ext>
            </a:extLst>
          </p:cNvPr>
          <p:cNvSpPr/>
          <p:nvPr/>
        </p:nvSpPr>
        <p:spPr>
          <a:xfrm rot="10800000">
            <a:off x="7877058" y="34473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7" name="Oval 3506">
            <a:extLst>
              <a:ext uri="{FF2B5EF4-FFF2-40B4-BE49-F238E27FC236}">
                <a16:creationId xmlns:a16="http://schemas.microsoft.com/office/drawing/2014/main" id="{06CEE8F4-966A-81C1-4A4C-DEEAF84BABF2}"/>
              </a:ext>
            </a:extLst>
          </p:cNvPr>
          <p:cNvSpPr/>
          <p:nvPr/>
        </p:nvSpPr>
        <p:spPr>
          <a:xfrm rot="10800000">
            <a:off x="7941708" y="34434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9" name="Oval 3508">
            <a:extLst>
              <a:ext uri="{FF2B5EF4-FFF2-40B4-BE49-F238E27FC236}">
                <a16:creationId xmlns:a16="http://schemas.microsoft.com/office/drawing/2014/main" id="{4279584B-9CC6-C3D3-97AA-28AEFFF78CD8}"/>
              </a:ext>
            </a:extLst>
          </p:cNvPr>
          <p:cNvSpPr/>
          <p:nvPr/>
        </p:nvSpPr>
        <p:spPr>
          <a:xfrm>
            <a:off x="7859160" y="34537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0" name="Oval 3509">
            <a:extLst>
              <a:ext uri="{FF2B5EF4-FFF2-40B4-BE49-F238E27FC236}">
                <a16:creationId xmlns:a16="http://schemas.microsoft.com/office/drawing/2014/main" id="{A7DDC020-9A9B-51DD-AA6E-45B3AA4CE162}"/>
              </a:ext>
            </a:extLst>
          </p:cNvPr>
          <p:cNvSpPr/>
          <p:nvPr/>
        </p:nvSpPr>
        <p:spPr>
          <a:xfrm>
            <a:off x="7891485" y="34648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1" name="Oval 3510">
            <a:extLst>
              <a:ext uri="{FF2B5EF4-FFF2-40B4-BE49-F238E27FC236}">
                <a16:creationId xmlns:a16="http://schemas.microsoft.com/office/drawing/2014/main" id="{24921B4F-2FCE-B4D9-30B7-9EF4E59653A0}"/>
              </a:ext>
            </a:extLst>
          </p:cNvPr>
          <p:cNvSpPr/>
          <p:nvPr/>
        </p:nvSpPr>
        <p:spPr>
          <a:xfrm>
            <a:off x="7917905" y="34654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2" name="Oval 3511">
            <a:extLst>
              <a:ext uri="{FF2B5EF4-FFF2-40B4-BE49-F238E27FC236}">
                <a16:creationId xmlns:a16="http://schemas.microsoft.com/office/drawing/2014/main" id="{021F3742-F042-46B1-B36B-7B4AAE1BE1C0}"/>
              </a:ext>
            </a:extLst>
          </p:cNvPr>
          <p:cNvSpPr/>
          <p:nvPr/>
        </p:nvSpPr>
        <p:spPr>
          <a:xfrm>
            <a:off x="7805901" y="34559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3" name="Oval 3512">
            <a:extLst>
              <a:ext uri="{FF2B5EF4-FFF2-40B4-BE49-F238E27FC236}">
                <a16:creationId xmlns:a16="http://schemas.microsoft.com/office/drawing/2014/main" id="{C85DDC7D-B500-5330-9294-829BE70FCF2A}"/>
              </a:ext>
            </a:extLst>
          </p:cNvPr>
          <p:cNvSpPr/>
          <p:nvPr/>
        </p:nvSpPr>
        <p:spPr>
          <a:xfrm>
            <a:off x="7838732" y="344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4" name="Oval 3513">
            <a:extLst>
              <a:ext uri="{FF2B5EF4-FFF2-40B4-BE49-F238E27FC236}">
                <a16:creationId xmlns:a16="http://schemas.microsoft.com/office/drawing/2014/main" id="{6E3C23AD-1CEB-F6FC-990B-C2D971693BAD}"/>
              </a:ext>
            </a:extLst>
          </p:cNvPr>
          <p:cNvSpPr/>
          <p:nvPr/>
        </p:nvSpPr>
        <p:spPr>
          <a:xfrm>
            <a:off x="7992006" y="346481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5" name="Oval 3514">
            <a:extLst>
              <a:ext uri="{FF2B5EF4-FFF2-40B4-BE49-F238E27FC236}">
                <a16:creationId xmlns:a16="http://schemas.microsoft.com/office/drawing/2014/main" id="{FBDC8CF3-BCD1-297E-0E27-704B6E49FF86}"/>
              </a:ext>
            </a:extLst>
          </p:cNvPr>
          <p:cNvSpPr/>
          <p:nvPr/>
        </p:nvSpPr>
        <p:spPr>
          <a:xfrm>
            <a:off x="8029618" y="3457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6" name="Oval 3515">
            <a:extLst>
              <a:ext uri="{FF2B5EF4-FFF2-40B4-BE49-F238E27FC236}">
                <a16:creationId xmlns:a16="http://schemas.microsoft.com/office/drawing/2014/main" id="{2D084F2F-E53E-CCBA-1AFE-1914AD028112}"/>
              </a:ext>
            </a:extLst>
          </p:cNvPr>
          <p:cNvSpPr/>
          <p:nvPr/>
        </p:nvSpPr>
        <p:spPr>
          <a:xfrm>
            <a:off x="7964968" y="34615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8" name="Oval 3517">
            <a:extLst>
              <a:ext uri="{FF2B5EF4-FFF2-40B4-BE49-F238E27FC236}">
                <a16:creationId xmlns:a16="http://schemas.microsoft.com/office/drawing/2014/main" id="{FA197684-07FC-D42B-6FFE-C14754E0F1C2}"/>
              </a:ext>
            </a:extLst>
          </p:cNvPr>
          <p:cNvSpPr/>
          <p:nvPr/>
        </p:nvSpPr>
        <p:spPr>
          <a:xfrm rot="10800000">
            <a:off x="7155331" y="3299141"/>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9" name="Oval 3518">
            <a:extLst>
              <a:ext uri="{FF2B5EF4-FFF2-40B4-BE49-F238E27FC236}">
                <a16:creationId xmlns:a16="http://schemas.microsoft.com/office/drawing/2014/main" id="{79EC787C-7A66-E6B6-DAB4-C3E766777909}"/>
              </a:ext>
            </a:extLst>
          </p:cNvPr>
          <p:cNvSpPr/>
          <p:nvPr/>
        </p:nvSpPr>
        <p:spPr>
          <a:xfrm rot="10800000">
            <a:off x="7136384" y="3277795"/>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0" name="Oval 3519">
            <a:extLst>
              <a:ext uri="{FF2B5EF4-FFF2-40B4-BE49-F238E27FC236}">
                <a16:creationId xmlns:a16="http://schemas.microsoft.com/office/drawing/2014/main" id="{E1680BFD-A0AF-35FF-38FE-7FCABAFE976D}"/>
              </a:ext>
            </a:extLst>
          </p:cNvPr>
          <p:cNvSpPr/>
          <p:nvPr/>
        </p:nvSpPr>
        <p:spPr>
          <a:xfrm rot="10800000">
            <a:off x="7120898" y="3276574"/>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1" name="Oval 3520">
            <a:extLst>
              <a:ext uri="{FF2B5EF4-FFF2-40B4-BE49-F238E27FC236}">
                <a16:creationId xmlns:a16="http://schemas.microsoft.com/office/drawing/2014/main" id="{A2D952C9-C1A9-C796-48C5-B10DCFCBBBEF}"/>
              </a:ext>
            </a:extLst>
          </p:cNvPr>
          <p:cNvSpPr/>
          <p:nvPr/>
        </p:nvSpPr>
        <p:spPr>
          <a:xfrm rot="10800000">
            <a:off x="7186549" y="3294872"/>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2" name="Oval 3521">
            <a:extLst>
              <a:ext uri="{FF2B5EF4-FFF2-40B4-BE49-F238E27FC236}">
                <a16:creationId xmlns:a16="http://schemas.microsoft.com/office/drawing/2014/main" id="{94AB8511-4F84-B2D5-D9CB-11B759C348B8}"/>
              </a:ext>
            </a:extLst>
          </p:cNvPr>
          <p:cNvSpPr/>
          <p:nvPr/>
        </p:nvSpPr>
        <p:spPr>
          <a:xfrm rot="10800000">
            <a:off x="7167305" y="3325489"/>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3" name="Oval 3522">
            <a:extLst>
              <a:ext uri="{FF2B5EF4-FFF2-40B4-BE49-F238E27FC236}">
                <a16:creationId xmlns:a16="http://schemas.microsoft.com/office/drawing/2014/main" id="{D3549E6D-9B32-E490-39A6-CE05F461CC05}"/>
              </a:ext>
            </a:extLst>
          </p:cNvPr>
          <p:cNvSpPr/>
          <p:nvPr/>
        </p:nvSpPr>
        <p:spPr>
          <a:xfrm rot="10800000">
            <a:off x="7077463" y="3277797"/>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4" name="Oval 3523">
            <a:extLst>
              <a:ext uri="{FF2B5EF4-FFF2-40B4-BE49-F238E27FC236}">
                <a16:creationId xmlns:a16="http://schemas.microsoft.com/office/drawing/2014/main" id="{195015A2-B8B4-9CFB-A311-7B848212B81D}"/>
              </a:ext>
            </a:extLst>
          </p:cNvPr>
          <p:cNvSpPr/>
          <p:nvPr/>
        </p:nvSpPr>
        <p:spPr>
          <a:xfrm rot="10800000">
            <a:off x="7055417" y="3291260"/>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5" name="Oval 3524">
            <a:extLst>
              <a:ext uri="{FF2B5EF4-FFF2-40B4-BE49-F238E27FC236}">
                <a16:creationId xmlns:a16="http://schemas.microsoft.com/office/drawing/2014/main" id="{16FFA388-6581-731E-A805-ED82618F3CDC}"/>
              </a:ext>
            </a:extLst>
          </p:cNvPr>
          <p:cNvSpPr/>
          <p:nvPr/>
        </p:nvSpPr>
        <p:spPr>
          <a:xfrm rot="10800000">
            <a:off x="7093312" y="3284138"/>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7" name="Oval 3526">
            <a:extLst>
              <a:ext uri="{FF2B5EF4-FFF2-40B4-BE49-F238E27FC236}">
                <a16:creationId xmlns:a16="http://schemas.microsoft.com/office/drawing/2014/main" id="{5FEE99CE-F627-937D-4731-2DB6E022F566}"/>
              </a:ext>
            </a:extLst>
          </p:cNvPr>
          <p:cNvSpPr/>
          <p:nvPr/>
        </p:nvSpPr>
        <p:spPr>
          <a:xfrm rot="10800000">
            <a:off x="7244242" y="368147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8" name="Oval 3527">
            <a:extLst>
              <a:ext uri="{FF2B5EF4-FFF2-40B4-BE49-F238E27FC236}">
                <a16:creationId xmlns:a16="http://schemas.microsoft.com/office/drawing/2014/main" id="{D2215673-1B01-5EEF-BBF3-AA0E93B196A7}"/>
              </a:ext>
            </a:extLst>
          </p:cNvPr>
          <p:cNvSpPr/>
          <p:nvPr/>
        </p:nvSpPr>
        <p:spPr>
          <a:xfrm rot="10800000">
            <a:off x="7211917" y="366053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9" name="Oval 3528">
            <a:extLst>
              <a:ext uri="{FF2B5EF4-FFF2-40B4-BE49-F238E27FC236}">
                <a16:creationId xmlns:a16="http://schemas.microsoft.com/office/drawing/2014/main" id="{745A9FD4-6BA5-E3AF-E1A9-DC8E0DB3BA65}"/>
              </a:ext>
            </a:extLst>
          </p:cNvPr>
          <p:cNvSpPr/>
          <p:nvPr/>
        </p:nvSpPr>
        <p:spPr>
          <a:xfrm rot="10800000">
            <a:off x="7185497" y="36593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0" name="Oval 3529">
            <a:extLst>
              <a:ext uri="{FF2B5EF4-FFF2-40B4-BE49-F238E27FC236}">
                <a16:creationId xmlns:a16="http://schemas.microsoft.com/office/drawing/2014/main" id="{5F9BD27C-4133-2BBC-15EB-047C41B5E7DC}"/>
              </a:ext>
            </a:extLst>
          </p:cNvPr>
          <p:cNvSpPr/>
          <p:nvPr/>
        </p:nvSpPr>
        <p:spPr>
          <a:xfrm rot="10800000">
            <a:off x="7297501" y="367728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1" name="Oval 3530">
            <a:extLst>
              <a:ext uri="{FF2B5EF4-FFF2-40B4-BE49-F238E27FC236}">
                <a16:creationId xmlns:a16="http://schemas.microsoft.com/office/drawing/2014/main" id="{C041CA1C-D72D-6A60-AF9B-C964ECD19864}"/>
              </a:ext>
            </a:extLst>
          </p:cNvPr>
          <p:cNvSpPr/>
          <p:nvPr/>
        </p:nvSpPr>
        <p:spPr>
          <a:xfrm rot="10800000">
            <a:off x="7264670" y="3707326"/>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2" name="Oval 3531">
            <a:extLst>
              <a:ext uri="{FF2B5EF4-FFF2-40B4-BE49-F238E27FC236}">
                <a16:creationId xmlns:a16="http://schemas.microsoft.com/office/drawing/2014/main" id="{42433AA9-34C3-6D08-5E82-13FB7C9928B7}"/>
              </a:ext>
            </a:extLst>
          </p:cNvPr>
          <p:cNvSpPr/>
          <p:nvPr/>
        </p:nvSpPr>
        <p:spPr>
          <a:xfrm rot="10800000">
            <a:off x="7111396" y="36605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3" name="Oval 3532">
            <a:extLst>
              <a:ext uri="{FF2B5EF4-FFF2-40B4-BE49-F238E27FC236}">
                <a16:creationId xmlns:a16="http://schemas.microsoft.com/office/drawing/2014/main" id="{913B5AFB-B2C4-E65C-5694-F20D4D310835}"/>
              </a:ext>
            </a:extLst>
          </p:cNvPr>
          <p:cNvSpPr/>
          <p:nvPr/>
        </p:nvSpPr>
        <p:spPr>
          <a:xfrm rot="10800000">
            <a:off x="7073784" y="367374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4" name="Oval 3533">
            <a:extLst>
              <a:ext uri="{FF2B5EF4-FFF2-40B4-BE49-F238E27FC236}">
                <a16:creationId xmlns:a16="http://schemas.microsoft.com/office/drawing/2014/main" id="{04DF7025-C0F9-13D5-A17B-801E0E40CA23}"/>
              </a:ext>
            </a:extLst>
          </p:cNvPr>
          <p:cNvSpPr/>
          <p:nvPr/>
        </p:nvSpPr>
        <p:spPr>
          <a:xfrm rot="10800000">
            <a:off x="7138434" y="366675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6" name="Oval 3535">
            <a:extLst>
              <a:ext uri="{FF2B5EF4-FFF2-40B4-BE49-F238E27FC236}">
                <a16:creationId xmlns:a16="http://schemas.microsoft.com/office/drawing/2014/main" id="{C4D7E81C-123A-BF95-1AF1-12240F9E1A7F}"/>
              </a:ext>
            </a:extLst>
          </p:cNvPr>
          <p:cNvSpPr/>
          <p:nvPr/>
        </p:nvSpPr>
        <p:spPr>
          <a:xfrm>
            <a:off x="7055887" y="368431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7" name="Oval 3536">
            <a:extLst>
              <a:ext uri="{FF2B5EF4-FFF2-40B4-BE49-F238E27FC236}">
                <a16:creationId xmlns:a16="http://schemas.microsoft.com/office/drawing/2014/main" id="{C269D6D2-A27B-4C87-9CF0-B9ECF1E3F17A}"/>
              </a:ext>
            </a:extLst>
          </p:cNvPr>
          <p:cNvSpPr/>
          <p:nvPr/>
        </p:nvSpPr>
        <p:spPr>
          <a:xfrm>
            <a:off x="7088212" y="370389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8" name="Oval 3537">
            <a:extLst>
              <a:ext uri="{FF2B5EF4-FFF2-40B4-BE49-F238E27FC236}">
                <a16:creationId xmlns:a16="http://schemas.microsoft.com/office/drawing/2014/main" id="{A7DD975F-0F36-607E-700A-614E40521D55}"/>
              </a:ext>
            </a:extLst>
          </p:cNvPr>
          <p:cNvSpPr/>
          <p:nvPr/>
        </p:nvSpPr>
        <p:spPr>
          <a:xfrm>
            <a:off x="7114632" y="370501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9" name="Oval 3538">
            <a:extLst>
              <a:ext uri="{FF2B5EF4-FFF2-40B4-BE49-F238E27FC236}">
                <a16:creationId xmlns:a16="http://schemas.microsoft.com/office/drawing/2014/main" id="{22C31F1A-46D1-CAAE-20BA-B28EEE70EEFB}"/>
              </a:ext>
            </a:extLst>
          </p:cNvPr>
          <p:cNvSpPr/>
          <p:nvPr/>
        </p:nvSpPr>
        <p:spPr>
          <a:xfrm>
            <a:off x="7002628" y="368823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0" name="Oval 3539">
            <a:extLst>
              <a:ext uri="{FF2B5EF4-FFF2-40B4-BE49-F238E27FC236}">
                <a16:creationId xmlns:a16="http://schemas.microsoft.com/office/drawing/2014/main" id="{FA3C4D57-A316-89D6-6583-A51486DFCBE9}"/>
              </a:ext>
            </a:extLst>
          </p:cNvPr>
          <p:cNvSpPr/>
          <p:nvPr/>
        </p:nvSpPr>
        <p:spPr>
          <a:xfrm>
            <a:off x="7035459" y="366015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1" name="Oval 3540">
            <a:extLst>
              <a:ext uri="{FF2B5EF4-FFF2-40B4-BE49-F238E27FC236}">
                <a16:creationId xmlns:a16="http://schemas.microsoft.com/office/drawing/2014/main" id="{E1FEF885-8352-2CDE-6630-79ACAC15F434}"/>
              </a:ext>
            </a:extLst>
          </p:cNvPr>
          <p:cNvSpPr/>
          <p:nvPr/>
        </p:nvSpPr>
        <p:spPr>
          <a:xfrm>
            <a:off x="7188733" y="370389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2" name="Oval 3541">
            <a:extLst>
              <a:ext uri="{FF2B5EF4-FFF2-40B4-BE49-F238E27FC236}">
                <a16:creationId xmlns:a16="http://schemas.microsoft.com/office/drawing/2014/main" id="{0771BF7B-0D02-F90B-2E1D-EA78D12F6346}"/>
              </a:ext>
            </a:extLst>
          </p:cNvPr>
          <p:cNvSpPr/>
          <p:nvPr/>
        </p:nvSpPr>
        <p:spPr>
          <a:xfrm>
            <a:off x="7226345" y="3691546"/>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3" name="Oval 3542">
            <a:extLst>
              <a:ext uri="{FF2B5EF4-FFF2-40B4-BE49-F238E27FC236}">
                <a16:creationId xmlns:a16="http://schemas.microsoft.com/office/drawing/2014/main" id="{B167FA8A-64F9-C1C2-EEA8-7124C4F9DA17}"/>
              </a:ext>
            </a:extLst>
          </p:cNvPr>
          <p:cNvSpPr/>
          <p:nvPr/>
        </p:nvSpPr>
        <p:spPr>
          <a:xfrm>
            <a:off x="7161695" y="3698078"/>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5" name="Oval 3544">
            <a:extLst>
              <a:ext uri="{FF2B5EF4-FFF2-40B4-BE49-F238E27FC236}">
                <a16:creationId xmlns:a16="http://schemas.microsoft.com/office/drawing/2014/main" id="{E93CE71C-1C3E-34A5-FD11-E7948B507A29}"/>
              </a:ext>
            </a:extLst>
          </p:cNvPr>
          <p:cNvSpPr/>
          <p:nvPr/>
        </p:nvSpPr>
        <p:spPr>
          <a:xfrm rot="10800000">
            <a:off x="7837830" y="309587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6" name="Oval 3545">
            <a:extLst>
              <a:ext uri="{FF2B5EF4-FFF2-40B4-BE49-F238E27FC236}">
                <a16:creationId xmlns:a16="http://schemas.microsoft.com/office/drawing/2014/main" id="{23B80D11-63EB-4B4E-12DA-CFE62BB6C93C}"/>
              </a:ext>
            </a:extLst>
          </p:cNvPr>
          <p:cNvSpPr/>
          <p:nvPr/>
        </p:nvSpPr>
        <p:spPr>
          <a:xfrm rot="10800000">
            <a:off x="7805505" y="308402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7" name="Oval 3546">
            <a:extLst>
              <a:ext uri="{FF2B5EF4-FFF2-40B4-BE49-F238E27FC236}">
                <a16:creationId xmlns:a16="http://schemas.microsoft.com/office/drawing/2014/main" id="{338B14CB-C1DA-DB37-8A99-41C19AF03882}"/>
              </a:ext>
            </a:extLst>
          </p:cNvPr>
          <p:cNvSpPr/>
          <p:nvPr/>
        </p:nvSpPr>
        <p:spPr>
          <a:xfrm rot="10800000">
            <a:off x="7779085" y="3083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8" name="Oval 3547">
            <a:extLst>
              <a:ext uri="{FF2B5EF4-FFF2-40B4-BE49-F238E27FC236}">
                <a16:creationId xmlns:a16="http://schemas.microsoft.com/office/drawing/2014/main" id="{A6B56F3B-2346-9385-8C3B-39B16AE3A5C1}"/>
              </a:ext>
            </a:extLst>
          </p:cNvPr>
          <p:cNvSpPr/>
          <p:nvPr/>
        </p:nvSpPr>
        <p:spPr>
          <a:xfrm rot="10800000">
            <a:off x="7891089" y="3093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9" name="Oval 3548">
            <a:extLst>
              <a:ext uri="{FF2B5EF4-FFF2-40B4-BE49-F238E27FC236}">
                <a16:creationId xmlns:a16="http://schemas.microsoft.com/office/drawing/2014/main" id="{11CB8D9D-9B56-A2B4-3ECC-CE4975130F86}"/>
              </a:ext>
            </a:extLst>
          </p:cNvPr>
          <p:cNvSpPr/>
          <p:nvPr/>
        </p:nvSpPr>
        <p:spPr>
          <a:xfrm rot="10800000">
            <a:off x="7858258" y="3110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0" name="Oval 3549">
            <a:extLst>
              <a:ext uri="{FF2B5EF4-FFF2-40B4-BE49-F238E27FC236}">
                <a16:creationId xmlns:a16="http://schemas.microsoft.com/office/drawing/2014/main" id="{B58BF7F4-B68B-461C-40A1-BF22EE012D66}"/>
              </a:ext>
            </a:extLst>
          </p:cNvPr>
          <p:cNvSpPr/>
          <p:nvPr/>
        </p:nvSpPr>
        <p:spPr>
          <a:xfrm rot="10800000">
            <a:off x="7704984" y="308402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1" name="Oval 3550">
            <a:extLst>
              <a:ext uri="{FF2B5EF4-FFF2-40B4-BE49-F238E27FC236}">
                <a16:creationId xmlns:a16="http://schemas.microsoft.com/office/drawing/2014/main" id="{F74F8369-4D7F-6F97-780E-98142CD74539}"/>
              </a:ext>
            </a:extLst>
          </p:cNvPr>
          <p:cNvSpPr/>
          <p:nvPr/>
        </p:nvSpPr>
        <p:spPr>
          <a:xfrm rot="10800000">
            <a:off x="7667372" y="30915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2" name="Oval 3551">
            <a:extLst>
              <a:ext uri="{FF2B5EF4-FFF2-40B4-BE49-F238E27FC236}">
                <a16:creationId xmlns:a16="http://schemas.microsoft.com/office/drawing/2014/main" id="{2A461B00-49E8-18C0-43AD-DE269E80F250}"/>
              </a:ext>
            </a:extLst>
          </p:cNvPr>
          <p:cNvSpPr/>
          <p:nvPr/>
        </p:nvSpPr>
        <p:spPr>
          <a:xfrm rot="10800000">
            <a:off x="7732022" y="30875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4" name="Oval 3553">
            <a:extLst>
              <a:ext uri="{FF2B5EF4-FFF2-40B4-BE49-F238E27FC236}">
                <a16:creationId xmlns:a16="http://schemas.microsoft.com/office/drawing/2014/main" id="{B7A7EA34-C7E2-F9B4-B7EA-1687CEBFF057}"/>
              </a:ext>
            </a:extLst>
          </p:cNvPr>
          <p:cNvSpPr/>
          <p:nvPr/>
        </p:nvSpPr>
        <p:spPr>
          <a:xfrm>
            <a:off x="7649474" y="30978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5" name="Oval 3554">
            <a:extLst>
              <a:ext uri="{FF2B5EF4-FFF2-40B4-BE49-F238E27FC236}">
                <a16:creationId xmlns:a16="http://schemas.microsoft.com/office/drawing/2014/main" id="{40DDE338-CA5C-6896-2D2E-84145D91713E}"/>
              </a:ext>
            </a:extLst>
          </p:cNvPr>
          <p:cNvSpPr/>
          <p:nvPr/>
        </p:nvSpPr>
        <p:spPr>
          <a:xfrm>
            <a:off x="7681799" y="31089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6" name="Oval 3555">
            <a:extLst>
              <a:ext uri="{FF2B5EF4-FFF2-40B4-BE49-F238E27FC236}">
                <a16:creationId xmlns:a16="http://schemas.microsoft.com/office/drawing/2014/main" id="{477CCE23-F65F-91A3-0DB3-EAC4EB1A0640}"/>
              </a:ext>
            </a:extLst>
          </p:cNvPr>
          <p:cNvSpPr/>
          <p:nvPr/>
        </p:nvSpPr>
        <p:spPr>
          <a:xfrm>
            <a:off x="7708219" y="31095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7" name="Oval 3556">
            <a:extLst>
              <a:ext uri="{FF2B5EF4-FFF2-40B4-BE49-F238E27FC236}">
                <a16:creationId xmlns:a16="http://schemas.microsoft.com/office/drawing/2014/main" id="{FB679453-AB48-06D2-A4A1-5FEE327154B4}"/>
              </a:ext>
            </a:extLst>
          </p:cNvPr>
          <p:cNvSpPr/>
          <p:nvPr/>
        </p:nvSpPr>
        <p:spPr>
          <a:xfrm>
            <a:off x="7596215" y="310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8" name="Oval 3557">
            <a:extLst>
              <a:ext uri="{FF2B5EF4-FFF2-40B4-BE49-F238E27FC236}">
                <a16:creationId xmlns:a16="http://schemas.microsoft.com/office/drawing/2014/main" id="{E7B326D2-C50B-A011-5360-19624EA72BF2}"/>
              </a:ext>
            </a:extLst>
          </p:cNvPr>
          <p:cNvSpPr/>
          <p:nvPr/>
        </p:nvSpPr>
        <p:spPr>
          <a:xfrm>
            <a:off x="7629046" y="30841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9" name="Oval 3558">
            <a:extLst>
              <a:ext uri="{FF2B5EF4-FFF2-40B4-BE49-F238E27FC236}">
                <a16:creationId xmlns:a16="http://schemas.microsoft.com/office/drawing/2014/main" id="{0158C4F0-5AFE-1C58-6F52-374DF2819DFC}"/>
              </a:ext>
            </a:extLst>
          </p:cNvPr>
          <p:cNvSpPr/>
          <p:nvPr/>
        </p:nvSpPr>
        <p:spPr>
          <a:xfrm>
            <a:off x="7782320" y="31089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0" name="Oval 3559">
            <a:extLst>
              <a:ext uri="{FF2B5EF4-FFF2-40B4-BE49-F238E27FC236}">
                <a16:creationId xmlns:a16="http://schemas.microsoft.com/office/drawing/2014/main" id="{A704FF46-B03E-5A6C-2B93-0F5EB80758C2}"/>
              </a:ext>
            </a:extLst>
          </p:cNvPr>
          <p:cNvSpPr/>
          <p:nvPr/>
        </p:nvSpPr>
        <p:spPr>
          <a:xfrm>
            <a:off x="7819932" y="31019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1" name="Oval 3560">
            <a:extLst>
              <a:ext uri="{FF2B5EF4-FFF2-40B4-BE49-F238E27FC236}">
                <a16:creationId xmlns:a16="http://schemas.microsoft.com/office/drawing/2014/main" id="{798A1971-4609-DAA1-630F-5117B9AD1A00}"/>
              </a:ext>
            </a:extLst>
          </p:cNvPr>
          <p:cNvSpPr/>
          <p:nvPr/>
        </p:nvSpPr>
        <p:spPr>
          <a:xfrm>
            <a:off x="7755282" y="310562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62" name="Group 3561">
            <a:extLst>
              <a:ext uri="{FF2B5EF4-FFF2-40B4-BE49-F238E27FC236}">
                <a16:creationId xmlns:a16="http://schemas.microsoft.com/office/drawing/2014/main" id="{B7F271A1-08A1-30AA-B5E3-4B6091ACC3B4}"/>
              </a:ext>
            </a:extLst>
          </p:cNvPr>
          <p:cNvGrpSpPr/>
          <p:nvPr/>
        </p:nvGrpSpPr>
        <p:grpSpPr>
          <a:xfrm rot="13181925">
            <a:off x="7238331" y="3730687"/>
            <a:ext cx="242005" cy="46723"/>
            <a:chOff x="7979724" y="3580291"/>
            <a:chExt cx="242005" cy="43678"/>
          </a:xfrm>
        </p:grpSpPr>
        <p:sp>
          <p:nvSpPr>
            <p:cNvPr id="3563" name="Oval 3562">
              <a:extLst>
                <a:ext uri="{FF2B5EF4-FFF2-40B4-BE49-F238E27FC236}">
                  <a16:creationId xmlns:a16="http://schemas.microsoft.com/office/drawing/2014/main" id="{744E8EFB-C04A-4FEC-CD1E-0BEBED3221E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4" name="Oval 3563">
              <a:extLst>
                <a:ext uri="{FF2B5EF4-FFF2-40B4-BE49-F238E27FC236}">
                  <a16:creationId xmlns:a16="http://schemas.microsoft.com/office/drawing/2014/main" id="{4F832480-F8AB-3539-AE01-9A846F010C9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5" name="Oval 3564">
              <a:extLst>
                <a:ext uri="{FF2B5EF4-FFF2-40B4-BE49-F238E27FC236}">
                  <a16:creationId xmlns:a16="http://schemas.microsoft.com/office/drawing/2014/main" id="{853F5A5D-2F5A-F255-F3A0-3160ED03852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6" name="Oval 3565">
              <a:extLst>
                <a:ext uri="{FF2B5EF4-FFF2-40B4-BE49-F238E27FC236}">
                  <a16:creationId xmlns:a16="http://schemas.microsoft.com/office/drawing/2014/main" id="{42646B36-7124-5B47-CA2F-BF2603AFF30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7" name="Oval 3566">
              <a:extLst>
                <a:ext uri="{FF2B5EF4-FFF2-40B4-BE49-F238E27FC236}">
                  <a16:creationId xmlns:a16="http://schemas.microsoft.com/office/drawing/2014/main" id="{06C064CA-DC51-8AC9-03CF-15E635B42C6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8" name="Oval 3567">
              <a:extLst>
                <a:ext uri="{FF2B5EF4-FFF2-40B4-BE49-F238E27FC236}">
                  <a16:creationId xmlns:a16="http://schemas.microsoft.com/office/drawing/2014/main" id="{6C5DD1BB-8AB8-5F0A-171E-F12206C4418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9" name="Oval 3568">
              <a:extLst>
                <a:ext uri="{FF2B5EF4-FFF2-40B4-BE49-F238E27FC236}">
                  <a16:creationId xmlns:a16="http://schemas.microsoft.com/office/drawing/2014/main" id="{FD014429-4168-FD55-5188-E01FC9F735D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0" name="Oval 3569">
              <a:extLst>
                <a:ext uri="{FF2B5EF4-FFF2-40B4-BE49-F238E27FC236}">
                  <a16:creationId xmlns:a16="http://schemas.microsoft.com/office/drawing/2014/main" id="{7238A407-FA7F-620C-24A2-90D8A7A0D3E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72" name="Oval 3571">
            <a:extLst>
              <a:ext uri="{FF2B5EF4-FFF2-40B4-BE49-F238E27FC236}">
                <a16:creationId xmlns:a16="http://schemas.microsoft.com/office/drawing/2014/main" id="{EC218A44-951C-BD9B-114E-37C36DFC0947}"/>
              </a:ext>
            </a:extLst>
          </p:cNvPr>
          <p:cNvSpPr/>
          <p:nvPr/>
        </p:nvSpPr>
        <p:spPr>
          <a:xfrm rot="13181925">
            <a:off x="7583384" y="309426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3" name="Oval 3572">
            <a:extLst>
              <a:ext uri="{FF2B5EF4-FFF2-40B4-BE49-F238E27FC236}">
                <a16:creationId xmlns:a16="http://schemas.microsoft.com/office/drawing/2014/main" id="{CFBDE2B9-F4E6-40E2-725D-7A3E7B640F9B}"/>
              </a:ext>
            </a:extLst>
          </p:cNvPr>
          <p:cNvSpPr/>
          <p:nvPr/>
        </p:nvSpPr>
        <p:spPr>
          <a:xfrm rot="13181925">
            <a:off x="7574236" y="3068709"/>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4" name="Oval 3573">
            <a:extLst>
              <a:ext uri="{FF2B5EF4-FFF2-40B4-BE49-F238E27FC236}">
                <a16:creationId xmlns:a16="http://schemas.microsoft.com/office/drawing/2014/main" id="{180A7A09-308C-511C-5F9F-4EC66AFB4670}"/>
              </a:ext>
            </a:extLst>
          </p:cNvPr>
          <p:cNvSpPr/>
          <p:nvPr/>
        </p:nvSpPr>
        <p:spPr>
          <a:xfrm rot="13181925">
            <a:off x="7560048" y="305590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5" name="Oval 3574">
            <a:extLst>
              <a:ext uri="{FF2B5EF4-FFF2-40B4-BE49-F238E27FC236}">
                <a16:creationId xmlns:a16="http://schemas.microsoft.com/office/drawing/2014/main" id="{E92525CD-4BEF-F11B-771D-9F597171B990}"/>
              </a:ext>
            </a:extLst>
          </p:cNvPr>
          <p:cNvSpPr/>
          <p:nvPr/>
        </p:nvSpPr>
        <p:spPr>
          <a:xfrm rot="13181925">
            <a:off x="7614768" y="311672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6" name="Oval 3575">
            <a:extLst>
              <a:ext uri="{FF2B5EF4-FFF2-40B4-BE49-F238E27FC236}">
                <a16:creationId xmlns:a16="http://schemas.microsoft.com/office/drawing/2014/main" id="{537059E7-B5F9-EC65-20AD-A418C66FCC54}"/>
              </a:ext>
            </a:extLst>
          </p:cNvPr>
          <p:cNvSpPr/>
          <p:nvPr/>
        </p:nvSpPr>
        <p:spPr>
          <a:xfrm rot="13181925">
            <a:off x="7583849" y="311682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7" name="Oval 3576">
            <a:extLst>
              <a:ext uri="{FF2B5EF4-FFF2-40B4-BE49-F238E27FC236}">
                <a16:creationId xmlns:a16="http://schemas.microsoft.com/office/drawing/2014/main" id="{18EA4AE4-B56A-3B3B-07E4-5C8605ABBF12}"/>
              </a:ext>
            </a:extLst>
          </p:cNvPr>
          <p:cNvSpPr/>
          <p:nvPr/>
        </p:nvSpPr>
        <p:spPr>
          <a:xfrm rot="13181925">
            <a:off x="7518334" y="302230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8" name="Oval 3577">
            <a:extLst>
              <a:ext uri="{FF2B5EF4-FFF2-40B4-BE49-F238E27FC236}">
                <a16:creationId xmlns:a16="http://schemas.microsoft.com/office/drawing/2014/main" id="{1DB75D0E-4185-A8E2-473C-74CB83FE5993}"/>
              </a:ext>
            </a:extLst>
          </p:cNvPr>
          <p:cNvSpPr/>
          <p:nvPr/>
        </p:nvSpPr>
        <p:spPr>
          <a:xfrm rot="13181925">
            <a:off x="7491850" y="3011644"/>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9" name="Oval 3578">
            <a:extLst>
              <a:ext uri="{FF2B5EF4-FFF2-40B4-BE49-F238E27FC236}">
                <a16:creationId xmlns:a16="http://schemas.microsoft.com/office/drawing/2014/main" id="{B712504E-CBDE-7C0C-D590-03106BA7FFD6}"/>
              </a:ext>
            </a:extLst>
          </p:cNvPr>
          <p:cNvSpPr/>
          <p:nvPr/>
        </p:nvSpPr>
        <p:spPr>
          <a:xfrm rot="13181925">
            <a:off x="7530748" y="303794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1" name="Oval 3580">
            <a:extLst>
              <a:ext uri="{FF2B5EF4-FFF2-40B4-BE49-F238E27FC236}">
                <a16:creationId xmlns:a16="http://schemas.microsoft.com/office/drawing/2014/main" id="{D1635CFE-E39C-E53E-6EBC-AE2641AE1E8F}"/>
              </a:ext>
            </a:extLst>
          </p:cNvPr>
          <p:cNvSpPr/>
          <p:nvPr/>
        </p:nvSpPr>
        <p:spPr>
          <a:xfrm rot="8224268">
            <a:off x="7006108" y="3697563"/>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2" name="Oval 3581">
            <a:extLst>
              <a:ext uri="{FF2B5EF4-FFF2-40B4-BE49-F238E27FC236}">
                <a16:creationId xmlns:a16="http://schemas.microsoft.com/office/drawing/2014/main" id="{C1A5B0BF-D22B-D3E0-296F-CFCA1AD02CA7}"/>
              </a:ext>
            </a:extLst>
          </p:cNvPr>
          <p:cNvSpPr/>
          <p:nvPr/>
        </p:nvSpPr>
        <p:spPr>
          <a:xfrm rot="8224268">
            <a:off x="6978240" y="369561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3" name="Oval 3582">
            <a:extLst>
              <a:ext uri="{FF2B5EF4-FFF2-40B4-BE49-F238E27FC236}">
                <a16:creationId xmlns:a16="http://schemas.microsoft.com/office/drawing/2014/main" id="{4477EB5E-3E55-077E-E56F-7950D9FCC7B9}"/>
              </a:ext>
            </a:extLst>
          </p:cNvPr>
          <p:cNvSpPr/>
          <p:nvPr/>
        </p:nvSpPr>
        <p:spPr>
          <a:xfrm rot="8224268">
            <a:off x="6966029" y="370537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 name="Oval 3583">
            <a:extLst>
              <a:ext uri="{FF2B5EF4-FFF2-40B4-BE49-F238E27FC236}">
                <a16:creationId xmlns:a16="http://schemas.microsoft.com/office/drawing/2014/main" id="{20443DC5-3058-47DB-C8B5-F694BFEFC079}"/>
              </a:ext>
            </a:extLst>
          </p:cNvPr>
          <p:cNvSpPr/>
          <p:nvPr/>
        </p:nvSpPr>
        <p:spPr>
          <a:xfrm rot="8224268">
            <a:off x="7026341" y="367316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5" name="Oval 3584">
            <a:extLst>
              <a:ext uri="{FF2B5EF4-FFF2-40B4-BE49-F238E27FC236}">
                <a16:creationId xmlns:a16="http://schemas.microsoft.com/office/drawing/2014/main" id="{DE280E40-D8CC-2ECD-88C5-F17C16763790}"/>
              </a:ext>
            </a:extLst>
          </p:cNvPr>
          <p:cNvSpPr/>
          <p:nvPr/>
        </p:nvSpPr>
        <p:spPr>
          <a:xfrm rot="8224268">
            <a:off x="7032093" y="370779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6" name="Oval 3585">
            <a:extLst>
              <a:ext uri="{FF2B5EF4-FFF2-40B4-BE49-F238E27FC236}">
                <a16:creationId xmlns:a16="http://schemas.microsoft.com/office/drawing/2014/main" id="{23C87CF7-CA59-87E7-4E58-F544556C4C00}"/>
              </a:ext>
            </a:extLst>
          </p:cNvPr>
          <p:cNvSpPr/>
          <p:nvPr/>
        </p:nvSpPr>
        <p:spPr>
          <a:xfrm rot="8224268">
            <a:off x="6934807" y="373601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7" name="Oval 3586">
            <a:extLst>
              <a:ext uri="{FF2B5EF4-FFF2-40B4-BE49-F238E27FC236}">
                <a16:creationId xmlns:a16="http://schemas.microsoft.com/office/drawing/2014/main" id="{A5E5C158-029B-E970-1AC2-3A313EDC491E}"/>
              </a:ext>
            </a:extLst>
          </p:cNvPr>
          <p:cNvSpPr/>
          <p:nvPr/>
        </p:nvSpPr>
        <p:spPr>
          <a:xfrm rot="8224268">
            <a:off x="6927322" y="376055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8" name="Oval 3587">
            <a:extLst>
              <a:ext uri="{FF2B5EF4-FFF2-40B4-BE49-F238E27FC236}">
                <a16:creationId xmlns:a16="http://schemas.microsoft.com/office/drawing/2014/main" id="{9D175574-0F71-52E2-0D38-186490758087}"/>
              </a:ext>
            </a:extLst>
          </p:cNvPr>
          <p:cNvSpPr/>
          <p:nvPr/>
        </p:nvSpPr>
        <p:spPr>
          <a:xfrm rot="8224268">
            <a:off x="6950618" y="3729587"/>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90" name="Group 3589">
            <a:extLst>
              <a:ext uri="{FF2B5EF4-FFF2-40B4-BE49-F238E27FC236}">
                <a16:creationId xmlns:a16="http://schemas.microsoft.com/office/drawing/2014/main" id="{6F0E566B-DFAF-6BD0-688D-D7323356798F}"/>
              </a:ext>
            </a:extLst>
          </p:cNvPr>
          <p:cNvGrpSpPr/>
          <p:nvPr/>
        </p:nvGrpSpPr>
        <p:grpSpPr>
          <a:xfrm rot="10800000">
            <a:off x="7389400" y="3658380"/>
            <a:ext cx="242005" cy="46723"/>
            <a:chOff x="7979724" y="3580291"/>
            <a:chExt cx="242005" cy="43678"/>
          </a:xfrm>
        </p:grpSpPr>
        <p:sp>
          <p:nvSpPr>
            <p:cNvPr id="3654" name="Oval 3653">
              <a:extLst>
                <a:ext uri="{FF2B5EF4-FFF2-40B4-BE49-F238E27FC236}">
                  <a16:creationId xmlns:a16="http://schemas.microsoft.com/office/drawing/2014/main" id="{205FD730-44BD-BA2F-5A8F-3903DA16833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5" name="Oval 3654">
              <a:extLst>
                <a:ext uri="{FF2B5EF4-FFF2-40B4-BE49-F238E27FC236}">
                  <a16:creationId xmlns:a16="http://schemas.microsoft.com/office/drawing/2014/main" id="{19700D6E-0A2B-893E-85A8-CD41B61AE0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6" name="Oval 3655">
              <a:extLst>
                <a:ext uri="{FF2B5EF4-FFF2-40B4-BE49-F238E27FC236}">
                  <a16:creationId xmlns:a16="http://schemas.microsoft.com/office/drawing/2014/main" id="{B264CF16-C2E9-44DE-32C4-CB1A2236589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7" name="Oval 3656">
              <a:extLst>
                <a:ext uri="{FF2B5EF4-FFF2-40B4-BE49-F238E27FC236}">
                  <a16:creationId xmlns:a16="http://schemas.microsoft.com/office/drawing/2014/main" id="{ACA8192C-5F8E-A98B-E93A-F063777B33C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8" name="Oval 3657">
              <a:extLst>
                <a:ext uri="{FF2B5EF4-FFF2-40B4-BE49-F238E27FC236}">
                  <a16:creationId xmlns:a16="http://schemas.microsoft.com/office/drawing/2014/main" id="{A151CCBD-D078-ABFA-AB44-AB03157AE2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9" name="Oval 3658">
              <a:extLst>
                <a:ext uri="{FF2B5EF4-FFF2-40B4-BE49-F238E27FC236}">
                  <a16:creationId xmlns:a16="http://schemas.microsoft.com/office/drawing/2014/main" id="{2AA378E5-5B98-F14A-5D8F-6E8ADB07CB0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0" name="Oval 3659">
              <a:extLst>
                <a:ext uri="{FF2B5EF4-FFF2-40B4-BE49-F238E27FC236}">
                  <a16:creationId xmlns:a16="http://schemas.microsoft.com/office/drawing/2014/main" id="{2C49F8E1-D0A7-3655-A5C1-337F8DEA2C9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1" name="Oval 3660">
              <a:extLst>
                <a:ext uri="{FF2B5EF4-FFF2-40B4-BE49-F238E27FC236}">
                  <a16:creationId xmlns:a16="http://schemas.microsoft.com/office/drawing/2014/main" id="{60F9BD6F-E776-A261-2136-8E6DE553A58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1" name="Group 3590">
            <a:extLst>
              <a:ext uri="{FF2B5EF4-FFF2-40B4-BE49-F238E27FC236}">
                <a16:creationId xmlns:a16="http://schemas.microsoft.com/office/drawing/2014/main" id="{973CFEAF-A6FF-D054-3E52-462FE87CCA5B}"/>
              </a:ext>
            </a:extLst>
          </p:cNvPr>
          <p:cNvGrpSpPr/>
          <p:nvPr/>
        </p:nvGrpSpPr>
        <p:grpSpPr>
          <a:xfrm>
            <a:off x="7318243" y="3659196"/>
            <a:ext cx="242005" cy="43678"/>
            <a:chOff x="7979724" y="3580291"/>
            <a:chExt cx="242005" cy="43678"/>
          </a:xfrm>
        </p:grpSpPr>
        <p:sp>
          <p:nvSpPr>
            <p:cNvPr id="3646" name="Oval 3645">
              <a:extLst>
                <a:ext uri="{FF2B5EF4-FFF2-40B4-BE49-F238E27FC236}">
                  <a16:creationId xmlns:a16="http://schemas.microsoft.com/office/drawing/2014/main" id="{493B6B74-6047-EAC6-942C-6089ED3974F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7" name="Oval 3646">
              <a:extLst>
                <a:ext uri="{FF2B5EF4-FFF2-40B4-BE49-F238E27FC236}">
                  <a16:creationId xmlns:a16="http://schemas.microsoft.com/office/drawing/2014/main" id="{22564A6C-295B-A774-8FD4-EBD904CCF7D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8" name="Oval 3647">
              <a:extLst>
                <a:ext uri="{FF2B5EF4-FFF2-40B4-BE49-F238E27FC236}">
                  <a16:creationId xmlns:a16="http://schemas.microsoft.com/office/drawing/2014/main" id="{F60F4F7B-CA44-726D-5BA6-E8D5F1B67EE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9" name="Oval 3648">
              <a:extLst>
                <a:ext uri="{FF2B5EF4-FFF2-40B4-BE49-F238E27FC236}">
                  <a16:creationId xmlns:a16="http://schemas.microsoft.com/office/drawing/2014/main" id="{577F40A2-1D64-4271-CE21-00D315DB0D5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0" name="Oval 3649">
              <a:extLst>
                <a:ext uri="{FF2B5EF4-FFF2-40B4-BE49-F238E27FC236}">
                  <a16:creationId xmlns:a16="http://schemas.microsoft.com/office/drawing/2014/main" id="{320207D7-4490-FE74-93BE-1FA7CCE188F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1" name="Oval 3650">
              <a:extLst>
                <a:ext uri="{FF2B5EF4-FFF2-40B4-BE49-F238E27FC236}">
                  <a16:creationId xmlns:a16="http://schemas.microsoft.com/office/drawing/2014/main" id="{078A5BFE-AA84-6B02-16E2-AC7858F7375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2" name="Oval 3651">
              <a:extLst>
                <a:ext uri="{FF2B5EF4-FFF2-40B4-BE49-F238E27FC236}">
                  <a16:creationId xmlns:a16="http://schemas.microsoft.com/office/drawing/2014/main" id="{3FD19657-F077-60E2-54AB-3517288DBF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3" name="Oval 3652">
              <a:extLst>
                <a:ext uri="{FF2B5EF4-FFF2-40B4-BE49-F238E27FC236}">
                  <a16:creationId xmlns:a16="http://schemas.microsoft.com/office/drawing/2014/main" id="{7E5517E0-27F5-4CE9-4B2E-1D9F1BA6A7B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2" name="Group 3591">
            <a:extLst>
              <a:ext uri="{FF2B5EF4-FFF2-40B4-BE49-F238E27FC236}">
                <a16:creationId xmlns:a16="http://schemas.microsoft.com/office/drawing/2014/main" id="{8BFFCBFF-4525-0D71-2A09-F9B525985E65}"/>
              </a:ext>
            </a:extLst>
          </p:cNvPr>
          <p:cNvGrpSpPr/>
          <p:nvPr/>
        </p:nvGrpSpPr>
        <p:grpSpPr>
          <a:xfrm rot="10800000">
            <a:off x="7630443" y="3661556"/>
            <a:ext cx="242005" cy="46723"/>
            <a:chOff x="7979724" y="3580291"/>
            <a:chExt cx="242005" cy="43678"/>
          </a:xfrm>
        </p:grpSpPr>
        <p:sp>
          <p:nvSpPr>
            <p:cNvPr id="3638" name="Oval 3637">
              <a:extLst>
                <a:ext uri="{FF2B5EF4-FFF2-40B4-BE49-F238E27FC236}">
                  <a16:creationId xmlns:a16="http://schemas.microsoft.com/office/drawing/2014/main" id="{C11EADE0-4195-FAF2-00F6-8B5A2984E4A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9" name="Oval 3638">
              <a:extLst>
                <a:ext uri="{FF2B5EF4-FFF2-40B4-BE49-F238E27FC236}">
                  <a16:creationId xmlns:a16="http://schemas.microsoft.com/office/drawing/2014/main" id="{35312C2C-0D7D-80B6-D462-5369F12297E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0" name="Oval 3639">
              <a:extLst>
                <a:ext uri="{FF2B5EF4-FFF2-40B4-BE49-F238E27FC236}">
                  <a16:creationId xmlns:a16="http://schemas.microsoft.com/office/drawing/2014/main" id="{DA2439A8-9A7A-DE92-1C44-AE8D511599D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1" name="Oval 3640">
              <a:extLst>
                <a:ext uri="{FF2B5EF4-FFF2-40B4-BE49-F238E27FC236}">
                  <a16:creationId xmlns:a16="http://schemas.microsoft.com/office/drawing/2014/main" id="{575706E2-B917-8443-ED95-3AD66B59497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2" name="Oval 3641">
              <a:extLst>
                <a:ext uri="{FF2B5EF4-FFF2-40B4-BE49-F238E27FC236}">
                  <a16:creationId xmlns:a16="http://schemas.microsoft.com/office/drawing/2014/main" id="{DCDF5433-0978-30C6-A87F-85C955356A7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3" name="Oval 3642">
              <a:extLst>
                <a:ext uri="{FF2B5EF4-FFF2-40B4-BE49-F238E27FC236}">
                  <a16:creationId xmlns:a16="http://schemas.microsoft.com/office/drawing/2014/main" id="{736C160B-3F95-7AC7-F950-BF5609B6B1E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4" name="Oval 3643">
              <a:extLst>
                <a:ext uri="{FF2B5EF4-FFF2-40B4-BE49-F238E27FC236}">
                  <a16:creationId xmlns:a16="http://schemas.microsoft.com/office/drawing/2014/main" id="{ED327C12-E50A-95BB-FFCF-885238A25AC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5" name="Oval 3644">
              <a:extLst>
                <a:ext uri="{FF2B5EF4-FFF2-40B4-BE49-F238E27FC236}">
                  <a16:creationId xmlns:a16="http://schemas.microsoft.com/office/drawing/2014/main" id="{A16E198E-C324-72D7-E77E-5FE4ECC18CA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3" name="Group 3592">
            <a:extLst>
              <a:ext uri="{FF2B5EF4-FFF2-40B4-BE49-F238E27FC236}">
                <a16:creationId xmlns:a16="http://schemas.microsoft.com/office/drawing/2014/main" id="{99D6126F-C448-45D0-FC92-830A7FE7939F}"/>
              </a:ext>
            </a:extLst>
          </p:cNvPr>
          <p:cNvGrpSpPr/>
          <p:nvPr/>
        </p:nvGrpSpPr>
        <p:grpSpPr>
          <a:xfrm rot="11689693">
            <a:off x="7559286" y="3662372"/>
            <a:ext cx="242005" cy="43678"/>
            <a:chOff x="7979724" y="3580291"/>
            <a:chExt cx="242005" cy="43678"/>
          </a:xfrm>
        </p:grpSpPr>
        <p:sp>
          <p:nvSpPr>
            <p:cNvPr id="3630" name="Oval 3629">
              <a:extLst>
                <a:ext uri="{FF2B5EF4-FFF2-40B4-BE49-F238E27FC236}">
                  <a16:creationId xmlns:a16="http://schemas.microsoft.com/office/drawing/2014/main" id="{5DBC2C7E-85FE-08FF-8549-609A58EB377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1" name="Oval 3630">
              <a:extLst>
                <a:ext uri="{FF2B5EF4-FFF2-40B4-BE49-F238E27FC236}">
                  <a16:creationId xmlns:a16="http://schemas.microsoft.com/office/drawing/2014/main" id="{923EB20D-9ADF-F7F4-9365-7A4D3FEF093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2" name="Oval 3631">
              <a:extLst>
                <a:ext uri="{FF2B5EF4-FFF2-40B4-BE49-F238E27FC236}">
                  <a16:creationId xmlns:a16="http://schemas.microsoft.com/office/drawing/2014/main" id="{916C1030-04B5-2ED3-11AB-D17CCDD8575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3" name="Oval 3632">
              <a:extLst>
                <a:ext uri="{FF2B5EF4-FFF2-40B4-BE49-F238E27FC236}">
                  <a16:creationId xmlns:a16="http://schemas.microsoft.com/office/drawing/2014/main" id="{0D40EEC4-7110-8643-9457-22FF91BDD58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4" name="Oval 3633">
              <a:extLst>
                <a:ext uri="{FF2B5EF4-FFF2-40B4-BE49-F238E27FC236}">
                  <a16:creationId xmlns:a16="http://schemas.microsoft.com/office/drawing/2014/main" id="{6BEF8788-00E5-D69C-5A6D-D910E323507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5" name="Oval 3634">
              <a:extLst>
                <a:ext uri="{FF2B5EF4-FFF2-40B4-BE49-F238E27FC236}">
                  <a16:creationId xmlns:a16="http://schemas.microsoft.com/office/drawing/2014/main" id="{D3A134E6-621A-09E5-E884-62148A63CE4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6" name="Oval 3635">
              <a:extLst>
                <a:ext uri="{FF2B5EF4-FFF2-40B4-BE49-F238E27FC236}">
                  <a16:creationId xmlns:a16="http://schemas.microsoft.com/office/drawing/2014/main" id="{8763D5E7-EDC9-C192-46EE-418E2CF469B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7" name="Oval 3636">
              <a:extLst>
                <a:ext uri="{FF2B5EF4-FFF2-40B4-BE49-F238E27FC236}">
                  <a16:creationId xmlns:a16="http://schemas.microsoft.com/office/drawing/2014/main" id="{03F79A44-7FD1-F3CA-E851-C8B5A1E704F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4" name="Group 3593">
            <a:extLst>
              <a:ext uri="{FF2B5EF4-FFF2-40B4-BE49-F238E27FC236}">
                <a16:creationId xmlns:a16="http://schemas.microsoft.com/office/drawing/2014/main" id="{A732F1C2-0468-4FA7-7A78-21FFE9A4C64D}"/>
              </a:ext>
            </a:extLst>
          </p:cNvPr>
          <p:cNvGrpSpPr/>
          <p:nvPr/>
        </p:nvGrpSpPr>
        <p:grpSpPr>
          <a:xfrm rot="21292958">
            <a:off x="7806740" y="3662396"/>
            <a:ext cx="242005" cy="46723"/>
            <a:chOff x="7979724" y="3580291"/>
            <a:chExt cx="242005" cy="43678"/>
          </a:xfrm>
        </p:grpSpPr>
        <p:sp>
          <p:nvSpPr>
            <p:cNvPr id="3622" name="Oval 3621">
              <a:extLst>
                <a:ext uri="{FF2B5EF4-FFF2-40B4-BE49-F238E27FC236}">
                  <a16:creationId xmlns:a16="http://schemas.microsoft.com/office/drawing/2014/main" id="{A0F573C3-A0F8-E905-83C4-64C35EE235E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3" name="Oval 3622">
              <a:extLst>
                <a:ext uri="{FF2B5EF4-FFF2-40B4-BE49-F238E27FC236}">
                  <a16:creationId xmlns:a16="http://schemas.microsoft.com/office/drawing/2014/main" id="{6A6CBD10-1D4B-43EB-8260-8BB4A40653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E7668736-83EE-8E70-B423-396A0932A8B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5" name="Oval 3624">
              <a:extLst>
                <a:ext uri="{FF2B5EF4-FFF2-40B4-BE49-F238E27FC236}">
                  <a16:creationId xmlns:a16="http://schemas.microsoft.com/office/drawing/2014/main" id="{1941E8E2-1D7D-59A7-18E0-4DC441782B0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6" name="Oval 3625">
              <a:extLst>
                <a:ext uri="{FF2B5EF4-FFF2-40B4-BE49-F238E27FC236}">
                  <a16:creationId xmlns:a16="http://schemas.microsoft.com/office/drawing/2014/main" id="{247B4092-A428-B842-D5E7-88D7B02B4FA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7" name="Oval 3626">
              <a:extLst>
                <a:ext uri="{FF2B5EF4-FFF2-40B4-BE49-F238E27FC236}">
                  <a16:creationId xmlns:a16="http://schemas.microsoft.com/office/drawing/2014/main" id="{7E3F7EDF-9598-1227-FD12-0DBAF8CC9E7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8" name="Oval 3627">
              <a:extLst>
                <a:ext uri="{FF2B5EF4-FFF2-40B4-BE49-F238E27FC236}">
                  <a16:creationId xmlns:a16="http://schemas.microsoft.com/office/drawing/2014/main" id="{5D15FFE3-B910-3C22-5F88-2851FB80A16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9" name="Oval 3628">
              <a:extLst>
                <a:ext uri="{FF2B5EF4-FFF2-40B4-BE49-F238E27FC236}">
                  <a16:creationId xmlns:a16="http://schemas.microsoft.com/office/drawing/2014/main" id="{34AEE55B-B0AC-167B-D6D3-150427E5F3B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5" name="Group 3594">
            <a:extLst>
              <a:ext uri="{FF2B5EF4-FFF2-40B4-BE49-F238E27FC236}">
                <a16:creationId xmlns:a16="http://schemas.microsoft.com/office/drawing/2014/main" id="{8975DA7A-258C-29A4-378B-A10E86728BEC}"/>
              </a:ext>
            </a:extLst>
          </p:cNvPr>
          <p:cNvGrpSpPr/>
          <p:nvPr/>
        </p:nvGrpSpPr>
        <p:grpSpPr>
          <a:xfrm>
            <a:off x="7735583" y="3663212"/>
            <a:ext cx="242005" cy="43678"/>
            <a:chOff x="7979724" y="3580291"/>
            <a:chExt cx="242005" cy="43678"/>
          </a:xfrm>
        </p:grpSpPr>
        <p:sp>
          <p:nvSpPr>
            <p:cNvPr id="3614" name="Oval 3613">
              <a:extLst>
                <a:ext uri="{FF2B5EF4-FFF2-40B4-BE49-F238E27FC236}">
                  <a16:creationId xmlns:a16="http://schemas.microsoft.com/office/drawing/2014/main" id="{CDEBC1A0-7DB6-491A-62A8-5A7C3381616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5" name="Oval 3614">
              <a:extLst>
                <a:ext uri="{FF2B5EF4-FFF2-40B4-BE49-F238E27FC236}">
                  <a16:creationId xmlns:a16="http://schemas.microsoft.com/office/drawing/2014/main" id="{B9554DA9-F6A1-6613-3933-8E7E82D3DF5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6" name="Oval 3615">
              <a:extLst>
                <a:ext uri="{FF2B5EF4-FFF2-40B4-BE49-F238E27FC236}">
                  <a16:creationId xmlns:a16="http://schemas.microsoft.com/office/drawing/2014/main" id="{C04B0B1E-2507-3344-3D5E-B8BCECBA6C2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7" name="Oval 3616">
              <a:extLst>
                <a:ext uri="{FF2B5EF4-FFF2-40B4-BE49-F238E27FC236}">
                  <a16:creationId xmlns:a16="http://schemas.microsoft.com/office/drawing/2014/main" id="{1B087899-3439-CFEE-0C0B-4941AC67E34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8" name="Oval 3617">
              <a:extLst>
                <a:ext uri="{FF2B5EF4-FFF2-40B4-BE49-F238E27FC236}">
                  <a16:creationId xmlns:a16="http://schemas.microsoft.com/office/drawing/2014/main" id="{F43481C8-B3A5-52E9-73BD-BA79AD8F98A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9" name="Oval 3618">
              <a:extLst>
                <a:ext uri="{FF2B5EF4-FFF2-40B4-BE49-F238E27FC236}">
                  <a16:creationId xmlns:a16="http://schemas.microsoft.com/office/drawing/2014/main" id="{69DA5345-6697-6BF9-964E-72E80037374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0" name="Oval 3619">
              <a:extLst>
                <a:ext uri="{FF2B5EF4-FFF2-40B4-BE49-F238E27FC236}">
                  <a16:creationId xmlns:a16="http://schemas.microsoft.com/office/drawing/2014/main" id="{70D4CB60-4FCE-FCF6-1512-DEA989B92E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1" name="Oval 3620">
              <a:extLst>
                <a:ext uri="{FF2B5EF4-FFF2-40B4-BE49-F238E27FC236}">
                  <a16:creationId xmlns:a16="http://schemas.microsoft.com/office/drawing/2014/main" id="{96472876-9C62-DDBB-BB4D-76EB02560C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6" name="Group 3595">
            <a:extLst>
              <a:ext uri="{FF2B5EF4-FFF2-40B4-BE49-F238E27FC236}">
                <a16:creationId xmlns:a16="http://schemas.microsoft.com/office/drawing/2014/main" id="{08863BB1-AC05-E266-42EC-BD8817F4D7C8}"/>
              </a:ext>
            </a:extLst>
          </p:cNvPr>
          <p:cNvGrpSpPr/>
          <p:nvPr/>
        </p:nvGrpSpPr>
        <p:grpSpPr>
          <a:xfrm rot="10800000">
            <a:off x="8047783" y="3665572"/>
            <a:ext cx="242005" cy="46723"/>
            <a:chOff x="7979724" y="3580291"/>
            <a:chExt cx="242005" cy="43678"/>
          </a:xfrm>
        </p:grpSpPr>
        <p:sp>
          <p:nvSpPr>
            <p:cNvPr id="3606" name="Oval 3605">
              <a:extLst>
                <a:ext uri="{FF2B5EF4-FFF2-40B4-BE49-F238E27FC236}">
                  <a16:creationId xmlns:a16="http://schemas.microsoft.com/office/drawing/2014/main" id="{FBE6759F-662E-966C-1D37-DD20EFC9EF4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7" name="Oval 3606">
              <a:extLst>
                <a:ext uri="{FF2B5EF4-FFF2-40B4-BE49-F238E27FC236}">
                  <a16:creationId xmlns:a16="http://schemas.microsoft.com/office/drawing/2014/main" id="{1DE9C4CA-A52F-9B79-46CD-C2D8596E120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8" name="Oval 3607">
              <a:extLst>
                <a:ext uri="{FF2B5EF4-FFF2-40B4-BE49-F238E27FC236}">
                  <a16:creationId xmlns:a16="http://schemas.microsoft.com/office/drawing/2014/main" id="{3CC763B2-E46B-7764-3136-6198426D12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9" name="Oval 3608">
              <a:extLst>
                <a:ext uri="{FF2B5EF4-FFF2-40B4-BE49-F238E27FC236}">
                  <a16:creationId xmlns:a16="http://schemas.microsoft.com/office/drawing/2014/main" id="{B74C80E6-5073-748C-7CC4-5A95FE779F6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0" name="Oval 3609">
              <a:extLst>
                <a:ext uri="{FF2B5EF4-FFF2-40B4-BE49-F238E27FC236}">
                  <a16:creationId xmlns:a16="http://schemas.microsoft.com/office/drawing/2014/main" id="{F8935DA1-67A3-2C4E-6D19-A205632583D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1" name="Oval 3610">
              <a:extLst>
                <a:ext uri="{FF2B5EF4-FFF2-40B4-BE49-F238E27FC236}">
                  <a16:creationId xmlns:a16="http://schemas.microsoft.com/office/drawing/2014/main" id="{A6D78C2B-FB39-A46B-684C-84193215FE9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2" name="Oval 3611">
              <a:extLst>
                <a:ext uri="{FF2B5EF4-FFF2-40B4-BE49-F238E27FC236}">
                  <a16:creationId xmlns:a16="http://schemas.microsoft.com/office/drawing/2014/main" id="{CB46B2DC-763F-6D7F-FECE-897B9D65D20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3" name="Oval 3612">
              <a:extLst>
                <a:ext uri="{FF2B5EF4-FFF2-40B4-BE49-F238E27FC236}">
                  <a16:creationId xmlns:a16="http://schemas.microsoft.com/office/drawing/2014/main" id="{6713270B-F5BA-3E15-71C1-4C5819115AA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7" name="Group 3596">
            <a:extLst>
              <a:ext uri="{FF2B5EF4-FFF2-40B4-BE49-F238E27FC236}">
                <a16:creationId xmlns:a16="http://schemas.microsoft.com/office/drawing/2014/main" id="{CF912B2C-7212-FD2B-C6B5-C7044CBC67EF}"/>
              </a:ext>
            </a:extLst>
          </p:cNvPr>
          <p:cNvGrpSpPr/>
          <p:nvPr/>
        </p:nvGrpSpPr>
        <p:grpSpPr>
          <a:xfrm>
            <a:off x="7976626" y="3666388"/>
            <a:ext cx="242005" cy="43678"/>
            <a:chOff x="7979724" y="3580291"/>
            <a:chExt cx="242005" cy="43678"/>
          </a:xfrm>
        </p:grpSpPr>
        <p:sp>
          <p:nvSpPr>
            <p:cNvPr id="3598" name="Oval 3597">
              <a:extLst>
                <a:ext uri="{FF2B5EF4-FFF2-40B4-BE49-F238E27FC236}">
                  <a16:creationId xmlns:a16="http://schemas.microsoft.com/office/drawing/2014/main" id="{DBF4AEE0-17D3-DD39-6EBD-4960DCD8731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9" name="Oval 3598">
              <a:extLst>
                <a:ext uri="{FF2B5EF4-FFF2-40B4-BE49-F238E27FC236}">
                  <a16:creationId xmlns:a16="http://schemas.microsoft.com/office/drawing/2014/main" id="{74F17717-526F-B45C-5C21-16533E13BA7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0" name="Oval 3599">
              <a:extLst>
                <a:ext uri="{FF2B5EF4-FFF2-40B4-BE49-F238E27FC236}">
                  <a16:creationId xmlns:a16="http://schemas.microsoft.com/office/drawing/2014/main" id="{07D64A88-9250-E4E6-0521-86AA871363B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1" name="Oval 3600">
              <a:extLst>
                <a:ext uri="{FF2B5EF4-FFF2-40B4-BE49-F238E27FC236}">
                  <a16:creationId xmlns:a16="http://schemas.microsoft.com/office/drawing/2014/main" id="{DD6BB0F2-E239-6A08-CB6B-D4A541753E1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2" name="Oval 3601">
              <a:extLst>
                <a:ext uri="{FF2B5EF4-FFF2-40B4-BE49-F238E27FC236}">
                  <a16:creationId xmlns:a16="http://schemas.microsoft.com/office/drawing/2014/main" id="{5914DBAA-7D78-BEB9-20B0-EE03DB42258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3" name="Oval 3602">
              <a:extLst>
                <a:ext uri="{FF2B5EF4-FFF2-40B4-BE49-F238E27FC236}">
                  <a16:creationId xmlns:a16="http://schemas.microsoft.com/office/drawing/2014/main" id="{EC1DB73B-F481-3494-4448-6EDA1803C60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4" name="Oval 3603">
              <a:extLst>
                <a:ext uri="{FF2B5EF4-FFF2-40B4-BE49-F238E27FC236}">
                  <a16:creationId xmlns:a16="http://schemas.microsoft.com/office/drawing/2014/main" id="{AF02E73C-A15D-4EC9-9134-96F5F98FB05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5" name="Oval 3604">
              <a:extLst>
                <a:ext uri="{FF2B5EF4-FFF2-40B4-BE49-F238E27FC236}">
                  <a16:creationId xmlns:a16="http://schemas.microsoft.com/office/drawing/2014/main" id="{F1BF18D7-44C3-6FC5-A641-6187B2381ED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2" name="Group 3661">
            <a:extLst>
              <a:ext uri="{FF2B5EF4-FFF2-40B4-BE49-F238E27FC236}">
                <a16:creationId xmlns:a16="http://schemas.microsoft.com/office/drawing/2014/main" id="{185EE801-3A18-9204-FFF8-AD76785EBB83}"/>
              </a:ext>
            </a:extLst>
          </p:cNvPr>
          <p:cNvGrpSpPr/>
          <p:nvPr/>
        </p:nvGrpSpPr>
        <p:grpSpPr>
          <a:xfrm>
            <a:off x="6637489" y="3640726"/>
            <a:ext cx="971545" cy="53915"/>
            <a:chOff x="5754694" y="6008041"/>
            <a:chExt cx="971545" cy="53915"/>
          </a:xfrm>
        </p:grpSpPr>
        <p:grpSp>
          <p:nvGrpSpPr>
            <p:cNvPr id="3663" name="Group 3662">
              <a:extLst>
                <a:ext uri="{FF2B5EF4-FFF2-40B4-BE49-F238E27FC236}">
                  <a16:creationId xmlns:a16="http://schemas.microsoft.com/office/drawing/2014/main" id="{A30EB802-FF38-6131-F4F8-5AFAC46D6176}"/>
                </a:ext>
              </a:extLst>
            </p:cNvPr>
            <p:cNvGrpSpPr/>
            <p:nvPr/>
          </p:nvGrpSpPr>
          <p:grpSpPr>
            <a:xfrm rot="10800000">
              <a:off x="5825851" y="6008041"/>
              <a:ext cx="242005" cy="46723"/>
              <a:chOff x="7979724" y="3580291"/>
              <a:chExt cx="242005" cy="43678"/>
            </a:xfrm>
          </p:grpSpPr>
          <p:sp>
            <p:nvSpPr>
              <p:cNvPr id="3727" name="Oval 3726">
                <a:extLst>
                  <a:ext uri="{FF2B5EF4-FFF2-40B4-BE49-F238E27FC236}">
                    <a16:creationId xmlns:a16="http://schemas.microsoft.com/office/drawing/2014/main" id="{53E8B906-1627-C87B-E530-E1011A2A7E7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8" name="Oval 3727">
                <a:extLst>
                  <a:ext uri="{FF2B5EF4-FFF2-40B4-BE49-F238E27FC236}">
                    <a16:creationId xmlns:a16="http://schemas.microsoft.com/office/drawing/2014/main" id="{B25124EB-0091-C5E5-29DA-D615C36C8B2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9" name="Oval 3728">
                <a:extLst>
                  <a:ext uri="{FF2B5EF4-FFF2-40B4-BE49-F238E27FC236}">
                    <a16:creationId xmlns:a16="http://schemas.microsoft.com/office/drawing/2014/main" id="{7A530D3B-7E52-4E75-AD90-4AA276CE00F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0" name="Oval 3729">
                <a:extLst>
                  <a:ext uri="{FF2B5EF4-FFF2-40B4-BE49-F238E27FC236}">
                    <a16:creationId xmlns:a16="http://schemas.microsoft.com/office/drawing/2014/main" id="{ECA7415C-B636-0979-9840-09F8FC3A35D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1" name="Oval 3730">
                <a:extLst>
                  <a:ext uri="{FF2B5EF4-FFF2-40B4-BE49-F238E27FC236}">
                    <a16:creationId xmlns:a16="http://schemas.microsoft.com/office/drawing/2014/main" id="{7EE8FCD1-628C-87F9-7934-B93678469D2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2" name="Oval 3731">
                <a:extLst>
                  <a:ext uri="{FF2B5EF4-FFF2-40B4-BE49-F238E27FC236}">
                    <a16:creationId xmlns:a16="http://schemas.microsoft.com/office/drawing/2014/main" id="{79CC979C-8C42-C6B3-6D7A-B81715BED91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3" name="Oval 3732">
                <a:extLst>
                  <a:ext uri="{FF2B5EF4-FFF2-40B4-BE49-F238E27FC236}">
                    <a16:creationId xmlns:a16="http://schemas.microsoft.com/office/drawing/2014/main" id="{9A06DE30-E728-C3E2-76AC-CA15D4DBD17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4" name="Oval 3733">
                <a:extLst>
                  <a:ext uri="{FF2B5EF4-FFF2-40B4-BE49-F238E27FC236}">
                    <a16:creationId xmlns:a16="http://schemas.microsoft.com/office/drawing/2014/main" id="{FA4BD44C-43E5-A7C6-2FAE-C1ED42F71A8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4" name="Group 3663">
              <a:extLst>
                <a:ext uri="{FF2B5EF4-FFF2-40B4-BE49-F238E27FC236}">
                  <a16:creationId xmlns:a16="http://schemas.microsoft.com/office/drawing/2014/main" id="{BBF62714-8D6D-6F67-F95C-0F977ED7D9CF}"/>
                </a:ext>
              </a:extLst>
            </p:cNvPr>
            <p:cNvGrpSpPr/>
            <p:nvPr/>
          </p:nvGrpSpPr>
          <p:grpSpPr>
            <a:xfrm>
              <a:off x="5754694" y="6008857"/>
              <a:ext cx="242005" cy="43678"/>
              <a:chOff x="7979724" y="3580291"/>
              <a:chExt cx="242005" cy="43678"/>
            </a:xfrm>
          </p:grpSpPr>
          <p:sp>
            <p:nvSpPr>
              <p:cNvPr id="3719" name="Oval 3718">
                <a:extLst>
                  <a:ext uri="{FF2B5EF4-FFF2-40B4-BE49-F238E27FC236}">
                    <a16:creationId xmlns:a16="http://schemas.microsoft.com/office/drawing/2014/main" id="{137F23C7-FEDA-57D5-6CB8-DE0DD84A3EF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0" name="Oval 3719">
                <a:extLst>
                  <a:ext uri="{FF2B5EF4-FFF2-40B4-BE49-F238E27FC236}">
                    <a16:creationId xmlns:a16="http://schemas.microsoft.com/office/drawing/2014/main" id="{82B67680-2577-C361-C72A-220707785F5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1" name="Oval 3720">
                <a:extLst>
                  <a:ext uri="{FF2B5EF4-FFF2-40B4-BE49-F238E27FC236}">
                    <a16:creationId xmlns:a16="http://schemas.microsoft.com/office/drawing/2014/main" id="{6F5A0617-E59D-19A6-275C-1F7E0A95D3E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2" name="Oval 3721">
                <a:extLst>
                  <a:ext uri="{FF2B5EF4-FFF2-40B4-BE49-F238E27FC236}">
                    <a16:creationId xmlns:a16="http://schemas.microsoft.com/office/drawing/2014/main" id="{F85E7062-9DC9-0EF6-4A88-393192B1922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3" name="Oval 3722">
                <a:extLst>
                  <a:ext uri="{FF2B5EF4-FFF2-40B4-BE49-F238E27FC236}">
                    <a16:creationId xmlns:a16="http://schemas.microsoft.com/office/drawing/2014/main" id="{74043576-923D-0A6F-7F74-C278BBE5962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4" name="Oval 3723">
                <a:extLst>
                  <a:ext uri="{FF2B5EF4-FFF2-40B4-BE49-F238E27FC236}">
                    <a16:creationId xmlns:a16="http://schemas.microsoft.com/office/drawing/2014/main" id="{85DC3BF6-1E1F-FC39-9BCD-27323077294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5" name="Oval 3724">
                <a:extLst>
                  <a:ext uri="{FF2B5EF4-FFF2-40B4-BE49-F238E27FC236}">
                    <a16:creationId xmlns:a16="http://schemas.microsoft.com/office/drawing/2014/main" id="{22E9F7A0-CCAC-E994-3137-5754F3C0CCE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6" name="Oval 3725">
                <a:extLst>
                  <a:ext uri="{FF2B5EF4-FFF2-40B4-BE49-F238E27FC236}">
                    <a16:creationId xmlns:a16="http://schemas.microsoft.com/office/drawing/2014/main" id="{21954250-0F09-406C-E5CF-24EA86A3056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5" name="Group 3664">
              <a:extLst>
                <a:ext uri="{FF2B5EF4-FFF2-40B4-BE49-F238E27FC236}">
                  <a16:creationId xmlns:a16="http://schemas.microsoft.com/office/drawing/2014/main" id="{DDD75856-C2E9-0056-2389-1269B02D36CA}"/>
                </a:ext>
              </a:extLst>
            </p:cNvPr>
            <p:cNvGrpSpPr/>
            <p:nvPr/>
          </p:nvGrpSpPr>
          <p:grpSpPr>
            <a:xfrm rot="10800000">
              <a:off x="6066894" y="6011217"/>
              <a:ext cx="242005" cy="46723"/>
              <a:chOff x="7979724" y="3580291"/>
              <a:chExt cx="242005" cy="43678"/>
            </a:xfrm>
          </p:grpSpPr>
          <p:sp>
            <p:nvSpPr>
              <p:cNvPr id="3711" name="Oval 3710">
                <a:extLst>
                  <a:ext uri="{FF2B5EF4-FFF2-40B4-BE49-F238E27FC236}">
                    <a16:creationId xmlns:a16="http://schemas.microsoft.com/office/drawing/2014/main" id="{2F29BC61-F021-6D61-A199-BFB25E4914E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2" name="Oval 3711">
                <a:extLst>
                  <a:ext uri="{FF2B5EF4-FFF2-40B4-BE49-F238E27FC236}">
                    <a16:creationId xmlns:a16="http://schemas.microsoft.com/office/drawing/2014/main" id="{4038099A-4A36-4066-1DBE-6290D4D6097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3" name="Oval 3712">
                <a:extLst>
                  <a:ext uri="{FF2B5EF4-FFF2-40B4-BE49-F238E27FC236}">
                    <a16:creationId xmlns:a16="http://schemas.microsoft.com/office/drawing/2014/main" id="{A93BC7E2-2384-01C0-6607-02EA5BC5024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4" name="Oval 3713">
                <a:extLst>
                  <a:ext uri="{FF2B5EF4-FFF2-40B4-BE49-F238E27FC236}">
                    <a16:creationId xmlns:a16="http://schemas.microsoft.com/office/drawing/2014/main" id="{79A1F88A-1CBE-C19D-C0E0-969A83C6B49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5" name="Oval 3714">
                <a:extLst>
                  <a:ext uri="{FF2B5EF4-FFF2-40B4-BE49-F238E27FC236}">
                    <a16:creationId xmlns:a16="http://schemas.microsoft.com/office/drawing/2014/main" id="{7B3FF2DE-7CB6-2C55-17CF-7C746A4DCAB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6" name="Oval 3715">
                <a:extLst>
                  <a:ext uri="{FF2B5EF4-FFF2-40B4-BE49-F238E27FC236}">
                    <a16:creationId xmlns:a16="http://schemas.microsoft.com/office/drawing/2014/main" id="{3DFA2F7F-27AE-5423-23FC-342DD923AEF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7" name="Oval 3716">
                <a:extLst>
                  <a:ext uri="{FF2B5EF4-FFF2-40B4-BE49-F238E27FC236}">
                    <a16:creationId xmlns:a16="http://schemas.microsoft.com/office/drawing/2014/main" id="{B9F3A988-6CAC-CDD9-D0DD-999E013311F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8" name="Oval 3717">
                <a:extLst>
                  <a:ext uri="{FF2B5EF4-FFF2-40B4-BE49-F238E27FC236}">
                    <a16:creationId xmlns:a16="http://schemas.microsoft.com/office/drawing/2014/main" id="{626E0C4B-4978-5956-7FE9-626B2E8807F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6" name="Group 3665">
              <a:extLst>
                <a:ext uri="{FF2B5EF4-FFF2-40B4-BE49-F238E27FC236}">
                  <a16:creationId xmlns:a16="http://schemas.microsoft.com/office/drawing/2014/main" id="{9B4ECB35-0B20-0A55-73C5-A29EACD29C6D}"/>
                </a:ext>
              </a:extLst>
            </p:cNvPr>
            <p:cNvGrpSpPr/>
            <p:nvPr/>
          </p:nvGrpSpPr>
          <p:grpSpPr>
            <a:xfrm rot="11689693">
              <a:off x="5995737" y="6012033"/>
              <a:ext cx="242005" cy="43678"/>
              <a:chOff x="7979724" y="3580291"/>
              <a:chExt cx="242005" cy="43678"/>
            </a:xfrm>
          </p:grpSpPr>
          <p:sp>
            <p:nvSpPr>
              <p:cNvPr id="3703" name="Oval 3702">
                <a:extLst>
                  <a:ext uri="{FF2B5EF4-FFF2-40B4-BE49-F238E27FC236}">
                    <a16:creationId xmlns:a16="http://schemas.microsoft.com/office/drawing/2014/main" id="{A6EF3A1D-9E76-D977-9491-ED7C9F0348A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4" name="Oval 3703">
                <a:extLst>
                  <a:ext uri="{FF2B5EF4-FFF2-40B4-BE49-F238E27FC236}">
                    <a16:creationId xmlns:a16="http://schemas.microsoft.com/office/drawing/2014/main" id="{38EA9959-78F2-196F-34C2-7C5E72134F3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5" name="Oval 3704">
                <a:extLst>
                  <a:ext uri="{FF2B5EF4-FFF2-40B4-BE49-F238E27FC236}">
                    <a16:creationId xmlns:a16="http://schemas.microsoft.com/office/drawing/2014/main" id="{0879123E-F881-4FC8-D0ED-B2514B784A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6" name="Oval 3705">
                <a:extLst>
                  <a:ext uri="{FF2B5EF4-FFF2-40B4-BE49-F238E27FC236}">
                    <a16:creationId xmlns:a16="http://schemas.microsoft.com/office/drawing/2014/main" id="{1571238B-E207-4C64-D838-E16230E0962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7" name="Oval 3706">
                <a:extLst>
                  <a:ext uri="{FF2B5EF4-FFF2-40B4-BE49-F238E27FC236}">
                    <a16:creationId xmlns:a16="http://schemas.microsoft.com/office/drawing/2014/main" id="{2E65A5BF-46D3-51FE-D811-1D50C9B9661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8" name="Oval 3707">
                <a:extLst>
                  <a:ext uri="{FF2B5EF4-FFF2-40B4-BE49-F238E27FC236}">
                    <a16:creationId xmlns:a16="http://schemas.microsoft.com/office/drawing/2014/main" id="{9147D851-8270-6A1E-9CDF-A0996EFB183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9" name="Oval 3708">
                <a:extLst>
                  <a:ext uri="{FF2B5EF4-FFF2-40B4-BE49-F238E27FC236}">
                    <a16:creationId xmlns:a16="http://schemas.microsoft.com/office/drawing/2014/main" id="{5D2A5394-BAD9-15A5-2684-9618E5021D8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0" name="Oval 3709">
                <a:extLst>
                  <a:ext uri="{FF2B5EF4-FFF2-40B4-BE49-F238E27FC236}">
                    <a16:creationId xmlns:a16="http://schemas.microsoft.com/office/drawing/2014/main" id="{1CC213DA-6294-8C89-3D1C-1B81250D428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7" name="Group 3666">
              <a:extLst>
                <a:ext uri="{FF2B5EF4-FFF2-40B4-BE49-F238E27FC236}">
                  <a16:creationId xmlns:a16="http://schemas.microsoft.com/office/drawing/2014/main" id="{E8F29F34-749D-09E2-9969-9886115173DF}"/>
                </a:ext>
              </a:extLst>
            </p:cNvPr>
            <p:cNvGrpSpPr/>
            <p:nvPr/>
          </p:nvGrpSpPr>
          <p:grpSpPr>
            <a:xfrm rot="21292958">
              <a:off x="6243191" y="6012057"/>
              <a:ext cx="242005" cy="46723"/>
              <a:chOff x="7979724" y="3580291"/>
              <a:chExt cx="242005" cy="43678"/>
            </a:xfrm>
          </p:grpSpPr>
          <p:sp>
            <p:nvSpPr>
              <p:cNvPr id="3695" name="Oval 3694">
                <a:extLst>
                  <a:ext uri="{FF2B5EF4-FFF2-40B4-BE49-F238E27FC236}">
                    <a16:creationId xmlns:a16="http://schemas.microsoft.com/office/drawing/2014/main" id="{B8A5FF81-BD28-43C9-AD8B-5ED578E8B38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6" name="Oval 3695">
                <a:extLst>
                  <a:ext uri="{FF2B5EF4-FFF2-40B4-BE49-F238E27FC236}">
                    <a16:creationId xmlns:a16="http://schemas.microsoft.com/office/drawing/2014/main" id="{8FE2C686-FCD3-7020-6CB2-81FF4909D43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7" name="Oval 3696">
                <a:extLst>
                  <a:ext uri="{FF2B5EF4-FFF2-40B4-BE49-F238E27FC236}">
                    <a16:creationId xmlns:a16="http://schemas.microsoft.com/office/drawing/2014/main" id="{F7E68B3B-0FF3-FACA-2A36-192448863F3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8" name="Oval 3697">
                <a:extLst>
                  <a:ext uri="{FF2B5EF4-FFF2-40B4-BE49-F238E27FC236}">
                    <a16:creationId xmlns:a16="http://schemas.microsoft.com/office/drawing/2014/main" id="{0B5C96DA-122A-BA81-70BE-F9588F0AB00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9" name="Oval 3698">
                <a:extLst>
                  <a:ext uri="{FF2B5EF4-FFF2-40B4-BE49-F238E27FC236}">
                    <a16:creationId xmlns:a16="http://schemas.microsoft.com/office/drawing/2014/main" id="{CCBF0391-E1CB-7C54-47D5-F0DCB970F68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0" name="Oval 3699">
                <a:extLst>
                  <a:ext uri="{FF2B5EF4-FFF2-40B4-BE49-F238E27FC236}">
                    <a16:creationId xmlns:a16="http://schemas.microsoft.com/office/drawing/2014/main" id="{22877303-ECE7-2827-CC20-648A7A89B52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1" name="Oval 3700">
                <a:extLst>
                  <a:ext uri="{FF2B5EF4-FFF2-40B4-BE49-F238E27FC236}">
                    <a16:creationId xmlns:a16="http://schemas.microsoft.com/office/drawing/2014/main" id="{CCAA2322-5DE7-3AAD-EA7A-83065F0BE54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2" name="Oval 3701">
                <a:extLst>
                  <a:ext uri="{FF2B5EF4-FFF2-40B4-BE49-F238E27FC236}">
                    <a16:creationId xmlns:a16="http://schemas.microsoft.com/office/drawing/2014/main" id="{E7661927-19F4-F951-A67D-2FABEF018F9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8" name="Group 3667">
              <a:extLst>
                <a:ext uri="{FF2B5EF4-FFF2-40B4-BE49-F238E27FC236}">
                  <a16:creationId xmlns:a16="http://schemas.microsoft.com/office/drawing/2014/main" id="{312A739D-F50C-40DB-852E-13BABE616647}"/>
                </a:ext>
              </a:extLst>
            </p:cNvPr>
            <p:cNvGrpSpPr/>
            <p:nvPr/>
          </p:nvGrpSpPr>
          <p:grpSpPr>
            <a:xfrm>
              <a:off x="6172034" y="6012873"/>
              <a:ext cx="242005" cy="43678"/>
              <a:chOff x="7979724" y="3580291"/>
              <a:chExt cx="242005" cy="43678"/>
            </a:xfrm>
          </p:grpSpPr>
          <p:sp>
            <p:nvSpPr>
              <p:cNvPr id="3687" name="Oval 3686">
                <a:extLst>
                  <a:ext uri="{FF2B5EF4-FFF2-40B4-BE49-F238E27FC236}">
                    <a16:creationId xmlns:a16="http://schemas.microsoft.com/office/drawing/2014/main" id="{8EF1B44C-5D07-C7FF-C5B3-5590252EB7D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8" name="Oval 3687">
                <a:extLst>
                  <a:ext uri="{FF2B5EF4-FFF2-40B4-BE49-F238E27FC236}">
                    <a16:creationId xmlns:a16="http://schemas.microsoft.com/office/drawing/2014/main" id="{69A049B4-78C8-73AF-6467-069E610AE34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9" name="Oval 3688">
                <a:extLst>
                  <a:ext uri="{FF2B5EF4-FFF2-40B4-BE49-F238E27FC236}">
                    <a16:creationId xmlns:a16="http://schemas.microsoft.com/office/drawing/2014/main" id="{CC195134-D792-0966-AF75-084CCAC6079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0" name="Oval 3689">
                <a:extLst>
                  <a:ext uri="{FF2B5EF4-FFF2-40B4-BE49-F238E27FC236}">
                    <a16:creationId xmlns:a16="http://schemas.microsoft.com/office/drawing/2014/main" id="{DC40BEA4-672F-5D83-BB8F-C444482B5B9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1" name="Oval 3690">
                <a:extLst>
                  <a:ext uri="{FF2B5EF4-FFF2-40B4-BE49-F238E27FC236}">
                    <a16:creationId xmlns:a16="http://schemas.microsoft.com/office/drawing/2014/main" id="{0D070548-BEC7-FFDC-F7FC-061123A7E99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2" name="Oval 3691">
                <a:extLst>
                  <a:ext uri="{FF2B5EF4-FFF2-40B4-BE49-F238E27FC236}">
                    <a16:creationId xmlns:a16="http://schemas.microsoft.com/office/drawing/2014/main" id="{C2E0130F-0258-5EE4-7477-601F791D05D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3" name="Oval 3692">
                <a:extLst>
                  <a:ext uri="{FF2B5EF4-FFF2-40B4-BE49-F238E27FC236}">
                    <a16:creationId xmlns:a16="http://schemas.microsoft.com/office/drawing/2014/main" id="{2C0EDDE9-EB69-3AEE-987B-B9B221972A8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4" name="Oval 3693">
                <a:extLst>
                  <a:ext uri="{FF2B5EF4-FFF2-40B4-BE49-F238E27FC236}">
                    <a16:creationId xmlns:a16="http://schemas.microsoft.com/office/drawing/2014/main" id="{874574F1-35B7-FDB9-AF71-E25BCF928A2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9" name="Group 3668">
              <a:extLst>
                <a:ext uri="{FF2B5EF4-FFF2-40B4-BE49-F238E27FC236}">
                  <a16:creationId xmlns:a16="http://schemas.microsoft.com/office/drawing/2014/main" id="{B00DB229-611F-E069-864E-B1D57534F10A}"/>
                </a:ext>
              </a:extLst>
            </p:cNvPr>
            <p:cNvGrpSpPr/>
            <p:nvPr/>
          </p:nvGrpSpPr>
          <p:grpSpPr>
            <a:xfrm rot="10800000">
              <a:off x="6484234" y="6015233"/>
              <a:ext cx="242005" cy="46723"/>
              <a:chOff x="7979724" y="3580291"/>
              <a:chExt cx="242005" cy="43678"/>
            </a:xfrm>
          </p:grpSpPr>
          <p:sp>
            <p:nvSpPr>
              <p:cNvPr id="3679" name="Oval 3678">
                <a:extLst>
                  <a:ext uri="{FF2B5EF4-FFF2-40B4-BE49-F238E27FC236}">
                    <a16:creationId xmlns:a16="http://schemas.microsoft.com/office/drawing/2014/main" id="{02E8C75E-C254-69B0-1A83-0B597B6A430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0" name="Oval 3679">
                <a:extLst>
                  <a:ext uri="{FF2B5EF4-FFF2-40B4-BE49-F238E27FC236}">
                    <a16:creationId xmlns:a16="http://schemas.microsoft.com/office/drawing/2014/main" id="{45B47594-A28E-2470-7B59-813FFF787D6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1" name="Oval 3680">
                <a:extLst>
                  <a:ext uri="{FF2B5EF4-FFF2-40B4-BE49-F238E27FC236}">
                    <a16:creationId xmlns:a16="http://schemas.microsoft.com/office/drawing/2014/main" id="{EAE4886A-2B5A-198C-919C-EF151B4C017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2" name="Oval 3681">
                <a:extLst>
                  <a:ext uri="{FF2B5EF4-FFF2-40B4-BE49-F238E27FC236}">
                    <a16:creationId xmlns:a16="http://schemas.microsoft.com/office/drawing/2014/main" id="{25C6F7AB-C558-9962-8919-B9EDB78180E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3" name="Oval 3682">
                <a:extLst>
                  <a:ext uri="{FF2B5EF4-FFF2-40B4-BE49-F238E27FC236}">
                    <a16:creationId xmlns:a16="http://schemas.microsoft.com/office/drawing/2014/main" id="{E0CB8B5F-6AF0-5AFD-AF16-065DF66BD03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4" name="Oval 3683">
                <a:extLst>
                  <a:ext uri="{FF2B5EF4-FFF2-40B4-BE49-F238E27FC236}">
                    <a16:creationId xmlns:a16="http://schemas.microsoft.com/office/drawing/2014/main" id="{D6A9C3BB-9FBD-9788-02C8-EF82C3C47C6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5" name="Oval 3684">
                <a:extLst>
                  <a:ext uri="{FF2B5EF4-FFF2-40B4-BE49-F238E27FC236}">
                    <a16:creationId xmlns:a16="http://schemas.microsoft.com/office/drawing/2014/main" id="{BE2473D0-0FB5-FC46-343B-759406C17AE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 name="Oval 3685">
                <a:extLst>
                  <a:ext uri="{FF2B5EF4-FFF2-40B4-BE49-F238E27FC236}">
                    <a16:creationId xmlns:a16="http://schemas.microsoft.com/office/drawing/2014/main" id="{BFC91C3C-59E4-C3CF-4C8B-D84CAA12A7C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70" name="Group 3669">
              <a:extLst>
                <a:ext uri="{FF2B5EF4-FFF2-40B4-BE49-F238E27FC236}">
                  <a16:creationId xmlns:a16="http://schemas.microsoft.com/office/drawing/2014/main" id="{8AC9237A-5D08-FD98-F614-92B04D306ED8}"/>
                </a:ext>
              </a:extLst>
            </p:cNvPr>
            <p:cNvGrpSpPr/>
            <p:nvPr/>
          </p:nvGrpSpPr>
          <p:grpSpPr>
            <a:xfrm>
              <a:off x="6413077" y="6016049"/>
              <a:ext cx="242005" cy="43678"/>
              <a:chOff x="7979724" y="3580291"/>
              <a:chExt cx="242005" cy="43678"/>
            </a:xfrm>
          </p:grpSpPr>
          <p:sp>
            <p:nvSpPr>
              <p:cNvPr id="3671" name="Oval 3670">
                <a:extLst>
                  <a:ext uri="{FF2B5EF4-FFF2-40B4-BE49-F238E27FC236}">
                    <a16:creationId xmlns:a16="http://schemas.microsoft.com/office/drawing/2014/main" id="{79A939D8-C8DE-15D9-7E5A-2C9D21A6F81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2" name="Oval 3671">
                <a:extLst>
                  <a:ext uri="{FF2B5EF4-FFF2-40B4-BE49-F238E27FC236}">
                    <a16:creationId xmlns:a16="http://schemas.microsoft.com/office/drawing/2014/main" id="{57CE8880-8BFE-61F2-4E85-D412E1CF5A5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3" name="Oval 3672">
                <a:extLst>
                  <a:ext uri="{FF2B5EF4-FFF2-40B4-BE49-F238E27FC236}">
                    <a16:creationId xmlns:a16="http://schemas.microsoft.com/office/drawing/2014/main" id="{2B2BF979-075A-DBAA-F8E3-7239F237F6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4" name="Oval 3673">
                <a:extLst>
                  <a:ext uri="{FF2B5EF4-FFF2-40B4-BE49-F238E27FC236}">
                    <a16:creationId xmlns:a16="http://schemas.microsoft.com/office/drawing/2014/main" id="{08EF24B7-2DC0-9C55-E6B4-A0C87A80872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5" name="Oval 3674">
                <a:extLst>
                  <a:ext uri="{FF2B5EF4-FFF2-40B4-BE49-F238E27FC236}">
                    <a16:creationId xmlns:a16="http://schemas.microsoft.com/office/drawing/2014/main" id="{750114D4-21CA-AE59-77A0-B0E79200250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6" name="Oval 3675">
                <a:extLst>
                  <a:ext uri="{FF2B5EF4-FFF2-40B4-BE49-F238E27FC236}">
                    <a16:creationId xmlns:a16="http://schemas.microsoft.com/office/drawing/2014/main" id="{4F665BE8-B5F6-2F3E-8D71-04E42D0429E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7" name="Oval 3676">
                <a:extLst>
                  <a:ext uri="{FF2B5EF4-FFF2-40B4-BE49-F238E27FC236}">
                    <a16:creationId xmlns:a16="http://schemas.microsoft.com/office/drawing/2014/main" id="{FFAD033F-5435-75B9-08F8-DED600EB8A7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8" name="Oval 3677">
                <a:extLst>
                  <a:ext uri="{FF2B5EF4-FFF2-40B4-BE49-F238E27FC236}">
                    <a16:creationId xmlns:a16="http://schemas.microsoft.com/office/drawing/2014/main" id="{B3870F49-68BE-FE67-C23A-025E51E415E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735" name="TextBox 3734">
            <a:extLst>
              <a:ext uri="{FF2B5EF4-FFF2-40B4-BE49-F238E27FC236}">
                <a16:creationId xmlns:a16="http://schemas.microsoft.com/office/drawing/2014/main" id="{AE4145DC-F486-BCF9-6EE5-AF63B200111D}"/>
              </a:ext>
            </a:extLst>
          </p:cNvPr>
          <p:cNvSpPr txBox="1"/>
          <p:nvPr/>
        </p:nvSpPr>
        <p:spPr>
          <a:xfrm>
            <a:off x="9901505" y="3814840"/>
            <a:ext cx="994183"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Traces and objects</a:t>
            </a:r>
          </a:p>
          <a:p>
            <a:pPr algn="l"/>
            <a:r>
              <a:rPr lang="en-US" sz="750" dirty="0">
                <a:ln/>
                <a:solidFill>
                  <a:srgbClr val="000000"/>
                </a:solidFill>
                <a:latin typeface="Helvetica"/>
                <a:cs typeface="Helvetica"/>
                <a:sym typeface="Helvetica"/>
                <a:rtl val="0"/>
              </a:rPr>
              <a:t>clustered</a:t>
            </a:r>
            <a:endParaRPr lang="en-US" sz="750" spc="0" baseline="0" dirty="0">
              <a:ln/>
              <a:solidFill>
                <a:srgbClr val="000000"/>
              </a:solidFill>
              <a:latin typeface="Helvetica"/>
              <a:cs typeface="Helvetica"/>
              <a:sym typeface="Helvetica"/>
              <a:rtl val="0"/>
            </a:endParaRPr>
          </a:p>
        </p:txBody>
      </p:sp>
      <p:sp>
        <p:nvSpPr>
          <p:cNvPr id="3738" name="TextBox 3737">
            <a:extLst>
              <a:ext uri="{FF2B5EF4-FFF2-40B4-BE49-F238E27FC236}">
                <a16:creationId xmlns:a16="http://schemas.microsoft.com/office/drawing/2014/main" id="{E884B44C-F731-0626-3EE6-288B4F676ABF}"/>
              </a:ext>
            </a:extLst>
          </p:cNvPr>
          <p:cNvSpPr txBox="1"/>
          <p:nvPr/>
        </p:nvSpPr>
        <p:spPr>
          <a:xfrm>
            <a:off x="9872905" y="4452906"/>
            <a:ext cx="81144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elements</a:t>
            </a:r>
          </a:p>
        </p:txBody>
      </p:sp>
      <p:sp>
        <p:nvSpPr>
          <p:cNvPr id="3739" name="TextBox 3738">
            <a:extLst>
              <a:ext uri="{FF2B5EF4-FFF2-40B4-BE49-F238E27FC236}">
                <a16:creationId xmlns:a16="http://schemas.microsoft.com/office/drawing/2014/main" id="{3AF9509A-F214-C131-21DD-08AADA909DE1}"/>
              </a:ext>
            </a:extLst>
          </p:cNvPr>
          <p:cNvSpPr txBox="1"/>
          <p:nvPr/>
        </p:nvSpPr>
        <p:spPr>
          <a:xfrm>
            <a:off x="9869730" y="5102608"/>
            <a:ext cx="77457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sections</a:t>
            </a:r>
          </a:p>
        </p:txBody>
      </p:sp>
      <p:sp>
        <p:nvSpPr>
          <p:cNvPr id="3740" name="TextBox 3739">
            <a:extLst>
              <a:ext uri="{FF2B5EF4-FFF2-40B4-BE49-F238E27FC236}">
                <a16:creationId xmlns:a16="http://schemas.microsoft.com/office/drawing/2014/main" id="{8D1E3690-66A7-DA09-1F51-6E6EE59A1239}"/>
              </a:ext>
            </a:extLst>
          </p:cNvPr>
          <p:cNvSpPr txBox="1"/>
          <p:nvPr/>
        </p:nvSpPr>
        <p:spPr>
          <a:xfrm>
            <a:off x="9649436" y="5767552"/>
            <a:ext cx="1077539"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Roads and Junctions</a:t>
            </a:r>
          </a:p>
        </p:txBody>
      </p:sp>
      <p:grpSp>
        <p:nvGrpSpPr>
          <p:cNvPr id="3777" name="Group 3776">
            <a:extLst>
              <a:ext uri="{FF2B5EF4-FFF2-40B4-BE49-F238E27FC236}">
                <a16:creationId xmlns:a16="http://schemas.microsoft.com/office/drawing/2014/main" id="{E9BBC188-0812-F7CC-D468-FFE836DA145C}"/>
              </a:ext>
            </a:extLst>
          </p:cNvPr>
          <p:cNvGrpSpPr/>
          <p:nvPr/>
        </p:nvGrpSpPr>
        <p:grpSpPr>
          <a:xfrm>
            <a:off x="6744631" y="3068775"/>
            <a:ext cx="3016472" cy="676275"/>
            <a:chOff x="7611511" y="5020299"/>
            <a:chExt cx="3016472" cy="676275"/>
          </a:xfrm>
        </p:grpSpPr>
        <p:grpSp>
          <p:nvGrpSpPr>
            <p:cNvPr id="3778" name="Group 3777">
              <a:extLst>
                <a:ext uri="{FF2B5EF4-FFF2-40B4-BE49-F238E27FC236}">
                  <a16:creationId xmlns:a16="http://schemas.microsoft.com/office/drawing/2014/main" id="{E83D022D-978E-4BE5-6092-0D2BBFB2602E}"/>
                </a:ext>
              </a:extLst>
            </p:cNvPr>
            <p:cNvGrpSpPr/>
            <p:nvPr/>
          </p:nvGrpSpPr>
          <p:grpSpPr>
            <a:xfrm>
              <a:off x="7782696" y="5020299"/>
              <a:ext cx="2826257" cy="676275"/>
              <a:chOff x="7782696" y="5020299"/>
              <a:chExt cx="2826257" cy="676275"/>
            </a:xfrm>
          </p:grpSpPr>
          <p:sp>
            <p:nvSpPr>
              <p:cNvPr id="3780" name="Freeform: Shape 3779">
                <a:extLst>
                  <a:ext uri="{FF2B5EF4-FFF2-40B4-BE49-F238E27FC236}">
                    <a16:creationId xmlns:a16="http://schemas.microsoft.com/office/drawing/2014/main" id="{03048B87-FDCD-C77D-0F66-B8CB4BB048D3}"/>
                  </a:ext>
                </a:extLst>
              </p:cNvPr>
              <p:cNvSpPr/>
              <p:nvPr/>
            </p:nvSpPr>
            <p:spPr>
              <a:xfrm>
                <a:off x="8163791" y="5114406"/>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chemeClr val="tx1"/>
                </a:solidFill>
                <a:prstDash val="solid"/>
                <a:miter/>
              </a:ln>
            </p:spPr>
            <p:txBody>
              <a:bodyPr rtlCol="0" anchor="ctr"/>
              <a:lstStyle/>
              <a:p>
                <a:endParaRPr lang="en-US"/>
              </a:p>
            </p:txBody>
          </p:sp>
          <p:sp>
            <p:nvSpPr>
              <p:cNvPr id="3781" name="Freeform: Shape 3780">
                <a:extLst>
                  <a:ext uri="{FF2B5EF4-FFF2-40B4-BE49-F238E27FC236}">
                    <a16:creationId xmlns:a16="http://schemas.microsoft.com/office/drawing/2014/main" id="{DF74F445-39E0-7A55-9F25-82F4BC8D5B11}"/>
                  </a:ext>
                </a:extLst>
              </p:cNvPr>
              <p:cNvSpPr/>
              <p:nvPr/>
            </p:nvSpPr>
            <p:spPr>
              <a:xfrm>
                <a:off x="7910712" y="5257852"/>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tx1"/>
                </a:solidFill>
                <a:custDash>
                  <a:ds d="675000" sp="675000"/>
                </a:custDash>
                <a:miter/>
              </a:ln>
            </p:spPr>
            <p:txBody>
              <a:bodyPr rtlCol="0" anchor="ctr"/>
              <a:lstStyle/>
              <a:p>
                <a:endParaRPr lang="en-US"/>
              </a:p>
            </p:txBody>
          </p:sp>
          <p:sp>
            <p:nvSpPr>
              <p:cNvPr id="3782" name="Freeform: Shape 3781">
                <a:extLst>
                  <a:ext uri="{FF2B5EF4-FFF2-40B4-BE49-F238E27FC236}">
                    <a16:creationId xmlns:a16="http://schemas.microsoft.com/office/drawing/2014/main" id="{44D930A1-F7CE-1DAD-2EFF-3263F3421978}"/>
                  </a:ext>
                </a:extLst>
              </p:cNvPr>
              <p:cNvSpPr/>
              <p:nvPr/>
            </p:nvSpPr>
            <p:spPr>
              <a:xfrm>
                <a:off x="7782696" y="5401299"/>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chemeClr val="tx1"/>
                </a:solidFill>
                <a:prstDash val="solid"/>
                <a:miter/>
              </a:ln>
            </p:spPr>
            <p:txBody>
              <a:bodyPr rtlCol="0" anchor="ctr"/>
              <a:lstStyle/>
              <a:p>
                <a:endParaRPr lang="en-US"/>
              </a:p>
            </p:txBody>
          </p:sp>
          <p:sp>
            <p:nvSpPr>
              <p:cNvPr id="3783" name="Freeform: Shape 3782">
                <a:extLst>
                  <a:ext uri="{FF2B5EF4-FFF2-40B4-BE49-F238E27FC236}">
                    <a16:creationId xmlns:a16="http://schemas.microsoft.com/office/drawing/2014/main" id="{F65D0709-2BC0-BCBE-E143-0C14DC3BE45E}"/>
                  </a:ext>
                </a:extLst>
              </p:cNvPr>
              <p:cNvSpPr/>
              <p:nvPr/>
            </p:nvSpPr>
            <p:spPr>
              <a:xfrm>
                <a:off x="8960462" y="5557795"/>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chemeClr val="tx1"/>
                </a:solidFill>
                <a:prstDash val="solid"/>
                <a:miter/>
              </a:ln>
            </p:spPr>
            <p:txBody>
              <a:bodyPr rtlCol="0" anchor="ctr"/>
              <a:lstStyle/>
              <a:p>
                <a:endParaRPr lang="en-US"/>
              </a:p>
            </p:txBody>
          </p:sp>
          <p:sp>
            <p:nvSpPr>
              <p:cNvPr id="3784" name="Freeform: Shape 3783">
                <a:extLst>
                  <a:ext uri="{FF2B5EF4-FFF2-40B4-BE49-F238E27FC236}">
                    <a16:creationId xmlns:a16="http://schemas.microsoft.com/office/drawing/2014/main" id="{83565187-CC1A-E0FB-C489-DA09C07B5696}"/>
                  </a:ext>
                </a:extLst>
              </p:cNvPr>
              <p:cNvSpPr/>
              <p:nvPr/>
            </p:nvSpPr>
            <p:spPr>
              <a:xfrm>
                <a:off x="8651757" y="5401299"/>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chemeClr val="tx1"/>
                </a:solidFill>
                <a:prstDash val="solid"/>
                <a:miter/>
              </a:ln>
            </p:spPr>
            <p:txBody>
              <a:bodyPr rtlCol="0" anchor="ctr"/>
              <a:lstStyle/>
              <a:p>
                <a:endParaRPr lang="en-US"/>
              </a:p>
            </p:txBody>
          </p:sp>
          <p:sp>
            <p:nvSpPr>
              <p:cNvPr id="3785" name="Freeform: Shape 3784">
                <a:extLst>
                  <a:ext uri="{FF2B5EF4-FFF2-40B4-BE49-F238E27FC236}">
                    <a16:creationId xmlns:a16="http://schemas.microsoft.com/office/drawing/2014/main" id="{03E3B2FD-4B96-FB1B-FE4D-F9A310245AAC}"/>
                  </a:ext>
                </a:extLst>
              </p:cNvPr>
              <p:cNvSpPr/>
              <p:nvPr/>
            </p:nvSpPr>
            <p:spPr>
              <a:xfrm>
                <a:off x="8739863" y="5407776"/>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chemeClr val="tx1"/>
                </a:solidFill>
                <a:custDash>
                  <a:ds d="675000" sp="675000"/>
                </a:custDash>
                <a:miter/>
              </a:ln>
            </p:spPr>
            <p:txBody>
              <a:bodyPr rtlCol="0" anchor="ctr"/>
              <a:lstStyle/>
              <a:p>
                <a:endParaRPr lang="en-US"/>
              </a:p>
            </p:txBody>
          </p:sp>
          <p:sp>
            <p:nvSpPr>
              <p:cNvPr id="3786" name="Freeform: Shape 3785">
                <a:extLst>
                  <a:ext uri="{FF2B5EF4-FFF2-40B4-BE49-F238E27FC236}">
                    <a16:creationId xmlns:a16="http://schemas.microsoft.com/office/drawing/2014/main" id="{816C9497-7CCB-2D86-1B48-450404D4D884}"/>
                  </a:ext>
                </a:extLst>
              </p:cNvPr>
              <p:cNvSpPr/>
              <p:nvPr/>
            </p:nvSpPr>
            <p:spPr>
              <a:xfrm>
                <a:off x="9539391" y="5407776"/>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chemeClr val="tx1"/>
                </a:solidFill>
                <a:prstDash val="solid"/>
                <a:miter/>
              </a:ln>
            </p:spPr>
            <p:txBody>
              <a:bodyPr rtlCol="0" anchor="ctr"/>
              <a:lstStyle/>
              <a:p>
                <a:endParaRPr lang="en-US"/>
              </a:p>
            </p:txBody>
          </p:sp>
          <p:sp>
            <p:nvSpPr>
              <p:cNvPr id="3787" name="Freeform: Shape 3786">
                <a:extLst>
                  <a:ext uri="{FF2B5EF4-FFF2-40B4-BE49-F238E27FC236}">
                    <a16:creationId xmlns:a16="http://schemas.microsoft.com/office/drawing/2014/main" id="{F5FA554B-BD31-5936-E73B-6C15EC39179A}"/>
                  </a:ext>
                </a:extLst>
              </p:cNvPr>
              <p:cNvSpPr/>
              <p:nvPr/>
            </p:nvSpPr>
            <p:spPr>
              <a:xfrm>
                <a:off x="9709222" y="5407966"/>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tx1"/>
                </a:solidFill>
                <a:prstDash val="solid"/>
                <a:miter/>
              </a:ln>
            </p:spPr>
            <p:txBody>
              <a:bodyPr rtlCol="0" anchor="ctr"/>
              <a:lstStyle/>
              <a:p>
                <a:endParaRPr lang="en-US"/>
              </a:p>
            </p:txBody>
          </p:sp>
          <p:sp>
            <p:nvSpPr>
              <p:cNvPr id="3788" name="Freeform: Shape 3787">
                <a:extLst>
                  <a:ext uri="{FF2B5EF4-FFF2-40B4-BE49-F238E27FC236}">
                    <a16:creationId xmlns:a16="http://schemas.microsoft.com/office/drawing/2014/main" id="{14998130-BE65-7692-75E4-FAA2200B451F}"/>
                  </a:ext>
                </a:extLst>
              </p:cNvPr>
              <p:cNvSpPr/>
              <p:nvPr/>
            </p:nvSpPr>
            <p:spPr>
              <a:xfrm>
                <a:off x="9539391" y="5563224"/>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chemeClr val="tx1"/>
                </a:solidFill>
                <a:prstDash val="solid"/>
                <a:miter/>
              </a:ln>
            </p:spPr>
            <p:txBody>
              <a:bodyPr rtlCol="0" anchor="ctr"/>
              <a:lstStyle/>
              <a:p>
                <a:endParaRPr lang="en-US"/>
              </a:p>
            </p:txBody>
          </p:sp>
          <p:sp>
            <p:nvSpPr>
              <p:cNvPr id="3789" name="Freeform: Shape 3788">
                <a:extLst>
                  <a:ext uri="{FF2B5EF4-FFF2-40B4-BE49-F238E27FC236}">
                    <a16:creationId xmlns:a16="http://schemas.microsoft.com/office/drawing/2014/main" id="{2E550FAA-E298-2A5E-9D49-DC1781CD7810}"/>
                  </a:ext>
                </a:extLst>
              </p:cNvPr>
              <p:cNvSpPr/>
              <p:nvPr/>
            </p:nvSpPr>
            <p:spPr>
              <a:xfrm>
                <a:off x="9686076" y="5257852"/>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tx1"/>
                </a:solidFill>
                <a:prstDash val="solid"/>
                <a:miter/>
              </a:ln>
            </p:spPr>
            <p:txBody>
              <a:bodyPr rtlCol="0" anchor="ctr"/>
              <a:lstStyle/>
              <a:p>
                <a:endParaRPr lang="en-US"/>
              </a:p>
            </p:txBody>
          </p:sp>
          <p:sp>
            <p:nvSpPr>
              <p:cNvPr id="3790" name="Freeform: Shape 3789">
                <a:extLst>
                  <a:ext uri="{FF2B5EF4-FFF2-40B4-BE49-F238E27FC236}">
                    <a16:creationId xmlns:a16="http://schemas.microsoft.com/office/drawing/2014/main" id="{E861CC2B-6437-E7B1-0461-4E27E84A0001}"/>
                  </a:ext>
                </a:extLst>
              </p:cNvPr>
              <p:cNvSpPr/>
              <p:nvPr/>
            </p:nvSpPr>
            <p:spPr>
              <a:xfrm>
                <a:off x="7870135" y="5620374"/>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chemeClr val="tx1"/>
                </a:solidFill>
                <a:prstDash val="solid"/>
                <a:miter/>
              </a:ln>
            </p:spPr>
            <p:txBody>
              <a:bodyPr rtlCol="0" anchor="ctr"/>
              <a:lstStyle/>
              <a:p>
                <a:endParaRPr lang="en-US"/>
              </a:p>
            </p:txBody>
          </p:sp>
          <p:sp>
            <p:nvSpPr>
              <p:cNvPr id="3791" name="Freeform: Shape 3790">
                <a:extLst>
                  <a:ext uri="{FF2B5EF4-FFF2-40B4-BE49-F238E27FC236}">
                    <a16:creationId xmlns:a16="http://schemas.microsoft.com/office/drawing/2014/main" id="{EEAE8FCF-1CC7-BDA7-3D1D-5472CD14FB6A}"/>
                  </a:ext>
                </a:extLst>
              </p:cNvPr>
              <p:cNvSpPr/>
              <p:nvPr/>
            </p:nvSpPr>
            <p:spPr>
              <a:xfrm>
                <a:off x="8404583" y="5020299"/>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chemeClr val="tx1"/>
                </a:solidFill>
                <a:prstDash val="solid"/>
                <a:miter/>
              </a:ln>
            </p:spPr>
            <p:txBody>
              <a:bodyPr rtlCol="0" anchor="ctr"/>
              <a:lstStyle/>
              <a:p>
                <a:endParaRPr lang="en-US"/>
              </a:p>
            </p:txBody>
          </p:sp>
        </p:grpSp>
        <p:sp>
          <p:nvSpPr>
            <p:cNvPr id="3779" name="Freeform: Shape 3778">
              <a:extLst>
                <a:ext uri="{FF2B5EF4-FFF2-40B4-BE49-F238E27FC236}">
                  <a16:creationId xmlns:a16="http://schemas.microsoft.com/office/drawing/2014/main" id="{AD1F377B-3077-849C-468A-D842CD46D252}"/>
                </a:ext>
              </a:extLst>
            </p:cNvPr>
            <p:cNvSpPr/>
            <p:nvPr/>
          </p:nvSpPr>
          <p:spPr>
            <a:xfrm>
              <a:off x="7611511" y="5096285"/>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alpha val="60000"/>
              </a:srgbClr>
            </a:solidFill>
            <a:ln w="9525" cap="flat">
              <a:noFill/>
              <a:prstDash val="solid"/>
              <a:miter/>
            </a:ln>
          </p:spPr>
          <p:txBody>
            <a:bodyPr rtlCol="0" anchor="ctr"/>
            <a:lstStyle/>
            <a:p>
              <a:endParaRPr lang="en-US"/>
            </a:p>
          </p:txBody>
        </p:sp>
      </p:grpSp>
      <p:grpSp>
        <p:nvGrpSpPr>
          <p:cNvPr id="3792" name="Group 3791">
            <a:extLst>
              <a:ext uri="{FF2B5EF4-FFF2-40B4-BE49-F238E27FC236}">
                <a16:creationId xmlns:a16="http://schemas.microsoft.com/office/drawing/2014/main" id="{434CE05C-A770-6B8A-2E60-DAD55510C7DE}"/>
              </a:ext>
            </a:extLst>
          </p:cNvPr>
          <p:cNvGrpSpPr/>
          <p:nvPr/>
        </p:nvGrpSpPr>
        <p:grpSpPr>
          <a:xfrm>
            <a:off x="6882783" y="3843953"/>
            <a:ext cx="2826257" cy="676275"/>
            <a:chOff x="8799528" y="2667824"/>
            <a:chExt cx="2826257" cy="676275"/>
          </a:xfrm>
        </p:grpSpPr>
        <p:sp>
          <p:nvSpPr>
            <p:cNvPr id="3793" name="Freeform: Shape 3792">
              <a:extLst>
                <a:ext uri="{FF2B5EF4-FFF2-40B4-BE49-F238E27FC236}">
                  <a16:creationId xmlns:a16="http://schemas.microsoft.com/office/drawing/2014/main" id="{077F2C87-AD8F-1F04-34A4-59381FB8EC7A}"/>
                </a:ext>
              </a:extLst>
            </p:cNvPr>
            <p:cNvSpPr/>
            <p:nvPr/>
          </p:nvSpPr>
          <p:spPr>
            <a:xfrm>
              <a:off x="9180623" y="2761931"/>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0070C0"/>
              </a:solidFill>
              <a:prstDash val="solid"/>
              <a:miter/>
            </a:ln>
          </p:spPr>
          <p:txBody>
            <a:bodyPr rtlCol="0" anchor="ctr"/>
            <a:lstStyle/>
            <a:p>
              <a:endParaRPr lang="en-US"/>
            </a:p>
          </p:txBody>
        </p:sp>
        <p:sp>
          <p:nvSpPr>
            <p:cNvPr id="3794" name="Freeform: Shape 3793">
              <a:extLst>
                <a:ext uri="{FF2B5EF4-FFF2-40B4-BE49-F238E27FC236}">
                  <a16:creationId xmlns:a16="http://schemas.microsoft.com/office/drawing/2014/main" id="{080558EA-F93F-FA42-6C4C-A7897FE6AE98}"/>
                </a:ext>
              </a:extLst>
            </p:cNvPr>
            <p:cNvSpPr/>
            <p:nvPr/>
          </p:nvSpPr>
          <p:spPr>
            <a:xfrm>
              <a:off x="8927544" y="2905377"/>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accent2">
                  <a:lumMod val="50000"/>
                </a:schemeClr>
              </a:solidFill>
              <a:custDash>
                <a:ds d="675000" sp="675000"/>
              </a:custDash>
              <a:miter/>
            </a:ln>
          </p:spPr>
          <p:txBody>
            <a:bodyPr rtlCol="0" anchor="ctr"/>
            <a:lstStyle/>
            <a:p>
              <a:endParaRPr lang="en-US"/>
            </a:p>
          </p:txBody>
        </p:sp>
        <p:sp>
          <p:nvSpPr>
            <p:cNvPr id="3795" name="Freeform: Shape 3794">
              <a:extLst>
                <a:ext uri="{FF2B5EF4-FFF2-40B4-BE49-F238E27FC236}">
                  <a16:creationId xmlns:a16="http://schemas.microsoft.com/office/drawing/2014/main" id="{F8E27BB8-F86D-6E88-EFB7-6EBF99320DEF}"/>
                </a:ext>
              </a:extLst>
            </p:cNvPr>
            <p:cNvSpPr/>
            <p:nvPr/>
          </p:nvSpPr>
          <p:spPr>
            <a:xfrm>
              <a:off x="8799528" y="3048824"/>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7030A0"/>
              </a:solidFill>
              <a:prstDash val="solid"/>
              <a:miter/>
            </a:ln>
          </p:spPr>
          <p:txBody>
            <a:bodyPr rtlCol="0" anchor="ctr"/>
            <a:lstStyle/>
            <a:p>
              <a:endParaRPr lang="en-US"/>
            </a:p>
          </p:txBody>
        </p:sp>
        <p:sp>
          <p:nvSpPr>
            <p:cNvPr id="3796" name="Freeform: Shape 3795">
              <a:extLst>
                <a:ext uri="{FF2B5EF4-FFF2-40B4-BE49-F238E27FC236}">
                  <a16:creationId xmlns:a16="http://schemas.microsoft.com/office/drawing/2014/main" id="{F5B346B8-6DD8-736E-6FA1-C78481FC3359}"/>
                </a:ext>
              </a:extLst>
            </p:cNvPr>
            <p:cNvSpPr/>
            <p:nvPr/>
          </p:nvSpPr>
          <p:spPr>
            <a:xfrm>
              <a:off x="9977294" y="3205320"/>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7030A0"/>
              </a:solidFill>
              <a:prstDash val="solid"/>
              <a:miter/>
            </a:ln>
          </p:spPr>
          <p:txBody>
            <a:bodyPr rtlCol="0" anchor="ctr"/>
            <a:lstStyle/>
            <a:p>
              <a:endParaRPr lang="en-US"/>
            </a:p>
          </p:txBody>
        </p:sp>
        <p:sp>
          <p:nvSpPr>
            <p:cNvPr id="3797" name="Freeform: Shape 3796">
              <a:extLst>
                <a:ext uri="{FF2B5EF4-FFF2-40B4-BE49-F238E27FC236}">
                  <a16:creationId xmlns:a16="http://schemas.microsoft.com/office/drawing/2014/main" id="{70130986-AC7B-8B23-396C-74BC4AC2DB06}"/>
                </a:ext>
              </a:extLst>
            </p:cNvPr>
            <p:cNvSpPr/>
            <p:nvPr/>
          </p:nvSpPr>
          <p:spPr>
            <a:xfrm>
              <a:off x="9668589" y="3048824"/>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7030A0"/>
              </a:solidFill>
              <a:prstDash val="solid"/>
              <a:miter/>
            </a:ln>
          </p:spPr>
          <p:txBody>
            <a:bodyPr rtlCol="0" anchor="ctr"/>
            <a:lstStyle/>
            <a:p>
              <a:endParaRPr lang="en-US"/>
            </a:p>
          </p:txBody>
        </p:sp>
        <p:sp>
          <p:nvSpPr>
            <p:cNvPr id="3798" name="Freeform: Shape 3797">
              <a:extLst>
                <a:ext uri="{FF2B5EF4-FFF2-40B4-BE49-F238E27FC236}">
                  <a16:creationId xmlns:a16="http://schemas.microsoft.com/office/drawing/2014/main" id="{AAC6F00F-4A86-C19C-5C35-64921F1B86CB}"/>
                </a:ext>
              </a:extLst>
            </p:cNvPr>
            <p:cNvSpPr/>
            <p:nvPr/>
          </p:nvSpPr>
          <p:spPr>
            <a:xfrm>
              <a:off x="9756695" y="3055301"/>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00B050"/>
              </a:solidFill>
              <a:custDash>
                <a:ds d="675000" sp="675000"/>
              </a:custDash>
              <a:miter/>
            </a:ln>
          </p:spPr>
          <p:txBody>
            <a:bodyPr rtlCol="0" anchor="ctr"/>
            <a:lstStyle/>
            <a:p>
              <a:endParaRPr lang="en-US"/>
            </a:p>
          </p:txBody>
        </p:sp>
        <p:sp>
          <p:nvSpPr>
            <p:cNvPr id="3799" name="Freeform: Shape 3798">
              <a:extLst>
                <a:ext uri="{FF2B5EF4-FFF2-40B4-BE49-F238E27FC236}">
                  <a16:creationId xmlns:a16="http://schemas.microsoft.com/office/drawing/2014/main" id="{E2DD3A71-42EF-384E-8071-2C53DB5097AD}"/>
                </a:ext>
              </a:extLst>
            </p:cNvPr>
            <p:cNvSpPr/>
            <p:nvPr/>
          </p:nvSpPr>
          <p:spPr>
            <a:xfrm>
              <a:off x="10556223" y="3055301"/>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C000"/>
              </a:solidFill>
              <a:prstDash val="solid"/>
              <a:miter/>
            </a:ln>
          </p:spPr>
          <p:txBody>
            <a:bodyPr rtlCol="0" anchor="ctr"/>
            <a:lstStyle/>
            <a:p>
              <a:endParaRPr lang="en-US"/>
            </a:p>
          </p:txBody>
        </p:sp>
        <p:sp>
          <p:nvSpPr>
            <p:cNvPr id="3800" name="Freeform: Shape 3799">
              <a:extLst>
                <a:ext uri="{FF2B5EF4-FFF2-40B4-BE49-F238E27FC236}">
                  <a16:creationId xmlns:a16="http://schemas.microsoft.com/office/drawing/2014/main" id="{DC9EA9F5-2286-CDBB-952F-06218C4D0FF9}"/>
                </a:ext>
              </a:extLst>
            </p:cNvPr>
            <p:cNvSpPr/>
            <p:nvPr/>
          </p:nvSpPr>
          <p:spPr>
            <a:xfrm>
              <a:off x="10726054" y="3055491"/>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accent4">
                  <a:lumMod val="75000"/>
                </a:schemeClr>
              </a:solidFill>
              <a:prstDash val="solid"/>
              <a:miter/>
            </a:ln>
          </p:spPr>
          <p:txBody>
            <a:bodyPr rtlCol="0" anchor="ctr"/>
            <a:lstStyle/>
            <a:p>
              <a:endParaRPr lang="en-US"/>
            </a:p>
          </p:txBody>
        </p:sp>
        <p:sp>
          <p:nvSpPr>
            <p:cNvPr id="3801" name="Freeform: Shape 3800">
              <a:extLst>
                <a:ext uri="{FF2B5EF4-FFF2-40B4-BE49-F238E27FC236}">
                  <a16:creationId xmlns:a16="http://schemas.microsoft.com/office/drawing/2014/main" id="{92475BD4-2626-964F-A1D7-00B7D00C0BCE}"/>
                </a:ext>
              </a:extLst>
            </p:cNvPr>
            <p:cNvSpPr/>
            <p:nvPr/>
          </p:nvSpPr>
          <p:spPr>
            <a:xfrm>
              <a:off x="10556223" y="3210749"/>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7030A0"/>
              </a:solidFill>
              <a:prstDash val="solid"/>
              <a:miter/>
            </a:ln>
          </p:spPr>
          <p:txBody>
            <a:bodyPr rtlCol="0" anchor="ctr"/>
            <a:lstStyle/>
            <a:p>
              <a:endParaRPr lang="en-US"/>
            </a:p>
          </p:txBody>
        </p:sp>
        <p:sp>
          <p:nvSpPr>
            <p:cNvPr id="3802" name="Freeform: Shape 3801">
              <a:extLst>
                <a:ext uri="{FF2B5EF4-FFF2-40B4-BE49-F238E27FC236}">
                  <a16:creationId xmlns:a16="http://schemas.microsoft.com/office/drawing/2014/main" id="{ADF3F7A3-EDD9-5D77-FF6E-FF582151C84B}"/>
                </a:ext>
              </a:extLst>
            </p:cNvPr>
            <p:cNvSpPr/>
            <p:nvPr/>
          </p:nvSpPr>
          <p:spPr>
            <a:xfrm>
              <a:off x="10702908" y="2905377"/>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accent6">
                  <a:lumMod val="50000"/>
                </a:schemeClr>
              </a:solidFill>
              <a:prstDash val="solid"/>
              <a:miter/>
            </a:ln>
          </p:spPr>
          <p:txBody>
            <a:bodyPr rtlCol="0" anchor="ctr"/>
            <a:lstStyle/>
            <a:p>
              <a:endParaRPr lang="en-US"/>
            </a:p>
          </p:txBody>
        </p:sp>
        <p:sp>
          <p:nvSpPr>
            <p:cNvPr id="3803" name="Freeform: Shape 3802">
              <a:extLst>
                <a:ext uri="{FF2B5EF4-FFF2-40B4-BE49-F238E27FC236}">
                  <a16:creationId xmlns:a16="http://schemas.microsoft.com/office/drawing/2014/main" id="{1BCCC350-B926-DF1D-7E47-6500BA37F457}"/>
                </a:ext>
              </a:extLst>
            </p:cNvPr>
            <p:cNvSpPr/>
            <p:nvPr/>
          </p:nvSpPr>
          <p:spPr>
            <a:xfrm>
              <a:off x="8886967" y="3267899"/>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FF0000"/>
              </a:solidFill>
              <a:prstDash val="solid"/>
              <a:miter/>
            </a:ln>
          </p:spPr>
          <p:txBody>
            <a:bodyPr rtlCol="0" anchor="ctr"/>
            <a:lstStyle/>
            <a:p>
              <a:endParaRPr lang="en-US"/>
            </a:p>
          </p:txBody>
        </p:sp>
        <p:sp>
          <p:nvSpPr>
            <p:cNvPr id="3804" name="Freeform: Shape 3803">
              <a:extLst>
                <a:ext uri="{FF2B5EF4-FFF2-40B4-BE49-F238E27FC236}">
                  <a16:creationId xmlns:a16="http://schemas.microsoft.com/office/drawing/2014/main" id="{73C59049-D019-8C13-FF55-815EC352CB79}"/>
                </a:ext>
              </a:extLst>
            </p:cNvPr>
            <p:cNvSpPr/>
            <p:nvPr/>
          </p:nvSpPr>
          <p:spPr>
            <a:xfrm>
              <a:off x="9421415" y="2667824"/>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FF0000"/>
              </a:solidFill>
              <a:prstDash val="solid"/>
              <a:miter/>
            </a:ln>
          </p:spPr>
          <p:txBody>
            <a:bodyPr rtlCol="0" anchor="ctr"/>
            <a:lstStyle/>
            <a:p>
              <a:endParaRPr lang="en-US"/>
            </a:p>
          </p:txBody>
        </p:sp>
      </p:grpSp>
      <p:grpSp>
        <p:nvGrpSpPr>
          <p:cNvPr id="3834" name="Group 3833">
            <a:extLst>
              <a:ext uri="{FF2B5EF4-FFF2-40B4-BE49-F238E27FC236}">
                <a16:creationId xmlns:a16="http://schemas.microsoft.com/office/drawing/2014/main" id="{3DFF9DE7-35F5-92BD-B5D6-282A2A7C71FE}"/>
              </a:ext>
            </a:extLst>
          </p:cNvPr>
          <p:cNvGrpSpPr/>
          <p:nvPr/>
        </p:nvGrpSpPr>
        <p:grpSpPr>
          <a:xfrm>
            <a:off x="6311661" y="5531809"/>
            <a:ext cx="3167370" cy="858107"/>
            <a:chOff x="4014110" y="4950936"/>
            <a:chExt cx="3167370" cy="858107"/>
          </a:xfrm>
        </p:grpSpPr>
        <p:sp>
          <p:nvSpPr>
            <p:cNvPr id="3835" name="Freeform: Shape 3834">
              <a:extLst>
                <a:ext uri="{FF2B5EF4-FFF2-40B4-BE49-F238E27FC236}">
                  <a16:creationId xmlns:a16="http://schemas.microsoft.com/office/drawing/2014/main" id="{6ABFAC3D-88B7-9A31-5986-6711132B5D9E}"/>
                </a:ext>
              </a:extLst>
            </p:cNvPr>
            <p:cNvSpPr/>
            <p:nvPr/>
          </p:nvSpPr>
          <p:spPr>
            <a:xfrm>
              <a:off x="4014110" y="4974368"/>
              <a:ext cx="3167370" cy="721423"/>
            </a:xfrm>
            <a:custGeom>
              <a:avLst/>
              <a:gdLst>
                <a:gd name="connsiteX0" fmla="*/ 1173871 w 3167370"/>
                <a:gd name="connsiteY0" fmla="*/ 721423 h 721423"/>
                <a:gd name="connsiteX1" fmla="*/ 54398 w 3167370"/>
                <a:gd name="connsiteY1" fmla="*/ 721423 h 721423"/>
                <a:gd name="connsiteX2" fmla="*/ 30680 w 3167370"/>
                <a:gd name="connsiteY2" fmla="*/ 658463 h 721423"/>
                <a:gd name="connsiteX3" fmla="*/ 707337 w 3167370"/>
                <a:gd name="connsiteY3" fmla="*/ 62960 h 721423"/>
                <a:gd name="connsiteX4" fmla="*/ 874119 w 3167370"/>
                <a:gd name="connsiteY4" fmla="*/ 0 h 721423"/>
                <a:gd name="connsiteX5" fmla="*/ 3112971 w 3167370"/>
                <a:gd name="connsiteY5" fmla="*/ 0 h 721423"/>
                <a:gd name="connsiteX6" fmla="*/ 3136688 w 3167370"/>
                <a:gd name="connsiteY6" fmla="*/ 62960 h 721423"/>
                <a:gd name="connsiteX7" fmla="*/ 2460032 w 3167370"/>
                <a:gd name="connsiteY7" fmla="*/ 658463 h 721423"/>
                <a:gd name="connsiteX8" fmla="*/ 2293249 w 3167370"/>
                <a:gd name="connsiteY8" fmla="*/ 721423 h 72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70" h="721423">
                  <a:moveTo>
                    <a:pt x="1173871" y="721423"/>
                  </a:moveTo>
                  <a:lnTo>
                    <a:pt x="54398" y="721423"/>
                  </a:lnTo>
                  <a:cubicBezTo>
                    <a:pt x="-9103" y="721423"/>
                    <a:pt x="-17008" y="700440"/>
                    <a:pt x="30680" y="658463"/>
                  </a:cubicBezTo>
                  <a:lnTo>
                    <a:pt x="707337" y="62960"/>
                  </a:lnTo>
                  <a:cubicBezTo>
                    <a:pt x="755028" y="20984"/>
                    <a:pt x="810616" y="0"/>
                    <a:pt x="874119" y="0"/>
                  </a:cubicBezTo>
                  <a:lnTo>
                    <a:pt x="3112971" y="0"/>
                  </a:lnTo>
                  <a:cubicBezTo>
                    <a:pt x="3176474" y="0"/>
                    <a:pt x="3184380" y="20984"/>
                    <a:pt x="3136688" y="62960"/>
                  </a:cubicBezTo>
                  <a:lnTo>
                    <a:pt x="2460032" y="658463"/>
                  </a:lnTo>
                  <a:cubicBezTo>
                    <a:pt x="2412340" y="700440"/>
                    <a:pt x="2356752" y="721423"/>
                    <a:pt x="2293249" y="721423"/>
                  </a:cubicBezTo>
                  <a:close/>
                </a:path>
              </a:pathLst>
            </a:custGeom>
            <a:solidFill>
              <a:srgbClr val="CDEB8B"/>
            </a:solidFill>
            <a:ln w="9525" cap="flat">
              <a:solidFill>
                <a:srgbClr val="36393D"/>
              </a:solidFill>
              <a:prstDash val="solid"/>
              <a:miter/>
            </a:ln>
          </p:spPr>
          <p:txBody>
            <a:bodyPr rtlCol="0" anchor="ctr"/>
            <a:lstStyle/>
            <a:p>
              <a:endParaRPr lang="en-US"/>
            </a:p>
          </p:txBody>
        </p:sp>
        <p:sp>
          <p:nvSpPr>
            <p:cNvPr id="3836" name="Freeform: Shape 3835">
              <a:extLst>
                <a:ext uri="{FF2B5EF4-FFF2-40B4-BE49-F238E27FC236}">
                  <a16:creationId xmlns:a16="http://schemas.microsoft.com/office/drawing/2014/main" id="{FE2E1A0A-CF84-C026-DD66-455BA0BAF1EE}"/>
                </a:ext>
              </a:extLst>
            </p:cNvPr>
            <p:cNvSpPr/>
            <p:nvPr/>
          </p:nvSpPr>
          <p:spPr>
            <a:xfrm>
              <a:off x="4088605" y="5084858"/>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solidFill>
            <a:ln w="9525" cap="flat">
              <a:noFill/>
              <a:prstDash val="solid"/>
              <a:miter/>
            </a:ln>
          </p:spPr>
          <p:txBody>
            <a:bodyPr rtlCol="0" anchor="ctr"/>
            <a:lstStyle/>
            <a:p>
              <a:endParaRPr lang="en-US"/>
            </a:p>
          </p:txBody>
        </p:sp>
        <p:sp>
          <p:nvSpPr>
            <p:cNvPr id="3837" name="Freeform: Shape 3836">
              <a:extLst>
                <a:ext uri="{FF2B5EF4-FFF2-40B4-BE49-F238E27FC236}">
                  <a16:creationId xmlns:a16="http://schemas.microsoft.com/office/drawing/2014/main" id="{689ECF5C-0EC2-D34E-0302-3ADE96E35554}"/>
                </a:ext>
              </a:extLst>
            </p:cNvPr>
            <p:cNvSpPr/>
            <p:nvPr/>
          </p:nvSpPr>
          <p:spPr>
            <a:xfrm>
              <a:off x="4650390" y="5091430"/>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FF9933"/>
              </a:solidFill>
              <a:prstDash val="solid"/>
              <a:miter/>
            </a:ln>
          </p:spPr>
          <p:txBody>
            <a:bodyPr rtlCol="0" anchor="ctr"/>
            <a:lstStyle/>
            <a:p>
              <a:endParaRPr lang="en-US"/>
            </a:p>
          </p:txBody>
        </p:sp>
        <p:sp>
          <p:nvSpPr>
            <p:cNvPr id="3838" name="Freeform: Shape 3837">
              <a:extLst>
                <a:ext uri="{FF2B5EF4-FFF2-40B4-BE49-F238E27FC236}">
                  <a16:creationId xmlns:a16="http://schemas.microsoft.com/office/drawing/2014/main" id="{2CD4000A-322C-52CE-6661-059B78AC25F8}"/>
                </a:ext>
              </a:extLst>
            </p:cNvPr>
            <p:cNvSpPr/>
            <p:nvPr/>
          </p:nvSpPr>
          <p:spPr>
            <a:xfrm>
              <a:off x="4397311" y="5234876"/>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rgbClr val="FFFFFF"/>
              </a:solidFill>
              <a:custDash>
                <a:ds d="675000" sp="675000"/>
              </a:custDash>
              <a:miter/>
            </a:ln>
          </p:spPr>
          <p:txBody>
            <a:bodyPr rtlCol="0" anchor="ctr"/>
            <a:lstStyle/>
            <a:p>
              <a:endParaRPr lang="en-US"/>
            </a:p>
          </p:txBody>
        </p:sp>
        <p:sp>
          <p:nvSpPr>
            <p:cNvPr id="3839" name="Freeform: Shape 3838">
              <a:extLst>
                <a:ext uri="{FF2B5EF4-FFF2-40B4-BE49-F238E27FC236}">
                  <a16:creationId xmlns:a16="http://schemas.microsoft.com/office/drawing/2014/main" id="{112E0CC8-A146-F048-349A-2DF20C6DEBC2}"/>
                </a:ext>
              </a:extLst>
            </p:cNvPr>
            <p:cNvSpPr/>
            <p:nvPr/>
          </p:nvSpPr>
          <p:spPr>
            <a:xfrm>
              <a:off x="4269295" y="5378323"/>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FFFFFF"/>
              </a:solidFill>
              <a:prstDash val="solid"/>
              <a:miter/>
            </a:ln>
          </p:spPr>
          <p:txBody>
            <a:bodyPr rtlCol="0" anchor="ctr"/>
            <a:lstStyle/>
            <a:p>
              <a:endParaRPr lang="en-US"/>
            </a:p>
          </p:txBody>
        </p:sp>
        <p:sp>
          <p:nvSpPr>
            <p:cNvPr id="3840" name="Freeform: Shape 3839">
              <a:extLst>
                <a:ext uri="{FF2B5EF4-FFF2-40B4-BE49-F238E27FC236}">
                  <a16:creationId xmlns:a16="http://schemas.microsoft.com/office/drawing/2014/main" id="{D41378A6-5D7F-38C0-2F4D-36DB717AF8EA}"/>
                </a:ext>
              </a:extLst>
            </p:cNvPr>
            <p:cNvSpPr/>
            <p:nvPr/>
          </p:nvSpPr>
          <p:spPr>
            <a:xfrm>
              <a:off x="5447061" y="5534819"/>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FFFFFF"/>
              </a:solidFill>
              <a:prstDash val="solid"/>
              <a:miter/>
            </a:ln>
          </p:spPr>
          <p:txBody>
            <a:bodyPr rtlCol="0" anchor="ctr"/>
            <a:lstStyle/>
            <a:p>
              <a:endParaRPr lang="en-US"/>
            </a:p>
          </p:txBody>
        </p:sp>
        <p:sp>
          <p:nvSpPr>
            <p:cNvPr id="3841" name="Freeform: Shape 3840">
              <a:extLst>
                <a:ext uri="{FF2B5EF4-FFF2-40B4-BE49-F238E27FC236}">
                  <a16:creationId xmlns:a16="http://schemas.microsoft.com/office/drawing/2014/main" id="{9B41197D-B7D4-D818-1932-94279AA7F1AD}"/>
                </a:ext>
              </a:extLst>
            </p:cNvPr>
            <p:cNvSpPr/>
            <p:nvPr/>
          </p:nvSpPr>
          <p:spPr>
            <a:xfrm>
              <a:off x="5138356" y="5378323"/>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FFFFFF"/>
              </a:solidFill>
              <a:prstDash val="solid"/>
              <a:miter/>
            </a:ln>
          </p:spPr>
          <p:txBody>
            <a:bodyPr rtlCol="0" anchor="ctr"/>
            <a:lstStyle/>
            <a:p>
              <a:endParaRPr lang="en-US"/>
            </a:p>
          </p:txBody>
        </p:sp>
        <p:sp>
          <p:nvSpPr>
            <p:cNvPr id="3842" name="Freeform: Shape 3841">
              <a:extLst>
                <a:ext uri="{FF2B5EF4-FFF2-40B4-BE49-F238E27FC236}">
                  <a16:creationId xmlns:a16="http://schemas.microsoft.com/office/drawing/2014/main" id="{012289E0-BE5A-F640-5461-97EE78D2D026}"/>
                </a:ext>
              </a:extLst>
            </p:cNvPr>
            <p:cNvSpPr/>
            <p:nvPr/>
          </p:nvSpPr>
          <p:spPr>
            <a:xfrm>
              <a:off x="5226462" y="5384800"/>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FFFFFF"/>
              </a:solidFill>
              <a:custDash>
                <a:ds d="675000" sp="675000"/>
              </a:custDash>
              <a:miter/>
            </a:ln>
          </p:spPr>
          <p:txBody>
            <a:bodyPr rtlCol="0" anchor="ctr"/>
            <a:lstStyle/>
            <a:p>
              <a:endParaRPr lang="en-US"/>
            </a:p>
          </p:txBody>
        </p:sp>
        <p:sp>
          <p:nvSpPr>
            <p:cNvPr id="3843" name="Freeform: Shape 3842">
              <a:extLst>
                <a:ext uri="{FF2B5EF4-FFF2-40B4-BE49-F238E27FC236}">
                  <a16:creationId xmlns:a16="http://schemas.microsoft.com/office/drawing/2014/main" id="{5D3FE282-18CA-D882-8BE9-4DA02D85C4A0}"/>
                </a:ext>
              </a:extLst>
            </p:cNvPr>
            <p:cNvSpPr/>
            <p:nvPr/>
          </p:nvSpPr>
          <p:spPr>
            <a:xfrm>
              <a:off x="6025990" y="5384800"/>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FFFF"/>
              </a:solidFill>
              <a:prstDash val="solid"/>
              <a:miter/>
            </a:ln>
          </p:spPr>
          <p:txBody>
            <a:bodyPr rtlCol="0" anchor="ctr"/>
            <a:lstStyle/>
            <a:p>
              <a:endParaRPr lang="en-US"/>
            </a:p>
          </p:txBody>
        </p:sp>
        <p:sp>
          <p:nvSpPr>
            <p:cNvPr id="3844" name="Freeform: Shape 3843">
              <a:extLst>
                <a:ext uri="{FF2B5EF4-FFF2-40B4-BE49-F238E27FC236}">
                  <a16:creationId xmlns:a16="http://schemas.microsoft.com/office/drawing/2014/main" id="{3E28D6E1-EBCB-BC52-DEA2-7E2673D36A88}"/>
                </a:ext>
              </a:extLst>
            </p:cNvPr>
            <p:cNvSpPr/>
            <p:nvPr/>
          </p:nvSpPr>
          <p:spPr>
            <a:xfrm>
              <a:off x="6195821" y="5384990"/>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rgbClr val="FFFFFF"/>
              </a:solidFill>
              <a:prstDash val="solid"/>
              <a:miter/>
            </a:ln>
          </p:spPr>
          <p:txBody>
            <a:bodyPr rtlCol="0" anchor="ctr"/>
            <a:lstStyle/>
            <a:p>
              <a:endParaRPr lang="en-US"/>
            </a:p>
          </p:txBody>
        </p:sp>
        <p:sp>
          <p:nvSpPr>
            <p:cNvPr id="3845" name="Freeform: Shape 3844">
              <a:extLst>
                <a:ext uri="{FF2B5EF4-FFF2-40B4-BE49-F238E27FC236}">
                  <a16:creationId xmlns:a16="http://schemas.microsoft.com/office/drawing/2014/main" id="{2DCA9A8A-ED0F-DC23-B150-047B66ACF7D5}"/>
                </a:ext>
              </a:extLst>
            </p:cNvPr>
            <p:cNvSpPr/>
            <p:nvPr/>
          </p:nvSpPr>
          <p:spPr>
            <a:xfrm>
              <a:off x="6025990" y="5540248"/>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FFFFFF"/>
              </a:solidFill>
              <a:prstDash val="solid"/>
              <a:miter/>
            </a:ln>
          </p:spPr>
          <p:txBody>
            <a:bodyPr rtlCol="0" anchor="ctr"/>
            <a:lstStyle/>
            <a:p>
              <a:endParaRPr lang="en-US"/>
            </a:p>
          </p:txBody>
        </p:sp>
        <p:sp>
          <p:nvSpPr>
            <p:cNvPr id="3846" name="Freeform: Shape 3845">
              <a:extLst>
                <a:ext uri="{FF2B5EF4-FFF2-40B4-BE49-F238E27FC236}">
                  <a16:creationId xmlns:a16="http://schemas.microsoft.com/office/drawing/2014/main" id="{115FCF75-CFD2-6688-4D8D-B0456679800E}"/>
                </a:ext>
              </a:extLst>
            </p:cNvPr>
            <p:cNvSpPr/>
            <p:nvPr/>
          </p:nvSpPr>
          <p:spPr>
            <a:xfrm>
              <a:off x="5817583" y="5302123"/>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47" name="Freeform: Shape 3846">
              <a:extLst>
                <a:ext uri="{FF2B5EF4-FFF2-40B4-BE49-F238E27FC236}">
                  <a16:creationId xmlns:a16="http://schemas.microsoft.com/office/drawing/2014/main" id="{610EC5B4-C15B-7703-6FB5-B665A1F951FD}"/>
                </a:ext>
              </a:extLst>
            </p:cNvPr>
            <p:cNvSpPr/>
            <p:nvPr/>
          </p:nvSpPr>
          <p:spPr>
            <a:xfrm>
              <a:off x="5871019" y="5292598"/>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48" name="Freeform: Shape 3847">
              <a:extLst>
                <a:ext uri="{FF2B5EF4-FFF2-40B4-BE49-F238E27FC236}">
                  <a16:creationId xmlns:a16="http://schemas.microsoft.com/office/drawing/2014/main" id="{D29BB8BE-F4F1-7C78-D10B-0D370FE8A7A8}"/>
                </a:ext>
              </a:extLst>
            </p:cNvPr>
            <p:cNvSpPr/>
            <p:nvPr/>
          </p:nvSpPr>
          <p:spPr>
            <a:xfrm>
              <a:off x="5971031" y="5158010"/>
              <a:ext cx="53340" cy="9525"/>
            </a:xfrm>
            <a:custGeom>
              <a:avLst/>
              <a:gdLst>
                <a:gd name="connsiteX0" fmla="*/ 0 w 53340"/>
                <a:gd name="connsiteY0" fmla="*/ 0 h 9525"/>
                <a:gd name="connsiteX1" fmla="*/ 53340 w 53340"/>
                <a:gd name="connsiteY1" fmla="*/ 0 h 9525"/>
              </a:gdLst>
              <a:ahLst/>
              <a:cxnLst>
                <a:cxn ang="0">
                  <a:pos x="connsiteX0" y="connsiteY0"/>
                </a:cxn>
                <a:cxn ang="0">
                  <a:pos x="connsiteX1" y="connsiteY1"/>
                </a:cxn>
              </a:cxnLst>
              <a:rect l="l" t="t" r="r" b="b"/>
              <a:pathLst>
                <a:path w="53340"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49" name="Freeform: Shape 3848">
              <a:extLst>
                <a:ext uri="{FF2B5EF4-FFF2-40B4-BE49-F238E27FC236}">
                  <a16:creationId xmlns:a16="http://schemas.microsoft.com/office/drawing/2014/main" id="{4470078C-51E0-8294-8DE2-8816DF70FFE6}"/>
                </a:ext>
              </a:extLst>
            </p:cNvPr>
            <p:cNvSpPr/>
            <p:nvPr/>
          </p:nvSpPr>
          <p:spPr>
            <a:xfrm>
              <a:off x="6024371" y="5148485"/>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0" name="Freeform: Shape 3849">
              <a:extLst>
                <a:ext uri="{FF2B5EF4-FFF2-40B4-BE49-F238E27FC236}">
                  <a16:creationId xmlns:a16="http://schemas.microsoft.com/office/drawing/2014/main" id="{21D2F567-8133-78C6-56E8-4292FBD6787B}"/>
                </a:ext>
              </a:extLst>
            </p:cNvPr>
            <p:cNvSpPr/>
            <p:nvPr/>
          </p:nvSpPr>
          <p:spPr>
            <a:xfrm>
              <a:off x="4844033" y="5300885"/>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51" name="Freeform: Shape 3850">
              <a:extLst>
                <a:ext uri="{FF2B5EF4-FFF2-40B4-BE49-F238E27FC236}">
                  <a16:creationId xmlns:a16="http://schemas.microsoft.com/office/drawing/2014/main" id="{54B020D3-9276-B218-2896-E445507D266C}"/>
                </a:ext>
              </a:extLst>
            </p:cNvPr>
            <p:cNvSpPr/>
            <p:nvPr/>
          </p:nvSpPr>
          <p:spPr>
            <a:xfrm>
              <a:off x="4897468" y="5291360"/>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2" name="Freeform: Shape 3851">
              <a:extLst>
                <a:ext uri="{FF2B5EF4-FFF2-40B4-BE49-F238E27FC236}">
                  <a16:creationId xmlns:a16="http://schemas.microsoft.com/office/drawing/2014/main" id="{80527DCA-1E11-A1C2-8772-D388FA4162D2}"/>
                </a:ext>
              </a:extLst>
            </p:cNvPr>
            <p:cNvSpPr/>
            <p:nvPr/>
          </p:nvSpPr>
          <p:spPr>
            <a:xfrm>
              <a:off x="4974335" y="5156867"/>
              <a:ext cx="53339" cy="9525"/>
            </a:xfrm>
            <a:custGeom>
              <a:avLst/>
              <a:gdLst>
                <a:gd name="connsiteX0" fmla="*/ 0 w 53339"/>
                <a:gd name="connsiteY0" fmla="*/ 0 h 9525"/>
                <a:gd name="connsiteX1" fmla="*/ 53340 w 53339"/>
                <a:gd name="connsiteY1" fmla="*/ 0 h 9525"/>
              </a:gdLst>
              <a:ahLst/>
              <a:cxnLst>
                <a:cxn ang="0">
                  <a:pos x="connsiteX0" y="connsiteY0"/>
                </a:cxn>
                <a:cxn ang="0">
                  <a:pos x="connsiteX1" y="connsiteY1"/>
                </a:cxn>
              </a:cxnLst>
              <a:rect l="l" t="t" r="r" b="b"/>
              <a:pathLst>
                <a:path w="53339"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53" name="Freeform: Shape 3852">
              <a:extLst>
                <a:ext uri="{FF2B5EF4-FFF2-40B4-BE49-F238E27FC236}">
                  <a16:creationId xmlns:a16="http://schemas.microsoft.com/office/drawing/2014/main" id="{DB20A97D-D470-5BE8-0901-AE2B5627D74A}"/>
                </a:ext>
              </a:extLst>
            </p:cNvPr>
            <p:cNvSpPr/>
            <p:nvPr/>
          </p:nvSpPr>
          <p:spPr>
            <a:xfrm>
              <a:off x="5027675" y="5147342"/>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4" name="Freeform: Shape 3853">
              <a:extLst>
                <a:ext uri="{FF2B5EF4-FFF2-40B4-BE49-F238E27FC236}">
                  <a16:creationId xmlns:a16="http://schemas.microsoft.com/office/drawing/2014/main" id="{1914CEC7-DA3D-1FB1-CC9F-38F3707EDC72}"/>
                </a:ext>
              </a:extLst>
            </p:cNvPr>
            <p:cNvSpPr/>
            <p:nvPr/>
          </p:nvSpPr>
          <p:spPr>
            <a:xfrm>
              <a:off x="6172675" y="5234876"/>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rgbClr val="FFFFFF"/>
              </a:solidFill>
              <a:prstDash val="solid"/>
              <a:miter/>
            </a:ln>
          </p:spPr>
          <p:txBody>
            <a:bodyPr rtlCol="0" anchor="ctr"/>
            <a:lstStyle/>
            <a:p>
              <a:endParaRPr lang="en-US"/>
            </a:p>
          </p:txBody>
        </p:sp>
        <p:sp>
          <p:nvSpPr>
            <p:cNvPr id="3855" name="Freeform: Shape 3854">
              <a:extLst>
                <a:ext uri="{FF2B5EF4-FFF2-40B4-BE49-F238E27FC236}">
                  <a16:creationId xmlns:a16="http://schemas.microsoft.com/office/drawing/2014/main" id="{DF4031EE-9BDE-9175-6FBB-C1458ABA7526}"/>
                </a:ext>
              </a:extLst>
            </p:cNvPr>
            <p:cNvSpPr/>
            <p:nvPr/>
          </p:nvSpPr>
          <p:spPr>
            <a:xfrm>
              <a:off x="6688749" y="4982666"/>
              <a:ext cx="119424" cy="119419"/>
            </a:xfrm>
            <a:custGeom>
              <a:avLst/>
              <a:gdLst>
                <a:gd name="connsiteX0" fmla="*/ 119424 w 119424"/>
                <a:gd name="connsiteY0" fmla="*/ 59710 h 119419"/>
                <a:gd name="connsiteX1" fmla="*/ 59712 w 119424"/>
                <a:gd name="connsiteY1" fmla="*/ 119419 h 119419"/>
                <a:gd name="connsiteX2" fmla="*/ 0 w 119424"/>
                <a:gd name="connsiteY2" fmla="*/ 59710 h 119419"/>
                <a:gd name="connsiteX3" fmla="*/ 59712 w 119424"/>
                <a:gd name="connsiteY3" fmla="*/ 0 h 119419"/>
                <a:gd name="connsiteX4" fmla="*/ 119424 w 119424"/>
                <a:gd name="connsiteY4" fmla="*/ 59710 h 119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24" h="119419">
                  <a:moveTo>
                    <a:pt x="119424" y="59710"/>
                  </a:moveTo>
                  <a:cubicBezTo>
                    <a:pt x="119424" y="92686"/>
                    <a:pt x="92690" y="119419"/>
                    <a:pt x="59712" y="119419"/>
                  </a:cubicBezTo>
                  <a:cubicBezTo>
                    <a:pt x="26734" y="119419"/>
                    <a:pt x="0" y="92686"/>
                    <a:pt x="0" y="59710"/>
                  </a:cubicBezTo>
                  <a:cubicBezTo>
                    <a:pt x="0" y="26733"/>
                    <a:pt x="26734" y="0"/>
                    <a:pt x="59712" y="0"/>
                  </a:cubicBezTo>
                  <a:cubicBezTo>
                    <a:pt x="92690" y="0"/>
                    <a:pt x="119424" y="26733"/>
                    <a:pt x="119424" y="59710"/>
                  </a:cubicBezTo>
                  <a:close/>
                </a:path>
              </a:pathLst>
            </a:custGeom>
            <a:noFill/>
            <a:ln w="9525" cap="flat">
              <a:solidFill>
                <a:srgbClr val="FF0000"/>
              </a:solidFill>
              <a:prstDash val="solid"/>
              <a:miter/>
            </a:ln>
          </p:spPr>
          <p:txBody>
            <a:bodyPr rtlCol="0" anchor="ctr"/>
            <a:lstStyle/>
            <a:p>
              <a:endParaRPr lang="en-US"/>
            </a:p>
          </p:txBody>
        </p:sp>
        <p:sp>
          <p:nvSpPr>
            <p:cNvPr id="3856" name="TextBox 3855">
              <a:extLst>
                <a:ext uri="{FF2B5EF4-FFF2-40B4-BE49-F238E27FC236}">
                  <a16:creationId xmlns:a16="http://schemas.microsoft.com/office/drawing/2014/main" id="{1611447F-9B5F-FBCC-61B7-962348CED0A6}"/>
                </a:ext>
              </a:extLst>
            </p:cNvPr>
            <p:cNvSpPr txBox="1"/>
            <p:nvPr/>
          </p:nvSpPr>
          <p:spPr>
            <a:xfrm>
              <a:off x="6595109" y="4950936"/>
              <a:ext cx="2971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100</a:t>
              </a:r>
            </a:p>
          </p:txBody>
        </p:sp>
        <p:sp>
          <p:nvSpPr>
            <p:cNvPr id="3857" name="Freeform: Shape 3856">
              <a:extLst>
                <a:ext uri="{FF2B5EF4-FFF2-40B4-BE49-F238E27FC236}">
                  <a16:creationId xmlns:a16="http://schemas.microsoft.com/office/drawing/2014/main" id="{5DBD3958-1FBF-06C3-02E7-C90A01C26292}"/>
                </a:ext>
              </a:extLst>
            </p:cNvPr>
            <p:cNvSpPr/>
            <p:nvPr/>
          </p:nvSpPr>
          <p:spPr>
            <a:xfrm>
              <a:off x="4356734" y="5597398"/>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333333"/>
              </a:solidFill>
              <a:prstDash val="solid"/>
              <a:miter/>
            </a:ln>
          </p:spPr>
          <p:txBody>
            <a:bodyPr rtlCol="0" anchor="ctr"/>
            <a:lstStyle/>
            <a:p>
              <a:endParaRPr lang="en-US"/>
            </a:p>
          </p:txBody>
        </p:sp>
        <p:sp>
          <p:nvSpPr>
            <p:cNvPr id="3858" name="Freeform: Shape 3857">
              <a:extLst>
                <a:ext uri="{FF2B5EF4-FFF2-40B4-BE49-F238E27FC236}">
                  <a16:creationId xmlns:a16="http://schemas.microsoft.com/office/drawing/2014/main" id="{614A49CE-4DC4-F4CA-9804-42841DEEC5AA}"/>
                </a:ext>
              </a:extLst>
            </p:cNvPr>
            <p:cNvSpPr/>
            <p:nvPr/>
          </p:nvSpPr>
          <p:spPr>
            <a:xfrm>
              <a:off x="4891182" y="4997323"/>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333333"/>
              </a:solidFill>
              <a:prstDash val="solid"/>
              <a:miter/>
            </a:ln>
          </p:spPr>
          <p:txBody>
            <a:bodyPr rtlCol="0" anchor="ctr"/>
            <a:lstStyle/>
            <a:p>
              <a:endParaRPr lang="en-US"/>
            </a:p>
          </p:txBody>
        </p:sp>
        <p:sp>
          <p:nvSpPr>
            <p:cNvPr id="3859" name="Freeform: Shape 3858">
              <a:extLst>
                <a:ext uri="{FF2B5EF4-FFF2-40B4-BE49-F238E27FC236}">
                  <a16:creationId xmlns:a16="http://schemas.microsoft.com/office/drawing/2014/main" id="{97817D49-12D0-281A-7E4B-7E73F3569721}"/>
                </a:ext>
              </a:extLst>
            </p:cNvPr>
            <p:cNvSpPr/>
            <p:nvPr/>
          </p:nvSpPr>
          <p:spPr>
            <a:xfrm>
              <a:off x="4832413" y="5509006"/>
              <a:ext cx="332517" cy="300037"/>
            </a:xfrm>
            <a:custGeom>
              <a:avLst/>
              <a:gdLst>
                <a:gd name="connsiteX0" fmla="*/ 0 w 332517"/>
                <a:gd name="connsiteY0" fmla="*/ 0 h 300037"/>
                <a:gd name="connsiteX1" fmla="*/ 332518 w 332517"/>
                <a:gd name="connsiteY1" fmla="*/ 0 h 300037"/>
                <a:gd name="connsiteX2" fmla="*/ 332518 w 332517"/>
                <a:gd name="connsiteY2" fmla="*/ 300038 h 300037"/>
                <a:gd name="connsiteX3" fmla="*/ 0 w 332517"/>
                <a:gd name="connsiteY3" fmla="*/ 300038 h 300037"/>
              </a:gdLst>
              <a:ahLst/>
              <a:cxnLst>
                <a:cxn ang="0">
                  <a:pos x="connsiteX0" y="connsiteY0"/>
                </a:cxn>
                <a:cxn ang="0">
                  <a:pos x="connsiteX1" y="connsiteY1"/>
                </a:cxn>
                <a:cxn ang="0">
                  <a:pos x="connsiteX2" y="connsiteY2"/>
                </a:cxn>
                <a:cxn ang="0">
                  <a:pos x="connsiteX3" y="connsiteY3"/>
                </a:cxn>
              </a:cxnLst>
              <a:rect l="l" t="t" r="r" b="b"/>
              <a:pathLst>
                <a:path w="332517" h="300037">
                  <a:moveTo>
                    <a:pt x="0" y="0"/>
                  </a:moveTo>
                  <a:lnTo>
                    <a:pt x="332518" y="0"/>
                  </a:lnTo>
                  <a:lnTo>
                    <a:pt x="332518" y="300038"/>
                  </a:lnTo>
                  <a:lnTo>
                    <a:pt x="0" y="300038"/>
                  </a:lnTo>
                  <a:close/>
                </a:path>
              </a:pathLst>
            </a:custGeom>
            <a:noFill/>
            <a:ln w="9525" cap="flat">
              <a:noFill/>
              <a:prstDash val="solid"/>
              <a:miter/>
            </a:ln>
          </p:spPr>
          <p:txBody>
            <a:bodyPr rtlCol="0" anchor="ctr"/>
            <a:lstStyle/>
            <a:p>
              <a:endParaRPr lang="en-US"/>
            </a:p>
          </p:txBody>
        </p:sp>
        <p:sp>
          <p:nvSpPr>
            <p:cNvPr id="3860" name="TextBox 3859">
              <a:extLst>
                <a:ext uri="{FF2B5EF4-FFF2-40B4-BE49-F238E27FC236}">
                  <a16:creationId xmlns:a16="http://schemas.microsoft.com/office/drawing/2014/main" id="{940293C2-6C9A-4930-0A28-DE2725CEA955}"/>
                </a:ext>
              </a:extLst>
            </p:cNvPr>
            <p:cNvSpPr txBox="1"/>
            <p:nvPr/>
          </p:nvSpPr>
          <p:spPr>
            <a:xfrm>
              <a:off x="4755260" y="5525198"/>
              <a:ext cx="478155" cy="196215"/>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3861" name="Freeform: Shape 3860">
              <a:extLst>
                <a:ext uri="{FF2B5EF4-FFF2-40B4-BE49-F238E27FC236}">
                  <a16:creationId xmlns:a16="http://schemas.microsoft.com/office/drawing/2014/main" id="{D6A16668-EC27-95A3-4FEC-BD557F91D2E9}"/>
                </a:ext>
              </a:extLst>
            </p:cNvPr>
            <p:cNvSpPr/>
            <p:nvPr/>
          </p:nvSpPr>
          <p:spPr>
            <a:xfrm>
              <a:off x="6110239" y="5564003"/>
              <a:ext cx="123729" cy="123749"/>
            </a:xfrm>
            <a:custGeom>
              <a:avLst/>
              <a:gdLst>
                <a:gd name="connsiteX0" fmla="*/ 123730 w 123729"/>
                <a:gd name="connsiteY0" fmla="*/ 61875 h 123749"/>
                <a:gd name="connsiteX1" fmla="*/ 61865 w 123729"/>
                <a:gd name="connsiteY1" fmla="*/ 123750 h 123749"/>
                <a:gd name="connsiteX2" fmla="*/ 0 w 123729"/>
                <a:gd name="connsiteY2" fmla="*/ 61875 h 123749"/>
                <a:gd name="connsiteX3" fmla="*/ 61865 w 123729"/>
                <a:gd name="connsiteY3" fmla="*/ 0 h 123749"/>
                <a:gd name="connsiteX4" fmla="*/ 123730 w 123729"/>
                <a:gd name="connsiteY4" fmla="*/ 61875 h 12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9" h="123749">
                  <a:moveTo>
                    <a:pt x="123730" y="61875"/>
                  </a:moveTo>
                  <a:cubicBezTo>
                    <a:pt x="123730" y="96047"/>
                    <a:pt x="96032" y="123750"/>
                    <a:pt x="61865" y="123750"/>
                  </a:cubicBezTo>
                  <a:cubicBezTo>
                    <a:pt x="27698" y="123750"/>
                    <a:pt x="0" y="96047"/>
                    <a:pt x="0" y="61875"/>
                  </a:cubicBezTo>
                  <a:cubicBezTo>
                    <a:pt x="0" y="27702"/>
                    <a:pt x="27698" y="0"/>
                    <a:pt x="61865" y="0"/>
                  </a:cubicBezTo>
                  <a:cubicBezTo>
                    <a:pt x="96032" y="0"/>
                    <a:pt x="123730" y="27702"/>
                    <a:pt x="123730" y="61875"/>
                  </a:cubicBezTo>
                  <a:close/>
                </a:path>
              </a:pathLst>
            </a:custGeom>
            <a:noFill/>
            <a:ln w="9525" cap="flat">
              <a:solidFill>
                <a:srgbClr val="FF0000"/>
              </a:solidFill>
              <a:prstDash val="solid"/>
              <a:miter/>
            </a:ln>
          </p:spPr>
          <p:txBody>
            <a:bodyPr rtlCol="0" anchor="ctr"/>
            <a:lstStyle/>
            <a:p>
              <a:endParaRPr lang="en-US"/>
            </a:p>
          </p:txBody>
        </p:sp>
        <p:sp>
          <p:nvSpPr>
            <p:cNvPr id="3862" name="TextBox 3861">
              <a:extLst>
                <a:ext uri="{FF2B5EF4-FFF2-40B4-BE49-F238E27FC236}">
                  <a16:creationId xmlns:a16="http://schemas.microsoft.com/office/drawing/2014/main" id="{87CFFAF9-2D27-1243-DE78-547E7D537EC3}"/>
                </a:ext>
              </a:extLst>
            </p:cNvPr>
            <p:cNvSpPr txBox="1"/>
            <p:nvPr/>
          </p:nvSpPr>
          <p:spPr>
            <a:xfrm>
              <a:off x="6033134" y="5541486"/>
              <a:ext cx="2590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60</a:t>
              </a:r>
            </a:p>
          </p:txBody>
        </p:sp>
      </p:grpSp>
      <p:sp>
        <p:nvSpPr>
          <p:cNvPr id="3866" name="Freeform: Shape 3865">
            <a:extLst>
              <a:ext uri="{FF2B5EF4-FFF2-40B4-BE49-F238E27FC236}">
                <a16:creationId xmlns:a16="http://schemas.microsoft.com/office/drawing/2014/main" id="{874352D6-65F9-E640-5B78-56A06FA0D195}"/>
              </a:ext>
            </a:extLst>
          </p:cNvPr>
          <p:cNvSpPr/>
          <p:nvPr/>
        </p:nvSpPr>
        <p:spPr>
          <a:xfrm>
            <a:off x="8418956" y="4623674"/>
            <a:ext cx="367569" cy="324612"/>
          </a:xfrm>
          <a:custGeom>
            <a:avLst/>
            <a:gdLst>
              <a:gd name="connsiteX0" fmla="*/ 0 w 367569"/>
              <a:gd name="connsiteY0" fmla="*/ 324612 h 324612"/>
              <a:gd name="connsiteX1" fmla="*/ 367570 w 367569"/>
              <a:gd name="connsiteY1" fmla="*/ 0 h 324612"/>
            </a:gdLst>
            <a:ahLst/>
            <a:cxnLst>
              <a:cxn ang="0">
                <a:pos x="connsiteX0" y="connsiteY0"/>
              </a:cxn>
              <a:cxn ang="0">
                <a:pos x="connsiteX1" y="connsiteY1"/>
              </a:cxn>
            </a:cxnLst>
            <a:rect l="l" t="t" r="r" b="b"/>
            <a:pathLst>
              <a:path w="367569" h="324612">
                <a:moveTo>
                  <a:pt x="0" y="324612"/>
                </a:moveTo>
                <a:lnTo>
                  <a:pt x="367570" y="0"/>
                </a:lnTo>
              </a:path>
            </a:pathLst>
          </a:custGeom>
          <a:noFill/>
          <a:ln w="9525" cap="flat">
            <a:solidFill>
              <a:srgbClr val="666666"/>
            </a:solidFill>
            <a:prstDash val="sysDot"/>
            <a:miter/>
          </a:ln>
        </p:spPr>
        <p:txBody>
          <a:bodyPr rtlCol="0" anchor="ctr"/>
          <a:lstStyle/>
          <a:p>
            <a:endParaRPr lang="en-US"/>
          </a:p>
        </p:txBody>
      </p:sp>
      <p:sp>
        <p:nvSpPr>
          <p:cNvPr id="3867" name="Freeform: Shape 3866">
            <a:extLst>
              <a:ext uri="{FF2B5EF4-FFF2-40B4-BE49-F238E27FC236}">
                <a16:creationId xmlns:a16="http://schemas.microsoft.com/office/drawing/2014/main" id="{232B47B2-A757-6D1D-FBEC-C4D3A03ABFAA}"/>
              </a:ext>
            </a:extLst>
          </p:cNvPr>
          <p:cNvSpPr/>
          <p:nvPr/>
        </p:nvSpPr>
        <p:spPr>
          <a:xfrm>
            <a:off x="7166704" y="4622436"/>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868" name="Freeform: Shape 3867">
            <a:extLst>
              <a:ext uri="{FF2B5EF4-FFF2-40B4-BE49-F238E27FC236}">
                <a16:creationId xmlns:a16="http://schemas.microsoft.com/office/drawing/2014/main" id="{62169292-A96B-448B-DBCC-3697AE7EC28D}"/>
              </a:ext>
            </a:extLst>
          </p:cNvPr>
          <p:cNvSpPr/>
          <p:nvPr/>
        </p:nvSpPr>
        <p:spPr>
          <a:xfrm>
            <a:off x="7044880" y="4733688"/>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869" name="Freeform: Shape 3868">
            <a:extLst>
              <a:ext uri="{FF2B5EF4-FFF2-40B4-BE49-F238E27FC236}">
                <a16:creationId xmlns:a16="http://schemas.microsoft.com/office/drawing/2014/main" id="{85E0287D-0534-085D-0390-63301627C7B1}"/>
              </a:ext>
            </a:extLst>
          </p:cNvPr>
          <p:cNvSpPr/>
          <p:nvPr/>
        </p:nvSpPr>
        <p:spPr>
          <a:xfrm>
            <a:off x="6885145" y="4843702"/>
            <a:ext cx="881633" cy="9525"/>
          </a:xfrm>
          <a:custGeom>
            <a:avLst/>
            <a:gdLst>
              <a:gd name="connsiteX0" fmla="*/ 0 w 881633"/>
              <a:gd name="connsiteY0" fmla="*/ 0 h 9525"/>
              <a:gd name="connsiteX1" fmla="*/ 881634 w 881633"/>
              <a:gd name="connsiteY1" fmla="*/ 0 h 9525"/>
            </a:gdLst>
            <a:ahLst/>
            <a:cxnLst>
              <a:cxn ang="0">
                <a:pos x="connsiteX0" y="connsiteY0"/>
              </a:cxn>
              <a:cxn ang="0">
                <a:pos x="connsiteX1" y="connsiteY1"/>
              </a:cxn>
            </a:cxnLst>
            <a:rect l="l" t="t" r="r" b="b"/>
            <a:pathLst>
              <a:path w="881633" h="9525">
                <a:moveTo>
                  <a:pt x="0" y="0"/>
                </a:moveTo>
                <a:lnTo>
                  <a:pt x="881634" y="0"/>
                </a:lnTo>
              </a:path>
            </a:pathLst>
          </a:custGeom>
          <a:noFill/>
          <a:ln w="19050" cap="flat">
            <a:solidFill>
              <a:srgbClr val="0000FF"/>
            </a:solidFill>
            <a:prstDash val="sysDot"/>
            <a:miter/>
          </a:ln>
        </p:spPr>
        <p:txBody>
          <a:bodyPr rtlCol="0" anchor="ctr"/>
          <a:lstStyle/>
          <a:p>
            <a:endParaRPr lang="en-US"/>
          </a:p>
        </p:txBody>
      </p:sp>
      <p:sp>
        <p:nvSpPr>
          <p:cNvPr id="3870" name="Freeform: Shape 3869">
            <a:extLst>
              <a:ext uri="{FF2B5EF4-FFF2-40B4-BE49-F238E27FC236}">
                <a16:creationId xmlns:a16="http://schemas.microsoft.com/office/drawing/2014/main" id="{759A971B-465E-04A5-F4AE-5B0C2577B7C8}"/>
              </a:ext>
            </a:extLst>
          </p:cNvPr>
          <p:cNvSpPr/>
          <p:nvPr/>
        </p:nvSpPr>
        <p:spPr>
          <a:xfrm>
            <a:off x="8069674" y="4623770"/>
            <a:ext cx="702563" cy="9525"/>
          </a:xfrm>
          <a:custGeom>
            <a:avLst/>
            <a:gdLst>
              <a:gd name="connsiteX0" fmla="*/ 0 w 702563"/>
              <a:gd name="connsiteY0" fmla="*/ 0 h 9525"/>
              <a:gd name="connsiteX1" fmla="*/ 702564 w 702563"/>
              <a:gd name="connsiteY1" fmla="*/ 0 h 9525"/>
            </a:gdLst>
            <a:ahLst/>
            <a:cxnLst>
              <a:cxn ang="0">
                <a:pos x="connsiteX0" y="connsiteY0"/>
              </a:cxn>
              <a:cxn ang="0">
                <a:pos x="connsiteX1" y="connsiteY1"/>
              </a:cxn>
            </a:cxnLst>
            <a:rect l="l" t="t" r="r" b="b"/>
            <a:pathLst>
              <a:path w="702563" h="9525">
                <a:moveTo>
                  <a:pt x="0" y="0"/>
                </a:moveTo>
                <a:lnTo>
                  <a:pt x="702564" y="0"/>
                </a:lnTo>
              </a:path>
            </a:pathLst>
          </a:custGeom>
          <a:noFill/>
          <a:ln w="19050" cap="flat">
            <a:solidFill>
              <a:srgbClr val="0000FF"/>
            </a:solidFill>
            <a:prstDash val="sysDot"/>
            <a:miter/>
          </a:ln>
        </p:spPr>
        <p:txBody>
          <a:bodyPr rtlCol="0" anchor="ctr"/>
          <a:lstStyle/>
          <a:p>
            <a:endParaRPr lang="en-US"/>
          </a:p>
        </p:txBody>
      </p:sp>
      <p:sp>
        <p:nvSpPr>
          <p:cNvPr id="3871" name="Freeform: Shape 3870">
            <a:extLst>
              <a:ext uri="{FF2B5EF4-FFF2-40B4-BE49-F238E27FC236}">
                <a16:creationId xmlns:a16="http://schemas.microsoft.com/office/drawing/2014/main" id="{F774E500-7833-3992-9E73-272A01985561}"/>
              </a:ext>
            </a:extLst>
          </p:cNvPr>
          <p:cNvSpPr/>
          <p:nvPr/>
        </p:nvSpPr>
        <p:spPr>
          <a:xfrm>
            <a:off x="7947849" y="4735021"/>
            <a:ext cx="709707" cy="9525"/>
          </a:xfrm>
          <a:custGeom>
            <a:avLst/>
            <a:gdLst>
              <a:gd name="connsiteX0" fmla="*/ 0 w 709707"/>
              <a:gd name="connsiteY0" fmla="*/ 0 h 9525"/>
              <a:gd name="connsiteX1" fmla="*/ 709708 w 709707"/>
              <a:gd name="connsiteY1" fmla="*/ 0 h 9525"/>
            </a:gdLst>
            <a:ahLst/>
            <a:cxnLst>
              <a:cxn ang="0">
                <a:pos x="connsiteX0" y="connsiteY0"/>
              </a:cxn>
              <a:cxn ang="0">
                <a:pos x="connsiteX1" y="connsiteY1"/>
              </a:cxn>
            </a:cxnLst>
            <a:rect l="l" t="t" r="r" b="b"/>
            <a:pathLst>
              <a:path w="709707" h="9525">
                <a:moveTo>
                  <a:pt x="0" y="0"/>
                </a:moveTo>
                <a:lnTo>
                  <a:pt x="709708" y="0"/>
                </a:lnTo>
              </a:path>
            </a:pathLst>
          </a:custGeom>
          <a:noFill/>
          <a:ln w="19050" cap="flat">
            <a:solidFill>
              <a:srgbClr val="0000FF"/>
            </a:solidFill>
            <a:prstDash val="sysDot"/>
            <a:miter/>
          </a:ln>
        </p:spPr>
        <p:txBody>
          <a:bodyPr rtlCol="0" anchor="ctr"/>
          <a:lstStyle/>
          <a:p>
            <a:endParaRPr lang="en-US"/>
          </a:p>
        </p:txBody>
      </p:sp>
      <p:sp>
        <p:nvSpPr>
          <p:cNvPr id="3872" name="Freeform: Shape 3871">
            <a:extLst>
              <a:ext uri="{FF2B5EF4-FFF2-40B4-BE49-F238E27FC236}">
                <a16:creationId xmlns:a16="http://schemas.microsoft.com/office/drawing/2014/main" id="{E144636B-994D-2BCE-65DE-539EF0C88549}"/>
              </a:ext>
            </a:extLst>
          </p:cNvPr>
          <p:cNvSpPr/>
          <p:nvPr/>
        </p:nvSpPr>
        <p:spPr>
          <a:xfrm>
            <a:off x="7788210" y="4845035"/>
            <a:ext cx="740283" cy="9525"/>
          </a:xfrm>
          <a:custGeom>
            <a:avLst/>
            <a:gdLst>
              <a:gd name="connsiteX0" fmla="*/ 0 w 740283"/>
              <a:gd name="connsiteY0" fmla="*/ 0 h 9525"/>
              <a:gd name="connsiteX1" fmla="*/ 740283 w 740283"/>
              <a:gd name="connsiteY1" fmla="*/ 0 h 9525"/>
            </a:gdLst>
            <a:ahLst/>
            <a:cxnLst>
              <a:cxn ang="0">
                <a:pos x="connsiteX0" y="connsiteY0"/>
              </a:cxn>
              <a:cxn ang="0">
                <a:pos x="connsiteX1" y="connsiteY1"/>
              </a:cxn>
            </a:cxnLst>
            <a:rect l="l" t="t" r="r" b="b"/>
            <a:pathLst>
              <a:path w="740283" h="9525">
                <a:moveTo>
                  <a:pt x="0" y="0"/>
                </a:moveTo>
                <a:lnTo>
                  <a:pt x="740283" y="0"/>
                </a:lnTo>
              </a:path>
            </a:pathLst>
          </a:custGeom>
          <a:noFill/>
          <a:ln w="19050" cap="flat">
            <a:solidFill>
              <a:srgbClr val="0000FF"/>
            </a:solidFill>
            <a:prstDash val="sysDot"/>
            <a:miter/>
          </a:ln>
        </p:spPr>
        <p:txBody>
          <a:bodyPr rtlCol="0" anchor="ctr"/>
          <a:lstStyle/>
          <a:p>
            <a:endParaRPr lang="en-US"/>
          </a:p>
        </p:txBody>
      </p:sp>
      <p:sp>
        <p:nvSpPr>
          <p:cNvPr id="3873" name="Freeform: Shape 3872">
            <a:extLst>
              <a:ext uri="{FF2B5EF4-FFF2-40B4-BE49-F238E27FC236}">
                <a16:creationId xmlns:a16="http://schemas.microsoft.com/office/drawing/2014/main" id="{89204410-4EDB-574B-35AC-01AEC53B1B3C}"/>
              </a:ext>
            </a:extLst>
          </p:cNvPr>
          <p:cNvSpPr/>
          <p:nvPr/>
        </p:nvSpPr>
        <p:spPr>
          <a:xfrm>
            <a:off x="8011572" y="4952763"/>
            <a:ext cx="537495" cy="3905"/>
          </a:xfrm>
          <a:custGeom>
            <a:avLst/>
            <a:gdLst>
              <a:gd name="connsiteX0" fmla="*/ 0 w 537495"/>
              <a:gd name="connsiteY0" fmla="*/ 0 h 3905"/>
              <a:gd name="connsiteX1" fmla="*/ 537496 w 537495"/>
              <a:gd name="connsiteY1" fmla="*/ 3905 h 3905"/>
            </a:gdLst>
            <a:ahLst/>
            <a:cxnLst>
              <a:cxn ang="0">
                <a:pos x="connsiteX0" y="connsiteY0"/>
              </a:cxn>
              <a:cxn ang="0">
                <a:pos x="connsiteX1" y="connsiteY1"/>
              </a:cxn>
            </a:cxnLst>
            <a:rect l="l" t="t" r="r" b="b"/>
            <a:pathLst>
              <a:path w="537495" h="3905">
                <a:moveTo>
                  <a:pt x="0" y="0"/>
                </a:moveTo>
                <a:lnTo>
                  <a:pt x="537496" y="3905"/>
                </a:lnTo>
              </a:path>
            </a:pathLst>
          </a:custGeom>
          <a:noFill/>
          <a:ln w="19050" cap="flat">
            <a:solidFill>
              <a:srgbClr val="0000FF"/>
            </a:solidFill>
            <a:prstDash val="sysDot"/>
            <a:miter/>
          </a:ln>
        </p:spPr>
        <p:txBody>
          <a:bodyPr rtlCol="0" anchor="ctr"/>
          <a:lstStyle/>
          <a:p>
            <a:endParaRPr lang="en-US"/>
          </a:p>
        </p:txBody>
      </p:sp>
      <p:sp>
        <p:nvSpPr>
          <p:cNvPr id="3874" name="Freeform: Shape 3873">
            <a:extLst>
              <a:ext uri="{FF2B5EF4-FFF2-40B4-BE49-F238E27FC236}">
                <a16:creationId xmlns:a16="http://schemas.microsoft.com/office/drawing/2014/main" id="{9434255B-0C71-6145-C4E9-5B8AA1FB16E2}"/>
              </a:ext>
            </a:extLst>
          </p:cNvPr>
          <p:cNvSpPr/>
          <p:nvPr/>
        </p:nvSpPr>
        <p:spPr>
          <a:xfrm>
            <a:off x="7724869" y="4837987"/>
            <a:ext cx="293846" cy="114766"/>
          </a:xfrm>
          <a:custGeom>
            <a:avLst/>
            <a:gdLst>
              <a:gd name="connsiteX0" fmla="*/ 0 w 293846"/>
              <a:gd name="connsiteY0" fmla="*/ 0 h 114766"/>
              <a:gd name="connsiteX1" fmla="*/ 132588 w 293846"/>
              <a:gd name="connsiteY1" fmla="*/ 59341 h 114766"/>
              <a:gd name="connsiteX2" fmla="*/ 293846 w 293846"/>
              <a:gd name="connsiteY2" fmla="*/ 114491 h 114766"/>
            </a:gdLst>
            <a:ahLst/>
            <a:cxnLst>
              <a:cxn ang="0">
                <a:pos x="connsiteX0" y="connsiteY0"/>
              </a:cxn>
              <a:cxn ang="0">
                <a:pos x="connsiteX1" y="connsiteY1"/>
              </a:cxn>
              <a:cxn ang="0">
                <a:pos x="connsiteX2" y="connsiteY2"/>
              </a:cxn>
            </a:cxnLst>
            <a:rect l="l" t="t" r="r" b="b"/>
            <a:pathLst>
              <a:path w="293846" h="114766">
                <a:moveTo>
                  <a:pt x="0" y="0"/>
                </a:moveTo>
                <a:cubicBezTo>
                  <a:pt x="52511" y="0"/>
                  <a:pt x="96707" y="19784"/>
                  <a:pt x="132588" y="59341"/>
                </a:cubicBezTo>
                <a:cubicBezTo>
                  <a:pt x="168402" y="98898"/>
                  <a:pt x="222152" y="117281"/>
                  <a:pt x="293846" y="114491"/>
                </a:cubicBezTo>
              </a:path>
            </a:pathLst>
          </a:custGeom>
          <a:noFill/>
          <a:ln w="19050" cap="flat">
            <a:solidFill>
              <a:srgbClr val="0000FF"/>
            </a:solidFill>
            <a:prstDash val="sysDot"/>
            <a:miter/>
          </a:ln>
        </p:spPr>
        <p:txBody>
          <a:bodyPr rtlCol="0" anchor="ctr"/>
          <a:lstStyle/>
          <a:p>
            <a:endParaRPr lang="en-US"/>
          </a:p>
        </p:txBody>
      </p:sp>
      <p:sp>
        <p:nvSpPr>
          <p:cNvPr id="3875" name="Freeform: Shape 3874">
            <a:extLst>
              <a:ext uri="{FF2B5EF4-FFF2-40B4-BE49-F238E27FC236}">
                <a16:creationId xmlns:a16="http://schemas.microsoft.com/office/drawing/2014/main" id="{9A9FF775-3FE9-ACCE-010C-E43F3ABF32CD}"/>
              </a:ext>
            </a:extLst>
          </p:cNvPr>
          <p:cNvSpPr/>
          <p:nvPr/>
        </p:nvSpPr>
        <p:spPr>
          <a:xfrm>
            <a:off x="8541924" y="4842749"/>
            <a:ext cx="752570" cy="9525"/>
          </a:xfrm>
          <a:custGeom>
            <a:avLst/>
            <a:gdLst>
              <a:gd name="connsiteX0" fmla="*/ 0 w 752570"/>
              <a:gd name="connsiteY0" fmla="*/ 0 h 9525"/>
              <a:gd name="connsiteX1" fmla="*/ 752570 w 752570"/>
              <a:gd name="connsiteY1" fmla="*/ 0 h 9525"/>
            </a:gdLst>
            <a:ahLst/>
            <a:cxnLst>
              <a:cxn ang="0">
                <a:pos x="connsiteX0" y="connsiteY0"/>
              </a:cxn>
              <a:cxn ang="0">
                <a:pos x="connsiteX1" y="connsiteY1"/>
              </a:cxn>
            </a:cxnLst>
            <a:rect l="l" t="t" r="r" b="b"/>
            <a:pathLst>
              <a:path w="752570" h="9525">
                <a:moveTo>
                  <a:pt x="0" y="0"/>
                </a:moveTo>
                <a:lnTo>
                  <a:pt x="752570" y="0"/>
                </a:lnTo>
              </a:path>
            </a:pathLst>
          </a:custGeom>
          <a:noFill/>
          <a:ln w="19050" cap="flat">
            <a:solidFill>
              <a:srgbClr val="0000FF"/>
            </a:solidFill>
            <a:prstDash val="sysDot"/>
            <a:miter/>
          </a:ln>
        </p:spPr>
        <p:txBody>
          <a:bodyPr rtlCol="0" anchor="ctr"/>
          <a:lstStyle/>
          <a:p>
            <a:endParaRPr lang="en-US"/>
          </a:p>
        </p:txBody>
      </p:sp>
      <p:sp>
        <p:nvSpPr>
          <p:cNvPr id="3876" name="Freeform: Shape 3875">
            <a:extLst>
              <a:ext uri="{FF2B5EF4-FFF2-40B4-BE49-F238E27FC236}">
                <a16:creationId xmlns:a16="http://schemas.microsoft.com/office/drawing/2014/main" id="{8D3384C9-3ABE-3E80-56A4-A5E5F9465D9B}"/>
              </a:ext>
            </a:extLst>
          </p:cNvPr>
          <p:cNvSpPr/>
          <p:nvPr/>
        </p:nvSpPr>
        <p:spPr>
          <a:xfrm>
            <a:off x="8699658" y="4842940"/>
            <a:ext cx="543020" cy="29908"/>
          </a:xfrm>
          <a:custGeom>
            <a:avLst/>
            <a:gdLst>
              <a:gd name="connsiteX0" fmla="*/ 0 w 543020"/>
              <a:gd name="connsiteY0" fmla="*/ 0 h 29908"/>
              <a:gd name="connsiteX1" fmla="*/ 543020 w 543020"/>
              <a:gd name="connsiteY1" fmla="*/ 29908 h 29908"/>
            </a:gdLst>
            <a:ahLst/>
            <a:cxnLst>
              <a:cxn ang="0">
                <a:pos x="connsiteX0" y="connsiteY0"/>
              </a:cxn>
              <a:cxn ang="0">
                <a:pos x="connsiteX1" y="connsiteY1"/>
              </a:cxn>
            </a:cxnLst>
            <a:rect l="l" t="t" r="r" b="b"/>
            <a:pathLst>
              <a:path w="543020" h="29908">
                <a:moveTo>
                  <a:pt x="0" y="0"/>
                </a:moveTo>
                <a:lnTo>
                  <a:pt x="543020" y="29908"/>
                </a:lnTo>
              </a:path>
            </a:pathLst>
          </a:custGeom>
          <a:noFill/>
          <a:ln w="19050" cap="flat">
            <a:solidFill>
              <a:srgbClr val="0000FF"/>
            </a:solidFill>
            <a:prstDash val="sysDot"/>
            <a:miter/>
          </a:ln>
        </p:spPr>
        <p:txBody>
          <a:bodyPr rtlCol="0" anchor="ctr"/>
          <a:lstStyle/>
          <a:p>
            <a:endParaRPr lang="en-US"/>
          </a:p>
        </p:txBody>
      </p:sp>
      <p:sp>
        <p:nvSpPr>
          <p:cNvPr id="3877" name="Freeform: Shape 3876">
            <a:extLst>
              <a:ext uri="{FF2B5EF4-FFF2-40B4-BE49-F238E27FC236}">
                <a16:creationId xmlns:a16="http://schemas.microsoft.com/office/drawing/2014/main" id="{D719E448-72B0-498A-B52C-46BE4F1A2E60}"/>
              </a:ext>
            </a:extLst>
          </p:cNvPr>
          <p:cNvSpPr/>
          <p:nvPr/>
        </p:nvSpPr>
        <p:spPr>
          <a:xfrm>
            <a:off x="8541924" y="4956668"/>
            <a:ext cx="581882" cy="25431"/>
          </a:xfrm>
          <a:custGeom>
            <a:avLst/>
            <a:gdLst>
              <a:gd name="connsiteX0" fmla="*/ 0 w 581882"/>
              <a:gd name="connsiteY0" fmla="*/ 0 h 25431"/>
              <a:gd name="connsiteX1" fmla="*/ 581882 w 581882"/>
              <a:gd name="connsiteY1" fmla="*/ 25432 h 25431"/>
            </a:gdLst>
            <a:ahLst/>
            <a:cxnLst>
              <a:cxn ang="0">
                <a:pos x="connsiteX0" y="connsiteY0"/>
              </a:cxn>
              <a:cxn ang="0">
                <a:pos x="connsiteX1" y="connsiteY1"/>
              </a:cxn>
            </a:cxnLst>
            <a:rect l="l" t="t" r="r" b="b"/>
            <a:pathLst>
              <a:path w="581882" h="25431">
                <a:moveTo>
                  <a:pt x="0" y="0"/>
                </a:moveTo>
                <a:lnTo>
                  <a:pt x="581882" y="25432"/>
                </a:lnTo>
              </a:path>
            </a:pathLst>
          </a:custGeom>
          <a:noFill/>
          <a:ln w="19050" cap="flat">
            <a:solidFill>
              <a:srgbClr val="0000FF"/>
            </a:solidFill>
            <a:prstDash val="sysDot"/>
            <a:miter/>
          </a:ln>
        </p:spPr>
        <p:txBody>
          <a:bodyPr rtlCol="0" anchor="ctr"/>
          <a:lstStyle/>
          <a:p>
            <a:endParaRPr lang="en-US"/>
          </a:p>
        </p:txBody>
      </p:sp>
      <p:sp>
        <p:nvSpPr>
          <p:cNvPr id="3878" name="Freeform: Shape 3877">
            <a:extLst>
              <a:ext uri="{FF2B5EF4-FFF2-40B4-BE49-F238E27FC236}">
                <a16:creationId xmlns:a16="http://schemas.microsoft.com/office/drawing/2014/main" id="{1FAF8C1E-9A4B-9CFA-D7F3-EB97AB9BD4F8}"/>
              </a:ext>
            </a:extLst>
          </p:cNvPr>
          <p:cNvSpPr/>
          <p:nvPr/>
        </p:nvSpPr>
        <p:spPr>
          <a:xfrm>
            <a:off x="8678131" y="4732831"/>
            <a:ext cx="738282" cy="9525"/>
          </a:xfrm>
          <a:custGeom>
            <a:avLst/>
            <a:gdLst>
              <a:gd name="connsiteX0" fmla="*/ 0 w 738282"/>
              <a:gd name="connsiteY0" fmla="*/ 0 h 9525"/>
              <a:gd name="connsiteX1" fmla="*/ 738283 w 738282"/>
              <a:gd name="connsiteY1" fmla="*/ 0 h 9525"/>
            </a:gdLst>
            <a:ahLst/>
            <a:cxnLst>
              <a:cxn ang="0">
                <a:pos x="connsiteX0" y="connsiteY0"/>
              </a:cxn>
              <a:cxn ang="0">
                <a:pos x="connsiteX1" y="connsiteY1"/>
              </a:cxn>
            </a:cxnLst>
            <a:rect l="l" t="t" r="r" b="b"/>
            <a:pathLst>
              <a:path w="738282" h="9525">
                <a:moveTo>
                  <a:pt x="0" y="0"/>
                </a:moveTo>
                <a:lnTo>
                  <a:pt x="738283" y="0"/>
                </a:lnTo>
              </a:path>
            </a:pathLst>
          </a:custGeom>
          <a:noFill/>
          <a:ln w="19050" cap="flat">
            <a:solidFill>
              <a:srgbClr val="0000FF"/>
            </a:solidFill>
            <a:prstDash val="sysDot"/>
            <a:miter/>
          </a:ln>
        </p:spPr>
        <p:txBody>
          <a:bodyPr rtlCol="0" anchor="ctr"/>
          <a:lstStyle/>
          <a:p>
            <a:endParaRPr lang="en-US"/>
          </a:p>
        </p:txBody>
      </p:sp>
      <p:sp>
        <p:nvSpPr>
          <p:cNvPr id="3879" name="Freeform: Shape 3878">
            <a:extLst>
              <a:ext uri="{FF2B5EF4-FFF2-40B4-BE49-F238E27FC236}">
                <a16:creationId xmlns:a16="http://schemas.microsoft.com/office/drawing/2014/main" id="{3ACFB964-FB88-E3BB-8682-52749E64C010}"/>
              </a:ext>
            </a:extLst>
          </p:cNvPr>
          <p:cNvSpPr/>
          <p:nvPr/>
        </p:nvSpPr>
        <p:spPr>
          <a:xfrm>
            <a:off x="7788210" y="4622436"/>
            <a:ext cx="272319" cy="230409"/>
          </a:xfrm>
          <a:custGeom>
            <a:avLst/>
            <a:gdLst>
              <a:gd name="connsiteX0" fmla="*/ 0 w 272319"/>
              <a:gd name="connsiteY0" fmla="*/ 230410 h 230409"/>
              <a:gd name="connsiteX1" fmla="*/ 272320 w 272319"/>
              <a:gd name="connsiteY1" fmla="*/ 0 h 230409"/>
            </a:gdLst>
            <a:ahLst/>
            <a:cxnLst>
              <a:cxn ang="0">
                <a:pos x="connsiteX0" y="connsiteY0"/>
              </a:cxn>
              <a:cxn ang="0">
                <a:pos x="connsiteX1" y="connsiteY1"/>
              </a:cxn>
            </a:cxnLst>
            <a:rect l="l" t="t" r="r" b="b"/>
            <a:pathLst>
              <a:path w="272319" h="230409">
                <a:moveTo>
                  <a:pt x="0" y="230410"/>
                </a:moveTo>
                <a:lnTo>
                  <a:pt x="272320" y="0"/>
                </a:lnTo>
              </a:path>
            </a:pathLst>
          </a:custGeom>
          <a:noFill/>
          <a:ln w="9525" cap="flat">
            <a:solidFill>
              <a:srgbClr val="666666"/>
            </a:solidFill>
            <a:prstDash val="sysDot"/>
            <a:miter/>
          </a:ln>
        </p:spPr>
        <p:txBody>
          <a:bodyPr rtlCol="0" anchor="ctr"/>
          <a:lstStyle/>
          <a:p>
            <a:endParaRPr lang="en-US"/>
          </a:p>
        </p:txBody>
      </p:sp>
      <p:sp>
        <p:nvSpPr>
          <p:cNvPr id="3880" name="Freeform: Shape 3879">
            <a:extLst>
              <a:ext uri="{FF2B5EF4-FFF2-40B4-BE49-F238E27FC236}">
                <a16:creationId xmlns:a16="http://schemas.microsoft.com/office/drawing/2014/main" id="{4F796FD5-2A00-5067-8B98-86E453F9FF2D}"/>
              </a:ext>
            </a:extLst>
          </p:cNvPr>
          <p:cNvSpPr/>
          <p:nvPr/>
        </p:nvSpPr>
        <p:spPr>
          <a:xfrm>
            <a:off x="8804052" y="4622436"/>
            <a:ext cx="738187" cy="9525"/>
          </a:xfrm>
          <a:custGeom>
            <a:avLst/>
            <a:gdLst>
              <a:gd name="connsiteX0" fmla="*/ 0 w 738187"/>
              <a:gd name="connsiteY0" fmla="*/ 0 h 9525"/>
              <a:gd name="connsiteX1" fmla="*/ 738188 w 738187"/>
              <a:gd name="connsiteY1" fmla="*/ 0 h 9525"/>
            </a:gdLst>
            <a:ahLst/>
            <a:cxnLst>
              <a:cxn ang="0">
                <a:pos x="connsiteX0" y="connsiteY0"/>
              </a:cxn>
              <a:cxn ang="0">
                <a:pos x="connsiteX1" y="connsiteY1"/>
              </a:cxn>
            </a:cxnLst>
            <a:rect l="l" t="t" r="r" b="b"/>
            <a:pathLst>
              <a:path w="738187" h="9525">
                <a:moveTo>
                  <a:pt x="0" y="0"/>
                </a:moveTo>
                <a:lnTo>
                  <a:pt x="738188" y="0"/>
                </a:lnTo>
              </a:path>
            </a:pathLst>
          </a:custGeom>
          <a:noFill/>
          <a:ln w="19050" cap="flat">
            <a:solidFill>
              <a:srgbClr val="0000FF"/>
            </a:solidFill>
            <a:prstDash val="sysDot"/>
            <a:miter/>
          </a:ln>
        </p:spPr>
        <p:txBody>
          <a:bodyPr rtlCol="0" anchor="ctr"/>
          <a:lstStyle/>
          <a:p>
            <a:endParaRPr lang="en-US"/>
          </a:p>
        </p:txBody>
      </p:sp>
      <p:sp>
        <p:nvSpPr>
          <p:cNvPr id="3881" name="Freeform: Shape 3880">
            <a:extLst>
              <a:ext uri="{FF2B5EF4-FFF2-40B4-BE49-F238E27FC236}">
                <a16:creationId xmlns:a16="http://schemas.microsoft.com/office/drawing/2014/main" id="{AED6AD6F-4A2A-4BA8-EDC1-349572FAD1CE}"/>
              </a:ext>
            </a:extLst>
          </p:cNvPr>
          <p:cNvSpPr/>
          <p:nvPr/>
        </p:nvSpPr>
        <p:spPr>
          <a:xfrm>
            <a:off x="9276587" y="4615483"/>
            <a:ext cx="255174" cy="230409"/>
          </a:xfrm>
          <a:custGeom>
            <a:avLst/>
            <a:gdLst>
              <a:gd name="connsiteX0" fmla="*/ 0 w 255174"/>
              <a:gd name="connsiteY0" fmla="*/ 230410 h 230409"/>
              <a:gd name="connsiteX1" fmla="*/ 255175 w 255174"/>
              <a:gd name="connsiteY1" fmla="*/ 0 h 230409"/>
            </a:gdLst>
            <a:ahLst/>
            <a:cxnLst>
              <a:cxn ang="0">
                <a:pos x="connsiteX0" y="connsiteY0"/>
              </a:cxn>
              <a:cxn ang="0">
                <a:pos x="connsiteX1" y="connsiteY1"/>
              </a:cxn>
            </a:cxnLst>
            <a:rect l="l" t="t" r="r" b="b"/>
            <a:pathLst>
              <a:path w="255174" h="230409">
                <a:moveTo>
                  <a:pt x="0" y="230410"/>
                </a:moveTo>
                <a:lnTo>
                  <a:pt x="255175" y="0"/>
                </a:lnTo>
              </a:path>
            </a:pathLst>
          </a:custGeom>
          <a:noFill/>
          <a:ln w="9525" cap="flat">
            <a:solidFill>
              <a:srgbClr val="666666"/>
            </a:solidFill>
            <a:prstDash val="sysDot"/>
            <a:miter/>
          </a:ln>
        </p:spPr>
        <p:txBody>
          <a:bodyPr rtlCol="0" anchor="ctr"/>
          <a:lstStyle/>
          <a:p>
            <a:endParaRPr lang="en-US"/>
          </a:p>
        </p:txBody>
      </p:sp>
      <p:sp>
        <p:nvSpPr>
          <p:cNvPr id="3882" name="Freeform: Shape 3881">
            <a:extLst>
              <a:ext uri="{FF2B5EF4-FFF2-40B4-BE49-F238E27FC236}">
                <a16:creationId xmlns:a16="http://schemas.microsoft.com/office/drawing/2014/main" id="{9B232E51-8532-02AC-1A6D-B155B73F5A7B}"/>
              </a:ext>
            </a:extLst>
          </p:cNvPr>
          <p:cNvSpPr/>
          <p:nvPr/>
        </p:nvSpPr>
        <p:spPr>
          <a:xfrm>
            <a:off x="6885145" y="4622436"/>
            <a:ext cx="272415" cy="230504"/>
          </a:xfrm>
          <a:custGeom>
            <a:avLst/>
            <a:gdLst>
              <a:gd name="connsiteX0" fmla="*/ 0 w 272415"/>
              <a:gd name="connsiteY0" fmla="*/ 230505 h 230504"/>
              <a:gd name="connsiteX1" fmla="*/ 272415 w 272415"/>
              <a:gd name="connsiteY1" fmla="*/ 0 h 230504"/>
            </a:gdLst>
            <a:ahLst/>
            <a:cxnLst>
              <a:cxn ang="0">
                <a:pos x="connsiteX0" y="connsiteY0"/>
              </a:cxn>
              <a:cxn ang="0">
                <a:pos x="connsiteX1" y="connsiteY1"/>
              </a:cxn>
            </a:cxnLst>
            <a:rect l="l" t="t" r="r" b="b"/>
            <a:pathLst>
              <a:path w="272415" h="230504">
                <a:moveTo>
                  <a:pt x="0" y="230505"/>
                </a:moveTo>
                <a:lnTo>
                  <a:pt x="272415" y="0"/>
                </a:lnTo>
              </a:path>
            </a:pathLst>
          </a:custGeom>
          <a:noFill/>
          <a:ln w="9525" cap="flat">
            <a:solidFill>
              <a:srgbClr val="666666"/>
            </a:solidFill>
            <a:prstDash val="sysDot"/>
            <a:miter/>
          </a:ln>
        </p:spPr>
        <p:txBody>
          <a:bodyPr rtlCol="0" anchor="ctr"/>
          <a:lstStyle/>
          <a:p>
            <a:endParaRPr lang="en-US"/>
          </a:p>
        </p:txBody>
      </p:sp>
      <p:sp>
        <p:nvSpPr>
          <p:cNvPr id="3883" name="Freeform: Shape 3882">
            <a:extLst>
              <a:ext uri="{FF2B5EF4-FFF2-40B4-BE49-F238E27FC236}">
                <a16:creationId xmlns:a16="http://schemas.microsoft.com/office/drawing/2014/main" id="{9AC9D1BC-7769-AAC7-DF4D-D5424E1F5A10}"/>
              </a:ext>
            </a:extLst>
          </p:cNvPr>
          <p:cNvSpPr/>
          <p:nvPr/>
        </p:nvSpPr>
        <p:spPr>
          <a:xfrm>
            <a:off x="9111709" y="4870658"/>
            <a:ext cx="124015" cy="107918"/>
          </a:xfrm>
          <a:custGeom>
            <a:avLst/>
            <a:gdLst>
              <a:gd name="connsiteX0" fmla="*/ 0 w 124015"/>
              <a:gd name="connsiteY0" fmla="*/ 107918 h 107918"/>
              <a:gd name="connsiteX1" fmla="*/ 124015 w 124015"/>
              <a:gd name="connsiteY1" fmla="*/ 0 h 107918"/>
            </a:gdLst>
            <a:ahLst/>
            <a:cxnLst>
              <a:cxn ang="0">
                <a:pos x="connsiteX0" y="connsiteY0"/>
              </a:cxn>
              <a:cxn ang="0">
                <a:pos x="connsiteX1" y="connsiteY1"/>
              </a:cxn>
            </a:cxnLst>
            <a:rect l="l" t="t" r="r" b="b"/>
            <a:pathLst>
              <a:path w="124015" h="107918">
                <a:moveTo>
                  <a:pt x="0" y="107918"/>
                </a:moveTo>
                <a:lnTo>
                  <a:pt x="124015" y="0"/>
                </a:lnTo>
              </a:path>
            </a:pathLst>
          </a:custGeom>
          <a:noFill/>
          <a:ln w="9525" cap="flat">
            <a:solidFill>
              <a:srgbClr val="666666"/>
            </a:solidFill>
            <a:prstDash val="sysDot"/>
            <a:miter/>
          </a:ln>
        </p:spPr>
        <p:txBody>
          <a:bodyPr rtlCol="0" anchor="ctr"/>
          <a:lstStyle/>
          <a:p>
            <a:endParaRPr lang="en-US"/>
          </a:p>
        </p:txBody>
      </p:sp>
      <p:sp>
        <p:nvSpPr>
          <p:cNvPr id="3884" name="Freeform: Shape 3883">
            <a:extLst>
              <a:ext uri="{FF2B5EF4-FFF2-40B4-BE49-F238E27FC236}">
                <a16:creationId xmlns:a16="http://schemas.microsoft.com/office/drawing/2014/main" id="{BE5497CC-C86D-BCFF-9889-ABC94B8F5B72}"/>
              </a:ext>
            </a:extLst>
          </p:cNvPr>
          <p:cNvSpPr/>
          <p:nvPr/>
        </p:nvSpPr>
        <p:spPr>
          <a:xfrm>
            <a:off x="7557801" y="4368881"/>
            <a:ext cx="1874996" cy="224980"/>
          </a:xfrm>
          <a:custGeom>
            <a:avLst/>
            <a:gdLst>
              <a:gd name="connsiteX0" fmla="*/ 0 w 1874996"/>
              <a:gd name="connsiteY0" fmla="*/ 0 h 224980"/>
              <a:gd name="connsiteX1" fmla="*/ 1874996 w 1874996"/>
              <a:gd name="connsiteY1" fmla="*/ 0 h 224980"/>
              <a:gd name="connsiteX2" fmla="*/ 1874996 w 1874996"/>
              <a:gd name="connsiteY2" fmla="*/ 224980 h 224980"/>
              <a:gd name="connsiteX3" fmla="*/ 0 w 1874996"/>
              <a:gd name="connsiteY3" fmla="*/ 224980 h 224980"/>
            </a:gdLst>
            <a:ahLst/>
            <a:cxnLst>
              <a:cxn ang="0">
                <a:pos x="connsiteX0" y="connsiteY0"/>
              </a:cxn>
              <a:cxn ang="0">
                <a:pos x="connsiteX1" y="connsiteY1"/>
              </a:cxn>
              <a:cxn ang="0">
                <a:pos x="connsiteX2" y="connsiteY2"/>
              </a:cxn>
              <a:cxn ang="0">
                <a:pos x="connsiteX3" y="connsiteY3"/>
              </a:cxn>
            </a:cxnLst>
            <a:rect l="l" t="t" r="r" b="b"/>
            <a:pathLst>
              <a:path w="1874996" h="224980">
                <a:moveTo>
                  <a:pt x="0" y="0"/>
                </a:moveTo>
                <a:lnTo>
                  <a:pt x="1874996" y="0"/>
                </a:lnTo>
                <a:lnTo>
                  <a:pt x="1874996" y="224980"/>
                </a:lnTo>
                <a:lnTo>
                  <a:pt x="0" y="224980"/>
                </a:lnTo>
                <a:close/>
              </a:path>
            </a:pathLst>
          </a:custGeom>
          <a:noFill/>
          <a:ln w="9525" cap="flat">
            <a:noFill/>
            <a:prstDash val="solid"/>
            <a:miter/>
          </a:ln>
        </p:spPr>
        <p:txBody>
          <a:bodyPr rtlCol="0" anchor="ctr"/>
          <a:lstStyle/>
          <a:p>
            <a:endParaRPr lang="en-US"/>
          </a:p>
        </p:txBody>
      </p:sp>
      <p:sp>
        <p:nvSpPr>
          <p:cNvPr id="3886" name="Freeform: Shape 3885">
            <a:extLst>
              <a:ext uri="{FF2B5EF4-FFF2-40B4-BE49-F238E27FC236}">
                <a16:creationId xmlns:a16="http://schemas.microsoft.com/office/drawing/2014/main" id="{985184EB-2520-868E-5318-1F2EBBE66BA8}"/>
              </a:ext>
            </a:extLst>
          </p:cNvPr>
          <p:cNvSpPr/>
          <p:nvPr/>
        </p:nvSpPr>
        <p:spPr>
          <a:xfrm>
            <a:off x="7462075" y="4640248"/>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87" name="TextBox 3886">
            <a:extLst>
              <a:ext uri="{FF2B5EF4-FFF2-40B4-BE49-F238E27FC236}">
                <a16:creationId xmlns:a16="http://schemas.microsoft.com/office/drawing/2014/main" id="{FA97E42B-AF6F-2189-8574-C7F3EA9921C8}"/>
              </a:ext>
            </a:extLst>
          </p:cNvPr>
          <p:cNvSpPr txBox="1"/>
          <p:nvPr/>
        </p:nvSpPr>
        <p:spPr>
          <a:xfrm>
            <a:off x="7384541" y="4567572"/>
            <a:ext cx="259080" cy="205740"/>
          </a:xfrm>
          <a:prstGeom prst="rect">
            <a:avLst/>
          </a:prstGeom>
          <a:noFill/>
        </p:spPr>
        <p:txBody>
          <a:bodyPr wrap="none" rtlCol="0">
            <a:spAutoFit/>
          </a:bodyPr>
          <a:lstStyle/>
          <a:p>
            <a:pPr algn="l"/>
            <a:r>
              <a:rPr lang="en-US" sz="825" spc="0" baseline="0" dirty="0">
                <a:ln/>
                <a:solidFill>
                  <a:srgbClr val="000000"/>
                </a:solidFill>
                <a:latin typeface="Times New Roman"/>
                <a:cs typeface="Times New Roman"/>
                <a:sym typeface="Times New Roman"/>
                <a:rtl val="0"/>
              </a:rPr>
              <a:t>A</a:t>
            </a:r>
          </a:p>
        </p:txBody>
      </p:sp>
      <p:sp>
        <p:nvSpPr>
          <p:cNvPr id="3888" name="Freeform: Shape 3887">
            <a:extLst>
              <a:ext uri="{FF2B5EF4-FFF2-40B4-BE49-F238E27FC236}">
                <a16:creationId xmlns:a16="http://schemas.microsoft.com/office/drawing/2014/main" id="{EC44CB7F-C897-3ADA-B8E5-BF6221573975}"/>
              </a:ext>
            </a:extLst>
          </p:cNvPr>
          <p:cNvSpPr/>
          <p:nvPr/>
        </p:nvSpPr>
        <p:spPr>
          <a:xfrm>
            <a:off x="7344917" y="4721687"/>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89" name="TextBox 3888">
            <a:extLst>
              <a:ext uri="{FF2B5EF4-FFF2-40B4-BE49-F238E27FC236}">
                <a16:creationId xmlns:a16="http://schemas.microsoft.com/office/drawing/2014/main" id="{5CD3415D-3DDB-513F-9259-69242FFCDC60}"/>
              </a:ext>
            </a:extLst>
          </p:cNvPr>
          <p:cNvSpPr txBox="1"/>
          <p:nvPr/>
        </p:nvSpPr>
        <p:spPr>
          <a:xfrm>
            <a:off x="7275004" y="46818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B</a:t>
            </a:r>
          </a:p>
        </p:txBody>
      </p:sp>
      <p:sp>
        <p:nvSpPr>
          <p:cNvPr id="3890" name="Freeform: Shape 3889">
            <a:extLst>
              <a:ext uri="{FF2B5EF4-FFF2-40B4-BE49-F238E27FC236}">
                <a16:creationId xmlns:a16="http://schemas.microsoft.com/office/drawing/2014/main" id="{3C105AE8-36F2-833D-F841-9741667C5BED}"/>
              </a:ext>
            </a:extLst>
          </p:cNvPr>
          <p:cNvSpPr/>
          <p:nvPr/>
        </p:nvSpPr>
        <p:spPr>
          <a:xfrm>
            <a:off x="8254459" y="4640153"/>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1" name="TextBox 3890">
            <a:extLst>
              <a:ext uri="{FF2B5EF4-FFF2-40B4-BE49-F238E27FC236}">
                <a16:creationId xmlns:a16="http://schemas.microsoft.com/office/drawing/2014/main" id="{C60FFEB3-8A19-4EDD-7F38-DBC0A8960AAE}"/>
              </a:ext>
            </a:extLst>
          </p:cNvPr>
          <p:cNvSpPr txBox="1"/>
          <p:nvPr/>
        </p:nvSpPr>
        <p:spPr>
          <a:xfrm>
            <a:off x="8179879" y="45675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C</a:t>
            </a:r>
          </a:p>
        </p:txBody>
      </p:sp>
      <p:sp>
        <p:nvSpPr>
          <p:cNvPr id="3892" name="Freeform: Shape 3891">
            <a:extLst>
              <a:ext uri="{FF2B5EF4-FFF2-40B4-BE49-F238E27FC236}">
                <a16:creationId xmlns:a16="http://schemas.microsoft.com/office/drawing/2014/main" id="{460C8CE9-1687-E537-CEDF-19979A361FA0}"/>
              </a:ext>
            </a:extLst>
          </p:cNvPr>
          <p:cNvSpPr/>
          <p:nvPr/>
        </p:nvSpPr>
        <p:spPr>
          <a:xfrm>
            <a:off x="8137302" y="4721591"/>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893" name="TextBox 3892">
            <a:extLst>
              <a:ext uri="{FF2B5EF4-FFF2-40B4-BE49-F238E27FC236}">
                <a16:creationId xmlns:a16="http://schemas.microsoft.com/office/drawing/2014/main" id="{8824D456-E097-D478-B7FC-A3D56CC7FB22}"/>
              </a:ext>
            </a:extLst>
          </p:cNvPr>
          <p:cNvSpPr txBox="1"/>
          <p:nvPr/>
        </p:nvSpPr>
        <p:spPr>
          <a:xfrm>
            <a:off x="8060816" y="4681872"/>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D</a:t>
            </a:r>
          </a:p>
        </p:txBody>
      </p:sp>
      <p:sp>
        <p:nvSpPr>
          <p:cNvPr id="3894" name="Freeform: Shape 3893">
            <a:extLst>
              <a:ext uri="{FF2B5EF4-FFF2-40B4-BE49-F238E27FC236}">
                <a16:creationId xmlns:a16="http://schemas.microsoft.com/office/drawing/2014/main" id="{1115EBB5-CB74-345A-43DB-BEAC714493A2}"/>
              </a:ext>
            </a:extLst>
          </p:cNvPr>
          <p:cNvSpPr/>
          <p:nvPr/>
        </p:nvSpPr>
        <p:spPr>
          <a:xfrm>
            <a:off x="8033194" y="4837130"/>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95" name="TextBox 3894">
            <a:extLst>
              <a:ext uri="{FF2B5EF4-FFF2-40B4-BE49-F238E27FC236}">
                <a16:creationId xmlns:a16="http://schemas.microsoft.com/office/drawing/2014/main" id="{58122DCC-6918-22CD-951E-4D2ED1DCADCB}"/>
              </a:ext>
            </a:extLst>
          </p:cNvPr>
          <p:cNvSpPr txBox="1"/>
          <p:nvPr/>
        </p:nvSpPr>
        <p:spPr>
          <a:xfrm>
            <a:off x="7960804" y="47961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E</a:t>
            </a:r>
          </a:p>
        </p:txBody>
      </p:sp>
      <p:sp>
        <p:nvSpPr>
          <p:cNvPr id="3896" name="Freeform: Shape 3895">
            <a:extLst>
              <a:ext uri="{FF2B5EF4-FFF2-40B4-BE49-F238E27FC236}">
                <a16:creationId xmlns:a16="http://schemas.microsoft.com/office/drawing/2014/main" id="{159FFF05-3D04-22F8-2D2C-0EC2816CE884}"/>
              </a:ext>
            </a:extLst>
          </p:cNvPr>
          <p:cNvSpPr/>
          <p:nvPr/>
        </p:nvSpPr>
        <p:spPr>
          <a:xfrm>
            <a:off x="9026080" y="4637105"/>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7" name="TextBox 3896">
            <a:extLst>
              <a:ext uri="{FF2B5EF4-FFF2-40B4-BE49-F238E27FC236}">
                <a16:creationId xmlns:a16="http://schemas.microsoft.com/office/drawing/2014/main" id="{BC1E1BFB-B025-76BF-D087-B65895F58E5B}"/>
              </a:ext>
            </a:extLst>
          </p:cNvPr>
          <p:cNvSpPr txBox="1"/>
          <p:nvPr/>
        </p:nvSpPr>
        <p:spPr>
          <a:xfrm>
            <a:off x="8956166" y="4558047"/>
            <a:ext cx="24003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F</a:t>
            </a:r>
          </a:p>
        </p:txBody>
      </p:sp>
      <p:sp>
        <p:nvSpPr>
          <p:cNvPr id="3898" name="Freeform: Shape 3897">
            <a:extLst>
              <a:ext uri="{FF2B5EF4-FFF2-40B4-BE49-F238E27FC236}">
                <a16:creationId xmlns:a16="http://schemas.microsoft.com/office/drawing/2014/main" id="{A162816C-449A-E5D4-3D79-5E4455E7EB78}"/>
              </a:ext>
            </a:extLst>
          </p:cNvPr>
          <p:cNvSpPr/>
          <p:nvPr/>
        </p:nvSpPr>
        <p:spPr>
          <a:xfrm>
            <a:off x="8908922" y="4718543"/>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899" name="TextBox 3898">
            <a:extLst>
              <a:ext uri="{FF2B5EF4-FFF2-40B4-BE49-F238E27FC236}">
                <a16:creationId xmlns:a16="http://schemas.microsoft.com/office/drawing/2014/main" id="{CF68619D-0F8E-0128-136B-73C465F3B336}"/>
              </a:ext>
            </a:extLst>
          </p:cNvPr>
          <p:cNvSpPr txBox="1"/>
          <p:nvPr/>
        </p:nvSpPr>
        <p:spPr>
          <a:xfrm>
            <a:off x="8837104" y="4672347"/>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G</a:t>
            </a:r>
          </a:p>
        </p:txBody>
      </p:sp>
      <p:sp>
        <p:nvSpPr>
          <p:cNvPr id="3900" name="Freeform: Shape 3899">
            <a:extLst>
              <a:ext uri="{FF2B5EF4-FFF2-40B4-BE49-F238E27FC236}">
                <a16:creationId xmlns:a16="http://schemas.microsoft.com/office/drawing/2014/main" id="{27021C62-467E-A385-9414-C02C006D010F}"/>
              </a:ext>
            </a:extLst>
          </p:cNvPr>
          <p:cNvSpPr/>
          <p:nvPr/>
        </p:nvSpPr>
        <p:spPr>
          <a:xfrm>
            <a:off x="8804719" y="4833986"/>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901" name="TextBox 3900">
            <a:extLst>
              <a:ext uri="{FF2B5EF4-FFF2-40B4-BE49-F238E27FC236}">
                <a16:creationId xmlns:a16="http://schemas.microsoft.com/office/drawing/2014/main" id="{A2A49820-7B1D-6D70-9A8A-517AC8B6B14D}"/>
              </a:ext>
            </a:extLst>
          </p:cNvPr>
          <p:cNvSpPr txBox="1"/>
          <p:nvPr/>
        </p:nvSpPr>
        <p:spPr>
          <a:xfrm>
            <a:off x="8727566" y="4786647"/>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H</a:t>
            </a:r>
          </a:p>
        </p:txBody>
      </p:sp>
      <p:sp>
        <p:nvSpPr>
          <p:cNvPr id="3902" name="Freeform: Shape 3901">
            <a:extLst>
              <a:ext uri="{FF2B5EF4-FFF2-40B4-BE49-F238E27FC236}">
                <a16:creationId xmlns:a16="http://schemas.microsoft.com/office/drawing/2014/main" id="{B1C087EA-F863-83A7-9197-0D158B0E0610}"/>
              </a:ext>
            </a:extLst>
          </p:cNvPr>
          <p:cNvSpPr/>
          <p:nvPr/>
        </p:nvSpPr>
        <p:spPr>
          <a:xfrm>
            <a:off x="9136188" y="4178762"/>
            <a:ext cx="39147" cy="25241"/>
          </a:xfrm>
          <a:custGeom>
            <a:avLst/>
            <a:gdLst>
              <a:gd name="connsiteX0" fmla="*/ 39148 w 39147"/>
              <a:gd name="connsiteY0" fmla="*/ 16288 h 25241"/>
              <a:gd name="connsiteX1" fmla="*/ 0 w 39147"/>
              <a:gd name="connsiteY1" fmla="*/ 25241 h 25241"/>
              <a:gd name="connsiteX2" fmla="*/ 2381 w 39147"/>
              <a:gd name="connsiteY2" fmla="*/ 0 h 25241"/>
            </a:gdLst>
            <a:ahLst/>
            <a:cxnLst>
              <a:cxn ang="0">
                <a:pos x="connsiteX0" y="connsiteY0"/>
              </a:cxn>
              <a:cxn ang="0">
                <a:pos x="connsiteX1" y="connsiteY1"/>
              </a:cxn>
              <a:cxn ang="0">
                <a:pos x="connsiteX2" y="connsiteY2"/>
              </a:cxn>
            </a:cxnLst>
            <a:rect l="l" t="t" r="r" b="b"/>
            <a:pathLst>
              <a:path w="39147" h="25241">
                <a:moveTo>
                  <a:pt x="39148" y="16288"/>
                </a:moveTo>
                <a:lnTo>
                  <a:pt x="0" y="25241"/>
                </a:lnTo>
                <a:lnTo>
                  <a:pt x="2381" y="0"/>
                </a:lnTo>
                <a:close/>
              </a:path>
            </a:pathLst>
          </a:custGeom>
          <a:solidFill>
            <a:srgbClr val="1A1A1A"/>
          </a:solidFill>
          <a:ln w="9525" cap="flat">
            <a:solidFill>
              <a:srgbClr val="1A1A1A"/>
            </a:solidFill>
            <a:prstDash val="solid"/>
            <a:miter/>
          </a:ln>
        </p:spPr>
        <p:txBody>
          <a:bodyPr rtlCol="0" anchor="ctr"/>
          <a:lstStyle/>
          <a:p>
            <a:endParaRPr lang="en-US"/>
          </a:p>
        </p:txBody>
      </p:sp>
      <p:sp>
        <p:nvSpPr>
          <p:cNvPr id="3904" name="TextBox 3903">
            <a:extLst>
              <a:ext uri="{FF2B5EF4-FFF2-40B4-BE49-F238E27FC236}">
                <a16:creationId xmlns:a16="http://schemas.microsoft.com/office/drawing/2014/main" id="{E18134E5-E1D5-409F-4E5A-43842BF42E7D}"/>
              </a:ext>
            </a:extLst>
          </p:cNvPr>
          <p:cNvSpPr txBox="1"/>
          <p:nvPr/>
        </p:nvSpPr>
        <p:spPr>
          <a:xfrm>
            <a:off x="6890316" y="5292481"/>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1</a:t>
            </a:r>
            <a:endParaRPr lang="en-US" sz="825" spc="0" baseline="0" dirty="0">
              <a:ln/>
              <a:solidFill>
                <a:srgbClr val="000000"/>
              </a:solidFill>
              <a:latin typeface="Times New Roman"/>
              <a:cs typeface="Times New Roman"/>
              <a:sym typeface="Times New Roman"/>
              <a:rtl val="0"/>
            </a:endParaRPr>
          </a:p>
        </p:txBody>
      </p:sp>
      <p:sp>
        <p:nvSpPr>
          <p:cNvPr id="3905" name="TextBox 3904">
            <a:extLst>
              <a:ext uri="{FF2B5EF4-FFF2-40B4-BE49-F238E27FC236}">
                <a16:creationId xmlns:a16="http://schemas.microsoft.com/office/drawing/2014/main" id="{7534A6BB-6FE5-463A-1CA9-70A0EBB20C4E}"/>
              </a:ext>
            </a:extLst>
          </p:cNvPr>
          <p:cNvSpPr txBox="1"/>
          <p:nvPr/>
        </p:nvSpPr>
        <p:spPr>
          <a:xfrm>
            <a:off x="7672837" y="5394664"/>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2</a:t>
            </a:r>
            <a:endParaRPr lang="en-US" sz="825" spc="0" baseline="0" dirty="0">
              <a:ln/>
              <a:solidFill>
                <a:srgbClr val="000000"/>
              </a:solidFill>
              <a:latin typeface="Times New Roman"/>
              <a:cs typeface="Times New Roman"/>
              <a:sym typeface="Times New Roman"/>
              <a:rtl val="0"/>
            </a:endParaRPr>
          </a:p>
        </p:txBody>
      </p:sp>
      <p:sp>
        <p:nvSpPr>
          <p:cNvPr id="3906" name="TextBox 3905">
            <a:extLst>
              <a:ext uri="{FF2B5EF4-FFF2-40B4-BE49-F238E27FC236}">
                <a16:creationId xmlns:a16="http://schemas.microsoft.com/office/drawing/2014/main" id="{C2ABF5C5-D21E-D3A6-A3F3-4E56574C5586}"/>
              </a:ext>
            </a:extLst>
          </p:cNvPr>
          <p:cNvSpPr txBox="1"/>
          <p:nvPr/>
        </p:nvSpPr>
        <p:spPr>
          <a:xfrm>
            <a:off x="8486540" y="5385359"/>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4</a:t>
            </a:r>
            <a:endParaRPr lang="en-US" sz="825" spc="0" baseline="0" dirty="0">
              <a:ln/>
              <a:solidFill>
                <a:srgbClr val="000000"/>
              </a:solidFill>
              <a:latin typeface="Times New Roman"/>
              <a:cs typeface="Times New Roman"/>
              <a:sym typeface="Times New Roman"/>
              <a:rtl val="0"/>
            </a:endParaRPr>
          </a:p>
        </p:txBody>
      </p:sp>
      <p:sp>
        <p:nvSpPr>
          <p:cNvPr id="3907" name="TextBox 3906">
            <a:extLst>
              <a:ext uri="{FF2B5EF4-FFF2-40B4-BE49-F238E27FC236}">
                <a16:creationId xmlns:a16="http://schemas.microsoft.com/office/drawing/2014/main" id="{CFB56DC5-6568-21AA-213B-67DFABDE5FE6}"/>
              </a:ext>
            </a:extLst>
          </p:cNvPr>
          <p:cNvSpPr txBox="1"/>
          <p:nvPr/>
        </p:nvSpPr>
        <p:spPr>
          <a:xfrm>
            <a:off x="8770056" y="5096836"/>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3</a:t>
            </a:r>
            <a:endParaRPr lang="en-US" sz="825" spc="0" baseline="0" dirty="0">
              <a:ln/>
              <a:solidFill>
                <a:srgbClr val="000000"/>
              </a:solidFill>
              <a:latin typeface="Times New Roman"/>
              <a:cs typeface="Times New Roman"/>
              <a:sym typeface="Times New Roman"/>
              <a:rtl val="0"/>
            </a:endParaRPr>
          </a:p>
        </p:txBody>
      </p:sp>
      <p:sp>
        <p:nvSpPr>
          <p:cNvPr id="3912" name="Arrow: Right 3911">
            <a:extLst>
              <a:ext uri="{FF2B5EF4-FFF2-40B4-BE49-F238E27FC236}">
                <a16:creationId xmlns:a16="http://schemas.microsoft.com/office/drawing/2014/main" id="{45C2CE6F-1138-C94F-23B5-7F5EEC28207C}"/>
              </a:ext>
            </a:extLst>
          </p:cNvPr>
          <p:cNvSpPr/>
          <p:nvPr/>
        </p:nvSpPr>
        <p:spPr>
          <a:xfrm>
            <a:off x="6764867" y="5767552"/>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1</a:t>
            </a:r>
          </a:p>
        </p:txBody>
      </p:sp>
      <p:sp>
        <p:nvSpPr>
          <p:cNvPr id="3913" name="Arrow: Right 3912">
            <a:extLst>
              <a:ext uri="{FF2B5EF4-FFF2-40B4-BE49-F238E27FC236}">
                <a16:creationId xmlns:a16="http://schemas.microsoft.com/office/drawing/2014/main" id="{3F4B596B-AADB-6AE9-3FA4-61D2C5F5121E}"/>
              </a:ext>
            </a:extLst>
          </p:cNvPr>
          <p:cNvSpPr/>
          <p:nvPr/>
        </p:nvSpPr>
        <p:spPr>
          <a:xfrm>
            <a:off x="8165861" y="5726364"/>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2</a:t>
            </a:r>
          </a:p>
        </p:txBody>
      </p:sp>
      <p:sp>
        <p:nvSpPr>
          <p:cNvPr id="3914" name="Arrow: Right 3913">
            <a:extLst>
              <a:ext uri="{FF2B5EF4-FFF2-40B4-BE49-F238E27FC236}">
                <a16:creationId xmlns:a16="http://schemas.microsoft.com/office/drawing/2014/main" id="{E75FCB10-2443-5B24-A1A5-785368100096}"/>
              </a:ext>
            </a:extLst>
          </p:cNvPr>
          <p:cNvSpPr/>
          <p:nvPr/>
        </p:nvSpPr>
        <p:spPr>
          <a:xfrm>
            <a:off x="8029586" y="5979970"/>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3</a:t>
            </a:r>
          </a:p>
        </p:txBody>
      </p:sp>
      <p:sp>
        <p:nvSpPr>
          <p:cNvPr id="3973" name="Parallelogram 3972">
            <a:extLst>
              <a:ext uri="{FF2B5EF4-FFF2-40B4-BE49-F238E27FC236}">
                <a16:creationId xmlns:a16="http://schemas.microsoft.com/office/drawing/2014/main" id="{EDBCDD58-DC3F-2265-BBA7-8500DCEEB7AB}"/>
              </a:ext>
            </a:extLst>
          </p:cNvPr>
          <p:cNvSpPr/>
          <p:nvPr/>
        </p:nvSpPr>
        <p:spPr>
          <a:xfrm>
            <a:off x="7282958" y="5571589"/>
            <a:ext cx="1026157" cy="676811"/>
          </a:xfrm>
          <a:prstGeom prst="parallelogram">
            <a:avLst>
              <a:gd name="adj" fmla="val 64405"/>
            </a:avLst>
          </a:prstGeom>
          <a:solidFill>
            <a:schemeClr val="accent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Junction</a:t>
            </a:r>
          </a:p>
          <a:p>
            <a:pPr algn="ctr"/>
            <a:r>
              <a:rPr lang="en-US" sz="700" dirty="0"/>
              <a:t>1</a:t>
            </a:r>
          </a:p>
        </p:txBody>
      </p:sp>
      <p:sp>
        <p:nvSpPr>
          <p:cNvPr id="4" name="Arrow: Right 3">
            <a:extLst>
              <a:ext uri="{FF2B5EF4-FFF2-40B4-BE49-F238E27FC236}">
                <a16:creationId xmlns:a16="http://schemas.microsoft.com/office/drawing/2014/main" id="{DAAEAA0D-0C75-D6A7-2DEB-E9CEC9715A3B}"/>
              </a:ext>
            </a:extLst>
          </p:cNvPr>
          <p:cNvSpPr/>
          <p:nvPr/>
        </p:nvSpPr>
        <p:spPr>
          <a:xfrm>
            <a:off x="2915559" y="2146504"/>
            <a:ext cx="3037933" cy="17919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Last Time</a:t>
            </a:r>
          </a:p>
        </p:txBody>
      </p:sp>
      <p:sp>
        <p:nvSpPr>
          <p:cNvPr id="5" name="Left Brace 4">
            <a:extLst>
              <a:ext uri="{FF2B5EF4-FFF2-40B4-BE49-F238E27FC236}">
                <a16:creationId xmlns:a16="http://schemas.microsoft.com/office/drawing/2014/main" id="{351FD043-979B-7EBC-A402-B889A150E9D1}"/>
              </a:ext>
            </a:extLst>
          </p:cNvPr>
          <p:cNvSpPr/>
          <p:nvPr/>
        </p:nvSpPr>
        <p:spPr>
          <a:xfrm>
            <a:off x="6103868" y="2099340"/>
            <a:ext cx="212725" cy="1789369"/>
          </a:xfrm>
          <a:prstGeom prst="lef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58443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43D1F-85CA-53C8-CF9B-A9B204B4D7A4}"/>
            </a:ext>
          </a:extLst>
        </p:cNvPr>
        <p:cNvGrpSpPr/>
        <p:nvPr/>
      </p:nvGrpSpPr>
      <p:grpSpPr>
        <a:xfrm>
          <a:off x="0" y="0"/>
          <a:ext cx="0" cy="0"/>
          <a:chOff x="0" y="0"/>
          <a:chExt cx="0" cy="0"/>
        </a:xfrm>
      </p:grpSpPr>
      <p:grpSp>
        <p:nvGrpSpPr>
          <p:cNvPr id="304" name="Group 303">
            <a:extLst>
              <a:ext uri="{FF2B5EF4-FFF2-40B4-BE49-F238E27FC236}">
                <a16:creationId xmlns:a16="http://schemas.microsoft.com/office/drawing/2014/main" id="{3C14B296-A88A-BF0E-7CD8-17A7AA4303E9}"/>
              </a:ext>
            </a:extLst>
          </p:cNvPr>
          <p:cNvGrpSpPr/>
          <p:nvPr/>
        </p:nvGrpSpPr>
        <p:grpSpPr>
          <a:xfrm>
            <a:off x="6308449" y="4978229"/>
            <a:ext cx="3591582" cy="525922"/>
            <a:chOff x="6254926" y="2452677"/>
            <a:chExt cx="3591582" cy="525922"/>
          </a:xfrm>
        </p:grpSpPr>
        <p:sp>
          <p:nvSpPr>
            <p:cNvPr id="244" name="Freeform: Shape 243">
              <a:extLst>
                <a:ext uri="{FF2B5EF4-FFF2-40B4-BE49-F238E27FC236}">
                  <a16:creationId xmlns:a16="http://schemas.microsoft.com/office/drawing/2014/main" id="{A8D24373-702F-1D6B-3EDD-99145A248A2A}"/>
                </a:ext>
              </a:extLst>
            </p:cNvPr>
            <p:cNvSpPr/>
            <p:nvPr/>
          </p:nvSpPr>
          <p:spPr>
            <a:xfrm>
              <a:off x="6254926" y="2452677"/>
              <a:ext cx="3591582" cy="525922"/>
            </a:xfrm>
            <a:custGeom>
              <a:avLst/>
              <a:gdLst>
                <a:gd name="connsiteX0" fmla="*/ 1427592 w 3591582"/>
                <a:gd name="connsiteY0" fmla="*/ 525922 h 525922"/>
                <a:gd name="connsiteX1" fmla="*/ 57985 w 3591582"/>
                <a:gd name="connsiteY1" fmla="*/ 525922 h 525922"/>
                <a:gd name="connsiteX2" fmla="*/ 38421 w 3591582"/>
                <a:gd name="connsiteY2" fmla="*/ 464810 h 525922"/>
                <a:gd name="connsiteX3" fmla="*/ 603472 w 3591582"/>
                <a:gd name="connsiteY3" fmla="*/ 61112 h 525922"/>
                <a:gd name="connsiteX4" fmla="*/ 794276 w 3591582"/>
                <a:gd name="connsiteY4" fmla="*/ 0 h 525922"/>
                <a:gd name="connsiteX5" fmla="*/ 3533595 w 3591582"/>
                <a:gd name="connsiteY5" fmla="*/ 0 h 525922"/>
                <a:gd name="connsiteX6" fmla="*/ 3553160 w 3591582"/>
                <a:gd name="connsiteY6" fmla="*/ 61112 h 525922"/>
                <a:gd name="connsiteX7" fmla="*/ 2988109 w 3591582"/>
                <a:gd name="connsiteY7" fmla="*/ 464810 h 525922"/>
                <a:gd name="connsiteX8" fmla="*/ 2797304 w 3591582"/>
                <a:gd name="connsiteY8" fmla="*/ 525922 h 525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1582" h="525922">
                  <a:moveTo>
                    <a:pt x="1427592" y="525922"/>
                  </a:moveTo>
                  <a:lnTo>
                    <a:pt x="57985" y="525922"/>
                  </a:lnTo>
                  <a:cubicBezTo>
                    <a:pt x="-12138" y="525922"/>
                    <a:pt x="-18660" y="505551"/>
                    <a:pt x="38421" y="464810"/>
                  </a:cubicBezTo>
                  <a:lnTo>
                    <a:pt x="603472" y="61112"/>
                  </a:lnTo>
                  <a:cubicBezTo>
                    <a:pt x="660555" y="20371"/>
                    <a:pt x="724150" y="0"/>
                    <a:pt x="794276" y="0"/>
                  </a:cubicBezTo>
                  <a:lnTo>
                    <a:pt x="3533595" y="0"/>
                  </a:lnTo>
                  <a:cubicBezTo>
                    <a:pt x="3603722" y="0"/>
                    <a:pt x="3610243" y="20371"/>
                    <a:pt x="3553160" y="61112"/>
                  </a:cubicBezTo>
                  <a:lnTo>
                    <a:pt x="2988109" y="464810"/>
                  </a:lnTo>
                  <a:cubicBezTo>
                    <a:pt x="2931025" y="505551"/>
                    <a:pt x="2867431" y="525922"/>
                    <a:pt x="2797304" y="525922"/>
                  </a:cubicBezTo>
                  <a:close/>
                </a:path>
              </a:pathLst>
            </a:custGeom>
            <a:solidFill>
              <a:srgbClr val="E6FFE6"/>
            </a:solidFill>
            <a:ln w="10515" cap="flat">
              <a:solidFill>
                <a:srgbClr val="45FFE0"/>
              </a:solid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F3CF3F67-97A7-EA10-D193-2269F679D73A}"/>
                </a:ext>
              </a:extLst>
            </p:cNvPr>
            <p:cNvSpPr/>
            <p:nvPr/>
          </p:nvSpPr>
          <p:spPr>
            <a:xfrm>
              <a:off x="9075355" y="2815405"/>
              <a:ext cx="136844" cy="96874"/>
            </a:xfrm>
            <a:custGeom>
              <a:avLst/>
              <a:gdLst>
                <a:gd name="connsiteX0" fmla="*/ 0 w 136844"/>
                <a:gd name="connsiteY0" fmla="*/ 96875 h 96874"/>
                <a:gd name="connsiteX1" fmla="*/ 136845 w 136844"/>
                <a:gd name="connsiteY1" fmla="*/ 0 h 96874"/>
              </a:gdLst>
              <a:ahLst/>
              <a:cxnLst>
                <a:cxn ang="0">
                  <a:pos x="connsiteX0" y="connsiteY0"/>
                </a:cxn>
                <a:cxn ang="0">
                  <a:pos x="connsiteX1" y="connsiteY1"/>
                </a:cxn>
              </a:cxnLst>
              <a:rect l="l" t="t" r="r" b="b"/>
              <a:pathLst>
                <a:path w="136844" h="96874">
                  <a:moveTo>
                    <a:pt x="0" y="96875"/>
                  </a:moveTo>
                  <a:lnTo>
                    <a:pt x="136845" y="0"/>
                  </a:lnTo>
                </a:path>
              </a:pathLst>
            </a:custGeom>
            <a:noFill/>
            <a:ln w="10515" cap="flat">
              <a:solidFill>
                <a:srgbClr val="666666"/>
              </a:solid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D5E18CE-AF40-B1A3-9538-2C7543FCD4E3}"/>
                </a:ext>
              </a:extLst>
            </p:cNvPr>
            <p:cNvSpPr/>
            <p:nvPr/>
          </p:nvSpPr>
          <p:spPr>
            <a:xfrm>
              <a:off x="8276113" y="2589783"/>
              <a:ext cx="441774" cy="299144"/>
            </a:xfrm>
            <a:custGeom>
              <a:avLst/>
              <a:gdLst>
                <a:gd name="connsiteX0" fmla="*/ 0 w 441774"/>
                <a:gd name="connsiteY0" fmla="*/ 299145 h 299144"/>
                <a:gd name="connsiteX1" fmla="*/ 441775 w 441774"/>
                <a:gd name="connsiteY1" fmla="*/ 0 h 299144"/>
              </a:gdLst>
              <a:ahLst/>
              <a:cxnLst>
                <a:cxn ang="0">
                  <a:pos x="connsiteX0" y="connsiteY0"/>
                </a:cxn>
                <a:cxn ang="0">
                  <a:pos x="connsiteX1" y="connsiteY1"/>
                </a:cxn>
              </a:cxnLst>
              <a:rect l="l" t="t" r="r" b="b"/>
              <a:pathLst>
                <a:path w="441774" h="299144">
                  <a:moveTo>
                    <a:pt x="0" y="299145"/>
                  </a:moveTo>
                  <a:lnTo>
                    <a:pt x="441775" y="0"/>
                  </a:lnTo>
                </a:path>
              </a:pathLst>
            </a:custGeom>
            <a:noFill/>
            <a:ln w="10515" cap="flat">
              <a:solidFill>
                <a:srgbClr val="666666"/>
              </a:solidFill>
              <a:prstDash val="solid"/>
              <a:miter/>
            </a:ln>
          </p:spPr>
          <p:txBody>
            <a:bodyPr rtlCol="0" anchor="ctr"/>
            <a:lstStyle/>
            <a:p>
              <a:endParaRPr lang="en-US"/>
            </a:p>
          </p:txBody>
        </p:sp>
        <p:grpSp>
          <p:nvGrpSpPr>
            <p:cNvPr id="303" name="Group 302">
              <a:extLst>
                <a:ext uri="{FF2B5EF4-FFF2-40B4-BE49-F238E27FC236}">
                  <a16:creationId xmlns:a16="http://schemas.microsoft.com/office/drawing/2014/main" id="{D3764061-5912-8BD2-C815-E9B021CDDC09}"/>
                </a:ext>
              </a:extLst>
            </p:cNvPr>
            <p:cNvGrpSpPr/>
            <p:nvPr/>
          </p:nvGrpSpPr>
          <p:grpSpPr>
            <a:xfrm>
              <a:off x="6611357" y="2588077"/>
              <a:ext cx="2923707" cy="331331"/>
              <a:chOff x="6571142" y="2197947"/>
              <a:chExt cx="2923707" cy="331331"/>
            </a:xfrm>
          </p:grpSpPr>
          <p:sp>
            <p:nvSpPr>
              <p:cNvPr id="260" name="Freeform: Shape 259">
                <a:extLst>
                  <a:ext uri="{FF2B5EF4-FFF2-40B4-BE49-F238E27FC236}">
                    <a16:creationId xmlns:a16="http://schemas.microsoft.com/office/drawing/2014/main" id="{1B7EEE7E-2897-27BA-2706-624245F802DB}"/>
                  </a:ext>
                </a:extLst>
              </p:cNvPr>
              <p:cNvSpPr/>
              <p:nvPr/>
            </p:nvSpPr>
            <p:spPr>
              <a:xfrm>
                <a:off x="7520221" y="2197947"/>
                <a:ext cx="300827" cy="206897"/>
              </a:xfrm>
              <a:custGeom>
                <a:avLst/>
                <a:gdLst>
                  <a:gd name="connsiteX0" fmla="*/ 0 w 300827"/>
                  <a:gd name="connsiteY0" fmla="*/ 206898 h 206897"/>
                  <a:gd name="connsiteX1" fmla="*/ 300828 w 300827"/>
                  <a:gd name="connsiteY1" fmla="*/ 0 h 206897"/>
                </a:gdLst>
                <a:ahLst/>
                <a:cxnLst>
                  <a:cxn ang="0">
                    <a:pos x="connsiteX0" y="connsiteY0"/>
                  </a:cxn>
                  <a:cxn ang="0">
                    <a:pos x="connsiteX1" y="connsiteY1"/>
                  </a:cxn>
                </a:cxnLst>
                <a:rect l="l" t="t" r="r" b="b"/>
                <a:pathLst>
                  <a:path w="300827" h="206897">
                    <a:moveTo>
                      <a:pt x="0" y="206898"/>
                    </a:moveTo>
                    <a:lnTo>
                      <a:pt x="300828" y="0"/>
                    </a:lnTo>
                  </a:path>
                </a:pathLst>
              </a:custGeom>
              <a:noFill/>
              <a:ln w="10515" cap="flat">
                <a:solidFill>
                  <a:srgbClr val="666666"/>
                </a:solidFill>
                <a:prstDash val="solid"/>
                <a:miter/>
              </a:ln>
            </p:spPr>
            <p:txBody>
              <a:bodyPr rtlCol="0" anchor="ctr"/>
              <a:lstStyle/>
              <a:p>
                <a:endParaRPr lang="en-US"/>
              </a:p>
            </p:txBody>
          </p:sp>
          <p:grpSp>
            <p:nvGrpSpPr>
              <p:cNvPr id="302" name="Group 301">
                <a:extLst>
                  <a:ext uri="{FF2B5EF4-FFF2-40B4-BE49-F238E27FC236}">
                    <a16:creationId xmlns:a16="http://schemas.microsoft.com/office/drawing/2014/main" id="{A7D4F98E-FFE0-4A3B-FC3B-C6D9AD22063F}"/>
                  </a:ext>
                </a:extLst>
              </p:cNvPr>
              <p:cNvGrpSpPr/>
              <p:nvPr/>
            </p:nvGrpSpPr>
            <p:grpSpPr>
              <a:xfrm>
                <a:off x="6571142" y="2205520"/>
                <a:ext cx="2923707" cy="323758"/>
                <a:chOff x="6571142" y="2205520"/>
                <a:chExt cx="2923707" cy="323758"/>
              </a:xfrm>
            </p:grpSpPr>
            <p:sp>
              <p:nvSpPr>
                <p:cNvPr id="252" name="Freeform: Shape 251">
                  <a:extLst>
                    <a:ext uri="{FF2B5EF4-FFF2-40B4-BE49-F238E27FC236}">
                      <a16:creationId xmlns:a16="http://schemas.microsoft.com/office/drawing/2014/main" id="{76EDF027-BF9E-B75F-F6AE-95CF18B60076}"/>
                    </a:ext>
                  </a:extLst>
                </p:cNvPr>
                <p:cNvSpPr/>
                <p:nvPr/>
              </p:nvSpPr>
              <p:spPr>
                <a:xfrm>
                  <a:off x="7557772" y="2406212"/>
                  <a:ext cx="817598" cy="10518"/>
                </a:xfrm>
                <a:custGeom>
                  <a:avLst/>
                  <a:gdLst>
                    <a:gd name="connsiteX0" fmla="*/ 0 w 817598"/>
                    <a:gd name="connsiteY0" fmla="*/ 0 h 10518"/>
                    <a:gd name="connsiteX1" fmla="*/ 817599 w 817598"/>
                    <a:gd name="connsiteY1" fmla="*/ 0 h 10518"/>
                  </a:gdLst>
                  <a:ahLst/>
                  <a:cxnLst>
                    <a:cxn ang="0">
                      <a:pos x="connsiteX0" y="connsiteY0"/>
                    </a:cxn>
                    <a:cxn ang="0">
                      <a:pos x="connsiteX1" y="connsiteY1"/>
                    </a:cxn>
                  </a:cxnLst>
                  <a:rect l="l" t="t" r="r" b="b"/>
                  <a:pathLst>
                    <a:path w="817598" h="10518">
                      <a:moveTo>
                        <a:pt x="0" y="0"/>
                      </a:moveTo>
                      <a:lnTo>
                        <a:pt x="817599" y="0"/>
                      </a:lnTo>
                    </a:path>
                  </a:pathLst>
                </a:custGeom>
                <a:noFill/>
                <a:ln w="10515" cap="flat">
                  <a:solidFill>
                    <a:srgbClr val="0000FF"/>
                  </a:solid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86BD4564-FF0A-5620-33B3-70F4CEB13C0C}"/>
                    </a:ext>
                  </a:extLst>
                </p:cNvPr>
                <p:cNvSpPr/>
                <p:nvPr/>
              </p:nvSpPr>
              <p:spPr>
                <a:xfrm>
                  <a:off x="6871444" y="2206467"/>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10515" cap="flat">
                  <a:solidFill>
                    <a:srgbClr val="0000FF"/>
                  </a:solid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ACC2AD42-8024-61B1-0F03-ED6B50BDD5A8}"/>
                    </a:ext>
                  </a:extLst>
                </p:cNvPr>
                <p:cNvSpPr/>
                <p:nvPr/>
              </p:nvSpPr>
              <p:spPr>
                <a:xfrm>
                  <a:off x="6713457" y="2306287"/>
                  <a:ext cx="997043" cy="10518"/>
                </a:xfrm>
                <a:custGeom>
                  <a:avLst/>
                  <a:gdLst>
                    <a:gd name="connsiteX0" fmla="*/ 0 w 997043"/>
                    <a:gd name="connsiteY0" fmla="*/ 0 h 10518"/>
                    <a:gd name="connsiteX1" fmla="*/ 997043 w 997043"/>
                    <a:gd name="connsiteY1" fmla="*/ 0 h 10518"/>
                  </a:gdLst>
                  <a:ahLst/>
                  <a:cxnLst>
                    <a:cxn ang="0">
                      <a:pos x="connsiteX0" y="connsiteY0"/>
                    </a:cxn>
                    <a:cxn ang="0">
                      <a:pos x="connsiteX1" y="connsiteY1"/>
                    </a:cxn>
                  </a:cxnLst>
                  <a:rect l="l" t="t" r="r" b="b"/>
                  <a:pathLst>
                    <a:path w="997043" h="10518">
                      <a:moveTo>
                        <a:pt x="0" y="0"/>
                      </a:moveTo>
                      <a:lnTo>
                        <a:pt x="997043" y="0"/>
                      </a:lnTo>
                    </a:path>
                  </a:pathLst>
                </a:custGeom>
                <a:noFill/>
                <a:ln w="10515" cap="flat">
                  <a:solidFill>
                    <a:srgbClr val="0000FF"/>
                  </a:solid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B9DC31A9-1D3A-0B21-9385-98D40C788733}"/>
                    </a:ext>
                  </a:extLst>
                </p:cNvPr>
                <p:cNvSpPr/>
                <p:nvPr/>
              </p:nvSpPr>
              <p:spPr>
                <a:xfrm>
                  <a:off x="6571142" y="2405055"/>
                  <a:ext cx="984105" cy="10518"/>
                </a:xfrm>
                <a:custGeom>
                  <a:avLst/>
                  <a:gdLst>
                    <a:gd name="connsiteX0" fmla="*/ 0 w 984105"/>
                    <a:gd name="connsiteY0" fmla="*/ 0 h 10518"/>
                    <a:gd name="connsiteX1" fmla="*/ 984106 w 984105"/>
                    <a:gd name="connsiteY1" fmla="*/ 0 h 10518"/>
                  </a:gdLst>
                  <a:ahLst/>
                  <a:cxnLst>
                    <a:cxn ang="0">
                      <a:pos x="connsiteX0" y="connsiteY0"/>
                    </a:cxn>
                    <a:cxn ang="0">
                      <a:pos x="connsiteX1" y="connsiteY1"/>
                    </a:cxn>
                  </a:cxnLst>
                  <a:rect l="l" t="t" r="r" b="b"/>
                  <a:pathLst>
                    <a:path w="984105" h="10518">
                      <a:moveTo>
                        <a:pt x="0" y="0"/>
                      </a:moveTo>
                      <a:lnTo>
                        <a:pt x="984106" y="0"/>
                      </a:lnTo>
                    </a:path>
                  </a:pathLst>
                </a:custGeom>
                <a:noFill/>
                <a:ln w="10515" cap="flat">
                  <a:solidFill>
                    <a:srgbClr val="0000FF"/>
                  </a:solid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3E2FCAFD-72FF-810C-6C05-AFA5E2981FEB}"/>
                    </a:ext>
                  </a:extLst>
                </p:cNvPr>
                <p:cNvSpPr/>
                <p:nvPr/>
              </p:nvSpPr>
              <p:spPr>
                <a:xfrm>
                  <a:off x="7859967" y="2207624"/>
                  <a:ext cx="794984" cy="10518"/>
                </a:xfrm>
                <a:custGeom>
                  <a:avLst/>
                  <a:gdLst>
                    <a:gd name="connsiteX0" fmla="*/ 0 w 794984"/>
                    <a:gd name="connsiteY0" fmla="*/ 0 h 10518"/>
                    <a:gd name="connsiteX1" fmla="*/ 794984 w 794984"/>
                    <a:gd name="connsiteY1" fmla="*/ 0 h 10518"/>
                  </a:gdLst>
                  <a:ahLst/>
                  <a:cxnLst>
                    <a:cxn ang="0">
                      <a:pos x="connsiteX0" y="connsiteY0"/>
                    </a:cxn>
                    <a:cxn ang="0">
                      <a:pos x="connsiteX1" y="connsiteY1"/>
                    </a:cxn>
                  </a:cxnLst>
                  <a:rect l="l" t="t" r="r" b="b"/>
                  <a:pathLst>
                    <a:path w="794984" h="10518">
                      <a:moveTo>
                        <a:pt x="0" y="0"/>
                      </a:moveTo>
                      <a:lnTo>
                        <a:pt x="794984" y="0"/>
                      </a:lnTo>
                    </a:path>
                  </a:pathLst>
                </a:custGeom>
                <a:noFill/>
                <a:ln w="10515" cap="flat">
                  <a:solidFill>
                    <a:srgbClr val="0000FF"/>
                  </a:solid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7EE015A-9D79-E422-D7F3-7EEAD245DDC3}"/>
                    </a:ext>
                  </a:extLst>
                </p:cNvPr>
                <p:cNvSpPr/>
                <p:nvPr/>
              </p:nvSpPr>
              <p:spPr>
                <a:xfrm>
                  <a:off x="7712709" y="2307549"/>
                  <a:ext cx="805081" cy="10518"/>
                </a:xfrm>
                <a:custGeom>
                  <a:avLst/>
                  <a:gdLst>
                    <a:gd name="connsiteX0" fmla="*/ 0 w 805081"/>
                    <a:gd name="connsiteY0" fmla="*/ 0 h 10518"/>
                    <a:gd name="connsiteX1" fmla="*/ 805082 w 805081"/>
                    <a:gd name="connsiteY1" fmla="*/ 0 h 10518"/>
                  </a:gdLst>
                  <a:ahLst/>
                  <a:cxnLst>
                    <a:cxn ang="0">
                      <a:pos x="connsiteX0" y="connsiteY0"/>
                    </a:cxn>
                    <a:cxn ang="0">
                      <a:pos x="connsiteX1" y="connsiteY1"/>
                    </a:cxn>
                  </a:cxnLst>
                  <a:rect l="l" t="t" r="r" b="b"/>
                  <a:pathLst>
                    <a:path w="805081" h="10518">
                      <a:moveTo>
                        <a:pt x="0" y="0"/>
                      </a:moveTo>
                      <a:lnTo>
                        <a:pt x="805082" y="0"/>
                      </a:lnTo>
                    </a:path>
                  </a:pathLst>
                </a:custGeom>
                <a:noFill/>
                <a:ln w="10515" cap="flat">
                  <a:solidFill>
                    <a:srgbClr val="0000FF"/>
                  </a:solid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FE7FD4F8-AC1F-8C42-AD2B-E90DFF9449E4}"/>
                    </a:ext>
                  </a:extLst>
                </p:cNvPr>
                <p:cNvSpPr/>
                <p:nvPr/>
              </p:nvSpPr>
              <p:spPr>
                <a:xfrm>
                  <a:off x="7804430" y="2502982"/>
                  <a:ext cx="593661" cy="3471"/>
                </a:xfrm>
                <a:custGeom>
                  <a:avLst/>
                  <a:gdLst>
                    <a:gd name="connsiteX0" fmla="*/ 0 w 593661"/>
                    <a:gd name="connsiteY0" fmla="*/ 0 h 3471"/>
                    <a:gd name="connsiteX1" fmla="*/ 593661 w 593661"/>
                    <a:gd name="connsiteY1" fmla="*/ 3471 h 3471"/>
                  </a:gdLst>
                  <a:ahLst/>
                  <a:cxnLst>
                    <a:cxn ang="0">
                      <a:pos x="connsiteX0" y="connsiteY0"/>
                    </a:cxn>
                    <a:cxn ang="0">
                      <a:pos x="connsiteX1" y="connsiteY1"/>
                    </a:cxn>
                  </a:cxnLst>
                  <a:rect l="l" t="t" r="r" b="b"/>
                  <a:pathLst>
                    <a:path w="593661" h="3471">
                      <a:moveTo>
                        <a:pt x="0" y="0"/>
                      </a:moveTo>
                      <a:lnTo>
                        <a:pt x="593661" y="3471"/>
                      </a:lnTo>
                    </a:path>
                  </a:pathLst>
                </a:custGeom>
                <a:noFill/>
                <a:ln w="10515" cap="flat">
                  <a:solidFill>
                    <a:srgbClr val="0000FF"/>
                  </a:solid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1512B304-0D22-1CFD-7DEC-EEBA9B2EE43B}"/>
                    </a:ext>
                  </a:extLst>
                </p:cNvPr>
                <p:cNvSpPr/>
                <p:nvPr/>
              </p:nvSpPr>
              <p:spPr>
                <a:xfrm>
                  <a:off x="7491822" y="2402022"/>
                  <a:ext cx="320497" cy="100987"/>
                </a:xfrm>
                <a:custGeom>
                  <a:avLst/>
                  <a:gdLst>
                    <a:gd name="connsiteX0" fmla="*/ 0 w 320497"/>
                    <a:gd name="connsiteY0" fmla="*/ 88 h 100987"/>
                    <a:gd name="connsiteX1" fmla="*/ 142420 w 320497"/>
                    <a:gd name="connsiteY1" fmla="*/ 51207 h 100987"/>
                    <a:gd name="connsiteX2" fmla="*/ 320497 w 320497"/>
                    <a:gd name="connsiteY2" fmla="*/ 100749 h 100987"/>
                  </a:gdLst>
                  <a:ahLst/>
                  <a:cxnLst>
                    <a:cxn ang="0">
                      <a:pos x="connsiteX0" y="connsiteY0"/>
                    </a:cxn>
                    <a:cxn ang="0">
                      <a:pos x="connsiteX1" y="connsiteY1"/>
                    </a:cxn>
                    <a:cxn ang="0">
                      <a:pos x="connsiteX2" y="connsiteY2"/>
                    </a:cxn>
                  </a:cxnLst>
                  <a:rect l="l" t="t" r="r" b="b"/>
                  <a:pathLst>
                    <a:path w="320497" h="100987">
                      <a:moveTo>
                        <a:pt x="0" y="88"/>
                      </a:moveTo>
                      <a:cubicBezTo>
                        <a:pt x="55401" y="-1385"/>
                        <a:pt x="102870" y="15655"/>
                        <a:pt x="142420" y="51207"/>
                      </a:cubicBezTo>
                      <a:cubicBezTo>
                        <a:pt x="182043" y="86689"/>
                        <a:pt x="241398" y="103203"/>
                        <a:pt x="320497" y="100749"/>
                      </a:cubicBezTo>
                    </a:path>
                  </a:pathLst>
                </a:custGeom>
                <a:noFill/>
                <a:ln w="10515" cap="flat">
                  <a:solidFill>
                    <a:srgbClr val="0000FF"/>
                  </a:solid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89F4D5B0-1FDE-B5E1-F56C-0BBD1CEE88B6}"/>
                    </a:ext>
                  </a:extLst>
                </p:cNvPr>
                <p:cNvSpPr/>
                <p:nvPr/>
              </p:nvSpPr>
              <p:spPr>
                <a:xfrm>
                  <a:off x="8390202" y="2404214"/>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10515" cap="flat">
                  <a:solidFill>
                    <a:srgbClr val="0000FF"/>
                  </a:solid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978EDDFD-E4BB-5B85-9762-DF931F49627E}"/>
                    </a:ext>
                  </a:extLst>
                </p:cNvPr>
                <p:cNvSpPr/>
                <p:nvPr/>
              </p:nvSpPr>
              <p:spPr>
                <a:xfrm>
                  <a:off x="8564282" y="2404319"/>
                  <a:ext cx="599762" cy="26927"/>
                </a:xfrm>
                <a:custGeom>
                  <a:avLst/>
                  <a:gdLst>
                    <a:gd name="connsiteX0" fmla="*/ 0 w 599762"/>
                    <a:gd name="connsiteY0" fmla="*/ 0 h 26927"/>
                    <a:gd name="connsiteX1" fmla="*/ 599762 w 599762"/>
                    <a:gd name="connsiteY1" fmla="*/ 26927 h 26927"/>
                  </a:gdLst>
                  <a:ahLst/>
                  <a:cxnLst>
                    <a:cxn ang="0">
                      <a:pos x="connsiteX0" y="connsiteY0"/>
                    </a:cxn>
                    <a:cxn ang="0">
                      <a:pos x="connsiteX1" y="connsiteY1"/>
                    </a:cxn>
                  </a:cxnLst>
                  <a:rect l="l" t="t" r="r" b="b"/>
                  <a:pathLst>
                    <a:path w="599762" h="26927">
                      <a:moveTo>
                        <a:pt x="0" y="0"/>
                      </a:moveTo>
                      <a:lnTo>
                        <a:pt x="599762" y="26927"/>
                      </a:lnTo>
                    </a:path>
                  </a:pathLst>
                </a:custGeom>
                <a:noFill/>
                <a:ln w="10515" cap="flat">
                  <a:solidFill>
                    <a:srgbClr val="0000FF"/>
                  </a:solid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29A5AC09-BD86-4BCA-03BC-DE586938FADC}"/>
                    </a:ext>
                  </a:extLst>
                </p:cNvPr>
                <p:cNvSpPr/>
                <p:nvPr/>
              </p:nvSpPr>
              <p:spPr>
                <a:xfrm>
                  <a:off x="8390202" y="2506453"/>
                  <a:ext cx="642466" cy="22825"/>
                </a:xfrm>
                <a:custGeom>
                  <a:avLst/>
                  <a:gdLst>
                    <a:gd name="connsiteX0" fmla="*/ 0 w 642466"/>
                    <a:gd name="connsiteY0" fmla="*/ 0 h 22825"/>
                    <a:gd name="connsiteX1" fmla="*/ 642467 w 642466"/>
                    <a:gd name="connsiteY1" fmla="*/ 22825 h 22825"/>
                  </a:gdLst>
                  <a:ahLst/>
                  <a:cxnLst>
                    <a:cxn ang="0">
                      <a:pos x="connsiteX0" y="connsiteY0"/>
                    </a:cxn>
                    <a:cxn ang="0">
                      <a:pos x="connsiteX1" y="connsiteY1"/>
                    </a:cxn>
                  </a:cxnLst>
                  <a:rect l="l" t="t" r="r" b="b"/>
                  <a:pathLst>
                    <a:path w="642466" h="22825">
                      <a:moveTo>
                        <a:pt x="0" y="0"/>
                      </a:moveTo>
                      <a:lnTo>
                        <a:pt x="642467" y="22825"/>
                      </a:lnTo>
                    </a:path>
                  </a:pathLst>
                </a:custGeom>
                <a:noFill/>
                <a:ln w="10515" cap="flat">
                  <a:solidFill>
                    <a:srgbClr val="0000FF"/>
                  </a:solid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578D6893-8634-C17E-9428-04B768646AC3}"/>
                    </a:ext>
                  </a:extLst>
                </p:cNvPr>
                <p:cNvSpPr/>
                <p:nvPr/>
              </p:nvSpPr>
              <p:spPr>
                <a:xfrm>
                  <a:off x="8540511" y="2305551"/>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3AF5AF5-4D4A-5492-AAF6-FBB6152E8C48}"/>
                    </a:ext>
                  </a:extLst>
                </p:cNvPr>
                <p:cNvSpPr/>
                <p:nvPr/>
              </p:nvSpPr>
              <p:spPr>
                <a:xfrm>
                  <a:off x="6571142" y="2205520"/>
                  <a:ext cx="300722" cy="200376"/>
                </a:xfrm>
                <a:custGeom>
                  <a:avLst/>
                  <a:gdLst>
                    <a:gd name="connsiteX0" fmla="*/ 0 w 300722"/>
                    <a:gd name="connsiteY0" fmla="*/ 200376 h 200376"/>
                    <a:gd name="connsiteX1" fmla="*/ 300722 w 300722"/>
                    <a:gd name="connsiteY1" fmla="*/ 0 h 200376"/>
                  </a:gdLst>
                  <a:ahLst/>
                  <a:cxnLst>
                    <a:cxn ang="0">
                      <a:pos x="connsiteX0" y="connsiteY0"/>
                    </a:cxn>
                    <a:cxn ang="0">
                      <a:pos x="connsiteX1" y="connsiteY1"/>
                    </a:cxn>
                  </a:cxnLst>
                  <a:rect l="l" t="t" r="r" b="b"/>
                  <a:pathLst>
                    <a:path w="300722" h="200376">
                      <a:moveTo>
                        <a:pt x="0" y="200376"/>
                      </a:moveTo>
                      <a:lnTo>
                        <a:pt x="300722" y="0"/>
                      </a:lnTo>
                    </a:path>
                  </a:pathLst>
                </a:custGeom>
                <a:noFill/>
                <a:ln w="10515" cap="flat">
                  <a:solidFill>
                    <a:srgbClr val="0000FF"/>
                  </a:solid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956FF114-EF9E-F0D9-2CC8-FE4AB6D8280A}"/>
                    </a:ext>
                  </a:extLst>
                </p:cNvPr>
                <p:cNvSpPr/>
                <p:nvPr/>
              </p:nvSpPr>
              <p:spPr>
                <a:xfrm>
                  <a:off x="8679565" y="2206467"/>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grpSp>
        </p:grpSp>
        <p:sp>
          <p:nvSpPr>
            <p:cNvPr id="262" name="Freeform: Shape 261">
              <a:extLst>
                <a:ext uri="{FF2B5EF4-FFF2-40B4-BE49-F238E27FC236}">
                  <a16:creationId xmlns:a16="http://schemas.microsoft.com/office/drawing/2014/main" id="{76249426-A790-75F5-9E0C-6D538077CC27}"/>
                </a:ext>
              </a:extLst>
            </p:cNvPr>
            <p:cNvSpPr/>
            <p:nvPr/>
          </p:nvSpPr>
          <p:spPr>
            <a:xfrm>
              <a:off x="9251749" y="2591677"/>
              <a:ext cx="305034" cy="201428"/>
            </a:xfrm>
            <a:custGeom>
              <a:avLst/>
              <a:gdLst>
                <a:gd name="connsiteX0" fmla="*/ 0 w 305034"/>
                <a:gd name="connsiteY0" fmla="*/ 201428 h 201428"/>
                <a:gd name="connsiteX1" fmla="*/ 305035 w 305034"/>
                <a:gd name="connsiteY1" fmla="*/ 0 h 201428"/>
              </a:gdLst>
              <a:ahLst/>
              <a:cxnLst>
                <a:cxn ang="0">
                  <a:pos x="connsiteX0" y="connsiteY0"/>
                </a:cxn>
                <a:cxn ang="0">
                  <a:pos x="connsiteX1" y="connsiteY1"/>
                </a:cxn>
              </a:cxnLst>
              <a:rect l="l" t="t" r="r" b="b"/>
              <a:pathLst>
                <a:path w="305034" h="201428">
                  <a:moveTo>
                    <a:pt x="0" y="201428"/>
                  </a:moveTo>
                  <a:lnTo>
                    <a:pt x="305035" y="0"/>
                  </a:lnTo>
                </a:path>
              </a:pathLst>
            </a:custGeom>
            <a:noFill/>
            <a:ln w="10515" cap="flat">
              <a:solidFill>
                <a:srgbClr val="666666"/>
              </a:solidFill>
              <a:prstDash val="solid"/>
              <a:miter/>
            </a:ln>
          </p:spPr>
          <p:txBody>
            <a:bodyPr rtlCol="0" anchor="ctr"/>
            <a:lstStyle/>
            <a:p>
              <a:endParaRPr lang="en-US"/>
            </a:p>
          </p:txBody>
        </p:sp>
      </p:grpSp>
      <p:sp>
        <p:nvSpPr>
          <p:cNvPr id="3903" name="Freeform: Shape 3902">
            <a:extLst>
              <a:ext uri="{FF2B5EF4-FFF2-40B4-BE49-F238E27FC236}">
                <a16:creationId xmlns:a16="http://schemas.microsoft.com/office/drawing/2014/main" id="{873F7B07-F7D9-66D5-AEF2-4F7878BCE325}"/>
              </a:ext>
            </a:extLst>
          </p:cNvPr>
          <p:cNvSpPr/>
          <p:nvPr/>
        </p:nvSpPr>
        <p:spPr>
          <a:xfrm>
            <a:off x="6371245" y="4468282"/>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5" name="Freeform: Shape 3864">
            <a:extLst>
              <a:ext uri="{FF2B5EF4-FFF2-40B4-BE49-F238E27FC236}">
                <a16:creationId xmlns:a16="http://schemas.microsoft.com/office/drawing/2014/main" id="{35017284-147D-A42F-59FC-754ED77DF52C}"/>
              </a:ext>
            </a:extLst>
          </p:cNvPr>
          <p:cNvSpPr/>
          <p:nvPr/>
        </p:nvSpPr>
        <p:spPr>
          <a:xfrm>
            <a:off x="6461533" y="385822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4" name="Freeform: Shape 3863">
            <a:extLst>
              <a:ext uri="{FF2B5EF4-FFF2-40B4-BE49-F238E27FC236}">
                <a16:creationId xmlns:a16="http://schemas.microsoft.com/office/drawing/2014/main" id="{C46A86AB-CCC9-5B0C-42E4-176B9B033821}"/>
              </a:ext>
            </a:extLst>
          </p:cNvPr>
          <p:cNvSpPr/>
          <p:nvPr/>
        </p:nvSpPr>
        <p:spPr>
          <a:xfrm>
            <a:off x="6511881" y="3085861"/>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3863" name="Freeform: Shape 3862">
            <a:extLst>
              <a:ext uri="{FF2B5EF4-FFF2-40B4-BE49-F238E27FC236}">
                <a16:creationId xmlns:a16="http://schemas.microsoft.com/office/drawing/2014/main" id="{85F5951B-2945-46A3-7E74-559CC1205150}"/>
              </a:ext>
            </a:extLst>
          </p:cNvPr>
          <p:cNvSpPr/>
          <p:nvPr/>
        </p:nvSpPr>
        <p:spPr>
          <a:xfrm>
            <a:off x="6345000" y="221385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317E6D56-BAC4-E8D3-0001-40B301A5F1F7}"/>
              </a:ext>
            </a:extLst>
          </p:cNvPr>
          <p:cNvSpPr>
            <a:spLocks noGrp="1"/>
          </p:cNvSpPr>
          <p:nvPr>
            <p:ph type="title"/>
          </p:nvPr>
        </p:nvSpPr>
        <p:spPr>
          <a:xfrm>
            <a:off x="393444" y="487518"/>
            <a:ext cx="10515600" cy="589807"/>
          </a:xfrm>
        </p:spPr>
        <p:txBody>
          <a:bodyPr>
            <a:normAutofit fontScale="90000"/>
          </a:bodyPr>
          <a:lstStyle/>
          <a:p>
            <a:r>
              <a:rPr lang="en-US" sz="2900" dirty="0">
                <a:latin typeface="Arial" panose="020B0604020202020204" pitchFamily="34" charset="0"/>
                <a:cs typeface="Arial" panose="020B0604020202020204" pitchFamily="34" charset="0"/>
              </a:rPr>
              <a:t>The purpose of this presentation is to summarize the processes used to convert algebraic objects into road definitions, </a:t>
            </a:r>
            <a:r>
              <a:rPr lang="en-US" sz="2900" dirty="0" err="1">
                <a:latin typeface="Arial" panose="020B0604020202020204" pitchFamily="34" charset="0"/>
                <a:cs typeface="Arial" panose="020B0604020202020204" pitchFamily="34" charset="0"/>
              </a:rPr>
              <a:t>namly</a:t>
            </a:r>
            <a:r>
              <a:rPr lang="en-US" sz="2900" dirty="0">
                <a:latin typeface="Arial" panose="020B0604020202020204" pitchFamily="34" charset="0"/>
                <a:cs typeface="Arial" panose="020B0604020202020204" pitchFamily="34" charset="0"/>
              </a:rPr>
              <a:t> the ASAM OpenDRIVE format</a:t>
            </a:r>
          </a:p>
        </p:txBody>
      </p:sp>
      <p:sp>
        <p:nvSpPr>
          <p:cNvPr id="3" name="Slide Number Placeholder 2">
            <a:extLst>
              <a:ext uri="{FF2B5EF4-FFF2-40B4-BE49-F238E27FC236}">
                <a16:creationId xmlns:a16="http://schemas.microsoft.com/office/drawing/2014/main" id="{476EED9E-012C-BE43-06CE-639AA49FD336}"/>
              </a:ext>
            </a:extLst>
          </p:cNvPr>
          <p:cNvSpPr>
            <a:spLocks noGrp="1"/>
          </p:cNvSpPr>
          <p:nvPr>
            <p:ph type="sldNum" sz="quarter" idx="12"/>
          </p:nvPr>
        </p:nvSpPr>
        <p:spPr/>
        <p:txBody>
          <a:bodyPr/>
          <a:lstStyle/>
          <a:p>
            <a:fld id="{DD1E3BA7-F027-4483-A606-0FB7B944A800}" type="slidenum">
              <a:rPr lang="en-US" smtClean="0"/>
              <a:pPr/>
              <a:t>5</a:t>
            </a:fld>
            <a:r>
              <a:rPr lang="en-US"/>
              <a:t>/48</a:t>
            </a:r>
            <a:endParaRPr lang="en-US" dirty="0"/>
          </a:p>
        </p:txBody>
      </p:sp>
      <p:sp>
        <p:nvSpPr>
          <p:cNvPr id="243" name="TextBox 242">
            <a:extLst>
              <a:ext uri="{FF2B5EF4-FFF2-40B4-BE49-F238E27FC236}">
                <a16:creationId xmlns:a16="http://schemas.microsoft.com/office/drawing/2014/main" id="{C672F668-CB28-2951-6008-9FC8B299689B}"/>
              </a:ext>
            </a:extLst>
          </p:cNvPr>
          <p:cNvSpPr txBox="1"/>
          <p:nvPr/>
        </p:nvSpPr>
        <p:spPr>
          <a:xfrm>
            <a:off x="6623088" y="1554048"/>
            <a:ext cx="3747949" cy="369332"/>
          </a:xfrm>
          <a:prstGeom prst="rect">
            <a:avLst/>
          </a:prstGeom>
          <a:noFill/>
        </p:spPr>
        <p:txBody>
          <a:bodyPr wrap="none" rtlCol="0">
            <a:spAutoFit/>
          </a:bodyPr>
          <a:lstStyle/>
          <a:p>
            <a:r>
              <a:rPr lang="en-US" dirty="0"/>
              <a:t>Mapping data conversion architecture</a:t>
            </a:r>
          </a:p>
        </p:txBody>
      </p:sp>
      <p:grpSp>
        <p:nvGrpSpPr>
          <p:cNvPr id="3737" name="Group 3736">
            <a:extLst>
              <a:ext uri="{FF2B5EF4-FFF2-40B4-BE49-F238E27FC236}">
                <a16:creationId xmlns:a16="http://schemas.microsoft.com/office/drawing/2014/main" id="{2E8A6527-BF5E-AADB-B4B2-C1B3BFA9AEF8}"/>
              </a:ext>
            </a:extLst>
          </p:cNvPr>
          <p:cNvGrpSpPr/>
          <p:nvPr/>
        </p:nvGrpSpPr>
        <p:grpSpPr>
          <a:xfrm>
            <a:off x="6568714" y="2146268"/>
            <a:ext cx="3287047" cy="758679"/>
            <a:chOff x="6568714" y="2146268"/>
            <a:chExt cx="3287047" cy="758679"/>
          </a:xfrm>
        </p:grpSpPr>
        <p:sp>
          <p:nvSpPr>
            <p:cNvPr id="1900" name="Freeform: Shape 1899">
              <a:extLst>
                <a:ext uri="{FF2B5EF4-FFF2-40B4-BE49-F238E27FC236}">
                  <a16:creationId xmlns:a16="http://schemas.microsoft.com/office/drawing/2014/main" id="{2BA8686D-CC35-139E-7A1C-2128CCAF8D7D}"/>
                </a:ext>
              </a:extLst>
            </p:cNvPr>
            <p:cNvSpPr/>
            <p:nvPr/>
          </p:nvSpPr>
          <p:spPr>
            <a:xfrm>
              <a:off x="6903096" y="242046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rgbClr val="FFFFFF"/>
              </a:solidFill>
              <a:custDash>
                <a:ds d="675000" sp="675000"/>
              </a:custDash>
              <a:miter/>
            </a:ln>
          </p:spPr>
          <p:txBody>
            <a:bodyPr rtlCol="0" anchor="ctr"/>
            <a:lstStyle/>
            <a:p>
              <a:endParaRPr lang="en-US"/>
            </a:p>
          </p:txBody>
        </p:sp>
        <p:sp>
          <p:nvSpPr>
            <p:cNvPr id="1901" name="Freeform: Shape 1900">
              <a:extLst>
                <a:ext uri="{FF2B5EF4-FFF2-40B4-BE49-F238E27FC236}">
                  <a16:creationId xmlns:a16="http://schemas.microsoft.com/office/drawing/2014/main" id="{ECD854DF-39A4-8829-74CA-4F76A803DC1C}"/>
                </a:ext>
              </a:extLst>
            </p:cNvPr>
            <p:cNvSpPr/>
            <p:nvPr/>
          </p:nvSpPr>
          <p:spPr>
            <a:xfrm>
              <a:off x="6761728" y="257887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rgbClr val="FFFFFF"/>
              </a:solidFill>
              <a:prstDash val="solid"/>
              <a:miter/>
            </a:ln>
          </p:spPr>
          <p:txBody>
            <a:bodyPr rtlCol="0" anchor="ctr"/>
            <a:lstStyle/>
            <a:p>
              <a:endParaRPr lang="en-US"/>
            </a:p>
          </p:txBody>
        </p:sp>
        <p:sp>
          <p:nvSpPr>
            <p:cNvPr id="1902" name="Freeform: Shape 1901">
              <a:extLst>
                <a:ext uri="{FF2B5EF4-FFF2-40B4-BE49-F238E27FC236}">
                  <a16:creationId xmlns:a16="http://schemas.microsoft.com/office/drawing/2014/main" id="{341CB28F-4F73-8B66-D500-DB430B88C99F}"/>
                </a:ext>
              </a:extLst>
            </p:cNvPr>
            <p:cNvSpPr/>
            <p:nvPr/>
          </p:nvSpPr>
          <p:spPr>
            <a:xfrm>
              <a:off x="8062334" y="275169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rgbClr val="FFFFFF"/>
              </a:solidFill>
              <a:prstDash val="solid"/>
              <a:miter/>
            </a:ln>
          </p:spPr>
          <p:txBody>
            <a:bodyPr rtlCol="0" anchor="ctr"/>
            <a:lstStyle/>
            <a:p>
              <a:endParaRPr lang="en-US"/>
            </a:p>
          </p:txBody>
        </p:sp>
        <p:sp>
          <p:nvSpPr>
            <p:cNvPr id="1903" name="Freeform: Shape 1902">
              <a:extLst>
                <a:ext uri="{FF2B5EF4-FFF2-40B4-BE49-F238E27FC236}">
                  <a16:creationId xmlns:a16="http://schemas.microsoft.com/office/drawing/2014/main" id="{C0C5443A-F3C6-106B-CFDF-76C5424DE823}"/>
                </a:ext>
              </a:extLst>
            </p:cNvPr>
            <p:cNvSpPr/>
            <p:nvPr/>
          </p:nvSpPr>
          <p:spPr>
            <a:xfrm>
              <a:off x="7721431" y="257887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rgbClr val="FFFFFF"/>
              </a:solidFill>
              <a:prstDash val="solid"/>
              <a:miter/>
            </a:ln>
          </p:spPr>
          <p:txBody>
            <a:bodyPr rtlCol="0" anchor="ctr"/>
            <a:lstStyle/>
            <a:p>
              <a:endParaRPr lang="en-US"/>
            </a:p>
          </p:txBody>
        </p:sp>
        <p:sp>
          <p:nvSpPr>
            <p:cNvPr id="1904" name="Freeform: Shape 1903">
              <a:extLst>
                <a:ext uri="{FF2B5EF4-FFF2-40B4-BE49-F238E27FC236}">
                  <a16:creationId xmlns:a16="http://schemas.microsoft.com/office/drawing/2014/main" id="{CC5B7A94-D896-15E9-D20E-DD3464EE293B}"/>
                </a:ext>
              </a:extLst>
            </p:cNvPr>
            <p:cNvSpPr/>
            <p:nvPr/>
          </p:nvSpPr>
          <p:spPr>
            <a:xfrm>
              <a:off x="7818727" y="258602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rgbClr val="FFFFFF"/>
              </a:solidFill>
              <a:custDash>
                <a:ds d="675000" sp="675000"/>
              </a:custDash>
              <a:miter/>
            </a:ln>
          </p:spPr>
          <p:txBody>
            <a:bodyPr rtlCol="0" anchor="ctr"/>
            <a:lstStyle/>
            <a:p>
              <a:endParaRPr lang="en-US"/>
            </a:p>
          </p:txBody>
        </p:sp>
        <p:sp>
          <p:nvSpPr>
            <p:cNvPr id="1905" name="Freeform: Shape 1904">
              <a:extLst>
                <a:ext uri="{FF2B5EF4-FFF2-40B4-BE49-F238E27FC236}">
                  <a16:creationId xmlns:a16="http://schemas.microsoft.com/office/drawing/2014/main" id="{11F7F4C0-96C5-7509-74DD-1EA11B0A93F8}"/>
                </a:ext>
              </a:extLst>
            </p:cNvPr>
            <p:cNvSpPr/>
            <p:nvPr/>
          </p:nvSpPr>
          <p:spPr>
            <a:xfrm>
              <a:off x="8701645" y="258602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rgbClr val="FFFFFF"/>
              </a:solidFill>
              <a:prstDash val="solid"/>
              <a:miter/>
            </a:ln>
          </p:spPr>
          <p:txBody>
            <a:bodyPr rtlCol="0" anchor="ctr"/>
            <a:lstStyle/>
            <a:p>
              <a:endParaRPr lang="en-US"/>
            </a:p>
          </p:txBody>
        </p:sp>
        <p:sp>
          <p:nvSpPr>
            <p:cNvPr id="1906" name="Freeform: Shape 1905">
              <a:extLst>
                <a:ext uri="{FF2B5EF4-FFF2-40B4-BE49-F238E27FC236}">
                  <a16:creationId xmlns:a16="http://schemas.microsoft.com/office/drawing/2014/main" id="{42AA69C3-85BD-036C-3041-2044FBF10FC8}"/>
                </a:ext>
              </a:extLst>
            </p:cNvPr>
            <p:cNvSpPr/>
            <p:nvPr/>
          </p:nvSpPr>
          <p:spPr>
            <a:xfrm>
              <a:off x="8889189" y="258623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rgbClr val="FFFFFF"/>
              </a:solidFill>
              <a:prstDash val="solid"/>
              <a:miter/>
            </a:ln>
          </p:spPr>
          <p:txBody>
            <a:bodyPr rtlCol="0" anchor="ctr"/>
            <a:lstStyle/>
            <a:p>
              <a:endParaRPr lang="en-US"/>
            </a:p>
          </p:txBody>
        </p:sp>
        <p:sp>
          <p:nvSpPr>
            <p:cNvPr id="1907" name="Freeform: Shape 1906">
              <a:extLst>
                <a:ext uri="{FF2B5EF4-FFF2-40B4-BE49-F238E27FC236}">
                  <a16:creationId xmlns:a16="http://schemas.microsoft.com/office/drawing/2014/main" id="{AA6C497A-79C0-6E54-B6FC-5C9DFE24F84E}"/>
                </a:ext>
              </a:extLst>
            </p:cNvPr>
            <p:cNvSpPr/>
            <p:nvPr/>
          </p:nvSpPr>
          <p:spPr>
            <a:xfrm>
              <a:off x="8701645" y="275768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rgbClr val="FFFFFF"/>
              </a:solidFill>
              <a:prstDash val="solid"/>
              <a:miter/>
            </a:ln>
          </p:spPr>
          <p:txBody>
            <a:bodyPr rtlCol="0" anchor="ctr"/>
            <a:lstStyle/>
            <a:p>
              <a:endParaRPr lang="en-US"/>
            </a:p>
          </p:txBody>
        </p:sp>
        <p:sp>
          <p:nvSpPr>
            <p:cNvPr id="1908" name="Freeform: Shape 1907">
              <a:extLst>
                <a:ext uri="{FF2B5EF4-FFF2-40B4-BE49-F238E27FC236}">
                  <a16:creationId xmlns:a16="http://schemas.microsoft.com/office/drawing/2014/main" id="{8302652D-F12A-DA7A-16B7-0CC9A5ACD689}"/>
                </a:ext>
              </a:extLst>
            </p:cNvPr>
            <p:cNvSpPr/>
            <p:nvPr/>
          </p:nvSpPr>
          <p:spPr>
            <a:xfrm>
              <a:off x="8471501" y="249472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rgbClr val="FFFFFF"/>
              </a:solidFill>
              <a:prstDash val="solid"/>
              <a:miter/>
            </a:ln>
          </p:spPr>
          <p:txBody>
            <a:bodyPr rtlCol="0" anchor="ctr"/>
            <a:lstStyle/>
            <a:p>
              <a:endParaRPr lang="en-US"/>
            </a:p>
          </p:txBody>
        </p:sp>
        <p:sp>
          <p:nvSpPr>
            <p:cNvPr id="1909" name="Freeform: Shape 1908">
              <a:extLst>
                <a:ext uri="{FF2B5EF4-FFF2-40B4-BE49-F238E27FC236}">
                  <a16:creationId xmlns:a16="http://schemas.microsoft.com/office/drawing/2014/main" id="{9B06C43D-ABB6-3D49-2775-621F7D833933}"/>
                </a:ext>
              </a:extLst>
            </p:cNvPr>
            <p:cNvSpPr/>
            <p:nvPr/>
          </p:nvSpPr>
          <p:spPr>
            <a:xfrm>
              <a:off x="8530510" y="248421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0" name="Freeform: Shape 1909">
              <a:extLst>
                <a:ext uri="{FF2B5EF4-FFF2-40B4-BE49-F238E27FC236}">
                  <a16:creationId xmlns:a16="http://schemas.microsoft.com/office/drawing/2014/main" id="{487B4C7A-62A4-F80E-62CE-4828B8E03186}"/>
                </a:ext>
              </a:extLst>
            </p:cNvPr>
            <p:cNvSpPr/>
            <p:nvPr/>
          </p:nvSpPr>
          <p:spPr>
            <a:xfrm>
              <a:off x="8640954" y="233558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911" name="Freeform: Shape 1910">
              <a:extLst>
                <a:ext uri="{FF2B5EF4-FFF2-40B4-BE49-F238E27FC236}">
                  <a16:creationId xmlns:a16="http://schemas.microsoft.com/office/drawing/2014/main" id="{49DE96F1-150A-4ECB-B3F7-29C909DB6134}"/>
                </a:ext>
              </a:extLst>
            </p:cNvPr>
            <p:cNvSpPr/>
            <p:nvPr/>
          </p:nvSpPr>
          <p:spPr>
            <a:xfrm>
              <a:off x="8699857" y="232506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2" name="Freeform: Shape 1911">
              <a:extLst>
                <a:ext uri="{FF2B5EF4-FFF2-40B4-BE49-F238E27FC236}">
                  <a16:creationId xmlns:a16="http://schemas.microsoft.com/office/drawing/2014/main" id="{D0FA52F7-023A-BA7B-D3D3-B0275F69B4B3}"/>
                </a:ext>
              </a:extLst>
            </p:cNvPr>
            <p:cNvSpPr/>
            <p:nvPr/>
          </p:nvSpPr>
          <p:spPr>
            <a:xfrm>
              <a:off x="7396411" y="249336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rgbClr val="FFFFFF"/>
              </a:solidFill>
              <a:prstDash val="solid"/>
              <a:miter/>
            </a:ln>
          </p:spPr>
          <p:txBody>
            <a:bodyPr rtlCol="0" anchor="ctr"/>
            <a:lstStyle/>
            <a:p>
              <a:endParaRPr lang="en-US"/>
            </a:p>
          </p:txBody>
        </p:sp>
        <p:sp>
          <p:nvSpPr>
            <p:cNvPr id="1913" name="Freeform: Shape 1912">
              <a:extLst>
                <a:ext uri="{FF2B5EF4-FFF2-40B4-BE49-F238E27FC236}">
                  <a16:creationId xmlns:a16="http://schemas.microsoft.com/office/drawing/2014/main" id="{1E2E2A6E-E293-8AEF-5F73-8DE85F7E60DD}"/>
                </a:ext>
              </a:extLst>
            </p:cNvPr>
            <p:cNvSpPr/>
            <p:nvPr/>
          </p:nvSpPr>
          <p:spPr>
            <a:xfrm>
              <a:off x="7455419" y="248284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4" name="Freeform: Shape 1913">
              <a:extLst>
                <a:ext uri="{FF2B5EF4-FFF2-40B4-BE49-F238E27FC236}">
                  <a16:creationId xmlns:a16="http://schemas.microsoft.com/office/drawing/2014/main" id="{EEB7B6FE-FDD7-31FC-3638-CA6015310CF0}"/>
                </a:ext>
              </a:extLst>
            </p:cNvPr>
            <p:cNvSpPr/>
            <p:nvPr/>
          </p:nvSpPr>
          <p:spPr>
            <a:xfrm>
              <a:off x="7540303" y="233432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915" name="Freeform: Shape 1914">
              <a:extLst>
                <a:ext uri="{FF2B5EF4-FFF2-40B4-BE49-F238E27FC236}">
                  <a16:creationId xmlns:a16="http://schemas.microsoft.com/office/drawing/2014/main" id="{5EE469AC-165D-D862-39E5-26A0584CCB88}"/>
                </a:ext>
              </a:extLst>
            </p:cNvPr>
            <p:cNvSpPr/>
            <p:nvPr/>
          </p:nvSpPr>
          <p:spPr>
            <a:xfrm>
              <a:off x="7599207" y="232380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916" name="Freeform: Shape 1915">
              <a:extLst>
                <a:ext uri="{FF2B5EF4-FFF2-40B4-BE49-F238E27FC236}">
                  <a16:creationId xmlns:a16="http://schemas.microsoft.com/office/drawing/2014/main" id="{0A68903A-6EE4-DA28-2DC0-70C0116CC34E}"/>
                </a:ext>
              </a:extLst>
            </p:cNvPr>
            <p:cNvSpPr/>
            <p:nvPr/>
          </p:nvSpPr>
          <p:spPr>
            <a:xfrm>
              <a:off x="8863629" y="242046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rgbClr val="FFFFFF"/>
              </a:solidFill>
              <a:prstDash val="solid"/>
              <a:miter/>
            </a:ln>
          </p:spPr>
          <p:txBody>
            <a:bodyPr rtlCol="0" anchor="ctr"/>
            <a:lstStyle/>
            <a:p>
              <a:endParaRPr lang="en-US"/>
            </a:p>
          </p:txBody>
        </p:sp>
        <p:sp>
          <p:nvSpPr>
            <p:cNvPr id="1919" name="Freeform: Shape 1918">
              <a:extLst>
                <a:ext uri="{FF2B5EF4-FFF2-40B4-BE49-F238E27FC236}">
                  <a16:creationId xmlns:a16="http://schemas.microsoft.com/office/drawing/2014/main" id="{50D043B6-A7E9-F4E9-4A50-829B5C8E4FF8}"/>
                </a:ext>
              </a:extLst>
            </p:cNvPr>
            <p:cNvSpPr/>
            <p:nvPr/>
          </p:nvSpPr>
          <p:spPr>
            <a:xfrm>
              <a:off x="6858287" y="282080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rgbClr val="333333"/>
              </a:solidFill>
              <a:prstDash val="solid"/>
              <a:miter/>
            </a:ln>
          </p:spPr>
          <p:txBody>
            <a:bodyPr rtlCol="0" anchor="ctr"/>
            <a:lstStyle/>
            <a:p>
              <a:endParaRPr lang="en-US"/>
            </a:p>
          </p:txBody>
        </p:sp>
        <p:sp>
          <p:nvSpPr>
            <p:cNvPr id="1920" name="Freeform: Shape 1919">
              <a:extLst>
                <a:ext uri="{FF2B5EF4-FFF2-40B4-BE49-F238E27FC236}">
                  <a16:creationId xmlns:a16="http://schemas.microsoft.com/office/drawing/2014/main" id="{3EA431F9-7081-B171-9395-F0512FB7ECFB}"/>
                </a:ext>
              </a:extLst>
            </p:cNvPr>
            <p:cNvSpPr/>
            <p:nvPr/>
          </p:nvSpPr>
          <p:spPr>
            <a:xfrm>
              <a:off x="7448477" y="215813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rgbClr val="333333"/>
              </a:solidFill>
              <a:prstDash val="solid"/>
              <a:miter/>
            </a:ln>
          </p:spPr>
          <p:txBody>
            <a:bodyPr rtlCol="0" anchor="ctr"/>
            <a:lstStyle/>
            <a:p>
              <a:endParaRPr lang="en-US"/>
            </a:p>
          </p:txBody>
        </p:sp>
        <p:grpSp>
          <p:nvGrpSpPr>
            <p:cNvPr id="1924" name="Group 1923">
              <a:extLst>
                <a:ext uri="{FF2B5EF4-FFF2-40B4-BE49-F238E27FC236}">
                  <a16:creationId xmlns:a16="http://schemas.microsoft.com/office/drawing/2014/main" id="{0443C0FC-DA9E-2F76-09A4-2DB00E6B3077}"/>
                </a:ext>
              </a:extLst>
            </p:cNvPr>
            <p:cNvGrpSpPr/>
            <p:nvPr/>
          </p:nvGrpSpPr>
          <p:grpSpPr>
            <a:xfrm rot="10800000">
              <a:off x="9365116" y="2547585"/>
              <a:ext cx="242005" cy="43678"/>
              <a:chOff x="7979724" y="3580291"/>
              <a:chExt cx="242005" cy="43678"/>
            </a:xfrm>
          </p:grpSpPr>
          <p:sp>
            <p:nvSpPr>
              <p:cNvPr id="1925" name="Oval 1924">
                <a:extLst>
                  <a:ext uri="{FF2B5EF4-FFF2-40B4-BE49-F238E27FC236}">
                    <a16:creationId xmlns:a16="http://schemas.microsoft.com/office/drawing/2014/main" id="{2591C7E0-74B9-8678-0A9F-811BEAD1D53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Oval 1925">
                <a:extLst>
                  <a:ext uri="{FF2B5EF4-FFF2-40B4-BE49-F238E27FC236}">
                    <a16:creationId xmlns:a16="http://schemas.microsoft.com/office/drawing/2014/main" id="{FFDB210A-A676-8135-AED8-17223DC9D37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Oval 1926">
                <a:extLst>
                  <a:ext uri="{FF2B5EF4-FFF2-40B4-BE49-F238E27FC236}">
                    <a16:creationId xmlns:a16="http://schemas.microsoft.com/office/drawing/2014/main" id="{F240E30B-1B95-53A6-BE5C-48D9A39031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Oval 1927">
                <a:extLst>
                  <a:ext uri="{FF2B5EF4-FFF2-40B4-BE49-F238E27FC236}">
                    <a16:creationId xmlns:a16="http://schemas.microsoft.com/office/drawing/2014/main" id="{CD25A523-7DAC-701A-2446-9962867A20F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9" name="Oval 1928">
                <a:extLst>
                  <a:ext uri="{FF2B5EF4-FFF2-40B4-BE49-F238E27FC236}">
                    <a16:creationId xmlns:a16="http://schemas.microsoft.com/office/drawing/2014/main" id="{93EB26C7-EBC4-0744-4392-7EFE69843F6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0" name="Oval 1929">
                <a:extLst>
                  <a:ext uri="{FF2B5EF4-FFF2-40B4-BE49-F238E27FC236}">
                    <a16:creationId xmlns:a16="http://schemas.microsoft.com/office/drawing/2014/main" id="{E23DFB19-D831-F8AA-1012-C44E61C8538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Oval 1930">
                <a:extLst>
                  <a:ext uri="{FF2B5EF4-FFF2-40B4-BE49-F238E27FC236}">
                    <a16:creationId xmlns:a16="http://schemas.microsoft.com/office/drawing/2014/main" id="{A4129D66-CC83-8912-D9B7-76C098099A7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Oval 1931">
                <a:extLst>
                  <a:ext uri="{FF2B5EF4-FFF2-40B4-BE49-F238E27FC236}">
                    <a16:creationId xmlns:a16="http://schemas.microsoft.com/office/drawing/2014/main" id="{A442FE0F-C198-0391-D967-2C0C3BF1AF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33" name="Group 1932">
              <a:extLst>
                <a:ext uri="{FF2B5EF4-FFF2-40B4-BE49-F238E27FC236}">
                  <a16:creationId xmlns:a16="http://schemas.microsoft.com/office/drawing/2014/main" id="{8EE29674-1DD9-59A3-025E-71C68D9FC51D}"/>
                </a:ext>
              </a:extLst>
            </p:cNvPr>
            <p:cNvGrpSpPr/>
            <p:nvPr/>
          </p:nvGrpSpPr>
          <p:grpSpPr>
            <a:xfrm rot="10800000">
              <a:off x="8882310" y="2400759"/>
              <a:ext cx="242005" cy="43678"/>
              <a:chOff x="7979724" y="3580291"/>
              <a:chExt cx="242005" cy="43678"/>
            </a:xfrm>
          </p:grpSpPr>
          <p:sp>
            <p:nvSpPr>
              <p:cNvPr id="1934" name="Oval 1933">
                <a:extLst>
                  <a:ext uri="{FF2B5EF4-FFF2-40B4-BE49-F238E27FC236}">
                    <a16:creationId xmlns:a16="http://schemas.microsoft.com/office/drawing/2014/main" id="{6E33E903-F801-E02D-B036-E8FA7688A80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Oval 1934">
                <a:extLst>
                  <a:ext uri="{FF2B5EF4-FFF2-40B4-BE49-F238E27FC236}">
                    <a16:creationId xmlns:a16="http://schemas.microsoft.com/office/drawing/2014/main" id="{DAA08C41-7BF3-4AF5-533F-E64DC2F2012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6" name="Oval 1935">
                <a:extLst>
                  <a:ext uri="{FF2B5EF4-FFF2-40B4-BE49-F238E27FC236}">
                    <a16:creationId xmlns:a16="http://schemas.microsoft.com/office/drawing/2014/main" id="{FF738634-8CD0-08D4-435F-B419B1F6AF0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Oval 1936">
                <a:extLst>
                  <a:ext uri="{FF2B5EF4-FFF2-40B4-BE49-F238E27FC236}">
                    <a16:creationId xmlns:a16="http://schemas.microsoft.com/office/drawing/2014/main" id="{0CAD8803-319E-AEF1-9C70-82E52822C65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Oval 1937">
                <a:extLst>
                  <a:ext uri="{FF2B5EF4-FFF2-40B4-BE49-F238E27FC236}">
                    <a16:creationId xmlns:a16="http://schemas.microsoft.com/office/drawing/2014/main" id="{32B6B841-8FA8-E7A8-DEC1-72A7F1F4DDE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Oval 1938">
                <a:extLst>
                  <a:ext uri="{FF2B5EF4-FFF2-40B4-BE49-F238E27FC236}">
                    <a16:creationId xmlns:a16="http://schemas.microsoft.com/office/drawing/2014/main" id="{D3190509-8713-9AEE-5D0E-E4FF08CFD24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Oval 1939">
                <a:extLst>
                  <a:ext uri="{FF2B5EF4-FFF2-40B4-BE49-F238E27FC236}">
                    <a16:creationId xmlns:a16="http://schemas.microsoft.com/office/drawing/2014/main" id="{9366E321-6AA6-A484-3BC1-F7E0EC939DE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Oval 1940">
                <a:extLst>
                  <a:ext uri="{FF2B5EF4-FFF2-40B4-BE49-F238E27FC236}">
                    <a16:creationId xmlns:a16="http://schemas.microsoft.com/office/drawing/2014/main" id="{C9712862-438F-CFB7-7421-1A929BD5E5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42" name="Group 1941">
              <a:extLst>
                <a:ext uri="{FF2B5EF4-FFF2-40B4-BE49-F238E27FC236}">
                  <a16:creationId xmlns:a16="http://schemas.microsoft.com/office/drawing/2014/main" id="{289694A8-93CA-0EA4-72BB-88F11A730CD8}"/>
                </a:ext>
              </a:extLst>
            </p:cNvPr>
            <p:cNvGrpSpPr/>
            <p:nvPr/>
          </p:nvGrpSpPr>
          <p:grpSpPr>
            <a:xfrm>
              <a:off x="9124736" y="2384038"/>
              <a:ext cx="242005" cy="43678"/>
              <a:chOff x="7979724" y="3580291"/>
              <a:chExt cx="242005" cy="43678"/>
            </a:xfrm>
          </p:grpSpPr>
          <p:sp>
            <p:nvSpPr>
              <p:cNvPr id="1943" name="Oval 1942">
                <a:extLst>
                  <a:ext uri="{FF2B5EF4-FFF2-40B4-BE49-F238E27FC236}">
                    <a16:creationId xmlns:a16="http://schemas.microsoft.com/office/drawing/2014/main" id="{ADE15015-9A64-FD43-58FA-75D8B9E85F0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Oval 1943">
                <a:extLst>
                  <a:ext uri="{FF2B5EF4-FFF2-40B4-BE49-F238E27FC236}">
                    <a16:creationId xmlns:a16="http://schemas.microsoft.com/office/drawing/2014/main" id="{313FEBE6-A556-6982-78DB-835FC2734A3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Oval 1944">
                <a:extLst>
                  <a:ext uri="{FF2B5EF4-FFF2-40B4-BE49-F238E27FC236}">
                    <a16:creationId xmlns:a16="http://schemas.microsoft.com/office/drawing/2014/main" id="{BB66953B-75CE-035A-4761-41B5B6A811D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Oval 1945">
                <a:extLst>
                  <a:ext uri="{FF2B5EF4-FFF2-40B4-BE49-F238E27FC236}">
                    <a16:creationId xmlns:a16="http://schemas.microsoft.com/office/drawing/2014/main" id="{918A8569-EDC6-800B-2799-E248F2939C9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Oval 1946">
                <a:extLst>
                  <a:ext uri="{FF2B5EF4-FFF2-40B4-BE49-F238E27FC236}">
                    <a16:creationId xmlns:a16="http://schemas.microsoft.com/office/drawing/2014/main" id="{7B143556-DAE4-BA3D-1709-4C935662BEC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8" name="Oval 1947">
                <a:extLst>
                  <a:ext uri="{FF2B5EF4-FFF2-40B4-BE49-F238E27FC236}">
                    <a16:creationId xmlns:a16="http://schemas.microsoft.com/office/drawing/2014/main" id="{C1F01F42-CC8A-771B-80F1-5317C37B45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9" name="Oval 1948">
                <a:extLst>
                  <a:ext uri="{FF2B5EF4-FFF2-40B4-BE49-F238E27FC236}">
                    <a16:creationId xmlns:a16="http://schemas.microsoft.com/office/drawing/2014/main" id="{4CBA5361-D4C2-B6BB-BB47-BD8F49E2450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Oval 1949">
                <a:extLst>
                  <a:ext uri="{FF2B5EF4-FFF2-40B4-BE49-F238E27FC236}">
                    <a16:creationId xmlns:a16="http://schemas.microsoft.com/office/drawing/2014/main" id="{637C93D5-B304-0A27-FC22-02E4BE65907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51" name="Group 1950">
              <a:extLst>
                <a:ext uri="{FF2B5EF4-FFF2-40B4-BE49-F238E27FC236}">
                  <a16:creationId xmlns:a16="http://schemas.microsoft.com/office/drawing/2014/main" id="{3F731B6F-C4E1-F02C-1861-534818D653A4}"/>
                </a:ext>
              </a:extLst>
            </p:cNvPr>
            <p:cNvGrpSpPr/>
            <p:nvPr/>
          </p:nvGrpSpPr>
          <p:grpSpPr>
            <a:xfrm rot="10800000">
              <a:off x="9454868" y="2389419"/>
              <a:ext cx="242005" cy="46723"/>
              <a:chOff x="7979724" y="3580291"/>
              <a:chExt cx="242005" cy="43678"/>
            </a:xfrm>
          </p:grpSpPr>
          <p:sp>
            <p:nvSpPr>
              <p:cNvPr id="1952" name="Oval 1951">
                <a:extLst>
                  <a:ext uri="{FF2B5EF4-FFF2-40B4-BE49-F238E27FC236}">
                    <a16:creationId xmlns:a16="http://schemas.microsoft.com/office/drawing/2014/main" id="{B889D8CB-13AB-F90E-BA8F-359574FD42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Oval 1952">
                <a:extLst>
                  <a:ext uri="{FF2B5EF4-FFF2-40B4-BE49-F238E27FC236}">
                    <a16:creationId xmlns:a16="http://schemas.microsoft.com/office/drawing/2014/main" id="{33623ADE-D1E8-2AD2-6B1F-8BE102C4BD3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Oval 1953">
                <a:extLst>
                  <a:ext uri="{FF2B5EF4-FFF2-40B4-BE49-F238E27FC236}">
                    <a16:creationId xmlns:a16="http://schemas.microsoft.com/office/drawing/2014/main" id="{3ECCF99A-7BB8-B801-5ED9-1DE86AF95FD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5" name="Oval 1954">
                <a:extLst>
                  <a:ext uri="{FF2B5EF4-FFF2-40B4-BE49-F238E27FC236}">
                    <a16:creationId xmlns:a16="http://schemas.microsoft.com/office/drawing/2014/main" id="{14035554-5697-AC3D-95DE-0EF95346831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6" name="Oval 1955">
                <a:extLst>
                  <a:ext uri="{FF2B5EF4-FFF2-40B4-BE49-F238E27FC236}">
                    <a16:creationId xmlns:a16="http://schemas.microsoft.com/office/drawing/2014/main" id="{8C942FE8-AC2A-4E09-97F8-F862230DAC3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Oval 1956">
                <a:extLst>
                  <a:ext uri="{FF2B5EF4-FFF2-40B4-BE49-F238E27FC236}">
                    <a16:creationId xmlns:a16="http://schemas.microsoft.com/office/drawing/2014/main" id="{27EC8926-AD6C-86EA-6980-9248DBB4D64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Oval 1957">
                <a:extLst>
                  <a:ext uri="{FF2B5EF4-FFF2-40B4-BE49-F238E27FC236}">
                    <a16:creationId xmlns:a16="http://schemas.microsoft.com/office/drawing/2014/main" id="{453D1BA1-280A-EE7D-4C1E-873F732F9B6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Oval 1958">
                <a:extLst>
                  <a:ext uri="{FF2B5EF4-FFF2-40B4-BE49-F238E27FC236}">
                    <a16:creationId xmlns:a16="http://schemas.microsoft.com/office/drawing/2014/main" id="{4D2CAA2B-5BC4-035C-B4C7-45FFE545FD4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0" name="Group 1959">
              <a:extLst>
                <a:ext uri="{FF2B5EF4-FFF2-40B4-BE49-F238E27FC236}">
                  <a16:creationId xmlns:a16="http://schemas.microsoft.com/office/drawing/2014/main" id="{78C04396-912A-B08E-AE48-B7F6AAD3602E}"/>
                </a:ext>
              </a:extLst>
            </p:cNvPr>
            <p:cNvGrpSpPr/>
            <p:nvPr/>
          </p:nvGrpSpPr>
          <p:grpSpPr>
            <a:xfrm>
              <a:off x="9383711" y="2390235"/>
              <a:ext cx="242005" cy="43678"/>
              <a:chOff x="7979724" y="3580291"/>
              <a:chExt cx="242005" cy="43678"/>
            </a:xfrm>
          </p:grpSpPr>
          <p:sp>
            <p:nvSpPr>
              <p:cNvPr id="1961" name="Oval 1960">
                <a:extLst>
                  <a:ext uri="{FF2B5EF4-FFF2-40B4-BE49-F238E27FC236}">
                    <a16:creationId xmlns:a16="http://schemas.microsoft.com/office/drawing/2014/main" id="{76DAC2DB-2F30-F560-3CFE-8197B1CD9D2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2" name="Oval 1961">
                <a:extLst>
                  <a:ext uri="{FF2B5EF4-FFF2-40B4-BE49-F238E27FC236}">
                    <a16:creationId xmlns:a16="http://schemas.microsoft.com/office/drawing/2014/main" id="{2BD98779-246C-CFC3-D179-8E322506856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3" name="Oval 1962">
                <a:extLst>
                  <a:ext uri="{FF2B5EF4-FFF2-40B4-BE49-F238E27FC236}">
                    <a16:creationId xmlns:a16="http://schemas.microsoft.com/office/drawing/2014/main" id="{643D5C20-693F-2A62-80CE-FD7F5CC674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4" name="Oval 1963">
                <a:extLst>
                  <a:ext uri="{FF2B5EF4-FFF2-40B4-BE49-F238E27FC236}">
                    <a16:creationId xmlns:a16="http://schemas.microsoft.com/office/drawing/2014/main" id="{9D162675-1ADA-6E64-BAD5-F203D29DD83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5" name="Oval 1964">
                <a:extLst>
                  <a:ext uri="{FF2B5EF4-FFF2-40B4-BE49-F238E27FC236}">
                    <a16:creationId xmlns:a16="http://schemas.microsoft.com/office/drawing/2014/main" id="{0605C0EF-32A9-188A-E7BC-2CF6C4F42B9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6" name="Oval 1965">
                <a:extLst>
                  <a:ext uri="{FF2B5EF4-FFF2-40B4-BE49-F238E27FC236}">
                    <a16:creationId xmlns:a16="http://schemas.microsoft.com/office/drawing/2014/main" id="{C494E17F-1EDB-2919-BC3A-EFC5EF4E13A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7" name="Oval 1966">
                <a:extLst>
                  <a:ext uri="{FF2B5EF4-FFF2-40B4-BE49-F238E27FC236}">
                    <a16:creationId xmlns:a16="http://schemas.microsoft.com/office/drawing/2014/main" id="{D4756635-9F17-C72E-C86A-F2D93A23D60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8" name="Oval 1967">
                <a:extLst>
                  <a:ext uri="{FF2B5EF4-FFF2-40B4-BE49-F238E27FC236}">
                    <a16:creationId xmlns:a16="http://schemas.microsoft.com/office/drawing/2014/main" id="{8DF92FED-E812-72C6-940F-A89CAD9789A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69" name="Group 1968">
              <a:extLst>
                <a:ext uri="{FF2B5EF4-FFF2-40B4-BE49-F238E27FC236}">
                  <a16:creationId xmlns:a16="http://schemas.microsoft.com/office/drawing/2014/main" id="{A03BDE2C-F353-9179-6D63-87D972FA50F7}"/>
                </a:ext>
              </a:extLst>
            </p:cNvPr>
            <p:cNvGrpSpPr/>
            <p:nvPr/>
          </p:nvGrpSpPr>
          <p:grpSpPr>
            <a:xfrm rot="10800000">
              <a:off x="8581718" y="2393619"/>
              <a:ext cx="242005" cy="46723"/>
              <a:chOff x="7979724" y="3580291"/>
              <a:chExt cx="242005" cy="43678"/>
            </a:xfrm>
          </p:grpSpPr>
          <p:sp>
            <p:nvSpPr>
              <p:cNvPr id="1970" name="Oval 1969">
                <a:extLst>
                  <a:ext uri="{FF2B5EF4-FFF2-40B4-BE49-F238E27FC236}">
                    <a16:creationId xmlns:a16="http://schemas.microsoft.com/office/drawing/2014/main" id="{0B823666-3CA6-DC01-4A8F-C89E3F3CABF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1" name="Oval 1970">
                <a:extLst>
                  <a:ext uri="{FF2B5EF4-FFF2-40B4-BE49-F238E27FC236}">
                    <a16:creationId xmlns:a16="http://schemas.microsoft.com/office/drawing/2014/main" id="{4FE9E448-152E-7109-079B-97CC08BB99A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2" name="Oval 1971">
                <a:extLst>
                  <a:ext uri="{FF2B5EF4-FFF2-40B4-BE49-F238E27FC236}">
                    <a16:creationId xmlns:a16="http://schemas.microsoft.com/office/drawing/2014/main" id="{7B65D1F2-9193-E83B-F97E-BF2F5730871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Oval 1972">
                <a:extLst>
                  <a:ext uri="{FF2B5EF4-FFF2-40B4-BE49-F238E27FC236}">
                    <a16:creationId xmlns:a16="http://schemas.microsoft.com/office/drawing/2014/main" id="{56582085-0586-26C6-FA6B-96E66998923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4" name="Oval 1973">
                <a:extLst>
                  <a:ext uri="{FF2B5EF4-FFF2-40B4-BE49-F238E27FC236}">
                    <a16:creationId xmlns:a16="http://schemas.microsoft.com/office/drawing/2014/main" id="{A8588569-51A3-857A-20E9-FF33C651014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5" name="Oval 1974">
                <a:extLst>
                  <a:ext uri="{FF2B5EF4-FFF2-40B4-BE49-F238E27FC236}">
                    <a16:creationId xmlns:a16="http://schemas.microsoft.com/office/drawing/2014/main" id="{44A65EEA-5C3D-9C25-5BAD-35BC7C414C2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Oval 1975">
                <a:extLst>
                  <a:ext uri="{FF2B5EF4-FFF2-40B4-BE49-F238E27FC236}">
                    <a16:creationId xmlns:a16="http://schemas.microsoft.com/office/drawing/2014/main" id="{97C68F5C-9A30-29E8-DF18-A0C933A93CD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Oval 1976">
                <a:extLst>
                  <a:ext uri="{FF2B5EF4-FFF2-40B4-BE49-F238E27FC236}">
                    <a16:creationId xmlns:a16="http://schemas.microsoft.com/office/drawing/2014/main" id="{507E6870-4127-D4E9-DFA2-0631229FFF7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8" name="Group 1977">
              <a:extLst>
                <a:ext uri="{FF2B5EF4-FFF2-40B4-BE49-F238E27FC236}">
                  <a16:creationId xmlns:a16="http://schemas.microsoft.com/office/drawing/2014/main" id="{641A70C9-4052-6941-25F0-A4EBA451C8C3}"/>
                </a:ext>
              </a:extLst>
            </p:cNvPr>
            <p:cNvGrpSpPr/>
            <p:nvPr/>
          </p:nvGrpSpPr>
          <p:grpSpPr>
            <a:xfrm>
              <a:off x="8510561" y="2394435"/>
              <a:ext cx="242005" cy="43678"/>
              <a:chOff x="7979724" y="3580291"/>
              <a:chExt cx="242005" cy="43678"/>
            </a:xfrm>
          </p:grpSpPr>
          <p:sp>
            <p:nvSpPr>
              <p:cNvPr id="1979" name="Oval 1978">
                <a:extLst>
                  <a:ext uri="{FF2B5EF4-FFF2-40B4-BE49-F238E27FC236}">
                    <a16:creationId xmlns:a16="http://schemas.microsoft.com/office/drawing/2014/main" id="{67C53950-3398-1217-1DDA-33B7FE4F87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0" name="Oval 1979">
                <a:extLst>
                  <a:ext uri="{FF2B5EF4-FFF2-40B4-BE49-F238E27FC236}">
                    <a16:creationId xmlns:a16="http://schemas.microsoft.com/office/drawing/2014/main" id="{B9C4CC2C-EFE8-F9B6-EBF4-737EE409C82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1" name="Oval 1980">
                <a:extLst>
                  <a:ext uri="{FF2B5EF4-FFF2-40B4-BE49-F238E27FC236}">
                    <a16:creationId xmlns:a16="http://schemas.microsoft.com/office/drawing/2014/main" id="{63CF6444-F4A9-A5A5-3973-621CF07C8A6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2" name="Oval 1981">
                <a:extLst>
                  <a:ext uri="{FF2B5EF4-FFF2-40B4-BE49-F238E27FC236}">
                    <a16:creationId xmlns:a16="http://schemas.microsoft.com/office/drawing/2014/main" id="{E196514C-9185-4D78-0C4A-55855CE31BF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3" name="Oval 1982">
                <a:extLst>
                  <a:ext uri="{FF2B5EF4-FFF2-40B4-BE49-F238E27FC236}">
                    <a16:creationId xmlns:a16="http://schemas.microsoft.com/office/drawing/2014/main" id="{58957DCF-C9CC-6796-DF0B-6E5F61FCCFD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4" name="Oval 1983">
                <a:extLst>
                  <a:ext uri="{FF2B5EF4-FFF2-40B4-BE49-F238E27FC236}">
                    <a16:creationId xmlns:a16="http://schemas.microsoft.com/office/drawing/2014/main" id="{54120474-95B5-2C11-CA21-612282E58D6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5" name="Oval 1984">
                <a:extLst>
                  <a:ext uri="{FF2B5EF4-FFF2-40B4-BE49-F238E27FC236}">
                    <a16:creationId xmlns:a16="http://schemas.microsoft.com/office/drawing/2014/main" id="{A1991729-9301-DA78-479E-1FBA2168973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6" name="Oval 1985">
                <a:extLst>
                  <a:ext uri="{FF2B5EF4-FFF2-40B4-BE49-F238E27FC236}">
                    <a16:creationId xmlns:a16="http://schemas.microsoft.com/office/drawing/2014/main" id="{500397E3-8642-EBF6-A16D-A2B8C06070A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7" name="Group 1986">
              <a:extLst>
                <a:ext uri="{FF2B5EF4-FFF2-40B4-BE49-F238E27FC236}">
                  <a16:creationId xmlns:a16="http://schemas.microsoft.com/office/drawing/2014/main" id="{4386DEC0-8CDA-67A9-009A-B005E2F4CB93}"/>
                </a:ext>
              </a:extLst>
            </p:cNvPr>
            <p:cNvGrpSpPr/>
            <p:nvPr/>
          </p:nvGrpSpPr>
          <p:grpSpPr>
            <a:xfrm rot="10800000">
              <a:off x="8886660" y="2376171"/>
              <a:ext cx="242005" cy="46723"/>
              <a:chOff x="7979724" y="3580291"/>
              <a:chExt cx="242005" cy="43678"/>
            </a:xfrm>
          </p:grpSpPr>
          <p:sp>
            <p:nvSpPr>
              <p:cNvPr id="1988" name="Oval 1987">
                <a:extLst>
                  <a:ext uri="{FF2B5EF4-FFF2-40B4-BE49-F238E27FC236}">
                    <a16:creationId xmlns:a16="http://schemas.microsoft.com/office/drawing/2014/main" id="{01C7786B-A37D-198F-29D3-E070B327B35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9" name="Oval 1988">
                <a:extLst>
                  <a:ext uri="{FF2B5EF4-FFF2-40B4-BE49-F238E27FC236}">
                    <a16:creationId xmlns:a16="http://schemas.microsoft.com/office/drawing/2014/main" id="{06D24B87-1DE2-4A97-7FE4-71DBE77D21D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0" name="Oval 1989">
                <a:extLst>
                  <a:ext uri="{FF2B5EF4-FFF2-40B4-BE49-F238E27FC236}">
                    <a16:creationId xmlns:a16="http://schemas.microsoft.com/office/drawing/2014/main" id="{EDB4E1D3-0FA1-24C2-EDB8-786B9177C6B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1" name="Oval 1990">
                <a:extLst>
                  <a:ext uri="{FF2B5EF4-FFF2-40B4-BE49-F238E27FC236}">
                    <a16:creationId xmlns:a16="http://schemas.microsoft.com/office/drawing/2014/main" id="{8BC7F047-813F-F10B-7930-4B079A09B1E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2" name="Oval 1991">
                <a:extLst>
                  <a:ext uri="{FF2B5EF4-FFF2-40B4-BE49-F238E27FC236}">
                    <a16:creationId xmlns:a16="http://schemas.microsoft.com/office/drawing/2014/main" id="{CEF772FB-DF7D-4742-A004-BB001223A94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3" name="Oval 1992">
                <a:extLst>
                  <a:ext uri="{FF2B5EF4-FFF2-40B4-BE49-F238E27FC236}">
                    <a16:creationId xmlns:a16="http://schemas.microsoft.com/office/drawing/2014/main" id="{2C5735FA-D087-8A72-DA58-F73E7AFBD13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4" name="Oval 1993">
                <a:extLst>
                  <a:ext uri="{FF2B5EF4-FFF2-40B4-BE49-F238E27FC236}">
                    <a16:creationId xmlns:a16="http://schemas.microsoft.com/office/drawing/2014/main" id="{79644245-9B43-BF40-0252-C6A339E925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5" name="Oval 1994">
                <a:extLst>
                  <a:ext uri="{FF2B5EF4-FFF2-40B4-BE49-F238E27FC236}">
                    <a16:creationId xmlns:a16="http://schemas.microsoft.com/office/drawing/2014/main" id="{122B6187-2DCD-DE9E-615B-378CEC87FF6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6" name="Group 1995">
              <a:extLst>
                <a:ext uri="{FF2B5EF4-FFF2-40B4-BE49-F238E27FC236}">
                  <a16:creationId xmlns:a16="http://schemas.microsoft.com/office/drawing/2014/main" id="{A488358C-B6D5-98BB-45FB-FF12DDF95044}"/>
                </a:ext>
              </a:extLst>
            </p:cNvPr>
            <p:cNvGrpSpPr/>
            <p:nvPr/>
          </p:nvGrpSpPr>
          <p:grpSpPr>
            <a:xfrm rot="10800000">
              <a:off x="9225989" y="2617456"/>
              <a:ext cx="242005" cy="46723"/>
              <a:chOff x="7979724" y="3580291"/>
              <a:chExt cx="242005" cy="43678"/>
            </a:xfrm>
          </p:grpSpPr>
          <p:sp>
            <p:nvSpPr>
              <p:cNvPr id="1997" name="Oval 1996">
                <a:extLst>
                  <a:ext uri="{FF2B5EF4-FFF2-40B4-BE49-F238E27FC236}">
                    <a16:creationId xmlns:a16="http://schemas.microsoft.com/office/drawing/2014/main" id="{1BA8CB8E-9CDB-2ED6-D140-D324AF207FC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8" name="Oval 1997">
                <a:extLst>
                  <a:ext uri="{FF2B5EF4-FFF2-40B4-BE49-F238E27FC236}">
                    <a16:creationId xmlns:a16="http://schemas.microsoft.com/office/drawing/2014/main" id="{2ECD2371-F8FC-1108-DCBF-048FEA3EACE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9" name="Oval 1998">
                <a:extLst>
                  <a:ext uri="{FF2B5EF4-FFF2-40B4-BE49-F238E27FC236}">
                    <a16:creationId xmlns:a16="http://schemas.microsoft.com/office/drawing/2014/main" id="{033CE3F9-3599-1851-CEB1-22A04EF2BB8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0" name="Oval 1999">
                <a:extLst>
                  <a:ext uri="{FF2B5EF4-FFF2-40B4-BE49-F238E27FC236}">
                    <a16:creationId xmlns:a16="http://schemas.microsoft.com/office/drawing/2014/main" id="{C37DAAB5-39AF-6B64-145E-75DA182AA34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1" name="Oval 2000">
                <a:extLst>
                  <a:ext uri="{FF2B5EF4-FFF2-40B4-BE49-F238E27FC236}">
                    <a16:creationId xmlns:a16="http://schemas.microsoft.com/office/drawing/2014/main" id="{93DA427B-A228-39B4-64D2-76274058FD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2" name="Oval 2001">
                <a:extLst>
                  <a:ext uri="{FF2B5EF4-FFF2-40B4-BE49-F238E27FC236}">
                    <a16:creationId xmlns:a16="http://schemas.microsoft.com/office/drawing/2014/main" id="{B0F98F11-18BF-351A-826D-AC2D14BF057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3" name="Oval 2002">
                <a:extLst>
                  <a:ext uri="{FF2B5EF4-FFF2-40B4-BE49-F238E27FC236}">
                    <a16:creationId xmlns:a16="http://schemas.microsoft.com/office/drawing/2014/main" id="{AF12EB58-9230-1249-CA03-2C226CFA84C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4" name="Oval 2003">
                <a:extLst>
                  <a:ext uri="{FF2B5EF4-FFF2-40B4-BE49-F238E27FC236}">
                    <a16:creationId xmlns:a16="http://schemas.microsoft.com/office/drawing/2014/main" id="{C2364549-2279-2A6C-9027-EEB97EE9FBB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5" name="Group 2004">
              <a:extLst>
                <a:ext uri="{FF2B5EF4-FFF2-40B4-BE49-F238E27FC236}">
                  <a16:creationId xmlns:a16="http://schemas.microsoft.com/office/drawing/2014/main" id="{4614E7F6-C28F-A026-0FEE-4EE216568903}"/>
                </a:ext>
              </a:extLst>
            </p:cNvPr>
            <p:cNvGrpSpPr/>
            <p:nvPr/>
          </p:nvGrpSpPr>
          <p:grpSpPr>
            <a:xfrm rot="10800000">
              <a:off x="9165352" y="2560616"/>
              <a:ext cx="242005" cy="46723"/>
              <a:chOff x="7979724" y="3580291"/>
              <a:chExt cx="242005" cy="43678"/>
            </a:xfrm>
          </p:grpSpPr>
          <p:sp>
            <p:nvSpPr>
              <p:cNvPr id="2006" name="Oval 2005">
                <a:extLst>
                  <a:ext uri="{FF2B5EF4-FFF2-40B4-BE49-F238E27FC236}">
                    <a16:creationId xmlns:a16="http://schemas.microsoft.com/office/drawing/2014/main" id="{8BA98A3A-5CDF-0C72-9CC5-38694D3B774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7" name="Oval 2006">
                <a:extLst>
                  <a:ext uri="{FF2B5EF4-FFF2-40B4-BE49-F238E27FC236}">
                    <a16:creationId xmlns:a16="http://schemas.microsoft.com/office/drawing/2014/main" id="{A85F1C51-B61E-7EFA-3027-6A6F1095712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8" name="Oval 2007">
                <a:extLst>
                  <a:ext uri="{FF2B5EF4-FFF2-40B4-BE49-F238E27FC236}">
                    <a16:creationId xmlns:a16="http://schemas.microsoft.com/office/drawing/2014/main" id="{A713F453-0EA1-F9E6-8C6F-C4976E2BF7D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9" name="Oval 2008">
                <a:extLst>
                  <a:ext uri="{FF2B5EF4-FFF2-40B4-BE49-F238E27FC236}">
                    <a16:creationId xmlns:a16="http://schemas.microsoft.com/office/drawing/2014/main" id="{842F5BCF-3499-12D4-9D87-26DA8492D40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0" name="Oval 2009">
                <a:extLst>
                  <a:ext uri="{FF2B5EF4-FFF2-40B4-BE49-F238E27FC236}">
                    <a16:creationId xmlns:a16="http://schemas.microsoft.com/office/drawing/2014/main" id="{02AA896A-0A7C-D5C1-D67A-ACF95AC00A8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1" name="Oval 2010">
                <a:extLst>
                  <a:ext uri="{FF2B5EF4-FFF2-40B4-BE49-F238E27FC236}">
                    <a16:creationId xmlns:a16="http://schemas.microsoft.com/office/drawing/2014/main" id="{C5CA8A04-37B6-853A-7139-5FD71A14D37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2" name="Oval 2011">
                <a:extLst>
                  <a:ext uri="{FF2B5EF4-FFF2-40B4-BE49-F238E27FC236}">
                    <a16:creationId xmlns:a16="http://schemas.microsoft.com/office/drawing/2014/main" id="{5269F35A-0FB7-6275-D4C2-5DF96B35E45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3" name="Oval 2012">
                <a:extLst>
                  <a:ext uri="{FF2B5EF4-FFF2-40B4-BE49-F238E27FC236}">
                    <a16:creationId xmlns:a16="http://schemas.microsoft.com/office/drawing/2014/main" id="{59472BBC-644D-1312-5BA8-86FB9B09638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4" name="Group 2013">
              <a:extLst>
                <a:ext uri="{FF2B5EF4-FFF2-40B4-BE49-F238E27FC236}">
                  <a16:creationId xmlns:a16="http://schemas.microsoft.com/office/drawing/2014/main" id="{5FBDFD3B-228E-2BB8-BA41-4AB7C849C222}"/>
                </a:ext>
              </a:extLst>
            </p:cNvPr>
            <p:cNvGrpSpPr/>
            <p:nvPr/>
          </p:nvGrpSpPr>
          <p:grpSpPr>
            <a:xfrm rot="10800000">
              <a:off x="9098461" y="2755897"/>
              <a:ext cx="242005" cy="46723"/>
              <a:chOff x="7979724" y="3580291"/>
              <a:chExt cx="242005" cy="43678"/>
            </a:xfrm>
          </p:grpSpPr>
          <p:sp>
            <p:nvSpPr>
              <p:cNvPr id="2015" name="Oval 2014">
                <a:extLst>
                  <a:ext uri="{FF2B5EF4-FFF2-40B4-BE49-F238E27FC236}">
                    <a16:creationId xmlns:a16="http://schemas.microsoft.com/office/drawing/2014/main" id="{419D9729-0F7D-60BA-BDFF-11E9D5BF2B3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6" name="Oval 2015">
                <a:extLst>
                  <a:ext uri="{FF2B5EF4-FFF2-40B4-BE49-F238E27FC236}">
                    <a16:creationId xmlns:a16="http://schemas.microsoft.com/office/drawing/2014/main" id="{02CC547E-CE02-6BDA-7EBA-D4F1697459E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7" name="Oval 2016">
                <a:extLst>
                  <a:ext uri="{FF2B5EF4-FFF2-40B4-BE49-F238E27FC236}">
                    <a16:creationId xmlns:a16="http://schemas.microsoft.com/office/drawing/2014/main" id="{C56B4F48-95FA-626F-CF03-A8F080E8C62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8" name="Oval 2017">
                <a:extLst>
                  <a:ext uri="{FF2B5EF4-FFF2-40B4-BE49-F238E27FC236}">
                    <a16:creationId xmlns:a16="http://schemas.microsoft.com/office/drawing/2014/main" id="{6AD1D935-FB9B-85EA-EB27-9E519C1B493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9" name="Oval 2018">
                <a:extLst>
                  <a:ext uri="{FF2B5EF4-FFF2-40B4-BE49-F238E27FC236}">
                    <a16:creationId xmlns:a16="http://schemas.microsoft.com/office/drawing/2014/main" id="{5F0317B5-BD5B-944B-922E-CF246F070FC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0" name="Oval 2019">
                <a:extLst>
                  <a:ext uri="{FF2B5EF4-FFF2-40B4-BE49-F238E27FC236}">
                    <a16:creationId xmlns:a16="http://schemas.microsoft.com/office/drawing/2014/main" id="{14453A5F-3F38-115F-0985-0EBBB18D3A0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1" name="Oval 2020">
                <a:extLst>
                  <a:ext uri="{FF2B5EF4-FFF2-40B4-BE49-F238E27FC236}">
                    <a16:creationId xmlns:a16="http://schemas.microsoft.com/office/drawing/2014/main" id="{728FBC31-A3BB-12E1-B238-B37361881F1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2" name="Oval 2021">
                <a:extLst>
                  <a:ext uri="{FF2B5EF4-FFF2-40B4-BE49-F238E27FC236}">
                    <a16:creationId xmlns:a16="http://schemas.microsoft.com/office/drawing/2014/main" id="{8F6480EC-C042-634D-D4B2-839DDF7C1A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3" name="Group 2022">
              <a:extLst>
                <a:ext uri="{FF2B5EF4-FFF2-40B4-BE49-F238E27FC236}">
                  <a16:creationId xmlns:a16="http://schemas.microsoft.com/office/drawing/2014/main" id="{4FCAA89A-6405-1E51-8D98-7D92A7A2AAB7}"/>
                </a:ext>
              </a:extLst>
            </p:cNvPr>
            <p:cNvGrpSpPr/>
            <p:nvPr/>
          </p:nvGrpSpPr>
          <p:grpSpPr>
            <a:xfrm>
              <a:off x="8149682" y="2734077"/>
              <a:ext cx="971545" cy="53915"/>
              <a:chOff x="5754694" y="6008041"/>
              <a:chExt cx="971545" cy="53915"/>
            </a:xfrm>
          </p:grpSpPr>
          <p:grpSp>
            <p:nvGrpSpPr>
              <p:cNvPr id="2024" name="Group 2023">
                <a:extLst>
                  <a:ext uri="{FF2B5EF4-FFF2-40B4-BE49-F238E27FC236}">
                    <a16:creationId xmlns:a16="http://schemas.microsoft.com/office/drawing/2014/main" id="{973F8205-012A-46D1-15E3-03EC467E5AA4}"/>
                  </a:ext>
                </a:extLst>
              </p:cNvPr>
              <p:cNvGrpSpPr/>
              <p:nvPr/>
            </p:nvGrpSpPr>
            <p:grpSpPr>
              <a:xfrm rot="10800000">
                <a:off x="5825851" y="6008041"/>
                <a:ext cx="242005" cy="46723"/>
                <a:chOff x="7979724" y="3580291"/>
                <a:chExt cx="242005" cy="43678"/>
              </a:xfrm>
            </p:grpSpPr>
            <p:sp>
              <p:nvSpPr>
                <p:cNvPr id="2088" name="Oval 2087">
                  <a:extLst>
                    <a:ext uri="{FF2B5EF4-FFF2-40B4-BE49-F238E27FC236}">
                      <a16:creationId xmlns:a16="http://schemas.microsoft.com/office/drawing/2014/main" id="{73F9DAFB-0C40-2137-4689-774491E921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9" name="Oval 2088">
                  <a:extLst>
                    <a:ext uri="{FF2B5EF4-FFF2-40B4-BE49-F238E27FC236}">
                      <a16:creationId xmlns:a16="http://schemas.microsoft.com/office/drawing/2014/main" id="{C3CCCFE4-01BA-A88F-E757-3D5C243E97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0" name="Oval 2089">
                  <a:extLst>
                    <a:ext uri="{FF2B5EF4-FFF2-40B4-BE49-F238E27FC236}">
                      <a16:creationId xmlns:a16="http://schemas.microsoft.com/office/drawing/2014/main" id="{CEA53807-3047-DAFD-C8DE-44443C08CAE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1" name="Oval 2090">
                  <a:extLst>
                    <a:ext uri="{FF2B5EF4-FFF2-40B4-BE49-F238E27FC236}">
                      <a16:creationId xmlns:a16="http://schemas.microsoft.com/office/drawing/2014/main" id="{68639C41-AAFA-FB62-99DB-B695E2C28EB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2" name="Oval 2091">
                  <a:extLst>
                    <a:ext uri="{FF2B5EF4-FFF2-40B4-BE49-F238E27FC236}">
                      <a16:creationId xmlns:a16="http://schemas.microsoft.com/office/drawing/2014/main" id="{0A7262C3-02E1-1037-E014-D006A132A5F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3" name="Oval 2092">
                  <a:extLst>
                    <a:ext uri="{FF2B5EF4-FFF2-40B4-BE49-F238E27FC236}">
                      <a16:creationId xmlns:a16="http://schemas.microsoft.com/office/drawing/2014/main" id="{49BB5058-B824-16E3-3371-A3A535A8F82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4" name="Oval 2093">
                  <a:extLst>
                    <a:ext uri="{FF2B5EF4-FFF2-40B4-BE49-F238E27FC236}">
                      <a16:creationId xmlns:a16="http://schemas.microsoft.com/office/drawing/2014/main" id="{5E79CC86-0B18-42A7-E3DF-209228F9611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5" name="Oval 2094">
                  <a:extLst>
                    <a:ext uri="{FF2B5EF4-FFF2-40B4-BE49-F238E27FC236}">
                      <a16:creationId xmlns:a16="http://schemas.microsoft.com/office/drawing/2014/main" id="{C523409D-6BEE-3DFF-6D8A-A72B18442E5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5" name="Group 2024">
                <a:extLst>
                  <a:ext uri="{FF2B5EF4-FFF2-40B4-BE49-F238E27FC236}">
                    <a16:creationId xmlns:a16="http://schemas.microsoft.com/office/drawing/2014/main" id="{3BCEA151-D78F-85D0-B7DB-83AF569616A8}"/>
                  </a:ext>
                </a:extLst>
              </p:cNvPr>
              <p:cNvGrpSpPr/>
              <p:nvPr/>
            </p:nvGrpSpPr>
            <p:grpSpPr>
              <a:xfrm>
                <a:off x="5754694" y="6008857"/>
                <a:ext cx="242005" cy="43678"/>
                <a:chOff x="7979724" y="3580291"/>
                <a:chExt cx="242005" cy="43678"/>
              </a:xfrm>
            </p:grpSpPr>
            <p:sp>
              <p:nvSpPr>
                <p:cNvPr id="2080" name="Oval 2079">
                  <a:extLst>
                    <a:ext uri="{FF2B5EF4-FFF2-40B4-BE49-F238E27FC236}">
                      <a16:creationId xmlns:a16="http://schemas.microsoft.com/office/drawing/2014/main" id="{2E5EC9A1-E4EC-D864-DE52-6BB570A26C4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Oval 2080">
                  <a:extLst>
                    <a:ext uri="{FF2B5EF4-FFF2-40B4-BE49-F238E27FC236}">
                      <a16:creationId xmlns:a16="http://schemas.microsoft.com/office/drawing/2014/main" id="{581EC807-01BD-4673-DE5B-2C8801D94AC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2" name="Oval 2081">
                  <a:extLst>
                    <a:ext uri="{FF2B5EF4-FFF2-40B4-BE49-F238E27FC236}">
                      <a16:creationId xmlns:a16="http://schemas.microsoft.com/office/drawing/2014/main" id="{4F736D52-1BD8-C5AE-A44E-A4E817C2ED3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Oval 2082">
                  <a:extLst>
                    <a:ext uri="{FF2B5EF4-FFF2-40B4-BE49-F238E27FC236}">
                      <a16:creationId xmlns:a16="http://schemas.microsoft.com/office/drawing/2014/main" id="{9E1FA859-394A-79E5-B739-5AFADFAAD38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4" name="Oval 2083">
                  <a:extLst>
                    <a:ext uri="{FF2B5EF4-FFF2-40B4-BE49-F238E27FC236}">
                      <a16:creationId xmlns:a16="http://schemas.microsoft.com/office/drawing/2014/main" id="{12BE253A-2439-5A07-FA9D-3C3FF2B3EDD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5" name="Oval 2084">
                  <a:extLst>
                    <a:ext uri="{FF2B5EF4-FFF2-40B4-BE49-F238E27FC236}">
                      <a16:creationId xmlns:a16="http://schemas.microsoft.com/office/drawing/2014/main" id="{1C70701B-2639-AD31-05E1-FF0CE1D7324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6" name="Oval 2085">
                  <a:extLst>
                    <a:ext uri="{FF2B5EF4-FFF2-40B4-BE49-F238E27FC236}">
                      <a16:creationId xmlns:a16="http://schemas.microsoft.com/office/drawing/2014/main" id="{401585E1-1523-6CE9-93D0-2F5A98CC8F1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7" name="Oval 2086">
                  <a:extLst>
                    <a:ext uri="{FF2B5EF4-FFF2-40B4-BE49-F238E27FC236}">
                      <a16:creationId xmlns:a16="http://schemas.microsoft.com/office/drawing/2014/main" id="{C2B333B0-F943-9B51-0078-4C28E4539C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6" name="Group 2025">
                <a:extLst>
                  <a:ext uri="{FF2B5EF4-FFF2-40B4-BE49-F238E27FC236}">
                    <a16:creationId xmlns:a16="http://schemas.microsoft.com/office/drawing/2014/main" id="{E76CC120-D323-4F6B-E19C-1C5F5AB3F6D8}"/>
                  </a:ext>
                </a:extLst>
              </p:cNvPr>
              <p:cNvGrpSpPr/>
              <p:nvPr/>
            </p:nvGrpSpPr>
            <p:grpSpPr>
              <a:xfrm rot="10800000">
                <a:off x="6066894" y="6011217"/>
                <a:ext cx="242005" cy="46723"/>
                <a:chOff x="7979724" y="3580291"/>
                <a:chExt cx="242005" cy="43678"/>
              </a:xfrm>
            </p:grpSpPr>
            <p:sp>
              <p:nvSpPr>
                <p:cNvPr id="2072" name="Oval 2071">
                  <a:extLst>
                    <a:ext uri="{FF2B5EF4-FFF2-40B4-BE49-F238E27FC236}">
                      <a16:creationId xmlns:a16="http://schemas.microsoft.com/office/drawing/2014/main" id="{9931FC73-323E-72E0-B95E-7A2ACD00EDC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3" name="Oval 2072">
                  <a:extLst>
                    <a:ext uri="{FF2B5EF4-FFF2-40B4-BE49-F238E27FC236}">
                      <a16:creationId xmlns:a16="http://schemas.microsoft.com/office/drawing/2014/main" id="{A99E1891-6561-B6A8-63EC-219210ECD4F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4" name="Oval 2073">
                  <a:extLst>
                    <a:ext uri="{FF2B5EF4-FFF2-40B4-BE49-F238E27FC236}">
                      <a16:creationId xmlns:a16="http://schemas.microsoft.com/office/drawing/2014/main" id="{431BC481-7178-A0D8-3E66-CA133E5B3EE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5" name="Oval 2074">
                  <a:extLst>
                    <a:ext uri="{FF2B5EF4-FFF2-40B4-BE49-F238E27FC236}">
                      <a16:creationId xmlns:a16="http://schemas.microsoft.com/office/drawing/2014/main" id="{C079A4FA-0AA3-45DE-5E3F-DDECDB3A902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6" name="Oval 2075">
                  <a:extLst>
                    <a:ext uri="{FF2B5EF4-FFF2-40B4-BE49-F238E27FC236}">
                      <a16:creationId xmlns:a16="http://schemas.microsoft.com/office/drawing/2014/main" id="{06915DBD-EE6A-72B4-F182-2D38BB4C7E3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7" name="Oval 2076">
                  <a:extLst>
                    <a:ext uri="{FF2B5EF4-FFF2-40B4-BE49-F238E27FC236}">
                      <a16:creationId xmlns:a16="http://schemas.microsoft.com/office/drawing/2014/main" id="{95BF440D-AE39-6CC2-1BA5-5CA84CD479C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8" name="Oval 2077">
                  <a:extLst>
                    <a:ext uri="{FF2B5EF4-FFF2-40B4-BE49-F238E27FC236}">
                      <a16:creationId xmlns:a16="http://schemas.microsoft.com/office/drawing/2014/main" id="{87AC92AE-15CB-4090-C9C2-52764E66147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9" name="Oval 2078">
                  <a:extLst>
                    <a:ext uri="{FF2B5EF4-FFF2-40B4-BE49-F238E27FC236}">
                      <a16:creationId xmlns:a16="http://schemas.microsoft.com/office/drawing/2014/main" id="{8396E944-E641-7570-1C51-77B7B79A0E0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7" name="Group 2026">
                <a:extLst>
                  <a:ext uri="{FF2B5EF4-FFF2-40B4-BE49-F238E27FC236}">
                    <a16:creationId xmlns:a16="http://schemas.microsoft.com/office/drawing/2014/main" id="{585B143C-808B-2C3B-18D6-801764BF71E6}"/>
                  </a:ext>
                </a:extLst>
              </p:cNvPr>
              <p:cNvGrpSpPr/>
              <p:nvPr/>
            </p:nvGrpSpPr>
            <p:grpSpPr>
              <a:xfrm rot="11689693">
                <a:off x="5995737" y="6012033"/>
                <a:ext cx="242005" cy="43678"/>
                <a:chOff x="7979724" y="3580291"/>
                <a:chExt cx="242005" cy="43678"/>
              </a:xfrm>
            </p:grpSpPr>
            <p:sp>
              <p:nvSpPr>
                <p:cNvPr id="2064" name="Oval 2063">
                  <a:extLst>
                    <a:ext uri="{FF2B5EF4-FFF2-40B4-BE49-F238E27FC236}">
                      <a16:creationId xmlns:a16="http://schemas.microsoft.com/office/drawing/2014/main" id="{9C272B72-B697-70BF-01B4-E0BA84930B5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Oval 2064">
                  <a:extLst>
                    <a:ext uri="{FF2B5EF4-FFF2-40B4-BE49-F238E27FC236}">
                      <a16:creationId xmlns:a16="http://schemas.microsoft.com/office/drawing/2014/main" id="{C32C1E91-2E4A-4F2E-49AD-DA765E7D29F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6" name="Oval 2065">
                  <a:extLst>
                    <a:ext uri="{FF2B5EF4-FFF2-40B4-BE49-F238E27FC236}">
                      <a16:creationId xmlns:a16="http://schemas.microsoft.com/office/drawing/2014/main" id="{B884D06E-EB9C-1A46-E690-0FC683630B1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Oval 2066">
                  <a:extLst>
                    <a:ext uri="{FF2B5EF4-FFF2-40B4-BE49-F238E27FC236}">
                      <a16:creationId xmlns:a16="http://schemas.microsoft.com/office/drawing/2014/main" id="{CBCE6CE7-3976-5166-6F98-88042F3E2AB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Oval 2067">
                  <a:extLst>
                    <a:ext uri="{FF2B5EF4-FFF2-40B4-BE49-F238E27FC236}">
                      <a16:creationId xmlns:a16="http://schemas.microsoft.com/office/drawing/2014/main" id="{1C491690-3573-FFAE-8CF7-4220CBAB61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9" name="Oval 2068">
                  <a:extLst>
                    <a:ext uri="{FF2B5EF4-FFF2-40B4-BE49-F238E27FC236}">
                      <a16:creationId xmlns:a16="http://schemas.microsoft.com/office/drawing/2014/main" id="{173AF080-048F-302D-7D8D-47816DA81B6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0" name="Oval 2069">
                  <a:extLst>
                    <a:ext uri="{FF2B5EF4-FFF2-40B4-BE49-F238E27FC236}">
                      <a16:creationId xmlns:a16="http://schemas.microsoft.com/office/drawing/2014/main" id="{63ADAD25-7FD9-8CC7-A7F1-77148441A53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1" name="Oval 2070">
                  <a:extLst>
                    <a:ext uri="{FF2B5EF4-FFF2-40B4-BE49-F238E27FC236}">
                      <a16:creationId xmlns:a16="http://schemas.microsoft.com/office/drawing/2014/main" id="{F2121114-F159-14F2-D435-A09B55F99CB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8" name="Group 2027">
                <a:extLst>
                  <a:ext uri="{FF2B5EF4-FFF2-40B4-BE49-F238E27FC236}">
                    <a16:creationId xmlns:a16="http://schemas.microsoft.com/office/drawing/2014/main" id="{49784167-588B-8E02-0CC5-782F68ACBC7B}"/>
                  </a:ext>
                </a:extLst>
              </p:cNvPr>
              <p:cNvGrpSpPr/>
              <p:nvPr/>
            </p:nvGrpSpPr>
            <p:grpSpPr>
              <a:xfrm rot="21292958">
                <a:off x="6243191" y="6012057"/>
                <a:ext cx="242005" cy="46723"/>
                <a:chOff x="7979724" y="3580291"/>
                <a:chExt cx="242005" cy="43678"/>
              </a:xfrm>
            </p:grpSpPr>
            <p:sp>
              <p:nvSpPr>
                <p:cNvPr id="2056" name="Oval 2055">
                  <a:extLst>
                    <a:ext uri="{FF2B5EF4-FFF2-40B4-BE49-F238E27FC236}">
                      <a16:creationId xmlns:a16="http://schemas.microsoft.com/office/drawing/2014/main" id="{A2DEF299-BE97-3C2B-91D5-2A19B829ACA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Oval 2056">
                  <a:extLst>
                    <a:ext uri="{FF2B5EF4-FFF2-40B4-BE49-F238E27FC236}">
                      <a16:creationId xmlns:a16="http://schemas.microsoft.com/office/drawing/2014/main" id="{2CAD183C-05B7-9C45-073D-5579F9B3356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8" name="Oval 2057">
                  <a:extLst>
                    <a:ext uri="{FF2B5EF4-FFF2-40B4-BE49-F238E27FC236}">
                      <a16:creationId xmlns:a16="http://schemas.microsoft.com/office/drawing/2014/main" id="{AC63DCB4-4466-69A7-1249-0827D80CF65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Oval 2058">
                  <a:extLst>
                    <a:ext uri="{FF2B5EF4-FFF2-40B4-BE49-F238E27FC236}">
                      <a16:creationId xmlns:a16="http://schemas.microsoft.com/office/drawing/2014/main" id="{B7A33868-96B8-A3CF-3D59-9A3384A1D97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0" name="Oval 2059">
                  <a:extLst>
                    <a:ext uri="{FF2B5EF4-FFF2-40B4-BE49-F238E27FC236}">
                      <a16:creationId xmlns:a16="http://schemas.microsoft.com/office/drawing/2014/main" id="{BFA6EC01-7E0A-602F-D985-7C5287F574F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Oval 2060">
                  <a:extLst>
                    <a:ext uri="{FF2B5EF4-FFF2-40B4-BE49-F238E27FC236}">
                      <a16:creationId xmlns:a16="http://schemas.microsoft.com/office/drawing/2014/main" id="{DB79E453-B96B-C706-38A0-53BFEC150F7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Oval 2061">
                  <a:extLst>
                    <a:ext uri="{FF2B5EF4-FFF2-40B4-BE49-F238E27FC236}">
                      <a16:creationId xmlns:a16="http://schemas.microsoft.com/office/drawing/2014/main" id="{F2326111-C19D-3895-9F41-84FE1958922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Oval 2062">
                  <a:extLst>
                    <a:ext uri="{FF2B5EF4-FFF2-40B4-BE49-F238E27FC236}">
                      <a16:creationId xmlns:a16="http://schemas.microsoft.com/office/drawing/2014/main" id="{69575DBD-43DF-5D22-56AC-BC4BBF69BA9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29" name="Group 2028">
                <a:extLst>
                  <a:ext uri="{FF2B5EF4-FFF2-40B4-BE49-F238E27FC236}">
                    <a16:creationId xmlns:a16="http://schemas.microsoft.com/office/drawing/2014/main" id="{D647ABD6-0D20-1B3B-086F-422DC79FB756}"/>
                  </a:ext>
                </a:extLst>
              </p:cNvPr>
              <p:cNvGrpSpPr/>
              <p:nvPr/>
            </p:nvGrpSpPr>
            <p:grpSpPr>
              <a:xfrm>
                <a:off x="6172034" y="6012873"/>
                <a:ext cx="242005" cy="43678"/>
                <a:chOff x="7979724" y="3580291"/>
                <a:chExt cx="242005" cy="43678"/>
              </a:xfrm>
            </p:grpSpPr>
            <p:sp>
              <p:nvSpPr>
                <p:cNvPr id="2048" name="Oval 2047">
                  <a:extLst>
                    <a:ext uri="{FF2B5EF4-FFF2-40B4-BE49-F238E27FC236}">
                      <a16:creationId xmlns:a16="http://schemas.microsoft.com/office/drawing/2014/main" id="{BE8C059D-4A6E-9822-C818-E71FF4EC73C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9" name="Oval 2048">
                  <a:extLst>
                    <a:ext uri="{FF2B5EF4-FFF2-40B4-BE49-F238E27FC236}">
                      <a16:creationId xmlns:a16="http://schemas.microsoft.com/office/drawing/2014/main" id="{C142E50B-1FE3-5CE7-0CC4-5A7518CC930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0" name="Oval 2049">
                  <a:extLst>
                    <a:ext uri="{FF2B5EF4-FFF2-40B4-BE49-F238E27FC236}">
                      <a16:creationId xmlns:a16="http://schemas.microsoft.com/office/drawing/2014/main" id="{851DE8C3-F896-9EB1-618F-E3830D0211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1" name="Oval 2050">
                  <a:extLst>
                    <a:ext uri="{FF2B5EF4-FFF2-40B4-BE49-F238E27FC236}">
                      <a16:creationId xmlns:a16="http://schemas.microsoft.com/office/drawing/2014/main" id="{98302FBA-5E12-24C8-430E-019C471E669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2" name="Oval 2051">
                  <a:extLst>
                    <a:ext uri="{FF2B5EF4-FFF2-40B4-BE49-F238E27FC236}">
                      <a16:creationId xmlns:a16="http://schemas.microsoft.com/office/drawing/2014/main" id="{2FFC3CCF-ECF8-8C7B-9F71-A66767A2DF7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3" name="Oval 2052">
                  <a:extLst>
                    <a:ext uri="{FF2B5EF4-FFF2-40B4-BE49-F238E27FC236}">
                      <a16:creationId xmlns:a16="http://schemas.microsoft.com/office/drawing/2014/main" id="{F71070A4-362F-186F-B34D-C152F071CFD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4" name="Oval 2053">
                  <a:extLst>
                    <a:ext uri="{FF2B5EF4-FFF2-40B4-BE49-F238E27FC236}">
                      <a16:creationId xmlns:a16="http://schemas.microsoft.com/office/drawing/2014/main" id="{30CE8FED-405E-6475-4125-DEEA450B84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5" name="Oval 2054">
                  <a:extLst>
                    <a:ext uri="{FF2B5EF4-FFF2-40B4-BE49-F238E27FC236}">
                      <a16:creationId xmlns:a16="http://schemas.microsoft.com/office/drawing/2014/main" id="{F67FC96F-8BF6-CE8D-162D-B7DEE3B0EA4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0" name="Group 2029">
                <a:extLst>
                  <a:ext uri="{FF2B5EF4-FFF2-40B4-BE49-F238E27FC236}">
                    <a16:creationId xmlns:a16="http://schemas.microsoft.com/office/drawing/2014/main" id="{30072FDA-D506-689F-CF5A-B9535E8C705A}"/>
                  </a:ext>
                </a:extLst>
              </p:cNvPr>
              <p:cNvGrpSpPr/>
              <p:nvPr/>
            </p:nvGrpSpPr>
            <p:grpSpPr>
              <a:xfrm rot="10800000">
                <a:off x="6484234" y="6015233"/>
                <a:ext cx="242005" cy="46723"/>
                <a:chOff x="7979724" y="3580291"/>
                <a:chExt cx="242005" cy="43678"/>
              </a:xfrm>
            </p:grpSpPr>
            <p:sp>
              <p:nvSpPr>
                <p:cNvPr id="2040" name="Oval 2039">
                  <a:extLst>
                    <a:ext uri="{FF2B5EF4-FFF2-40B4-BE49-F238E27FC236}">
                      <a16:creationId xmlns:a16="http://schemas.microsoft.com/office/drawing/2014/main" id="{3C6F5669-31BC-E84E-34A1-CCE6BFF4318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1" name="Oval 2040">
                  <a:extLst>
                    <a:ext uri="{FF2B5EF4-FFF2-40B4-BE49-F238E27FC236}">
                      <a16:creationId xmlns:a16="http://schemas.microsoft.com/office/drawing/2014/main" id="{ABDD4A41-A217-CA1E-CC9E-B7316B0AF6D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2" name="Oval 2041">
                  <a:extLst>
                    <a:ext uri="{FF2B5EF4-FFF2-40B4-BE49-F238E27FC236}">
                      <a16:creationId xmlns:a16="http://schemas.microsoft.com/office/drawing/2014/main" id="{D24CFA67-6F03-7F65-823C-D05DD9B7098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3" name="Oval 2042">
                  <a:extLst>
                    <a:ext uri="{FF2B5EF4-FFF2-40B4-BE49-F238E27FC236}">
                      <a16:creationId xmlns:a16="http://schemas.microsoft.com/office/drawing/2014/main" id="{A7752173-F225-70EE-D86C-7FAC7156834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4" name="Oval 2043">
                  <a:extLst>
                    <a:ext uri="{FF2B5EF4-FFF2-40B4-BE49-F238E27FC236}">
                      <a16:creationId xmlns:a16="http://schemas.microsoft.com/office/drawing/2014/main" id="{DA17A626-2FF7-ADAB-C664-A97BD8A3C19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5" name="Oval 2044">
                  <a:extLst>
                    <a:ext uri="{FF2B5EF4-FFF2-40B4-BE49-F238E27FC236}">
                      <a16:creationId xmlns:a16="http://schemas.microsoft.com/office/drawing/2014/main" id="{FC12CBDB-4D19-FEBC-3607-EADD44E7AED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6" name="Oval 2045">
                  <a:extLst>
                    <a:ext uri="{FF2B5EF4-FFF2-40B4-BE49-F238E27FC236}">
                      <a16:creationId xmlns:a16="http://schemas.microsoft.com/office/drawing/2014/main" id="{C7A7009D-50F1-D492-3159-2AC0B50DBA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7" name="Oval 2046">
                  <a:extLst>
                    <a:ext uri="{FF2B5EF4-FFF2-40B4-BE49-F238E27FC236}">
                      <a16:creationId xmlns:a16="http://schemas.microsoft.com/office/drawing/2014/main" id="{4D2CF207-051D-3920-8F48-2ACD73ED348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1" name="Group 2030">
                <a:extLst>
                  <a:ext uri="{FF2B5EF4-FFF2-40B4-BE49-F238E27FC236}">
                    <a16:creationId xmlns:a16="http://schemas.microsoft.com/office/drawing/2014/main" id="{2150D0DE-44F9-71F5-EDEC-CD1D10519F9F}"/>
                  </a:ext>
                </a:extLst>
              </p:cNvPr>
              <p:cNvGrpSpPr/>
              <p:nvPr/>
            </p:nvGrpSpPr>
            <p:grpSpPr>
              <a:xfrm>
                <a:off x="6413077" y="6016049"/>
                <a:ext cx="242005" cy="43678"/>
                <a:chOff x="7979724" y="3580291"/>
                <a:chExt cx="242005" cy="43678"/>
              </a:xfrm>
            </p:grpSpPr>
            <p:sp>
              <p:nvSpPr>
                <p:cNvPr id="2032" name="Oval 2031">
                  <a:extLst>
                    <a:ext uri="{FF2B5EF4-FFF2-40B4-BE49-F238E27FC236}">
                      <a16:creationId xmlns:a16="http://schemas.microsoft.com/office/drawing/2014/main" id="{0AFC1319-E3CF-29D2-1412-93488620417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3" name="Oval 2032">
                  <a:extLst>
                    <a:ext uri="{FF2B5EF4-FFF2-40B4-BE49-F238E27FC236}">
                      <a16:creationId xmlns:a16="http://schemas.microsoft.com/office/drawing/2014/main" id="{B7CF642D-CB1E-9AE0-B26B-3E6361CF8E6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4" name="Oval 2033">
                  <a:extLst>
                    <a:ext uri="{FF2B5EF4-FFF2-40B4-BE49-F238E27FC236}">
                      <a16:creationId xmlns:a16="http://schemas.microsoft.com/office/drawing/2014/main" id="{AA003599-9AC3-2697-860D-9D385F7672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5" name="Oval 2034">
                  <a:extLst>
                    <a:ext uri="{FF2B5EF4-FFF2-40B4-BE49-F238E27FC236}">
                      <a16:creationId xmlns:a16="http://schemas.microsoft.com/office/drawing/2014/main" id="{25ECE6A6-14E0-6BC6-68C3-089A3B950E9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6" name="Oval 2035">
                  <a:extLst>
                    <a:ext uri="{FF2B5EF4-FFF2-40B4-BE49-F238E27FC236}">
                      <a16:creationId xmlns:a16="http://schemas.microsoft.com/office/drawing/2014/main" id="{90A5EA02-2123-5E57-674A-5F6B8166CAA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7" name="Oval 2036">
                  <a:extLst>
                    <a:ext uri="{FF2B5EF4-FFF2-40B4-BE49-F238E27FC236}">
                      <a16:creationId xmlns:a16="http://schemas.microsoft.com/office/drawing/2014/main" id="{B6319929-7A90-2D15-23D4-9C54FD19A85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8" name="Oval 2037">
                  <a:extLst>
                    <a:ext uri="{FF2B5EF4-FFF2-40B4-BE49-F238E27FC236}">
                      <a16:creationId xmlns:a16="http://schemas.microsoft.com/office/drawing/2014/main" id="{89A6C68B-AB4A-5D98-BD5F-19AC00B2760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9" name="Oval 2038">
                  <a:extLst>
                    <a:ext uri="{FF2B5EF4-FFF2-40B4-BE49-F238E27FC236}">
                      <a16:creationId xmlns:a16="http://schemas.microsoft.com/office/drawing/2014/main" id="{739D30AC-B57A-58B6-904B-A190563A610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096" name="Group 2095">
              <a:extLst>
                <a:ext uri="{FF2B5EF4-FFF2-40B4-BE49-F238E27FC236}">
                  <a16:creationId xmlns:a16="http://schemas.microsoft.com/office/drawing/2014/main" id="{AD9F32FB-91A0-4217-F5FC-1A2FDF3C508A}"/>
                </a:ext>
              </a:extLst>
            </p:cNvPr>
            <p:cNvGrpSpPr/>
            <p:nvPr/>
          </p:nvGrpSpPr>
          <p:grpSpPr>
            <a:xfrm>
              <a:off x="7131615" y="2248157"/>
              <a:ext cx="971545" cy="53915"/>
              <a:chOff x="5754694" y="6008041"/>
              <a:chExt cx="971545" cy="53915"/>
            </a:xfrm>
          </p:grpSpPr>
          <p:grpSp>
            <p:nvGrpSpPr>
              <p:cNvPr id="2097" name="Group 2096">
                <a:extLst>
                  <a:ext uri="{FF2B5EF4-FFF2-40B4-BE49-F238E27FC236}">
                    <a16:creationId xmlns:a16="http://schemas.microsoft.com/office/drawing/2014/main" id="{94794876-CD67-4089-E7D2-1AD1891B787E}"/>
                  </a:ext>
                </a:extLst>
              </p:cNvPr>
              <p:cNvGrpSpPr/>
              <p:nvPr/>
            </p:nvGrpSpPr>
            <p:grpSpPr>
              <a:xfrm rot="10800000">
                <a:off x="5825851" y="6008041"/>
                <a:ext cx="242005" cy="46723"/>
                <a:chOff x="7979724" y="3580291"/>
                <a:chExt cx="242005" cy="43678"/>
              </a:xfrm>
            </p:grpSpPr>
            <p:sp>
              <p:nvSpPr>
                <p:cNvPr id="2161" name="Oval 2160">
                  <a:extLst>
                    <a:ext uri="{FF2B5EF4-FFF2-40B4-BE49-F238E27FC236}">
                      <a16:creationId xmlns:a16="http://schemas.microsoft.com/office/drawing/2014/main" id="{F8660EA1-EADE-175F-CE9C-18F89DF3EFA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2" name="Oval 2161">
                  <a:extLst>
                    <a:ext uri="{FF2B5EF4-FFF2-40B4-BE49-F238E27FC236}">
                      <a16:creationId xmlns:a16="http://schemas.microsoft.com/office/drawing/2014/main" id="{6AEA36E1-D421-B08A-E9B2-AB165E92EC8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3" name="Oval 2162">
                  <a:extLst>
                    <a:ext uri="{FF2B5EF4-FFF2-40B4-BE49-F238E27FC236}">
                      <a16:creationId xmlns:a16="http://schemas.microsoft.com/office/drawing/2014/main" id="{4E7E6774-84CE-96F2-7A79-81F812E3421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4" name="Oval 2163">
                  <a:extLst>
                    <a:ext uri="{FF2B5EF4-FFF2-40B4-BE49-F238E27FC236}">
                      <a16:creationId xmlns:a16="http://schemas.microsoft.com/office/drawing/2014/main" id="{0D0E43E6-C494-3551-9D96-AEE7767B4AE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5" name="Oval 2164">
                  <a:extLst>
                    <a:ext uri="{FF2B5EF4-FFF2-40B4-BE49-F238E27FC236}">
                      <a16:creationId xmlns:a16="http://schemas.microsoft.com/office/drawing/2014/main" id="{6556339A-FD8F-0A5B-05E3-CA7EFDF030B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6" name="Oval 2165">
                  <a:extLst>
                    <a:ext uri="{FF2B5EF4-FFF2-40B4-BE49-F238E27FC236}">
                      <a16:creationId xmlns:a16="http://schemas.microsoft.com/office/drawing/2014/main" id="{532015E2-0A9F-8670-B3DF-303432A3560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7" name="Oval 2166">
                  <a:extLst>
                    <a:ext uri="{FF2B5EF4-FFF2-40B4-BE49-F238E27FC236}">
                      <a16:creationId xmlns:a16="http://schemas.microsoft.com/office/drawing/2014/main" id="{8AB51A5F-7DB3-BB52-E9C1-7C43EF3D09E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8" name="Oval 2167">
                  <a:extLst>
                    <a:ext uri="{FF2B5EF4-FFF2-40B4-BE49-F238E27FC236}">
                      <a16:creationId xmlns:a16="http://schemas.microsoft.com/office/drawing/2014/main" id="{2DBCDB10-DBC6-8624-412E-D262C8F4D99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8" name="Group 2097">
                <a:extLst>
                  <a:ext uri="{FF2B5EF4-FFF2-40B4-BE49-F238E27FC236}">
                    <a16:creationId xmlns:a16="http://schemas.microsoft.com/office/drawing/2014/main" id="{45A634F1-42BA-172E-FBF5-2C9E3ACACD2F}"/>
                  </a:ext>
                </a:extLst>
              </p:cNvPr>
              <p:cNvGrpSpPr/>
              <p:nvPr/>
            </p:nvGrpSpPr>
            <p:grpSpPr>
              <a:xfrm>
                <a:off x="5754694" y="6008857"/>
                <a:ext cx="242005" cy="43678"/>
                <a:chOff x="7979724" y="3580291"/>
                <a:chExt cx="242005" cy="43678"/>
              </a:xfrm>
            </p:grpSpPr>
            <p:sp>
              <p:nvSpPr>
                <p:cNvPr id="2153" name="Oval 2152">
                  <a:extLst>
                    <a:ext uri="{FF2B5EF4-FFF2-40B4-BE49-F238E27FC236}">
                      <a16:creationId xmlns:a16="http://schemas.microsoft.com/office/drawing/2014/main" id="{ACC4672A-1809-9E29-F8FD-BA2BDC116E4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4" name="Oval 2153">
                  <a:extLst>
                    <a:ext uri="{FF2B5EF4-FFF2-40B4-BE49-F238E27FC236}">
                      <a16:creationId xmlns:a16="http://schemas.microsoft.com/office/drawing/2014/main" id="{4339F4FB-562E-F174-5A4C-FE810B04D4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5" name="Oval 2154">
                  <a:extLst>
                    <a:ext uri="{FF2B5EF4-FFF2-40B4-BE49-F238E27FC236}">
                      <a16:creationId xmlns:a16="http://schemas.microsoft.com/office/drawing/2014/main" id="{4900BED6-DFCA-9759-AC2B-E611BDD796C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6" name="Oval 2155">
                  <a:extLst>
                    <a:ext uri="{FF2B5EF4-FFF2-40B4-BE49-F238E27FC236}">
                      <a16:creationId xmlns:a16="http://schemas.microsoft.com/office/drawing/2014/main" id="{1A66F181-BCB5-7364-F166-57B1CB6C5CB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7" name="Oval 2156">
                  <a:extLst>
                    <a:ext uri="{FF2B5EF4-FFF2-40B4-BE49-F238E27FC236}">
                      <a16:creationId xmlns:a16="http://schemas.microsoft.com/office/drawing/2014/main" id="{901CCD47-D8F1-3F66-8115-02661DD4D37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8" name="Oval 2157">
                  <a:extLst>
                    <a:ext uri="{FF2B5EF4-FFF2-40B4-BE49-F238E27FC236}">
                      <a16:creationId xmlns:a16="http://schemas.microsoft.com/office/drawing/2014/main" id="{F483723E-CA4B-5E1D-72F5-49E0449596A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9" name="Oval 2158">
                  <a:extLst>
                    <a:ext uri="{FF2B5EF4-FFF2-40B4-BE49-F238E27FC236}">
                      <a16:creationId xmlns:a16="http://schemas.microsoft.com/office/drawing/2014/main" id="{F5B0652B-CE3E-E28E-02C7-D687EC31E08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0" name="Oval 2159">
                  <a:extLst>
                    <a:ext uri="{FF2B5EF4-FFF2-40B4-BE49-F238E27FC236}">
                      <a16:creationId xmlns:a16="http://schemas.microsoft.com/office/drawing/2014/main" id="{D927458F-AF0E-BFD4-7C8A-C618D5BA40B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99" name="Group 2098">
                <a:extLst>
                  <a:ext uri="{FF2B5EF4-FFF2-40B4-BE49-F238E27FC236}">
                    <a16:creationId xmlns:a16="http://schemas.microsoft.com/office/drawing/2014/main" id="{0C6B036B-B06A-06F0-2083-599EEEEA4112}"/>
                  </a:ext>
                </a:extLst>
              </p:cNvPr>
              <p:cNvGrpSpPr/>
              <p:nvPr/>
            </p:nvGrpSpPr>
            <p:grpSpPr>
              <a:xfrm rot="10800000">
                <a:off x="6066894" y="6011217"/>
                <a:ext cx="242005" cy="46723"/>
                <a:chOff x="7979724" y="3580291"/>
                <a:chExt cx="242005" cy="43678"/>
              </a:xfrm>
            </p:grpSpPr>
            <p:sp>
              <p:nvSpPr>
                <p:cNvPr id="2145" name="Oval 2144">
                  <a:extLst>
                    <a:ext uri="{FF2B5EF4-FFF2-40B4-BE49-F238E27FC236}">
                      <a16:creationId xmlns:a16="http://schemas.microsoft.com/office/drawing/2014/main" id="{61CAF8AB-0C80-1AB3-43F5-4712727FACD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6" name="Oval 2145">
                  <a:extLst>
                    <a:ext uri="{FF2B5EF4-FFF2-40B4-BE49-F238E27FC236}">
                      <a16:creationId xmlns:a16="http://schemas.microsoft.com/office/drawing/2014/main" id="{E9987F5D-33E6-2FF0-C440-43CD7F8C163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7" name="Oval 2146">
                  <a:extLst>
                    <a:ext uri="{FF2B5EF4-FFF2-40B4-BE49-F238E27FC236}">
                      <a16:creationId xmlns:a16="http://schemas.microsoft.com/office/drawing/2014/main" id="{1A05D9A4-97AD-0D3B-498C-5FD0BA0606C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8" name="Oval 2147">
                  <a:extLst>
                    <a:ext uri="{FF2B5EF4-FFF2-40B4-BE49-F238E27FC236}">
                      <a16:creationId xmlns:a16="http://schemas.microsoft.com/office/drawing/2014/main" id="{54AF31E3-D135-C1B5-D4ED-1693DDE2445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9" name="Oval 2148">
                  <a:extLst>
                    <a:ext uri="{FF2B5EF4-FFF2-40B4-BE49-F238E27FC236}">
                      <a16:creationId xmlns:a16="http://schemas.microsoft.com/office/drawing/2014/main" id="{E1E612FB-BA5D-E4CC-EEB7-612F579B4D6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 name="Oval 2149">
                  <a:extLst>
                    <a:ext uri="{FF2B5EF4-FFF2-40B4-BE49-F238E27FC236}">
                      <a16:creationId xmlns:a16="http://schemas.microsoft.com/office/drawing/2014/main" id="{CFFFEC8B-813F-DB9F-F61B-18E1870719F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 name="Oval 2150">
                  <a:extLst>
                    <a:ext uri="{FF2B5EF4-FFF2-40B4-BE49-F238E27FC236}">
                      <a16:creationId xmlns:a16="http://schemas.microsoft.com/office/drawing/2014/main" id="{7D420F2C-BC7E-FDA1-577B-B577CB7EDAD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2" name="Oval 2151">
                  <a:extLst>
                    <a:ext uri="{FF2B5EF4-FFF2-40B4-BE49-F238E27FC236}">
                      <a16:creationId xmlns:a16="http://schemas.microsoft.com/office/drawing/2014/main" id="{A778BDCD-EA69-8CFB-2F2C-8F071C8DB54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0" name="Group 2099">
                <a:extLst>
                  <a:ext uri="{FF2B5EF4-FFF2-40B4-BE49-F238E27FC236}">
                    <a16:creationId xmlns:a16="http://schemas.microsoft.com/office/drawing/2014/main" id="{90655836-AD43-1E36-DFF5-15FA4B3D7CA1}"/>
                  </a:ext>
                </a:extLst>
              </p:cNvPr>
              <p:cNvGrpSpPr/>
              <p:nvPr/>
            </p:nvGrpSpPr>
            <p:grpSpPr>
              <a:xfrm rot="11689693">
                <a:off x="5995737" y="6012033"/>
                <a:ext cx="242005" cy="43678"/>
                <a:chOff x="7979724" y="3580291"/>
                <a:chExt cx="242005" cy="43678"/>
              </a:xfrm>
            </p:grpSpPr>
            <p:sp>
              <p:nvSpPr>
                <p:cNvPr id="2137" name="Oval 2136">
                  <a:extLst>
                    <a:ext uri="{FF2B5EF4-FFF2-40B4-BE49-F238E27FC236}">
                      <a16:creationId xmlns:a16="http://schemas.microsoft.com/office/drawing/2014/main" id="{626595BA-0606-C0D0-D366-ECF92C44881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8" name="Oval 2137">
                  <a:extLst>
                    <a:ext uri="{FF2B5EF4-FFF2-40B4-BE49-F238E27FC236}">
                      <a16:creationId xmlns:a16="http://schemas.microsoft.com/office/drawing/2014/main" id="{2226844A-DCE3-6608-27B5-981A10D79FA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9" name="Oval 2138">
                  <a:extLst>
                    <a:ext uri="{FF2B5EF4-FFF2-40B4-BE49-F238E27FC236}">
                      <a16:creationId xmlns:a16="http://schemas.microsoft.com/office/drawing/2014/main" id="{33565C01-9FCC-4C61-C838-FDB5BC4DDEB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0" name="Oval 2139">
                  <a:extLst>
                    <a:ext uri="{FF2B5EF4-FFF2-40B4-BE49-F238E27FC236}">
                      <a16:creationId xmlns:a16="http://schemas.microsoft.com/office/drawing/2014/main" id="{AAD08EE6-9209-6BE2-CED4-C82F0109F45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1" name="Oval 2140">
                  <a:extLst>
                    <a:ext uri="{FF2B5EF4-FFF2-40B4-BE49-F238E27FC236}">
                      <a16:creationId xmlns:a16="http://schemas.microsoft.com/office/drawing/2014/main" id="{10080534-91A2-9DFB-06B3-7080864DA03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2" name="Oval 2141">
                  <a:extLst>
                    <a:ext uri="{FF2B5EF4-FFF2-40B4-BE49-F238E27FC236}">
                      <a16:creationId xmlns:a16="http://schemas.microsoft.com/office/drawing/2014/main" id="{34C4FAFA-F7E7-41E1-7CCC-CF57C5369B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3" name="Oval 2142">
                  <a:extLst>
                    <a:ext uri="{FF2B5EF4-FFF2-40B4-BE49-F238E27FC236}">
                      <a16:creationId xmlns:a16="http://schemas.microsoft.com/office/drawing/2014/main" id="{6B2CC178-663F-89A0-C71B-05CC83CF77F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4" name="Oval 2143">
                  <a:extLst>
                    <a:ext uri="{FF2B5EF4-FFF2-40B4-BE49-F238E27FC236}">
                      <a16:creationId xmlns:a16="http://schemas.microsoft.com/office/drawing/2014/main" id="{4A6608F8-BB1F-066F-0F2E-995610F15AC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1" name="Group 2100">
                <a:extLst>
                  <a:ext uri="{FF2B5EF4-FFF2-40B4-BE49-F238E27FC236}">
                    <a16:creationId xmlns:a16="http://schemas.microsoft.com/office/drawing/2014/main" id="{E379EEE1-A814-87DF-802D-7FF89E992144}"/>
                  </a:ext>
                </a:extLst>
              </p:cNvPr>
              <p:cNvGrpSpPr/>
              <p:nvPr/>
            </p:nvGrpSpPr>
            <p:grpSpPr>
              <a:xfrm rot="21292958">
                <a:off x="6243191" y="6012057"/>
                <a:ext cx="242005" cy="46723"/>
                <a:chOff x="7979724" y="3580291"/>
                <a:chExt cx="242005" cy="43678"/>
              </a:xfrm>
            </p:grpSpPr>
            <p:sp>
              <p:nvSpPr>
                <p:cNvPr id="2129" name="Oval 2128">
                  <a:extLst>
                    <a:ext uri="{FF2B5EF4-FFF2-40B4-BE49-F238E27FC236}">
                      <a16:creationId xmlns:a16="http://schemas.microsoft.com/office/drawing/2014/main" id="{902862F3-5A47-E523-FD65-006228DD017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0" name="Oval 2129">
                  <a:extLst>
                    <a:ext uri="{FF2B5EF4-FFF2-40B4-BE49-F238E27FC236}">
                      <a16:creationId xmlns:a16="http://schemas.microsoft.com/office/drawing/2014/main" id="{D32703CA-A37B-240F-4A53-4A14C814E4F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1" name="Oval 2130">
                  <a:extLst>
                    <a:ext uri="{FF2B5EF4-FFF2-40B4-BE49-F238E27FC236}">
                      <a16:creationId xmlns:a16="http://schemas.microsoft.com/office/drawing/2014/main" id="{9C267106-2369-E66A-B629-41B99C9D5B8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2" name="Oval 2131">
                  <a:extLst>
                    <a:ext uri="{FF2B5EF4-FFF2-40B4-BE49-F238E27FC236}">
                      <a16:creationId xmlns:a16="http://schemas.microsoft.com/office/drawing/2014/main" id="{A2F7FDFB-765F-3A44-50E9-58C5DA868D2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3" name="Oval 2132">
                  <a:extLst>
                    <a:ext uri="{FF2B5EF4-FFF2-40B4-BE49-F238E27FC236}">
                      <a16:creationId xmlns:a16="http://schemas.microsoft.com/office/drawing/2014/main" id="{F3FD0694-1BEC-CCD6-8507-E9FA901DFED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4" name="Oval 2133">
                  <a:extLst>
                    <a:ext uri="{FF2B5EF4-FFF2-40B4-BE49-F238E27FC236}">
                      <a16:creationId xmlns:a16="http://schemas.microsoft.com/office/drawing/2014/main" id="{92E42EB1-BF47-4678-82C1-59E1D92B4C9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5" name="Oval 2134">
                  <a:extLst>
                    <a:ext uri="{FF2B5EF4-FFF2-40B4-BE49-F238E27FC236}">
                      <a16:creationId xmlns:a16="http://schemas.microsoft.com/office/drawing/2014/main" id="{5728725D-F3B7-C62B-AC19-FAC51FF3B5E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6" name="Oval 2135">
                  <a:extLst>
                    <a:ext uri="{FF2B5EF4-FFF2-40B4-BE49-F238E27FC236}">
                      <a16:creationId xmlns:a16="http://schemas.microsoft.com/office/drawing/2014/main" id="{9CB87D0B-79D8-5B08-5F7E-CF6C0D0CA5A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2" name="Group 2101">
                <a:extLst>
                  <a:ext uri="{FF2B5EF4-FFF2-40B4-BE49-F238E27FC236}">
                    <a16:creationId xmlns:a16="http://schemas.microsoft.com/office/drawing/2014/main" id="{4A0E8DA2-1C8F-5DE1-1B5F-706F9C0D128C}"/>
                  </a:ext>
                </a:extLst>
              </p:cNvPr>
              <p:cNvGrpSpPr/>
              <p:nvPr/>
            </p:nvGrpSpPr>
            <p:grpSpPr>
              <a:xfrm>
                <a:off x="6172034" y="6012873"/>
                <a:ext cx="242005" cy="43678"/>
                <a:chOff x="7979724" y="3580291"/>
                <a:chExt cx="242005" cy="43678"/>
              </a:xfrm>
            </p:grpSpPr>
            <p:sp>
              <p:nvSpPr>
                <p:cNvPr id="2121" name="Oval 2120">
                  <a:extLst>
                    <a:ext uri="{FF2B5EF4-FFF2-40B4-BE49-F238E27FC236}">
                      <a16:creationId xmlns:a16="http://schemas.microsoft.com/office/drawing/2014/main" id="{F16C1C9A-716C-1576-2A5C-D3CF7CD8F3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2" name="Oval 2121">
                  <a:extLst>
                    <a:ext uri="{FF2B5EF4-FFF2-40B4-BE49-F238E27FC236}">
                      <a16:creationId xmlns:a16="http://schemas.microsoft.com/office/drawing/2014/main" id="{27604566-221D-98E0-86CA-03CFB664208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3" name="Oval 2122">
                  <a:extLst>
                    <a:ext uri="{FF2B5EF4-FFF2-40B4-BE49-F238E27FC236}">
                      <a16:creationId xmlns:a16="http://schemas.microsoft.com/office/drawing/2014/main" id="{1D322F90-41EF-4FCF-4C12-E8B8C75C13A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4" name="Oval 2123">
                  <a:extLst>
                    <a:ext uri="{FF2B5EF4-FFF2-40B4-BE49-F238E27FC236}">
                      <a16:creationId xmlns:a16="http://schemas.microsoft.com/office/drawing/2014/main" id="{7AD1A24D-A73D-0486-8215-82C2581F1F1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5" name="Oval 2124">
                  <a:extLst>
                    <a:ext uri="{FF2B5EF4-FFF2-40B4-BE49-F238E27FC236}">
                      <a16:creationId xmlns:a16="http://schemas.microsoft.com/office/drawing/2014/main" id="{1163C205-48B4-3310-71AD-B6FB2F9F4D8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6" name="Oval 2125">
                  <a:extLst>
                    <a:ext uri="{FF2B5EF4-FFF2-40B4-BE49-F238E27FC236}">
                      <a16:creationId xmlns:a16="http://schemas.microsoft.com/office/drawing/2014/main" id="{9354D870-2567-12E3-CFFF-0C34CA1625E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7" name="Oval 2126">
                  <a:extLst>
                    <a:ext uri="{FF2B5EF4-FFF2-40B4-BE49-F238E27FC236}">
                      <a16:creationId xmlns:a16="http://schemas.microsoft.com/office/drawing/2014/main" id="{1D55EED2-2074-A3F2-48F4-2C53C846B93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8" name="Oval 2127">
                  <a:extLst>
                    <a:ext uri="{FF2B5EF4-FFF2-40B4-BE49-F238E27FC236}">
                      <a16:creationId xmlns:a16="http://schemas.microsoft.com/office/drawing/2014/main" id="{166E1361-6F33-9014-D2DE-F0E70CA3A42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3" name="Group 2102">
                <a:extLst>
                  <a:ext uri="{FF2B5EF4-FFF2-40B4-BE49-F238E27FC236}">
                    <a16:creationId xmlns:a16="http://schemas.microsoft.com/office/drawing/2014/main" id="{D8CBEB5A-5DBF-E53D-B42D-BB2D64EDC525}"/>
                  </a:ext>
                </a:extLst>
              </p:cNvPr>
              <p:cNvGrpSpPr/>
              <p:nvPr/>
            </p:nvGrpSpPr>
            <p:grpSpPr>
              <a:xfrm rot="10800000">
                <a:off x="6484234" y="6015233"/>
                <a:ext cx="242005" cy="46723"/>
                <a:chOff x="7979724" y="3580291"/>
                <a:chExt cx="242005" cy="43678"/>
              </a:xfrm>
            </p:grpSpPr>
            <p:sp>
              <p:nvSpPr>
                <p:cNvPr id="2113" name="Oval 2112">
                  <a:extLst>
                    <a:ext uri="{FF2B5EF4-FFF2-40B4-BE49-F238E27FC236}">
                      <a16:creationId xmlns:a16="http://schemas.microsoft.com/office/drawing/2014/main" id="{04E1F046-C314-27BB-1505-069F4CE74E2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4" name="Oval 2113">
                  <a:extLst>
                    <a:ext uri="{FF2B5EF4-FFF2-40B4-BE49-F238E27FC236}">
                      <a16:creationId xmlns:a16="http://schemas.microsoft.com/office/drawing/2014/main" id="{842EA808-AD88-46A5-73DB-B81AD9D972B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5" name="Oval 2114">
                  <a:extLst>
                    <a:ext uri="{FF2B5EF4-FFF2-40B4-BE49-F238E27FC236}">
                      <a16:creationId xmlns:a16="http://schemas.microsoft.com/office/drawing/2014/main" id="{C0C65543-6D04-61AD-6278-C8A6FCED47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6" name="Oval 2115">
                  <a:extLst>
                    <a:ext uri="{FF2B5EF4-FFF2-40B4-BE49-F238E27FC236}">
                      <a16:creationId xmlns:a16="http://schemas.microsoft.com/office/drawing/2014/main" id="{C06DBCD6-71A7-CEDC-2130-3C28A581F51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7" name="Oval 2116">
                  <a:extLst>
                    <a:ext uri="{FF2B5EF4-FFF2-40B4-BE49-F238E27FC236}">
                      <a16:creationId xmlns:a16="http://schemas.microsoft.com/office/drawing/2014/main" id="{72C095AF-DAF3-E323-8948-25AD70E0812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8" name="Oval 2117">
                  <a:extLst>
                    <a:ext uri="{FF2B5EF4-FFF2-40B4-BE49-F238E27FC236}">
                      <a16:creationId xmlns:a16="http://schemas.microsoft.com/office/drawing/2014/main" id="{B82F44A1-B3BE-DD67-5424-B2F62404585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9" name="Oval 2118">
                  <a:extLst>
                    <a:ext uri="{FF2B5EF4-FFF2-40B4-BE49-F238E27FC236}">
                      <a16:creationId xmlns:a16="http://schemas.microsoft.com/office/drawing/2014/main" id="{2C12B56F-F67A-5752-DE98-350530CE21D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0" name="Oval 2119">
                  <a:extLst>
                    <a:ext uri="{FF2B5EF4-FFF2-40B4-BE49-F238E27FC236}">
                      <a16:creationId xmlns:a16="http://schemas.microsoft.com/office/drawing/2014/main" id="{401DC9BF-B39C-6EF7-9082-BC3FAF01C4F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04" name="Group 2103">
                <a:extLst>
                  <a:ext uri="{FF2B5EF4-FFF2-40B4-BE49-F238E27FC236}">
                    <a16:creationId xmlns:a16="http://schemas.microsoft.com/office/drawing/2014/main" id="{70958E53-6281-F90E-5EB8-664D2C6C60BA}"/>
                  </a:ext>
                </a:extLst>
              </p:cNvPr>
              <p:cNvGrpSpPr/>
              <p:nvPr/>
            </p:nvGrpSpPr>
            <p:grpSpPr>
              <a:xfrm>
                <a:off x="6413077" y="6016049"/>
                <a:ext cx="242005" cy="43678"/>
                <a:chOff x="7979724" y="3580291"/>
                <a:chExt cx="242005" cy="43678"/>
              </a:xfrm>
            </p:grpSpPr>
            <p:sp>
              <p:nvSpPr>
                <p:cNvPr id="2105" name="Oval 2104">
                  <a:extLst>
                    <a:ext uri="{FF2B5EF4-FFF2-40B4-BE49-F238E27FC236}">
                      <a16:creationId xmlns:a16="http://schemas.microsoft.com/office/drawing/2014/main" id="{49C6D201-AC75-C989-B5FC-25918EACB05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6" name="Oval 2105">
                  <a:extLst>
                    <a:ext uri="{FF2B5EF4-FFF2-40B4-BE49-F238E27FC236}">
                      <a16:creationId xmlns:a16="http://schemas.microsoft.com/office/drawing/2014/main" id="{23D7FE1E-1B67-C701-9679-833002BEBDB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7" name="Oval 2106">
                  <a:extLst>
                    <a:ext uri="{FF2B5EF4-FFF2-40B4-BE49-F238E27FC236}">
                      <a16:creationId xmlns:a16="http://schemas.microsoft.com/office/drawing/2014/main" id="{D0C21FDD-B6DF-B9E0-AC27-D1F68F119DA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8" name="Oval 2107">
                  <a:extLst>
                    <a:ext uri="{FF2B5EF4-FFF2-40B4-BE49-F238E27FC236}">
                      <a16:creationId xmlns:a16="http://schemas.microsoft.com/office/drawing/2014/main" id="{0F4780B0-939F-FF5B-B20E-8EA08DA0F54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9" name="Oval 2108">
                  <a:extLst>
                    <a:ext uri="{FF2B5EF4-FFF2-40B4-BE49-F238E27FC236}">
                      <a16:creationId xmlns:a16="http://schemas.microsoft.com/office/drawing/2014/main" id="{B2D4DCA9-8B98-97BA-589E-C563205F557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0" name="Oval 2109">
                  <a:extLst>
                    <a:ext uri="{FF2B5EF4-FFF2-40B4-BE49-F238E27FC236}">
                      <a16:creationId xmlns:a16="http://schemas.microsoft.com/office/drawing/2014/main" id="{D6BA2093-1FFE-A9FE-8E22-57180B3A1A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1" name="Oval 2110">
                  <a:extLst>
                    <a:ext uri="{FF2B5EF4-FFF2-40B4-BE49-F238E27FC236}">
                      <a16:creationId xmlns:a16="http://schemas.microsoft.com/office/drawing/2014/main" id="{09C5D1E9-A611-4B73-6849-3263A715397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2" name="Oval 2111">
                  <a:extLst>
                    <a:ext uri="{FF2B5EF4-FFF2-40B4-BE49-F238E27FC236}">
                      <a16:creationId xmlns:a16="http://schemas.microsoft.com/office/drawing/2014/main" id="{5002C876-EF83-5E54-C716-76BDB4B8583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69" name="Group 2168">
              <a:extLst>
                <a:ext uri="{FF2B5EF4-FFF2-40B4-BE49-F238E27FC236}">
                  <a16:creationId xmlns:a16="http://schemas.microsoft.com/office/drawing/2014/main" id="{FED5D550-E573-162B-8D6D-1F7C68F0DD64}"/>
                </a:ext>
              </a:extLst>
            </p:cNvPr>
            <p:cNvGrpSpPr/>
            <p:nvPr/>
          </p:nvGrpSpPr>
          <p:grpSpPr>
            <a:xfrm>
              <a:off x="6794840" y="2540299"/>
              <a:ext cx="971545" cy="53915"/>
              <a:chOff x="5754694" y="6008041"/>
              <a:chExt cx="971545" cy="53915"/>
            </a:xfrm>
          </p:grpSpPr>
          <p:grpSp>
            <p:nvGrpSpPr>
              <p:cNvPr id="2170" name="Group 2169">
                <a:extLst>
                  <a:ext uri="{FF2B5EF4-FFF2-40B4-BE49-F238E27FC236}">
                    <a16:creationId xmlns:a16="http://schemas.microsoft.com/office/drawing/2014/main" id="{B826A4D7-8534-D1C1-BDA3-2A0801231158}"/>
                  </a:ext>
                </a:extLst>
              </p:cNvPr>
              <p:cNvGrpSpPr/>
              <p:nvPr/>
            </p:nvGrpSpPr>
            <p:grpSpPr>
              <a:xfrm rot="10800000">
                <a:off x="5825851" y="6008041"/>
                <a:ext cx="242005" cy="46723"/>
                <a:chOff x="7979724" y="3580291"/>
                <a:chExt cx="242005" cy="43678"/>
              </a:xfrm>
            </p:grpSpPr>
            <p:sp>
              <p:nvSpPr>
                <p:cNvPr id="2234" name="Oval 2233">
                  <a:extLst>
                    <a:ext uri="{FF2B5EF4-FFF2-40B4-BE49-F238E27FC236}">
                      <a16:creationId xmlns:a16="http://schemas.microsoft.com/office/drawing/2014/main" id="{51CA6B04-B487-A104-301B-B20E8D9935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5" name="Oval 2234">
                  <a:extLst>
                    <a:ext uri="{FF2B5EF4-FFF2-40B4-BE49-F238E27FC236}">
                      <a16:creationId xmlns:a16="http://schemas.microsoft.com/office/drawing/2014/main" id="{98F2E9C6-A2EE-FEBA-79CF-72EC965CD52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6" name="Oval 2235">
                  <a:extLst>
                    <a:ext uri="{FF2B5EF4-FFF2-40B4-BE49-F238E27FC236}">
                      <a16:creationId xmlns:a16="http://schemas.microsoft.com/office/drawing/2014/main" id="{F9142033-AB33-5B22-C25E-BB6F35BACC2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7" name="Oval 2236">
                  <a:extLst>
                    <a:ext uri="{FF2B5EF4-FFF2-40B4-BE49-F238E27FC236}">
                      <a16:creationId xmlns:a16="http://schemas.microsoft.com/office/drawing/2014/main" id="{A6B0116F-F6AC-92D5-912D-2B24BED941B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8" name="Oval 2237">
                  <a:extLst>
                    <a:ext uri="{FF2B5EF4-FFF2-40B4-BE49-F238E27FC236}">
                      <a16:creationId xmlns:a16="http://schemas.microsoft.com/office/drawing/2014/main" id="{33DBC15D-3374-442F-6B90-CB17BD880C3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9" name="Oval 2238">
                  <a:extLst>
                    <a:ext uri="{FF2B5EF4-FFF2-40B4-BE49-F238E27FC236}">
                      <a16:creationId xmlns:a16="http://schemas.microsoft.com/office/drawing/2014/main" id="{20E87A24-1744-FA56-B609-FE184BB0155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0" name="Oval 2239">
                  <a:extLst>
                    <a:ext uri="{FF2B5EF4-FFF2-40B4-BE49-F238E27FC236}">
                      <a16:creationId xmlns:a16="http://schemas.microsoft.com/office/drawing/2014/main" id="{CF577E8D-A998-FA5B-BD34-21C72DE7EE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1" name="Oval 2240">
                  <a:extLst>
                    <a:ext uri="{FF2B5EF4-FFF2-40B4-BE49-F238E27FC236}">
                      <a16:creationId xmlns:a16="http://schemas.microsoft.com/office/drawing/2014/main" id="{7F8055C3-335F-B65B-7E4E-6703554283F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1" name="Group 2170">
                <a:extLst>
                  <a:ext uri="{FF2B5EF4-FFF2-40B4-BE49-F238E27FC236}">
                    <a16:creationId xmlns:a16="http://schemas.microsoft.com/office/drawing/2014/main" id="{E72EAF67-1319-4023-0242-E6394F54E13F}"/>
                  </a:ext>
                </a:extLst>
              </p:cNvPr>
              <p:cNvGrpSpPr/>
              <p:nvPr/>
            </p:nvGrpSpPr>
            <p:grpSpPr>
              <a:xfrm>
                <a:off x="5754694" y="6008857"/>
                <a:ext cx="242005" cy="43678"/>
                <a:chOff x="7979724" y="3580291"/>
                <a:chExt cx="242005" cy="43678"/>
              </a:xfrm>
            </p:grpSpPr>
            <p:sp>
              <p:nvSpPr>
                <p:cNvPr id="2226" name="Oval 2225">
                  <a:extLst>
                    <a:ext uri="{FF2B5EF4-FFF2-40B4-BE49-F238E27FC236}">
                      <a16:creationId xmlns:a16="http://schemas.microsoft.com/office/drawing/2014/main" id="{4F69C3F3-DE05-E628-983F-4554E81CB22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7" name="Oval 2226">
                  <a:extLst>
                    <a:ext uri="{FF2B5EF4-FFF2-40B4-BE49-F238E27FC236}">
                      <a16:creationId xmlns:a16="http://schemas.microsoft.com/office/drawing/2014/main" id="{20EE13A2-EE02-7900-7652-7CBC0C4B9E2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8" name="Oval 2227">
                  <a:extLst>
                    <a:ext uri="{FF2B5EF4-FFF2-40B4-BE49-F238E27FC236}">
                      <a16:creationId xmlns:a16="http://schemas.microsoft.com/office/drawing/2014/main" id="{8DF6DA21-DB84-709D-5581-AEE40E90B83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9" name="Oval 2228">
                  <a:extLst>
                    <a:ext uri="{FF2B5EF4-FFF2-40B4-BE49-F238E27FC236}">
                      <a16:creationId xmlns:a16="http://schemas.microsoft.com/office/drawing/2014/main" id="{9E901A5F-2888-154A-640D-3D9DF4BF2ED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0" name="Oval 2229">
                  <a:extLst>
                    <a:ext uri="{FF2B5EF4-FFF2-40B4-BE49-F238E27FC236}">
                      <a16:creationId xmlns:a16="http://schemas.microsoft.com/office/drawing/2014/main" id="{A733869B-C9D0-A0B6-516B-5F72F332A6E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1" name="Oval 2230">
                  <a:extLst>
                    <a:ext uri="{FF2B5EF4-FFF2-40B4-BE49-F238E27FC236}">
                      <a16:creationId xmlns:a16="http://schemas.microsoft.com/office/drawing/2014/main" id="{83EA999C-B2CA-93E5-94BA-718BC9DB589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2" name="Oval 2231">
                  <a:extLst>
                    <a:ext uri="{FF2B5EF4-FFF2-40B4-BE49-F238E27FC236}">
                      <a16:creationId xmlns:a16="http://schemas.microsoft.com/office/drawing/2014/main" id="{0EEFD6C7-2DC4-CC17-DEA9-6146B51A01B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3" name="Oval 2232">
                  <a:extLst>
                    <a:ext uri="{FF2B5EF4-FFF2-40B4-BE49-F238E27FC236}">
                      <a16:creationId xmlns:a16="http://schemas.microsoft.com/office/drawing/2014/main" id="{242C8E30-90C1-8A02-A171-E8658C326B7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2" name="Group 2171">
                <a:extLst>
                  <a:ext uri="{FF2B5EF4-FFF2-40B4-BE49-F238E27FC236}">
                    <a16:creationId xmlns:a16="http://schemas.microsoft.com/office/drawing/2014/main" id="{4A1CED01-F0F7-E298-82C7-53E11BD19933}"/>
                  </a:ext>
                </a:extLst>
              </p:cNvPr>
              <p:cNvGrpSpPr/>
              <p:nvPr/>
            </p:nvGrpSpPr>
            <p:grpSpPr>
              <a:xfrm rot="10800000">
                <a:off x="6066894" y="6011217"/>
                <a:ext cx="242005" cy="46723"/>
                <a:chOff x="7979724" y="3580291"/>
                <a:chExt cx="242005" cy="43678"/>
              </a:xfrm>
            </p:grpSpPr>
            <p:sp>
              <p:nvSpPr>
                <p:cNvPr id="2218" name="Oval 2217">
                  <a:extLst>
                    <a:ext uri="{FF2B5EF4-FFF2-40B4-BE49-F238E27FC236}">
                      <a16:creationId xmlns:a16="http://schemas.microsoft.com/office/drawing/2014/main" id="{60690C36-3B69-AE0B-31CC-BB3F556FC35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9" name="Oval 2218">
                  <a:extLst>
                    <a:ext uri="{FF2B5EF4-FFF2-40B4-BE49-F238E27FC236}">
                      <a16:creationId xmlns:a16="http://schemas.microsoft.com/office/drawing/2014/main" id="{EDB5E8D6-1533-7D38-CA27-57F0005000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0" name="Oval 2219">
                  <a:extLst>
                    <a:ext uri="{FF2B5EF4-FFF2-40B4-BE49-F238E27FC236}">
                      <a16:creationId xmlns:a16="http://schemas.microsoft.com/office/drawing/2014/main" id="{0C46C68B-7A81-27D9-8C33-40AE41251D5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1" name="Oval 2220">
                  <a:extLst>
                    <a:ext uri="{FF2B5EF4-FFF2-40B4-BE49-F238E27FC236}">
                      <a16:creationId xmlns:a16="http://schemas.microsoft.com/office/drawing/2014/main" id="{0E2FB973-AF22-E91E-C167-5B9CE9CDD8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2" name="Oval 2221">
                  <a:extLst>
                    <a:ext uri="{FF2B5EF4-FFF2-40B4-BE49-F238E27FC236}">
                      <a16:creationId xmlns:a16="http://schemas.microsoft.com/office/drawing/2014/main" id="{AAFA24B0-6CC1-1E5E-B1E2-9A8FB86D424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3" name="Oval 2222">
                  <a:extLst>
                    <a:ext uri="{FF2B5EF4-FFF2-40B4-BE49-F238E27FC236}">
                      <a16:creationId xmlns:a16="http://schemas.microsoft.com/office/drawing/2014/main" id="{4F6B80BF-FA5C-C8B9-5418-29F037FC81B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4" name="Oval 2223">
                  <a:extLst>
                    <a:ext uri="{FF2B5EF4-FFF2-40B4-BE49-F238E27FC236}">
                      <a16:creationId xmlns:a16="http://schemas.microsoft.com/office/drawing/2014/main" id="{FC998637-B62E-79D0-6AA4-A369B5052F0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5" name="Oval 2224">
                  <a:extLst>
                    <a:ext uri="{FF2B5EF4-FFF2-40B4-BE49-F238E27FC236}">
                      <a16:creationId xmlns:a16="http://schemas.microsoft.com/office/drawing/2014/main" id="{50C2CA66-1462-EE7B-F894-D84D6C8BC86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3" name="Group 2172">
                <a:extLst>
                  <a:ext uri="{FF2B5EF4-FFF2-40B4-BE49-F238E27FC236}">
                    <a16:creationId xmlns:a16="http://schemas.microsoft.com/office/drawing/2014/main" id="{DFB029A8-BD98-3604-8F16-1A0589318A35}"/>
                  </a:ext>
                </a:extLst>
              </p:cNvPr>
              <p:cNvGrpSpPr/>
              <p:nvPr/>
            </p:nvGrpSpPr>
            <p:grpSpPr>
              <a:xfrm rot="11689693">
                <a:off x="5995737" y="6012033"/>
                <a:ext cx="242005" cy="43678"/>
                <a:chOff x="7979724" y="3580291"/>
                <a:chExt cx="242005" cy="43678"/>
              </a:xfrm>
            </p:grpSpPr>
            <p:sp>
              <p:nvSpPr>
                <p:cNvPr id="2210" name="Oval 2209">
                  <a:extLst>
                    <a:ext uri="{FF2B5EF4-FFF2-40B4-BE49-F238E27FC236}">
                      <a16:creationId xmlns:a16="http://schemas.microsoft.com/office/drawing/2014/main" id="{7141F911-59FB-4F64-881D-DB7E987EF5C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1" name="Oval 2210">
                  <a:extLst>
                    <a:ext uri="{FF2B5EF4-FFF2-40B4-BE49-F238E27FC236}">
                      <a16:creationId xmlns:a16="http://schemas.microsoft.com/office/drawing/2014/main" id="{F87F3D53-F41D-F46D-817E-FBE276C6045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2" name="Oval 2211">
                  <a:extLst>
                    <a:ext uri="{FF2B5EF4-FFF2-40B4-BE49-F238E27FC236}">
                      <a16:creationId xmlns:a16="http://schemas.microsoft.com/office/drawing/2014/main" id="{3C8ED0E9-2CE0-0E07-5862-AEFDA4BB40D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3" name="Oval 2212">
                  <a:extLst>
                    <a:ext uri="{FF2B5EF4-FFF2-40B4-BE49-F238E27FC236}">
                      <a16:creationId xmlns:a16="http://schemas.microsoft.com/office/drawing/2014/main" id="{9162CA35-4E50-FB14-402F-50B28AF029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4" name="Oval 2213">
                  <a:extLst>
                    <a:ext uri="{FF2B5EF4-FFF2-40B4-BE49-F238E27FC236}">
                      <a16:creationId xmlns:a16="http://schemas.microsoft.com/office/drawing/2014/main" id="{2A0D5A78-4E97-C21A-6ECF-6D759359A08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5" name="Oval 2214">
                  <a:extLst>
                    <a:ext uri="{FF2B5EF4-FFF2-40B4-BE49-F238E27FC236}">
                      <a16:creationId xmlns:a16="http://schemas.microsoft.com/office/drawing/2014/main" id="{DC841AA7-57B0-213F-9471-DAC5D028829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6" name="Oval 2215">
                  <a:extLst>
                    <a:ext uri="{FF2B5EF4-FFF2-40B4-BE49-F238E27FC236}">
                      <a16:creationId xmlns:a16="http://schemas.microsoft.com/office/drawing/2014/main" id="{BD66FA98-EB93-18C0-2B62-A6CC53B0B2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7" name="Oval 2216">
                  <a:extLst>
                    <a:ext uri="{FF2B5EF4-FFF2-40B4-BE49-F238E27FC236}">
                      <a16:creationId xmlns:a16="http://schemas.microsoft.com/office/drawing/2014/main" id="{A0050D06-D421-F7C5-BABF-16B5E81678F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4" name="Group 2173">
                <a:extLst>
                  <a:ext uri="{FF2B5EF4-FFF2-40B4-BE49-F238E27FC236}">
                    <a16:creationId xmlns:a16="http://schemas.microsoft.com/office/drawing/2014/main" id="{928DA313-7694-ACB8-6DB0-AC917316A03C}"/>
                  </a:ext>
                </a:extLst>
              </p:cNvPr>
              <p:cNvGrpSpPr/>
              <p:nvPr/>
            </p:nvGrpSpPr>
            <p:grpSpPr>
              <a:xfrm rot="21292958">
                <a:off x="6243191" y="6012057"/>
                <a:ext cx="242005" cy="46723"/>
                <a:chOff x="7979724" y="3580291"/>
                <a:chExt cx="242005" cy="43678"/>
              </a:xfrm>
            </p:grpSpPr>
            <p:sp>
              <p:nvSpPr>
                <p:cNvPr id="2202" name="Oval 2201">
                  <a:extLst>
                    <a:ext uri="{FF2B5EF4-FFF2-40B4-BE49-F238E27FC236}">
                      <a16:creationId xmlns:a16="http://schemas.microsoft.com/office/drawing/2014/main" id="{B177F407-A914-E986-17D5-35E36AC7113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3" name="Oval 2202">
                  <a:extLst>
                    <a:ext uri="{FF2B5EF4-FFF2-40B4-BE49-F238E27FC236}">
                      <a16:creationId xmlns:a16="http://schemas.microsoft.com/office/drawing/2014/main" id="{4595C18A-068D-E7DE-1948-98F305709DA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4" name="Oval 2203">
                  <a:extLst>
                    <a:ext uri="{FF2B5EF4-FFF2-40B4-BE49-F238E27FC236}">
                      <a16:creationId xmlns:a16="http://schemas.microsoft.com/office/drawing/2014/main" id="{18BDA1D5-17AF-C483-8859-CAA80423DF7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5" name="Oval 2204">
                  <a:extLst>
                    <a:ext uri="{FF2B5EF4-FFF2-40B4-BE49-F238E27FC236}">
                      <a16:creationId xmlns:a16="http://schemas.microsoft.com/office/drawing/2014/main" id="{D3E1F133-E7C2-839C-BA08-CB721687BBC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6" name="Oval 2205">
                  <a:extLst>
                    <a:ext uri="{FF2B5EF4-FFF2-40B4-BE49-F238E27FC236}">
                      <a16:creationId xmlns:a16="http://schemas.microsoft.com/office/drawing/2014/main" id="{11B11265-BB4D-5843-13AB-B54E4281B61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7" name="Oval 2206">
                  <a:extLst>
                    <a:ext uri="{FF2B5EF4-FFF2-40B4-BE49-F238E27FC236}">
                      <a16:creationId xmlns:a16="http://schemas.microsoft.com/office/drawing/2014/main" id="{B708B29A-FA05-EEB9-2D8C-03A385B86D1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8" name="Oval 2207">
                  <a:extLst>
                    <a:ext uri="{FF2B5EF4-FFF2-40B4-BE49-F238E27FC236}">
                      <a16:creationId xmlns:a16="http://schemas.microsoft.com/office/drawing/2014/main" id="{7093B5BD-3A0D-989F-CFE1-E3A532FC36E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9" name="Oval 2208">
                  <a:extLst>
                    <a:ext uri="{FF2B5EF4-FFF2-40B4-BE49-F238E27FC236}">
                      <a16:creationId xmlns:a16="http://schemas.microsoft.com/office/drawing/2014/main" id="{2783770B-61FB-70A2-70B4-B9462073ECF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5" name="Group 2174">
                <a:extLst>
                  <a:ext uri="{FF2B5EF4-FFF2-40B4-BE49-F238E27FC236}">
                    <a16:creationId xmlns:a16="http://schemas.microsoft.com/office/drawing/2014/main" id="{C499B565-D12A-577B-78B0-C4118EE0EE8B}"/>
                  </a:ext>
                </a:extLst>
              </p:cNvPr>
              <p:cNvGrpSpPr/>
              <p:nvPr/>
            </p:nvGrpSpPr>
            <p:grpSpPr>
              <a:xfrm>
                <a:off x="6172034" y="6012873"/>
                <a:ext cx="242005" cy="43678"/>
                <a:chOff x="7979724" y="3580291"/>
                <a:chExt cx="242005" cy="43678"/>
              </a:xfrm>
            </p:grpSpPr>
            <p:sp>
              <p:nvSpPr>
                <p:cNvPr id="2194" name="Oval 2193">
                  <a:extLst>
                    <a:ext uri="{FF2B5EF4-FFF2-40B4-BE49-F238E27FC236}">
                      <a16:creationId xmlns:a16="http://schemas.microsoft.com/office/drawing/2014/main" id="{53633AA8-D91B-1C5B-9B2A-0921C6A033C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5" name="Oval 2194">
                  <a:extLst>
                    <a:ext uri="{FF2B5EF4-FFF2-40B4-BE49-F238E27FC236}">
                      <a16:creationId xmlns:a16="http://schemas.microsoft.com/office/drawing/2014/main" id="{C518340D-28C4-C0E4-2EF4-C656DE2237F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6" name="Oval 2195">
                  <a:extLst>
                    <a:ext uri="{FF2B5EF4-FFF2-40B4-BE49-F238E27FC236}">
                      <a16:creationId xmlns:a16="http://schemas.microsoft.com/office/drawing/2014/main" id="{BCD6F77D-3397-10E7-0186-CEFFCD29291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7" name="Oval 2196">
                  <a:extLst>
                    <a:ext uri="{FF2B5EF4-FFF2-40B4-BE49-F238E27FC236}">
                      <a16:creationId xmlns:a16="http://schemas.microsoft.com/office/drawing/2014/main" id="{ED92DAC3-4D6B-6A0F-7CA7-29954B26B61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8" name="Oval 2197">
                  <a:extLst>
                    <a:ext uri="{FF2B5EF4-FFF2-40B4-BE49-F238E27FC236}">
                      <a16:creationId xmlns:a16="http://schemas.microsoft.com/office/drawing/2014/main" id="{D5BA7F0A-6BD0-9DA4-7C08-D757B520EDC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9" name="Oval 2198">
                  <a:extLst>
                    <a:ext uri="{FF2B5EF4-FFF2-40B4-BE49-F238E27FC236}">
                      <a16:creationId xmlns:a16="http://schemas.microsoft.com/office/drawing/2014/main" id="{550CD96C-7F37-4F08-A5A2-D65CDDE994C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0" name="Oval 2199">
                  <a:extLst>
                    <a:ext uri="{FF2B5EF4-FFF2-40B4-BE49-F238E27FC236}">
                      <a16:creationId xmlns:a16="http://schemas.microsoft.com/office/drawing/2014/main" id="{E16B49E6-48AB-3549-53E4-B6E38F7F328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1" name="Oval 2200">
                  <a:extLst>
                    <a:ext uri="{FF2B5EF4-FFF2-40B4-BE49-F238E27FC236}">
                      <a16:creationId xmlns:a16="http://schemas.microsoft.com/office/drawing/2014/main" id="{B7E04ADA-0CEA-21A9-5264-76CB19FC953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6" name="Group 2175">
                <a:extLst>
                  <a:ext uri="{FF2B5EF4-FFF2-40B4-BE49-F238E27FC236}">
                    <a16:creationId xmlns:a16="http://schemas.microsoft.com/office/drawing/2014/main" id="{8E451748-8086-30E4-7254-D77D64715223}"/>
                  </a:ext>
                </a:extLst>
              </p:cNvPr>
              <p:cNvGrpSpPr/>
              <p:nvPr/>
            </p:nvGrpSpPr>
            <p:grpSpPr>
              <a:xfrm rot="10800000">
                <a:off x="6484234" y="6015233"/>
                <a:ext cx="242005" cy="46723"/>
                <a:chOff x="7979724" y="3580291"/>
                <a:chExt cx="242005" cy="43678"/>
              </a:xfrm>
            </p:grpSpPr>
            <p:sp>
              <p:nvSpPr>
                <p:cNvPr id="2186" name="Oval 2185">
                  <a:extLst>
                    <a:ext uri="{FF2B5EF4-FFF2-40B4-BE49-F238E27FC236}">
                      <a16:creationId xmlns:a16="http://schemas.microsoft.com/office/drawing/2014/main" id="{24326554-DCF9-80D3-6BA6-131E632D60A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7" name="Oval 2186">
                  <a:extLst>
                    <a:ext uri="{FF2B5EF4-FFF2-40B4-BE49-F238E27FC236}">
                      <a16:creationId xmlns:a16="http://schemas.microsoft.com/office/drawing/2014/main" id="{F69C0EE1-23F0-A1AD-FAFC-056FE6C7EB4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8" name="Oval 2187">
                  <a:extLst>
                    <a:ext uri="{FF2B5EF4-FFF2-40B4-BE49-F238E27FC236}">
                      <a16:creationId xmlns:a16="http://schemas.microsoft.com/office/drawing/2014/main" id="{2017941A-8061-1EA2-FE55-AE3201FD9AA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9" name="Oval 2188">
                  <a:extLst>
                    <a:ext uri="{FF2B5EF4-FFF2-40B4-BE49-F238E27FC236}">
                      <a16:creationId xmlns:a16="http://schemas.microsoft.com/office/drawing/2014/main" id="{0E6557F3-2733-8A1E-8587-04B1847BBF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0" name="Oval 2189">
                  <a:extLst>
                    <a:ext uri="{FF2B5EF4-FFF2-40B4-BE49-F238E27FC236}">
                      <a16:creationId xmlns:a16="http://schemas.microsoft.com/office/drawing/2014/main" id="{2420FED1-7B96-EE61-4B6D-650074DCEA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1" name="Oval 2190">
                  <a:extLst>
                    <a:ext uri="{FF2B5EF4-FFF2-40B4-BE49-F238E27FC236}">
                      <a16:creationId xmlns:a16="http://schemas.microsoft.com/office/drawing/2014/main" id="{69E91F8B-05E1-DCA0-340B-A6ED8694B93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2" name="Oval 2191">
                  <a:extLst>
                    <a:ext uri="{FF2B5EF4-FFF2-40B4-BE49-F238E27FC236}">
                      <a16:creationId xmlns:a16="http://schemas.microsoft.com/office/drawing/2014/main" id="{BF26F5EE-9BC3-0FE7-27D7-DEAA715DD33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3" name="Oval 2192">
                  <a:extLst>
                    <a:ext uri="{FF2B5EF4-FFF2-40B4-BE49-F238E27FC236}">
                      <a16:creationId xmlns:a16="http://schemas.microsoft.com/office/drawing/2014/main" id="{3E3D121F-FE1F-C2D5-C7E8-73F7B7282F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77" name="Group 2176">
                <a:extLst>
                  <a:ext uri="{FF2B5EF4-FFF2-40B4-BE49-F238E27FC236}">
                    <a16:creationId xmlns:a16="http://schemas.microsoft.com/office/drawing/2014/main" id="{2E78C218-2FEA-81DD-3348-0D25A61C1BBA}"/>
                  </a:ext>
                </a:extLst>
              </p:cNvPr>
              <p:cNvGrpSpPr/>
              <p:nvPr/>
            </p:nvGrpSpPr>
            <p:grpSpPr>
              <a:xfrm>
                <a:off x="6413077" y="6016049"/>
                <a:ext cx="242005" cy="43678"/>
                <a:chOff x="7979724" y="3580291"/>
                <a:chExt cx="242005" cy="43678"/>
              </a:xfrm>
            </p:grpSpPr>
            <p:sp>
              <p:nvSpPr>
                <p:cNvPr id="2178" name="Oval 2177">
                  <a:extLst>
                    <a:ext uri="{FF2B5EF4-FFF2-40B4-BE49-F238E27FC236}">
                      <a16:creationId xmlns:a16="http://schemas.microsoft.com/office/drawing/2014/main" id="{40612BB0-EF1E-8935-A876-94A0EE4ED84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9" name="Oval 2178">
                  <a:extLst>
                    <a:ext uri="{FF2B5EF4-FFF2-40B4-BE49-F238E27FC236}">
                      <a16:creationId xmlns:a16="http://schemas.microsoft.com/office/drawing/2014/main" id="{A420DE7D-B3C8-6100-764E-8F2A4FDE094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0" name="Oval 2179">
                  <a:extLst>
                    <a:ext uri="{FF2B5EF4-FFF2-40B4-BE49-F238E27FC236}">
                      <a16:creationId xmlns:a16="http://schemas.microsoft.com/office/drawing/2014/main" id="{DCA0DC51-BEFB-DBE1-FD3E-A03520EEC78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1" name="Oval 2180">
                  <a:extLst>
                    <a:ext uri="{FF2B5EF4-FFF2-40B4-BE49-F238E27FC236}">
                      <a16:creationId xmlns:a16="http://schemas.microsoft.com/office/drawing/2014/main" id="{24BBE091-18FA-E66E-E1A8-082103A5748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2" name="Oval 2181">
                  <a:extLst>
                    <a:ext uri="{FF2B5EF4-FFF2-40B4-BE49-F238E27FC236}">
                      <a16:creationId xmlns:a16="http://schemas.microsoft.com/office/drawing/2014/main" id="{06DB3E88-2ACB-3833-0F23-E10866F44C5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3" name="Oval 2182">
                  <a:extLst>
                    <a:ext uri="{FF2B5EF4-FFF2-40B4-BE49-F238E27FC236}">
                      <a16:creationId xmlns:a16="http://schemas.microsoft.com/office/drawing/2014/main" id="{8B4D7499-D435-839E-ACDC-53EF44E0EC6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4" name="Oval 2183">
                  <a:extLst>
                    <a:ext uri="{FF2B5EF4-FFF2-40B4-BE49-F238E27FC236}">
                      <a16:creationId xmlns:a16="http://schemas.microsoft.com/office/drawing/2014/main" id="{FF1B4442-6F0F-3E06-CEC7-A892D8DDCFC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5" name="Oval 2184">
                  <a:extLst>
                    <a:ext uri="{FF2B5EF4-FFF2-40B4-BE49-F238E27FC236}">
                      <a16:creationId xmlns:a16="http://schemas.microsoft.com/office/drawing/2014/main" id="{834A2591-6216-18FD-17B4-50AF57993CA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242" name="Group 2241">
              <a:extLst>
                <a:ext uri="{FF2B5EF4-FFF2-40B4-BE49-F238E27FC236}">
                  <a16:creationId xmlns:a16="http://schemas.microsoft.com/office/drawing/2014/main" id="{76133D0C-E002-ECB9-971A-C6FF72519D18}"/>
                </a:ext>
              </a:extLst>
            </p:cNvPr>
            <p:cNvGrpSpPr/>
            <p:nvPr/>
          </p:nvGrpSpPr>
          <p:grpSpPr>
            <a:xfrm>
              <a:off x="7993543" y="2257718"/>
              <a:ext cx="971545" cy="53915"/>
              <a:chOff x="5754694" y="6008041"/>
              <a:chExt cx="971545" cy="53915"/>
            </a:xfrm>
          </p:grpSpPr>
          <p:grpSp>
            <p:nvGrpSpPr>
              <p:cNvPr id="2243" name="Group 2242">
                <a:extLst>
                  <a:ext uri="{FF2B5EF4-FFF2-40B4-BE49-F238E27FC236}">
                    <a16:creationId xmlns:a16="http://schemas.microsoft.com/office/drawing/2014/main" id="{35910425-C120-7E43-6FE3-125BA92653BC}"/>
                  </a:ext>
                </a:extLst>
              </p:cNvPr>
              <p:cNvGrpSpPr/>
              <p:nvPr/>
            </p:nvGrpSpPr>
            <p:grpSpPr>
              <a:xfrm rot="10800000">
                <a:off x="5825851" y="6008041"/>
                <a:ext cx="242005" cy="46723"/>
                <a:chOff x="7979724" y="3580291"/>
                <a:chExt cx="242005" cy="43678"/>
              </a:xfrm>
            </p:grpSpPr>
            <p:sp>
              <p:nvSpPr>
                <p:cNvPr id="2307" name="Oval 2306">
                  <a:extLst>
                    <a:ext uri="{FF2B5EF4-FFF2-40B4-BE49-F238E27FC236}">
                      <a16:creationId xmlns:a16="http://schemas.microsoft.com/office/drawing/2014/main" id="{F0E4ABB3-F322-3523-6F20-521FE1C5195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8" name="Oval 2307">
                  <a:extLst>
                    <a:ext uri="{FF2B5EF4-FFF2-40B4-BE49-F238E27FC236}">
                      <a16:creationId xmlns:a16="http://schemas.microsoft.com/office/drawing/2014/main" id="{241B1851-FC68-51A6-4384-0622C0F2132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9" name="Oval 2308">
                  <a:extLst>
                    <a:ext uri="{FF2B5EF4-FFF2-40B4-BE49-F238E27FC236}">
                      <a16:creationId xmlns:a16="http://schemas.microsoft.com/office/drawing/2014/main" id="{FCDEDD9C-EA18-26E7-1DB2-B01D71A95E7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0" name="Oval 2309">
                  <a:extLst>
                    <a:ext uri="{FF2B5EF4-FFF2-40B4-BE49-F238E27FC236}">
                      <a16:creationId xmlns:a16="http://schemas.microsoft.com/office/drawing/2014/main" id="{FD11417F-83D6-BC89-F306-2D6DDFAA10C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1" name="Oval 2310">
                  <a:extLst>
                    <a:ext uri="{FF2B5EF4-FFF2-40B4-BE49-F238E27FC236}">
                      <a16:creationId xmlns:a16="http://schemas.microsoft.com/office/drawing/2014/main" id="{8653C8AC-39CF-B4FA-8C75-451086F2C20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2" name="Oval 2311">
                  <a:extLst>
                    <a:ext uri="{FF2B5EF4-FFF2-40B4-BE49-F238E27FC236}">
                      <a16:creationId xmlns:a16="http://schemas.microsoft.com/office/drawing/2014/main" id="{1F2AB2CE-94DF-CA54-7897-DDCD68525BA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3" name="Oval 2312">
                  <a:extLst>
                    <a:ext uri="{FF2B5EF4-FFF2-40B4-BE49-F238E27FC236}">
                      <a16:creationId xmlns:a16="http://schemas.microsoft.com/office/drawing/2014/main" id="{FA1F076F-3BFD-FCBA-12CC-F258C5825CA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4" name="Oval 2313">
                  <a:extLst>
                    <a:ext uri="{FF2B5EF4-FFF2-40B4-BE49-F238E27FC236}">
                      <a16:creationId xmlns:a16="http://schemas.microsoft.com/office/drawing/2014/main" id="{AE01B48E-0484-99C1-F131-97AD0FE0A0F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4" name="Group 2243">
                <a:extLst>
                  <a:ext uri="{FF2B5EF4-FFF2-40B4-BE49-F238E27FC236}">
                    <a16:creationId xmlns:a16="http://schemas.microsoft.com/office/drawing/2014/main" id="{7252BBA1-71FD-BB4F-D1D8-BC50ED6C697E}"/>
                  </a:ext>
                </a:extLst>
              </p:cNvPr>
              <p:cNvGrpSpPr/>
              <p:nvPr/>
            </p:nvGrpSpPr>
            <p:grpSpPr>
              <a:xfrm>
                <a:off x="5754694" y="6008857"/>
                <a:ext cx="242005" cy="43678"/>
                <a:chOff x="7979724" y="3580291"/>
                <a:chExt cx="242005" cy="43678"/>
              </a:xfrm>
            </p:grpSpPr>
            <p:sp>
              <p:nvSpPr>
                <p:cNvPr id="2299" name="Oval 2298">
                  <a:extLst>
                    <a:ext uri="{FF2B5EF4-FFF2-40B4-BE49-F238E27FC236}">
                      <a16:creationId xmlns:a16="http://schemas.microsoft.com/office/drawing/2014/main" id="{1A324F4B-D45C-DBCB-A244-E9CD00931B3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0" name="Oval 2299">
                  <a:extLst>
                    <a:ext uri="{FF2B5EF4-FFF2-40B4-BE49-F238E27FC236}">
                      <a16:creationId xmlns:a16="http://schemas.microsoft.com/office/drawing/2014/main" id="{411DFB87-A70D-6DEF-CE22-2139A4BE2D4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1" name="Oval 2300">
                  <a:extLst>
                    <a:ext uri="{FF2B5EF4-FFF2-40B4-BE49-F238E27FC236}">
                      <a16:creationId xmlns:a16="http://schemas.microsoft.com/office/drawing/2014/main" id="{F39586F7-B148-82C3-D743-1C05FEEAB92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2" name="Oval 2301">
                  <a:extLst>
                    <a:ext uri="{FF2B5EF4-FFF2-40B4-BE49-F238E27FC236}">
                      <a16:creationId xmlns:a16="http://schemas.microsoft.com/office/drawing/2014/main" id="{334E0F77-ABF9-EFF1-4181-1D69E83758D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3" name="Oval 2302">
                  <a:extLst>
                    <a:ext uri="{FF2B5EF4-FFF2-40B4-BE49-F238E27FC236}">
                      <a16:creationId xmlns:a16="http://schemas.microsoft.com/office/drawing/2014/main" id="{C5EAACB8-3DC3-EDF2-1E51-DA46037FE6A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4" name="Oval 2303">
                  <a:extLst>
                    <a:ext uri="{FF2B5EF4-FFF2-40B4-BE49-F238E27FC236}">
                      <a16:creationId xmlns:a16="http://schemas.microsoft.com/office/drawing/2014/main" id="{406E8300-F500-E306-0F80-4A23EABA913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5" name="Oval 2304">
                  <a:extLst>
                    <a:ext uri="{FF2B5EF4-FFF2-40B4-BE49-F238E27FC236}">
                      <a16:creationId xmlns:a16="http://schemas.microsoft.com/office/drawing/2014/main" id="{4FCF8C38-8A9D-84C6-59E6-E5240BE7854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6" name="Oval 2305">
                  <a:extLst>
                    <a:ext uri="{FF2B5EF4-FFF2-40B4-BE49-F238E27FC236}">
                      <a16:creationId xmlns:a16="http://schemas.microsoft.com/office/drawing/2014/main" id="{783B00A4-12A5-9CF3-8C70-B84ABFA0515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5" name="Group 2244">
                <a:extLst>
                  <a:ext uri="{FF2B5EF4-FFF2-40B4-BE49-F238E27FC236}">
                    <a16:creationId xmlns:a16="http://schemas.microsoft.com/office/drawing/2014/main" id="{BAEC6C73-7254-DADE-BCC7-5B790697D7A9}"/>
                  </a:ext>
                </a:extLst>
              </p:cNvPr>
              <p:cNvGrpSpPr/>
              <p:nvPr/>
            </p:nvGrpSpPr>
            <p:grpSpPr>
              <a:xfrm rot="10800000">
                <a:off x="6066894" y="6011217"/>
                <a:ext cx="242005" cy="46723"/>
                <a:chOff x="7979724" y="3580291"/>
                <a:chExt cx="242005" cy="43678"/>
              </a:xfrm>
            </p:grpSpPr>
            <p:sp>
              <p:nvSpPr>
                <p:cNvPr id="2291" name="Oval 2290">
                  <a:extLst>
                    <a:ext uri="{FF2B5EF4-FFF2-40B4-BE49-F238E27FC236}">
                      <a16:creationId xmlns:a16="http://schemas.microsoft.com/office/drawing/2014/main" id="{65D79EE0-0FF0-FADA-84D4-C78AAF0C56E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2" name="Oval 2291">
                  <a:extLst>
                    <a:ext uri="{FF2B5EF4-FFF2-40B4-BE49-F238E27FC236}">
                      <a16:creationId xmlns:a16="http://schemas.microsoft.com/office/drawing/2014/main" id="{006F65A2-E0B7-0143-ABC9-B3C2AB483AA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3" name="Oval 2292">
                  <a:extLst>
                    <a:ext uri="{FF2B5EF4-FFF2-40B4-BE49-F238E27FC236}">
                      <a16:creationId xmlns:a16="http://schemas.microsoft.com/office/drawing/2014/main" id="{8DE26D73-1E64-9A38-A5F6-942CA8AD946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4" name="Oval 2293">
                  <a:extLst>
                    <a:ext uri="{FF2B5EF4-FFF2-40B4-BE49-F238E27FC236}">
                      <a16:creationId xmlns:a16="http://schemas.microsoft.com/office/drawing/2014/main" id="{3AC594E3-6B0F-35F2-5877-4A88C678D83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5" name="Oval 2294">
                  <a:extLst>
                    <a:ext uri="{FF2B5EF4-FFF2-40B4-BE49-F238E27FC236}">
                      <a16:creationId xmlns:a16="http://schemas.microsoft.com/office/drawing/2014/main" id="{9B9EF2BD-FEF0-1DAB-C985-6A6AEE8D404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6" name="Oval 2295">
                  <a:extLst>
                    <a:ext uri="{FF2B5EF4-FFF2-40B4-BE49-F238E27FC236}">
                      <a16:creationId xmlns:a16="http://schemas.microsoft.com/office/drawing/2014/main" id="{920BF961-385E-5E8E-FB80-69D4D17CE4E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7" name="Oval 2296">
                  <a:extLst>
                    <a:ext uri="{FF2B5EF4-FFF2-40B4-BE49-F238E27FC236}">
                      <a16:creationId xmlns:a16="http://schemas.microsoft.com/office/drawing/2014/main" id="{5C1FF962-AF21-624C-9604-0CE512B61B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8" name="Oval 2297">
                  <a:extLst>
                    <a:ext uri="{FF2B5EF4-FFF2-40B4-BE49-F238E27FC236}">
                      <a16:creationId xmlns:a16="http://schemas.microsoft.com/office/drawing/2014/main" id="{54DE69BF-A2CB-3C13-1795-0D2D6D828F2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6" name="Group 2245">
                <a:extLst>
                  <a:ext uri="{FF2B5EF4-FFF2-40B4-BE49-F238E27FC236}">
                    <a16:creationId xmlns:a16="http://schemas.microsoft.com/office/drawing/2014/main" id="{72ADDFD9-B076-3426-52ED-ADFAF9004A62}"/>
                  </a:ext>
                </a:extLst>
              </p:cNvPr>
              <p:cNvGrpSpPr/>
              <p:nvPr/>
            </p:nvGrpSpPr>
            <p:grpSpPr>
              <a:xfrm rot="11689693">
                <a:off x="5995737" y="6012033"/>
                <a:ext cx="242005" cy="43678"/>
                <a:chOff x="7979724" y="3580291"/>
                <a:chExt cx="242005" cy="43678"/>
              </a:xfrm>
            </p:grpSpPr>
            <p:sp>
              <p:nvSpPr>
                <p:cNvPr id="2283" name="Oval 2282">
                  <a:extLst>
                    <a:ext uri="{FF2B5EF4-FFF2-40B4-BE49-F238E27FC236}">
                      <a16:creationId xmlns:a16="http://schemas.microsoft.com/office/drawing/2014/main" id="{B4AF0E58-60AB-98ED-F572-D72824BAAB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4" name="Oval 2283">
                  <a:extLst>
                    <a:ext uri="{FF2B5EF4-FFF2-40B4-BE49-F238E27FC236}">
                      <a16:creationId xmlns:a16="http://schemas.microsoft.com/office/drawing/2014/main" id="{272EB8C9-EA7F-921E-4477-F7AC7E47D26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5" name="Oval 2284">
                  <a:extLst>
                    <a:ext uri="{FF2B5EF4-FFF2-40B4-BE49-F238E27FC236}">
                      <a16:creationId xmlns:a16="http://schemas.microsoft.com/office/drawing/2014/main" id="{DCDFA775-6344-060E-1CE0-62C941E33BE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6" name="Oval 2285">
                  <a:extLst>
                    <a:ext uri="{FF2B5EF4-FFF2-40B4-BE49-F238E27FC236}">
                      <a16:creationId xmlns:a16="http://schemas.microsoft.com/office/drawing/2014/main" id="{02C29A30-92B0-517D-9B8A-6A6C6AE9D33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7" name="Oval 2286">
                  <a:extLst>
                    <a:ext uri="{FF2B5EF4-FFF2-40B4-BE49-F238E27FC236}">
                      <a16:creationId xmlns:a16="http://schemas.microsoft.com/office/drawing/2014/main" id="{D58598BE-11B8-6423-40F5-7348C314B08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8" name="Oval 2287">
                  <a:extLst>
                    <a:ext uri="{FF2B5EF4-FFF2-40B4-BE49-F238E27FC236}">
                      <a16:creationId xmlns:a16="http://schemas.microsoft.com/office/drawing/2014/main" id="{650A4B1F-AE45-A815-8F8A-FAAC36D1FF1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9" name="Oval 2288">
                  <a:extLst>
                    <a:ext uri="{FF2B5EF4-FFF2-40B4-BE49-F238E27FC236}">
                      <a16:creationId xmlns:a16="http://schemas.microsoft.com/office/drawing/2014/main" id="{12B9070D-6C79-9D5A-1CF5-D5F2FED12EE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0" name="Oval 2289">
                  <a:extLst>
                    <a:ext uri="{FF2B5EF4-FFF2-40B4-BE49-F238E27FC236}">
                      <a16:creationId xmlns:a16="http://schemas.microsoft.com/office/drawing/2014/main" id="{0F78C8C6-15D1-FAAE-3B8F-AC491AA1F69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7" name="Group 2246">
                <a:extLst>
                  <a:ext uri="{FF2B5EF4-FFF2-40B4-BE49-F238E27FC236}">
                    <a16:creationId xmlns:a16="http://schemas.microsoft.com/office/drawing/2014/main" id="{20429457-2D32-F488-A8F3-300E92A0A0F0}"/>
                  </a:ext>
                </a:extLst>
              </p:cNvPr>
              <p:cNvGrpSpPr/>
              <p:nvPr/>
            </p:nvGrpSpPr>
            <p:grpSpPr>
              <a:xfrm rot="21292958">
                <a:off x="6243191" y="6012057"/>
                <a:ext cx="242005" cy="46723"/>
                <a:chOff x="7979724" y="3580291"/>
                <a:chExt cx="242005" cy="43678"/>
              </a:xfrm>
            </p:grpSpPr>
            <p:sp>
              <p:nvSpPr>
                <p:cNvPr id="2275" name="Oval 2274">
                  <a:extLst>
                    <a:ext uri="{FF2B5EF4-FFF2-40B4-BE49-F238E27FC236}">
                      <a16:creationId xmlns:a16="http://schemas.microsoft.com/office/drawing/2014/main" id="{E1466CE3-4B7F-7981-74FF-CF6455B23EB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6" name="Oval 2275">
                  <a:extLst>
                    <a:ext uri="{FF2B5EF4-FFF2-40B4-BE49-F238E27FC236}">
                      <a16:creationId xmlns:a16="http://schemas.microsoft.com/office/drawing/2014/main" id="{CC49DF27-45A1-55CA-3CA7-3EFCF83F869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7" name="Oval 2276">
                  <a:extLst>
                    <a:ext uri="{FF2B5EF4-FFF2-40B4-BE49-F238E27FC236}">
                      <a16:creationId xmlns:a16="http://schemas.microsoft.com/office/drawing/2014/main" id="{4F7A724E-45FE-6D6B-0BD1-96D06C6C002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8" name="Oval 2277">
                  <a:extLst>
                    <a:ext uri="{FF2B5EF4-FFF2-40B4-BE49-F238E27FC236}">
                      <a16:creationId xmlns:a16="http://schemas.microsoft.com/office/drawing/2014/main" id="{AC8158BF-680A-CE6E-57D6-916A7445C41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9" name="Oval 2278">
                  <a:extLst>
                    <a:ext uri="{FF2B5EF4-FFF2-40B4-BE49-F238E27FC236}">
                      <a16:creationId xmlns:a16="http://schemas.microsoft.com/office/drawing/2014/main" id="{9A30D513-7FFD-0D25-A98C-1273DA31BE0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0" name="Oval 2279">
                  <a:extLst>
                    <a:ext uri="{FF2B5EF4-FFF2-40B4-BE49-F238E27FC236}">
                      <a16:creationId xmlns:a16="http://schemas.microsoft.com/office/drawing/2014/main" id="{269D70B0-D409-2B6F-F6D6-088571D52F3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1" name="Oval 2280">
                  <a:extLst>
                    <a:ext uri="{FF2B5EF4-FFF2-40B4-BE49-F238E27FC236}">
                      <a16:creationId xmlns:a16="http://schemas.microsoft.com/office/drawing/2014/main" id="{5A99561F-BAAF-6B15-B654-9B8118E73D7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2" name="Oval 2281">
                  <a:extLst>
                    <a:ext uri="{FF2B5EF4-FFF2-40B4-BE49-F238E27FC236}">
                      <a16:creationId xmlns:a16="http://schemas.microsoft.com/office/drawing/2014/main" id="{F70A52DE-7B6E-587D-25A4-6A0404301BE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8" name="Group 2247">
                <a:extLst>
                  <a:ext uri="{FF2B5EF4-FFF2-40B4-BE49-F238E27FC236}">
                    <a16:creationId xmlns:a16="http://schemas.microsoft.com/office/drawing/2014/main" id="{508D6921-0D02-AAED-9B92-10BEFA85E873}"/>
                  </a:ext>
                </a:extLst>
              </p:cNvPr>
              <p:cNvGrpSpPr/>
              <p:nvPr/>
            </p:nvGrpSpPr>
            <p:grpSpPr>
              <a:xfrm>
                <a:off x="6172034" y="6012873"/>
                <a:ext cx="242005" cy="43678"/>
                <a:chOff x="7979724" y="3580291"/>
                <a:chExt cx="242005" cy="43678"/>
              </a:xfrm>
            </p:grpSpPr>
            <p:sp>
              <p:nvSpPr>
                <p:cNvPr id="2267" name="Oval 2266">
                  <a:extLst>
                    <a:ext uri="{FF2B5EF4-FFF2-40B4-BE49-F238E27FC236}">
                      <a16:creationId xmlns:a16="http://schemas.microsoft.com/office/drawing/2014/main" id="{E461F3AE-F624-30E9-9ECC-1C166C444EC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8" name="Oval 2267">
                  <a:extLst>
                    <a:ext uri="{FF2B5EF4-FFF2-40B4-BE49-F238E27FC236}">
                      <a16:creationId xmlns:a16="http://schemas.microsoft.com/office/drawing/2014/main" id="{2BB3A6F0-9C3D-0AC3-17D2-3954BE0AD0C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9" name="Oval 2268">
                  <a:extLst>
                    <a:ext uri="{FF2B5EF4-FFF2-40B4-BE49-F238E27FC236}">
                      <a16:creationId xmlns:a16="http://schemas.microsoft.com/office/drawing/2014/main" id="{B0D932A2-D29E-B840-30FD-B69D7728D43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0" name="Oval 2269">
                  <a:extLst>
                    <a:ext uri="{FF2B5EF4-FFF2-40B4-BE49-F238E27FC236}">
                      <a16:creationId xmlns:a16="http://schemas.microsoft.com/office/drawing/2014/main" id="{240F0CFB-E8E4-7575-DBAD-A7C03787665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1" name="Oval 2270">
                  <a:extLst>
                    <a:ext uri="{FF2B5EF4-FFF2-40B4-BE49-F238E27FC236}">
                      <a16:creationId xmlns:a16="http://schemas.microsoft.com/office/drawing/2014/main" id="{43ACC5EE-76C4-DB63-C0BA-C7EE6145D01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2" name="Oval 2271">
                  <a:extLst>
                    <a:ext uri="{FF2B5EF4-FFF2-40B4-BE49-F238E27FC236}">
                      <a16:creationId xmlns:a16="http://schemas.microsoft.com/office/drawing/2014/main" id="{EB5DBE05-F864-76EE-5ADA-D4CF6ED0F18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3" name="Oval 2272">
                  <a:extLst>
                    <a:ext uri="{FF2B5EF4-FFF2-40B4-BE49-F238E27FC236}">
                      <a16:creationId xmlns:a16="http://schemas.microsoft.com/office/drawing/2014/main" id="{E46F606B-041B-AF27-8F52-FCB353DC33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4" name="Oval 2273">
                  <a:extLst>
                    <a:ext uri="{FF2B5EF4-FFF2-40B4-BE49-F238E27FC236}">
                      <a16:creationId xmlns:a16="http://schemas.microsoft.com/office/drawing/2014/main" id="{14F6AAF7-C62F-A95D-2DA0-92D27503E7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49" name="Group 2248">
                <a:extLst>
                  <a:ext uri="{FF2B5EF4-FFF2-40B4-BE49-F238E27FC236}">
                    <a16:creationId xmlns:a16="http://schemas.microsoft.com/office/drawing/2014/main" id="{CEEEB998-4DE2-DC7C-8D9D-5B46739BD770}"/>
                  </a:ext>
                </a:extLst>
              </p:cNvPr>
              <p:cNvGrpSpPr/>
              <p:nvPr/>
            </p:nvGrpSpPr>
            <p:grpSpPr>
              <a:xfrm rot="10800000">
                <a:off x="6484234" y="6015233"/>
                <a:ext cx="242005" cy="46723"/>
                <a:chOff x="7979724" y="3580291"/>
                <a:chExt cx="242005" cy="43678"/>
              </a:xfrm>
            </p:grpSpPr>
            <p:sp>
              <p:nvSpPr>
                <p:cNvPr id="2259" name="Oval 2258">
                  <a:extLst>
                    <a:ext uri="{FF2B5EF4-FFF2-40B4-BE49-F238E27FC236}">
                      <a16:creationId xmlns:a16="http://schemas.microsoft.com/office/drawing/2014/main" id="{C7960242-4CEE-2B72-C6E6-00405D31A51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0" name="Oval 2259">
                  <a:extLst>
                    <a:ext uri="{FF2B5EF4-FFF2-40B4-BE49-F238E27FC236}">
                      <a16:creationId xmlns:a16="http://schemas.microsoft.com/office/drawing/2014/main" id="{1DDF5CB2-9211-15CD-B272-B82886AB45A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1" name="Oval 2260">
                  <a:extLst>
                    <a:ext uri="{FF2B5EF4-FFF2-40B4-BE49-F238E27FC236}">
                      <a16:creationId xmlns:a16="http://schemas.microsoft.com/office/drawing/2014/main" id="{5441D5F0-F0CC-A4C0-B522-B1D2C0B243B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2" name="Oval 2261">
                  <a:extLst>
                    <a:ext uri="{FF2B5EF4-FFF2-40B4-BE49-F238E27FC236}">
                      <a16:creationId xmlns:a16="http://schemas.microsoft.com/office/drawing/2014/main" id="{BDE8E0FA-466E-455C-1BDE-B40BF62F79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3" name="Oval 2262">
                  <a:extLst>
                    <a:ext uri="{FF2B5EF4-FFF2-40B4-BE49-F238E27FC236}">
                      <a16:creationId xmlns:a16="http://schemas.microsoft.com/office/drawing/2014/main" id="{A83455D0-15A6-CEEC-1CDF-986D0701AE6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4" name="Oval 2263">
                  <a:extLst>
                    <a:ext uri="{FF2B5EF4-FFF2-40B4-BE49-F238E27FC236}">
                      <a16:creationId xmlns:a16="http://schemas.microsoft.com/office/drawing/2014/main" id="{42885527-0CA0-8FA0-2AE8-BF3E1817644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5" name="Oval 2264">
                  <a:extLst>
                    <a:ext uri="{FF2B5EF4-FFF2-40B4-BE49-F238E27FC236}">
                      <a16:creationId xmlns:a16="http://schemas.microsoft.com/office/drawing/2014/main" id="{B2438A48-D388-B9AC-F4AA-AB6F6CB7EA5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6" name="Oval 2265">
                  <a:extLst>
                    <a:ext uri="{FF2B5EF4-FFF2-40B4-BE49-F238E27FC236}">
                      <a16:creationId xmlns:a16="http://schemas.microsoft.com/office/drawing/2014/main" id="{6B46CA58-A5F8-C4C6-CAE4-C682FE9B262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50" name="Group 2249">
                <a:extLst>
                  <a:ext uri="{FF2B5EF4-FFF2-40B4-BE49-F238E27FC236}">
                    <a16:creationId xmlns:a16="http://schemas.microsoft.com/office/drawing/2014/main" id="{46AB34AD-1F9C-93AD-CDDB-29BFF1B4CDFE}"/>
                  </a:ext>
                </a:extLst>
              </p:cNvPr>
              <p:cNvGrpSpPr/>
              <p:nvPr/>
            </p:nvGrpSpPr>
            <p:grpSpPr>
              <a:xfrm>
                <a:off x="6413077" y="6016049"/>
                <a:ext cx="242005" cy="43678"/>
                <a:chOff x="7979724" y="3580291"/>
                <a:chExt cx="242005" cy="43678"/>
              </a:xfrm>
            </p:grpSpPr>
            <p:sp>
              <p:nvSpPr>
                <p:cNvPr id="2251" name="Oval 2250">
                  <a:extLst>
                    <a:ext uri="{FF2B5EF4-FFF2-40B4-BE49-F238E27FC236}">
                      <a16:creationId xmlns:a16="http://schemas.microsoft.com/office/drawing/2014/main" id="{C6D29F04-9ACD-1309-2203-ED079CDA41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2" name="Oval 2251">
                  <a:extLst>
                    <a:ext uri="{FF2B5EF4-FFF2-40B4-BE49-F238E27FC236}">
                      <a16:creationId xmlns:a16="http://schemas.microsoft.com/office/drawing/2014/main" id="{EF7EF0DD-7737-6A73-0F8B-05737EF288A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 name="Oval 2252">
                  <a:extLst>
                    <a:ext uri="{FF2B5EF4-FFF2-40B4-BE49-F238E27FC236}">
                      <a16:creationId xmlns:a16="http://schemas.microsoft.com/office/drawing/2014/main" id="{A9918861-7C6F-A249-927F-C90FEE49852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 name="Oval 2253">
                  <a:extLst>
                    <a:ext uri="{FF2B5EF4-FFF2-40B4-BE49-F238E27FC236}">
                      <a16:creationId xmlns:a16="http://schemas.microsoft.com/office/drawing/2014/main" id="{73976460-078A-B8A7-DE1B-AA8D5A5F2A1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5" name="Oval 2254">
                  <a:extLst>
                    <a:ext uri="{FF2B5EF4-FFF2-40B4-BE49-F238E27FC236}">
                      <a16:creationId xmlns:a16="http://schemas.microsoft.com/office/drawing/2014/main" id="{08CE44C5-66EB-D331-785F-96687471315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6" name="Oval 2255">
                  <a:extLst>
                    <a:ext uri="{FF2B5EF4-FFF2-40B4-BE49-F238E27FC236}">
                      <a16:creationId xmlns:a16="http://schemas.microsoft.com/office/drawing/2014/main" id="{C7F5965C-0AD3-E47A-147D-834F53A5442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7" name="Oval 2256">
                  <a:extLst>
                    <a:ext uri="{FF2B5EF4-FFF2-40B4-BE49-F238E27FC236}">
                      <a16:creationId xmlns:a16="http://schemas.microsoft.com/office/drawing/2014/main" id="{CE42D5A6-EC4C-E8C3-9ADE-7DFED7F70C1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8" name="Oval 2257">
                  <a:extLst>
                    <a:ext uri="{FF2B5EF4-FFF2-40B4-BE49-F238E27FC236}">
                      <a16:creationId xmlns:a16="http://schemas.microsoft.com/office/drawing/2014/main" id="{7F9E3FEF-E5B5-2713-950E-9E7C357E52F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15" name="Group 2314">
              <a:extLst>
                <a:ext uri="{FF2B5EF4-FFF2-40B4-BE49-F238E27FC236}">
                  <a16:creationId xmlns:a16="http://schemas.microsoft.com/office/drawing/2014/main" id="{7A7BA2F5-A613-4A33-572D-90456919C183}"/>
                </a:ext>
              </a:extLst>
            </p:cNvPr>
            <p:cNvGrpSpPr/>
            <p:nvPr/>
          </p:nvGrpSpPr>
          <p:grpSpPr>
            <a:xfrm>
              <a:off x="8884216" y="2244666"/>
              <a:ext cx="971545" cy="53915"/>
              <a:chOff x="5754694" y="6008041"/>
              <a:chExt cx="971545" cy="53915"/>
            </a:xfrm>
          </p:grpSpPr>
          <p:grpSp>
            <p:nvGrpSpPr>
              <p:cNvPr id="2316" name="Group 2315">
                <a:extLst>
                  <a:ext uri="{FF2B5EF4-FFF2-40B4-BE49-F238E27FC236}">
                    <a16:creationId xmlns:a16="http://schemas.microsoft.com/office/drawing/2014/main" id="{D629A4F5-51B1-C14B-A624-24F49CA21526}"/>
                  </a:ext>
                </a:extLst>
              </p:cNvPr>
              <p:cNvGrpSpPr/>
              <p:nvPr/>
            </p:nvGrpSpPr>
            <p:grpSpPr>
              <a:xfrm rot="10800000">
                <a:off x="5825851" y="6008041"/>
                <a:ext cx="242005" cy="46723"/>
                <a:chOff x="7979724" y="3580291"/>
                <a:chExt cx="242005" cy="43678"/>
              </a:xfrm>
            </p:grpSpPr>
            <p:sp>
              <p:nvSpPr>
                <p:cNvPr id="2380" name="Oval 2379">
                  <a:extLst>
                    <a:ext uri="{FF2B5EF4-FFF2-40B4-BE49-F238E27FC236}">
                      <a16:creationId xmlns:a16="http://schemas.microsoft.com/office/drawing/2014/main" id="{D1F9CE5F-31D1-381E-844E-BAEFE1096BB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1" name="Oval 2380">
                  <a:extLst>
                    <a:ext uri="{FF2B5EF4-FFF2-40B4-BE49-F238E27FC236}">
                      <a16:creationId xmlns:a16="http://schemas.microsoft.com/office/drawing/2014/main" id="{B00F5D3E-5D22-0F43-C12D-EDC49D6322E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2" name="Oval 2381">
                  <a:extLst>
                    <a:ext uri="{FF2B5EF4-FFF2-40B4-BE49-F238E27FC236}">
                      <a16:creationId xmlns:a16="http://schemas.microsoft.com/office/drawing/2014/main" id="{D5324CE6-A6BC-1D72-6C6E-23F3478BBC7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3" name="Oval 2382">
                  <a:extLst>
                    <a:ext uri="{FF2B5EF4-FFF2-40B4-BE49-F238E27FC236}">
                      <a16:creationId xmlns:a16="http://schemas.microsoft.com/office/drawing/2014/main" id="{71834182-0BD3-50D8-7F05-799CD257BB4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4" name="Oval 2383">
                  <a:extLst>
                    <a:ext uri="{FF2B5EF4-FFF2-40B4-BE49-F238E27FC236}">
                      <a16:creationId xmlns:a16="http://schemas.microsoft.com/office/drawing/2014/main" id="{FF20F2E2-CA3D-228A-D364-3D5A7914200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5" name="Oval 2384">
                  <a:extLst>
                    <a:ext uri="{FF2B5EF4-FFF2-40B4-BE49-F238E27FC236}">
                      <a16:creationId xmlns:a16="http://schemas.microsoft.com/office/drawing/2014/main" id="{19D92117-82B4-038A-5294-5C4806F020A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6" name="Oval 2385">
                  <a:extLst>
                    <a:ext uri="{FF2B5EF4-FFF2-40B4-BE49-F238E27FC236}">
                      <a16:creationId xmlns:a16="http://schemas.microsoft.com/office/drawing/2014/main" id="{AFCC495E-4BD4-20CB-1325-56D278DD522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7" name="Oval 2386">
                  <a:extLst>
                    <a:ext uri="{FF2B5EF4-FFF2-40B4-BE49-F238E27FC236}">
                      <a16:creationId xmlns:a16="http://schemas.microsoft.com/office/drawing/2014/main" id="{CE42EC06-C517-11AA-E9B8-A965A93CE72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7" name="Group 2316">
                <a:extLst>
                  <a:ext uri="{FF2B5EF4-FFF2-40B4-BE49-F238E27FC236}">
                    <a16:creationId xmlns:a16="http://schemas.microsoft.com/office/drawing/2014/main" id="{20A827F0-7D37-DC72-4D1D-67C8DA113207}"/>
                  </a:ext>
                </a:extLst>
              </p:cNvPr>
              <p:cNvGrpSpPr/>
              <p:nvPr/>
            </p:nvGrpSpPr>
            <p:grpSpPr>
              <a:xfrm>
                <a:off x="5754694" y="6008857"/>
                <a:ext cx="242005" cy="43678"/>
                <a:chOff x="7979724" y="3580291"/>
                <a:chExt cx="242005" cy="43678"/>
              </a:xfrm>
            </p:grpSpPr>
            <p:sp>
              <p:nvSpPr>
                <p:cNvPr id="2372" name="Oval 2371">
                  <a:extLst>
                    <a:ext uri="{FF2B5EF4-FFF2-40B4-BE49-F238E27FC236}">
                      <a16:creationId xmlns:a16="http://schemas.microsoft.com/office/drawing/2014/main" id="{88DE21D8-AB03-2E93-4C49-6350F7EB798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3" name="Oval 2372">
                  <a:extLst>
                    <a:ext uri="{FF2B5EF4-FFF2-40B4-BE49-F238E27FC236}">
                      <a16:creationId xmlns:a16="http://schemas.microsoft.com/office/drawing/2014/main" id="{3ADE145A-3725-B5E6-2CFA-645F8C11ECF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4" name="Oval 2373">
                  <a:extLst>
                    <a:ext uri="{FF2B5EF4-FFF2-40B4-BE49-F238E27FC236}">
                      <a16:creationId xmlns:a16="http://schemas.microsoft.com/office/drawing/2014/main" id="{A0598EC3-58B5-5ABF-7215-AB08225BF86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5" name="Oval 2374">
                  <a:extLst>
                    <a:ext uri="{FF2B5EF4-FFF2-40B4-BE49-F238E27FC236}">
                      <a16:creationId xmlns:a16="http://schemas.microsoft.com/office/drawing/2014/main" id="{206AEC4C-CE10-DCCF-1616-ECBCB4A1A8F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6" name="Oval 2375">
                  <a:extLst>
                    <a:ext uri="{FF2B5EF4-FFF2-40B4-BE49-F238E27FC236}">
                      <a16:creationId xmlns:a16="http://schemas.microsoft.com/office/drawing/2014/main" id="{3BF83870-CFE5-2E58-165C-580CE45992B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7" name="Oval 2376">
                  <a:extLst>
                    <a:ext uri="{FF2B5EF4-FFF2-40B4-BE49-F238E27FC236}">
                      <a16:creationId xmlns:a16="http://schemas.microsoft.com/office/drawing/2014/main" id="{8B1C276B-9D38-18E0-3318-C009226FC7B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8" name="Oval 2377">
                  <a:extLst>
                    <a:ext uri="{FF2B5EF4-FFF2-40B4-BE49-F238E27FC236}">
                      <a16:creationId xmlns:a16="http://schemas.microsoft.com/office/drawing/2014/main" id="{619C3B2C-F1A9-7E60-73EF-D55D784B8C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9" name="Oval 2378">
                  <a:extLst>
                    <a:ext uri="{FF2B5EF4-FFF2-40B4-BE49-F238E27FC236}">
                      <a16:creationId xmlns:a16="http://schemas.microsoft.com/office/drawing/2014/main" id="{2BA5FDA5-7B6F-3844-CBA7-8DF20772D06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8" name="Group 2317">
                <a:extLst>
                  <a:ext uri="{FF2B5EF4-FFF2-40B4-BE49-F238E27FC236}">
                    <a16:creationId xmlns:a16="http://schemas.microsoft.com/office/drawing/2014/main" id="{6395181D-0C8C-A8ED-9774-8839B926D322}"/>
                  </a:ext>
                </a:extLst>
              </p:cNvPr>
              <p:cNvGrpSpPr/>
              <p:nvPr/>
            </p:nvGrpSpPr>
            <p:grpSpPr>
              <a:xfrm rot="10800000">
                <a:off x="6066894" y="6011217"/>
                <a:ext cx="242005" cy="46723"/>
                <a:chOff x="7979724" y="3580291"/>
                <a:chExt cx="242005" cy="43678"/>
              </a:xfrm>
            </p:grpSpPr>
            <p:sp>
              <p:nvSpPr>
                <p:cNvPr id="2364" name="Oval 2363">
                  <a:extLst>
                    <a:ext uri="{FF2B5EF4-FFF2-40B4-BE49-F238E27FC236}">
                      <a16:creationId xmlns:a16="http://schemas.microsoft.com/office/drawing/2014/main" id="{C15DCCE3-230C-4BF9-5061-81DD4E8D095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5" name="Oval 2364">
                  <a:extLst>
                    <a:ext uri="{FF2B5EF4-FFF2-40B4-BE49-F238E27FC236}">
                      <a16:creationId xmlns:a16="http://schemas.microsoft.com/office/drawing/2014/main" id="{4004A592-BC60-AC45-8415-B95476624C6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6" name="Oval 2365">
                  <a:extLst>
                    <a:ext uri="{FF2B5EF4-FFF2-40B4-BE49-F238E27FC236}">
                      <a16:creationId xmlns:a16="http://schemas.microsoft.com/office/drawing/2014/main" id="{339EC106-682D-2D6E-D039-D648E567913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7" name="Oval 2366">
                  <a:extLst>
                    <a:ext uri="{FF2B5EF4-FFF2-40B4-BE49-F238E27FC236}">
                      <a16:creationId xmlns:a16="http://schemas.microsoft.com/office/drawing/2014/main" id="{B9F397AA-8FF8-E96F-96A4-19CB8F5B556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8" name="Oval 2367">
                  <a:extLst>
                    <a:ext uri="{FF2B5EF4-FFF2-40B4-BE49-F238E27FC236}">
                      <a16:creationId xmlns:a16="http://schemas.microsoft.com/office/drawing/2014/main" id="{0845CDBA-F3B3-07F3-37C7-CF109FEAC0A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9" name="Oval 2368">
                  <a:extLst>
                    <a:ext uri="{FF2B5EF4-FFF2-40B4-BE49-F238E27FC236}">
                      <a16:creationId xmlns:a16="http://schemas.microsoft.com/office/drawing/2014/main" id="{DE1522E9-C491-2189-1187-5BECC31FBCD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0" name="Oval 2369">
                  <a:extLst>
                    <a:ext uri="{FF2B5EF4-FFF2-40B4-BE49-F238E27FC236}">
                      <a16:creationId xmlns:a16="http://schemas.microsoft.com/office/drawing/2014/main" id="{D2A8608E-FBF6-902F-E087-4142C313FC6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1" name="Oval 2370">
                  <a:extLst>
                    <a:ext uri="{FF2B5EF4-FFF2-40B4-BE49-F238E27FC236}">
                      <a16:creationId xmlns:a16="http://schemas.microsoft.com/office/drawing/2014/main" id="{F61AD282-EF06-A224-8ED2-EAC81A999A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9" name="Group 2318">
                <a:extLst>
                  <a:ext uri="{FF2B5EF4-FFF2-40B4-BE49-F238E27FC236}">
                    <a16:creationId xmlns:a16="http://schemas.microsoft.com/office/drawing/2014/main" id="{2C436002-1ACA-287A-1B1E-1159E3B51B2C}"/>
                  </a:ext>
                </a:extLst>
              </p:cNvPr>
              <p:cNvGrpSpPr/>
              <p:nvPr/>
            </p:nvGrpSpPr>
            <p:grpSpPr>
              <a:xfrm rot="11689693">
                <a:off x="5995737" y="6012033"/>
                <a:ext cx="242005" cy="43678"/>
                <a:chOff x="7979724" y="3580291"/>
                <a:chExt cx="242005" cy="43678"/>
              </a:xfrm>
            </p:grpSpPr>
            <p:sp>
              <p:nvSpPr>
                <p:cNvPr id="2356" name="Oval 2355">
                  <a:extLst>
                    <a:ext uri="{FF2B5EF4-FFF2-40B4-BE49-F238E27FC236}">
                      <a16:creationId xmlns:a16="http://schemas.microsoft.com/office/drawing/2014/main" id="{CF0BB55C-5B66-0C0C-DCEC-AF7A35C0FA6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7" name="Oval 2356">
                  <a:extLst>
                    <a:ext uri="{FF2B5EF4-FFF2-40B4-BE49-F238E27FC236}">
                      <a16:creationId xmlns:a16="http://schemas.microsoft.com/office/drawing/2014/main" id="{9C5EB450-7BC8-0369-A543-AADEB440851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8" name="Oval 2357">
                  <a:extLst>
                    <a:ext uri="{FF2B5EF4-FFF2-40B4-BE49-F238E27FC236}">
                      <a16:creationId xmlns:a16="http://schemas.microsoft.com/office/drawing/2014/main" id="{8B85B956-AE6D-930A-E4C8-629DA5D979D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9" name="Oval 2358">
                  <a:extLst>
                    <a:ext uri="{FF2B5EF4-FFF2-40B4-BE49-F238E27FC236}">
                      <a16:creationId xmlns:a16="http://schemas.microsoft.com/office/drawing/2014/main" id="{0F7E46C8-86E9-E89E-00A4-05B05F10CF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0" name="Oval 2359">
                  <a:extLst>
                    <a:ext uri="{FF2B5EF4-FFF2-40B4-BE49-F238E27FC236}">
                      <a16:creationId xmlns:a16="http://schemas.microsoft.com/office/drawing/2014/main" id="{8C3AD5D3-8F4D-255B-AD45-5115D03BD3E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1" name="Oval 2360">
                  <a:extLst>
                    <a:ext uri="{FF2B5EF4-FFF2-40B4-BE49-F238E27FC236}">
                      <a16:creationId xmlns:a16="http://schemas.microsoft.com/office/drawing/2014/main" id="{4C558FBB-BCE0-D27B-ABEE-9B1BC0B5C65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2" name="Oval 2361">
                  <a:extLst>
                    <a:ext uri="{FF2B5EF4-FFF2-40B4-BE49-F238E27FC236}">
                      <a16:creationId xmlns:a16="http://schemas.microsoft.com/office/drawing/2014/main" id="{5D284517-3757-C290-4EF7-71507A08AB0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3" name="Oval 2362">
                  <a:extLst>
                    <a:ext uri="{FF2B5EF4-FFF2-40B4-BE49-F238E27FC236}">
                      <a16:creationId xmlns:a16="http://schemas.microsoft.com/office/drawing/2014/main" id="{EA3A3F9F-4483-94B1-88C4-9907EF6CDD4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0" name="Group 2319">
                <a:extLst>
                  <a:ext uri="{FF2B5EF4-FFF2-40B4-BE49-F238E27FC236}">
                    <a16:creationId xmlns:a16="http://schemas.microsoft.com/office/drawing/2014/main" id="{88DBF2EE-93EE-E4F3-B4A9-2BD525EE7EA2}"/>
                  </a:ext>
                </a:extLst>
              </p:cNvPr>
              <p:cNvGrpSpPr/>
              <p:nvPr/>
            </p:nvGrpSpPr>
            <p:grpSpPr>
              <a:xfrm rot="21292958">
                <a:off x="6243191" y="6012057"/>
                <a:ext cx="242005" cy="46723"/>
                <a:chOff x="7979724" y="3580291"/>
                <a:chExt cx="242005" cy="43678"/>
              </a:xfrm>
            </p:grpSpPr>
            <p:sp>
              <p:nvSpPr>
                <p:cNvPr id="2348" name="Oval 2347">
                  <a:extLst>
                    <a:ext uri="{FF2B5EF4-FFF2-40B4-BE49-F238E27FC236}">
                      <a16:creationId xmlns:a16="http://schemas.microsoft.com/office/drawing/2014/main" id="{84D537AB-5F7C-4836-84CA-5556B7FA146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9" name="Oval 2348">
                  <a:extLst>
                    <a:ext uri="{FF2B5EF4-FFF2-40B4-BE49-F238E27FC236}">
                      <a16:creationId xmlns:a16="http://schemas.microsoft.com/office/drawing/2014/main" id="{E39AD8B0-12B6-8EA9-FEA0-A7D80E0F497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0" name="Oval 2349">
                  <a:extLst>
                    <a:ext uri="{FF2B5EF4-FFF2-40B4-BE49-F238E27FC236}">
                      <a16:creationId xmlns:a16="http://schemas.microsoft.com/office/drawing/2014/main" id="{67C9393F-47C7-8DB3-2275-5BC6832AE50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1" name="Oval 2350">
                  <a:extLst>
                    <a:ext uri="{FF2B5EF4-FFF2-40B4-BE49-F238E27FC236}">
                      <a16:creationId xmlns:a16="http://schemas.microsoft.com/office/drawing/2014/main" id="{03DB5BA3-BE3F-829A-B3A5-E9A95907C77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2" name="Oval 2351">
                  <a:extLst>
                    <a:ext uri="{FF2B5EF4-FFF2-40B4-BE49-F238E27FC236}">
                      <a16:creationId xmlns:a16="http://schemas.microsoft.com/office/drawing/2014/main" id="{2FA672D5-3DA3-1439-D1A5-F932A081DB8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3" name="Oval 2352">
                  <a:extLst>
                    <a:ext uri="{FF2B5EF4-FFF2-40B4-BE49-F238E27FC236}">
                      <a16:creationId xmlns:a16="http://schemas.microsoft.com/office/drawing/2014/main" id="{1A824871-68CB-2675-5B4E-68FBD967485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4" name="Oval 2353">
                  <a:extLst>
                    <a:ext uri="{FF2B5EF4-FFF2-40B4-BE49-F238E27FC236}">
                      <a16:creationId xmlns:a16="http://schemas.microsoft.com/office/drawing/2014/main" id="{6B2998D1-7049-7978-09E0-8B6F701414C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5" name="Oval 2354">
                  <a:extLst>
                    <a:ext uri="{FF2B5EF4-FFF2-40B4-BE49-F238E27FC236}">
                      <a16:creationId xmlns:a16="http://schemas.microsoft.com/office/drawing/2014/main" id="{3B507F88-96F9-0BCD-10B4-F764C15C29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1" name="Group 2320">
                <a:extLst>
                  <a:ext uri="{FF2B5EF4-FFF2-40B4-BE49-F238E27FC236}">
                    <a16:creationId xmlns:a16="http://schemas.microsoft.com/office/drawing/2014/main" id="{85B2C5E9-AB43-18BD-5E45-75F1D1481584}"/>
                  </a:ext>
                </a:extLst>
              </p:cNvPr>
              <p:cNvGrpSpPr/>
              <p:nvPr/>
            </p:nvGrpSpPr>
            <p:grpSpPr>
              <a:xfrm>
                <a:off x="6172034" y="6012873"/>
                <a:ext cx="242005" cy="43678"/>
                <a:chOff x="7979724" y="3580291"/>
                <a:chExt cx="242005" cy="43678"/>
              </a:xfrm>
            </p:grpSpPr>
            <p:sp>
              <p:nvSpPr>
                <p:cNvPr id="2340" name="Oval 2339">
                  <a:extLst>
                    <a:ext uri="{FF2B5EF4-FFF2-40B4-BE49-F238E27FC236}">
                      <a16:creationId xmlns:a16="http://schemas.microsoft.com/office/drawing/2014/main" id="{74A9D2BD-84C7-FF3A-E8DB-E1F4B121A5C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1" name="Oval 2340">
                  <a:extLst>
                    <a:ext uri="{FF2B5EF4-FFF2-40B4-BE49-F238E27FC236}">
                      <a16:creationId xmlns:a16="http://schemas.microsoft.com/office/drawing/2014/main" id="{A8229032-18BB-6FA9-83C0-5A95C493DB9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2" name="Oval 2341">
                  <a:extLst>
                    <a:ext uri="{FF2B5EF4-FFF2-40B4-BE49-F238E27FC236}">
                      <a16:creationId xmlns:a16="http://schemas.microsoft.com/office/drawing/2014/main" id="{55FC5968-8879-E1AD-95D2-5DE558853AE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3" name="Oval 2342">
                  <a:extLst>
                    <a:ext uri="{FF2B5EF4-FFF2-40B4-BE49-F238E27FC236}">
                      <a16:creationId xmlns:a16="http://schemas.microsoft.com/office/drawing/2014/main" id="{E4B012DA-7175-24CD-0BD2-0F1963717CA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4" name="Oval 2343">
                  <a:extLst>
                    <a:ext uri="{FF2B5EF4-FFF2-40B4-BE49-F238E27FC236}">
                      <a16:creationId xmlns:a16="http://schemas.microsoft.com/office/drawing/2014/main" id="{FF801FF2-0782-E16A-9D15-380C03FE8BA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5" name="Oval 2344">
                  <a:extLst>
                    <a:ext uri="{FF2B5EF4-FFF2-40B4-BE49-F238E27FC236}">
                      <a16:creationId xmlns:a16="http://schemas.microsoft.com/office/drawing/2014/main" id="{BF4C508F-C6B0-C129-1C3D-D93A19833A1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6" name="Oval 2345">
                  <a:extLst>
                    <a:ext uri="{FF2B5EF4-FFF2-40B4-BE49-F238E27FC236}">
                      <a16:creationId xmlns:a16="http://schemas.microsoft.com/office/drawing/2014/main" id="{54EAC5EB-12A6-FCF5-8D59-341D1AB04AD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7" name="Oval 2346">
                  <a:extLst>
                    <a:ext uri="{FF2B5EF4-FFF2-40B4-BE49-F238E27FC236}">
                      <a16:creationId xmlns:a16="http://schemas.microsoft.com/office/drawing/2014/main" id="{ED348445-1ACF-FF3B-269B-89F2500DBF2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2" name="Group 2321">
                <a:extLst>
                  <a:ext uri="{FF2B5EF4-FFF2-40B4-BE49-F238E27FC236}">
                    <a16:creationId xmlns:a16="http://schemas.microsoft.com/office/drawing/2014/main" id="{7ED3C07D-463B-3912-22CC-933D546D6B66}"/>
                  </a:ext>
                </a:extLst>
              </p:cNvPr>
              <p:cNvGrpSpPr/>
              <p:nvPr/>
            </p:nvGrpSpPr>
            <p:grpSpPr>
              <a:xfrm rot="10800000">
                <a:off x="6484234" y="6015233"/>
                <a:ext cx="242005" cy="46723"/>
                <a:chOff x="7979724" y="3580291"/>
                <a:chExt cx="242005" cy="43678"/>
              </a:xfrm>
            </p:grpSpPr>
            <p:sp>
              <p:nvSpPr>
                <p:cNvPr id="2332" name="Oval 2331">
                  <a:extLst>
                    <a:ext uri="{FF2B5EF4-FFF2-40B4-BE49-F238E27FC236}">
                      <a16:creationId xmlns:a16="http://schemas.microsoft.com/office/drawing/2014/main" id="{B4D1A348-CBEE-EF39-ED83-9853942F9F4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3" name="Oval 2332">
                  <a:extLst>
                    <a:ext uri="{FF2B5EF4-FFF2-40B4-BE49-F238E27FC236}">
                      <a16:creationId xmlns:a16="http://schemas.microsoft.com/office/drawing/2014/main" id="{88DCD5A6-89C4-BA8E-6446-D5C0BF3F7E5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4" name="Oval 2333">
                  <a:extLst>
                    <a:ext uri="{FF2B5EF4-FFF2-40B4-BE49-F238E27FC236}">
                      <a16:creationId xmlns:a16="http://schemas.microsoft.com/office/drawing/2014/main" id="{DB155FA0-11F4-44B4-88D4-54313F3D1AE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5" name="Oval 2334">
                  <a:extLst>
                    <a:ext uri="{FF2B5EF4-FFF2-40B4-BE49-F238E27FC236}">
                      <a16:creationId xmlns:a16="http://schemas.microsoft.com/office/drawing/2014/main" id="{C9737451-2C20-4F74-D2C2-C329133C540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6" name="Oval 2335">
                  <a:extLst>
                    <a:ext uri="{FF2B5EF4-FFF2-40B4-BE49-F238E27FC236}">
                      <a16:creationId xmlns:a16="http://schemas.microsoft.com/office/drawing/2014/main" id="{0B641EF8-AAF1-090D-D7CC-8447F9EEAC4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7" name="Oval 2336">
                  <a:extLst>
                    <a:ext uri="{FF2B5EF4-FFF2-40B4-BE49-F238E27FC236}">
                      <a16:creationId xmlns:a16="http://schemas.microsoft.com/office/drawing/2014/main" id="{E2FF81B0-E264-BAD3-8ABE-2B117B88B57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8" name="Oval 2337">
                  <a:extLst>
                    <a:ext uri="{FF2B5EF4-FFF2-40B4-BE49-F238E27FC236}">
                      <a16:creationId xmlns:a16="http://schemas.microsoft.com/office/drawing/2014/main" id="{7B452F70-688E-07DB-C590-8AA1004C797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9" name="Oval 2338">
                  <a:extLst>
                    <a:ext uri="{FF2B5EF4-FFF2-40B4-BE49-F238E27FC236}">
                      <a16:creationId xmlns:a16="http://schemas.microsoft.com/office/drawing/2014/main" id="{7FFC0A27-91E3-D415-3293-D12824CF871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23" name="Group 2322">
                <a:extLst>
                  <a:ext uri="{FF2B5EF4-FFF2-40B4-BE49-F238E27FC236}">
                    <a16:creationId xmlns:a16="http://schemas.microsoft.com/office/drawing/2014/main" id="{AECF6279-B2BD-DD5E-27B3-ECD829B8E1E0}"/>
                  </a:ext>
                </a:extLst>
              </p:cNvPr>
              <p:cNvGrpSpPr/>
              <p:nvPr/>
            </p:nvGrpSpPr>
            <p:grpSpPr>
              <a:xfrm>
                <a:off x="6413077" y="6016049"/>
                <a:ext cx="242005" cy="43678"/>
                <a:chOff x="7979724" y="3580291"/>
                <a:chExt cx="242005" cy="43678"/>
              </a:xfrm>
            </p:grpSpPr>
            <p:sp>
              <p:nvSpPr>
                <p:cNvPr id="2324" name="Oval 2323">
                  <a:extLst>
                    <a:ext uri="{FF2B5EF4-FFF2-40B4-BE49-F238E27FC236}">
                      <a16:creationId xmlns:a16="http://schemas.microsoft.com/office/drawing/2014/main" id="{D4FB0CB8-38A0-919D-F14A-3BF8C7B59F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5" name="Oval 2324">
                  <a:extLst>
                    <a:ext uri="{FF2B5EF4-FFF2-40B4-BE49-F238E27FC236}">
                      <a16:creationId xmlns:a16="http://schemas.microsoft.com/office/drawing/2014/main" id="{835FC7B1-8DA4-BB17-C34F-D6CCF8F1BEE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6" name="Oval 2325">
                  <a:extLst>
                    <a:ext uri="{FF2B5EF4-FFF2-40B4-BE49-F238E27FC236}">
                      <a16:creationId xmlns:a16="http://schemas.microsoft.com/office/drawing/2014/main" id="{271AFF84-B347-7887-8AA6-D0DE6B690CA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7" name="Oval 2326">
                  <a:extLst>
                    <a:ext uri="{FF2B5EF4-FFF2-40B4-BE49-F238E27FC236}">
                      <a16:creationId xmlns:a16="http://schemas.microsoft.com/office/drawing/2014/main" id="{D681E385-E3C5-DB33-BB37-96A10F20B03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8" name="Oval 2327">
                  <a:extLst>
                    <a:ext uri="{FF2B5EF4-FFF2-40B4-BE49-F238E27FC236}">
                      <a16:creationId xmlns:a16="http://schemas.microsoft.com/office/drawing/2014/main" id="{89BBA5E9-A01D-22F6-9405-1AA4AACA7A2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9" name="Oval 2328">
                  <a:extLst>
                    <a:ext uri="{FF2B5EF4-FFF2-40B4-BE49-F238E27FC236}">
                      <a16:creationId xmlns:a16="http://schemas.microsoft.com/office/drawing/2014/main" id="{8F2E984A-FBED-0EAF-33FE-BCFE070D8E6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0" name="Oval 2329">
                  <a:extLst>
                    <a:ext uri="{FF2B5EF4-FFF2-40B4-BE49-F238E27FC236}">
                      <a16:creationId xmlns:a16="http://schemas.microsoft.com/office/drawing/2014/main" id="{280AE62F-CD99-DFD1-F6DD-8AD781C429A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1" name="Oval 2330">
                  <a:extLst>
                    <a:ext uri="{FF2B5EF4-FFF2-40B4-BE49-F238E27FC236}">
                      <a16:creationId xmlns:a16="http://schemas.microsoft.com/office/drawing/2014/main" id="{438F80A0-E2C1-DB62-AACA-158E955C67A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388" name="Group 2387">
              <a:extLst>
                <a:ext uri="{FF2B5EF4-FFF2-40B4-BE49-F238E27FC236}">
                  <a16:creationId xmlns:a16="http://schemas.microsoft.com/office/drawing/2014/main" id="{73114B24-6AE8-E314-D01A-09F557EF928D}"/>
                </a:ext>
              </a:extLst>
            </p:cNvPr>
            <p:cNvGrpSpPr/>
            <p:nvPr/>
          </p:nvGrpSpPr>
          <p:grpSpPr>
            <a:xfrm>
              <a:off x="8621455" y="2533736"/>
              <a:ext cx="971545" cy="53915"/>
              <a:chOff x="5754694" y="6008041"/>
              <a:chExt cx="971545" cy="53915"/>
            </a:xfrm>
          </p:grpSpPr>
          <p:grpSp>
            <p:nvGrpSpPr>
              <p:cNvPr id="2389" name="Group 2388">
                <a:extLst>
                  <a:ext uri="{FF2B5EF4-FFF2-40B4-BE49-F238E27FC236}">
                    <a16:creationId xmlns:a16="http://schemas.microsoft.com/office/drawing/2014/main" id="{10D85D54-31DE-96C0-D032-7EE3DAF5E888}"/>
                  </a:ext>
                </a:extLst>
              </p:cNvPr>
              <p:cNvGrpSpPr/>
              <p:nvPr/>
            </p:nvGrpSpPr>
            <p:grpSpPr>
              <a:xfrm rot="10800000">
                <a:off x="5825851" y="6008041"/>
                <a:ext cx="242005" cy="46723"/>
                <a:chOff x="7979724" y="3580291"/>
                <a:chExt cx="242005" cy="43678"/>
              </a:xfrm>
            </p:grpSpPr>
            <p:sp>
              <p:nvSpPr>
                <p:cNvPr id="2453" name="Oval 2452">
                  <a:extLst>
                    <a:ext uri="{FF2B5EF4-FFF2-40B4-BE49-F238E27FC236}">
                      <a16:creationId xmlns:a16="http://schemas.microsoft.com/office/drawing/2014/main" id="{BC1783C8-6226-B186-F416-9C88423F6C7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4" name="Oval 2453">
                  <a:extLst>
                    <a:ext uri="{FF2B5EF4-FFF2-40B4-BE49-F238E27FC236}">
                      <a16:creationId xmlns:a16="http://schemas.microsoft.com/office/drawing/2014/main" id="{8E2FA1B6-D337-25CF-BB97-CA75AAEA091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5" name="Oval 2454">
                  <a:extLst>
                    <a:ext uri="{FF2B5EF4-FFF2-40B4-BE49-F238E27FC236}">
                      <a16:creationId xmlns:a16="http://schemas.microsoft.com/office/drawing/2014/main" id="{5177BA10-51B0-2A11-1D07-6E448E0315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6" name="Oval 2455">
                  <a:extLst>
                    <a:ext uri="{FF2B5EF4-FFF2-40B4-BE49-F238E27FC236}">
                      <a16:creationId xmlns:a16="http://schemas.microsoft.com/office/drawing/2014/main" id="{B78C1B9F-526F-8935-C49B-E219B53BC24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7" name="Oval 2456">
                  <a:extLst>
                    <a:ext uri="{FF2B5EF4-FFF2-40B4-BE49-F238E27FC236}">
                      <a16:creationId xmlns:a16="http://schemas.microsoft.com/office/drawing/2014/main" id="{1A0F144E-1A58-5CDE-35AD-B164556E6CA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 name="Oval 2457">
                  <a:extLst>
                    <a:ext uri="{FF2B5EF4-FFF2-40B4-BE49-F238E27FC236}">
                      <a16:creationId xmlns:a16="http://schemas.microsoft.com/office/drawing/2014/main" id="{7B6C2C53-F06D-EA04-7682-6286FF3D930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9" name="Oval 2458">
                  <a:extLst>
                    <a:ext uri="{FF2B5EF4-FFF2-40B4-BE49-F238E27FC236}">
                      <a16:creationId xmlns:a16="http://schemas.microsoft.com/office/drawing/2014/main" id="{90556EFB-1C1E-3C1C-A583-004B0093B4A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0" name="Oval 2459">
                  <a:extLst>
                    <a:ext uri="{FF2B5EF4-FFF2-40B4-BE49-F238E27FC236}">
                      <a16:creationId xmlns:a16="http://schemas.microsoft.com/office/drawing/2014/main" id="{C7E1B73C-A54E-4FC1-D606-84C463517F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0" name="Group 2389">
                <a:extLst>
                  <a:ext uri="{FF2B5EF4-FFF2-40B4-BE49-F238E27FC236}">
                    <a16:creationId xmlns:a16="http://schemas.microsoft.com/office/drawing/2014/main" id="{F56F81B8-1C60-825B-0D75-1F7B805101DB}"/>
                  </a:ext>
                </a:extLst>
              </p:cNvPr>
              <p:cNvGrpSpPr/>
              <p:nvPr/>
            </p:nvGrpSpPr>
            <p:grpSpPr>
              <a:xfrm>
                <a:off x="5754694" y="6008857"/>
                <a:ext cx="242005" cy="43678"/>
                <a:chOff x="7979724" y="3580291"/>
                <a:chExt cx="242005" cy="43678"/>
              </a:xfrm>
            </p:grpSpPr>
            <p:sp>
              <p:nvSpPr>
                <p:cNvPr id="2445" name="Oval 2444">
                  <a:extLst>
                    <a:ext uri="{FF2B5EF4-FFF2-40B4-BE49-F238E27FC236}">
                      <a16:creationId xmlns:a16="http://schemas.microsoft.com/office/drawing/2014/main" id="{859A0C0B-BCB5-C3C7-FD38-7602F72F19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6" name="Oval 2445">
                  <a:extLst>
                    <a:ext uri="{FF2B5EF4-FFF2-40B4-BE49-F238E27FC236}">
                      <a16:creationId xmlns:a16="http://schemas.microsoft.com/office/drawing/2014/main" id="{094E5B00-A7CC-2BCA-631B-6E63231064D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7" name="Oval 2446">
                  <a:extLst>
                    <a:ext uri="{FF2B5EF4-FFF2-40B4-BE49-F238E27FC236}">
                      <a16:creationId xmlns:a16="http://schemas.microsoft.com/office/drawing/2014/main" id="{C2888C38-47AF-A76D-4B56-936BC248395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8" name="Oval 2447">
                  <a:extLst>
                    <a:ext uri="{FF2B5EF4-FFF2-40B4-BE49-F238E27FC236}">
                      <a16:creationId xmlns:a16="http://schemas.microsoft.com/office/drawing/2014/main" id="{62AF11A4-2FF9-F529-AC4E-2CCA626372C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9" name="Oval 2448">
                  <a:extLst>
                    <a:ext uri="{FF2B5EF4-FFF2-40B4-BE49-F238E27FC236}">
                      <a16:creationId xmlns:a16="http://schemas.microsoft.com/office/drawing/2014/main" id="{20D9DAF7-BD18-6539-21B1-893D3827CFF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0" name="Oval 2449">
                  <a:extLst>
                    <a:ext uri="{FF2B5EF4-FFF2-40B4-BE49-F238E27FC236}">
                      <a16:creationId xmlns:a16="http://schemas.microsoft.com/office/drawing/2014/main" id="{AFD8DBAF-BD18-BADD-BCF3-937B8BAA563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1" name="Oval 2450">
                  <a:extLst>
                    <a:ext uri="{FF2B5EF4-FFF2-40B4-BE49-F238E27FC236}">
                      <a16:creationId xmlns:a16="http://schemas.microsoft.com/office/drawing/2014/main" id="{5E5EA71E-5BCA-B463-A600-A50ABA19F9E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2" name="Oval 2451">
                  <a:extLst>
                    <a:ext uri="{FF2B5EF4-FFF2-40B4-BE49-F238E27FC236}">
                      <a16:creationId xmlns:a16="http://schemas.microsoft.com/office/drawing/2014/main" id="{4F584F74-E016-2454-A6CD-11779CB6B04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1" name="Group 2390">
                <a:extLst>
                  <a:ext uri="{FF2B5EF4-FFF2-40B4-BE49-F238E27FC236}">
                    <a16:creationId xmlns:a16="http://schemas.microsoft.com/office/drawing/2014/main" id="{DD4B5F84-BA0D-21DF-902C-4FAAE190F09D}"/>
                  </a:ext>
                </a:extLst>
              </p:cNvPr>
              <p:cNvGrpSpPr/>
              <p:nvPr/>
            </p:nvGrpSpPr>
            <p:grpSpPr>
              <a:xfrm rot="10800000">
                <a:off x="6066894" y="6011217"/>
                <a:ext cx="242005" cy="46723"/>
                <a:chOff x="7979724" y="3580291"/>
                <a:chExt cx="242005" cy="43678"/>
              </a:xfrm>
            </p:grpSpPr>
            <p:sp>
              <p:nvSpPr>
                <p:cNvPr id="2437" name="Oval 2436">
                  <a:extLst>
                    <a:ext uri="{FF2B5EF4-FFF2-40B4-BE49-F238E27FC236}">
                      <a16:creationId xmlns:a16="http://schemas.microsoft.com/office/drawing/2014/main" id="{2C4A37C5-01B9-C734-B84E-91F45649EE0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8" name="Oval 2437">
                  <a:extLst>
                    <a:ext uri="{FF2B5EF4-FFF2-40B4-BE49-F238E27FC236}">
                      <a16:creationId xmlns:a16="http://schemas.microsoft.com/office/drawing/2014/main" id="{0BDFC927-E891-1FB3-619F-3C5831B70DC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9" name="Oval 2438">
                  <a:extLst>
                    <a:ext uri="{FF2B5EF4-FFF2-40B4-BE49-F238E27FC236}">
                      <a16:creationId xmlns:a16="http://schemas.microsoft.com/office/drawing/2014/main" id="{53B830AC-7532-7AD6-0BFA-E014FF2064A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0" name="Oval 2439">
                  <a:extLst>
                    <a:ext uri="{FF2B5EF4-FFF2-40B4-BE49-F238E27FC236}">
                      <a16:creationId xmlns:a16="http://schemas.microsoft.com/office/drawing/2014/main" id="{5615CC15-635F-4DFB-BB1B-7A3EDEEC95C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1" name="Oval 2440">
                  <a:extLst>
                    <a:ext uri="{FF2B5EF4-FFF2-40B4-BE49-F238E27FC236}">
                      <a16:creationId xmlns:a16="http://schemas.microsoft.com/office/drawing/2014/main" id="{289E1685-A6BB-F136-8F90-F33F0679855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2" name="Oval 2441">
                  <a:extLst>
                    <a:ext uri="{FF2B5EF4-FFF2-40B4-BE49-F238E27FC236}">
                      <a16:creationId xmlns:a16="http://schemas.microsoft.com/office/drawing/2014/main" id="{2D88A13F-2728-9C96-115A-3145EA1537F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3" name="Oval 2442">
                  <a:extLst>
                    <a:ext uri="{FF2B5EF4-FFF2-40B4-BE49-F238E27FC236}">
                      <a16:creationId xmlns:a16="http://schemas.microsoft.com/office/drawing/2014/main" id="{EBE3C3DF-3B9C-AF28-26A1-88EC57C9ECA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4" name="Oval 2443">
                  <a:extLst>
                    <a:ext uri="{FF2B5EF4-FFF2-40B4-BE49-F238E27FC236}">
                      <a16:creationId xmlns:a16="http://schemas.microsoft.com/office/drawing/2014/main" id="{DC8ECBF7-A888-63E9-960C-2C85A4DFD1B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2" name="Group 2391">
                <a:extLst>
                  <a:ext uri="{FF2B5EF4-FFF2-40B4-BE49-F238E27FC236}">
                    <a16:creationId xmlns:a16="http://schemas.microsoft.com/office/drawing/2014/main" id="{0851BA2B-6903-0B3B-D1A5-2FDF70898F28}"/>
                  </a:ext>
                </a:extLst>
              </p:cNvPr>
              <p:cNvGrpSpPr/>
              <p:nvPr/>
            </p:nvGrpSpPr>
            <p:grpSpPr>
              <a:xfrm rot="11689693">
                <a:off x="5995737" y="6012033"/>
                <a:ext cx="242005" cy="43678"/>
                <a:chOff x="7979724" y="3580291"/>
                <a:chExt cx="242005" cy="43678"/>
              </a:xfrm>
            </p:grpSpPr>
            <p:sp>
              <p:nvSpPr>
                <p:cNvPr id="2429" name="Oval 2428">
                  <a:extLst>
                    <a:ext uri="{FF2B5EF4-FFF2-40B4-BE49-F238E27FC236}">
                      <a16:creationId xmlns:a16="http://schemas.microsoft.com/office/drawing/2014/main" id="{8E98AEB5-C0F4-877A-F174-2DD5E9BD175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0" name="Oval 2429">
                  <a:extLst>
                    <a:ext uri="{FF2B5EF4-FFF2-40B4-BE49-F238E27FC236}">
                      <a16:creationId xmlns:a16="http://schemas.microsoft.com/office/drawing/2014/main" id="{EB63B45B-4DA9-60A5-F378-EBEE64E7B92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1" name="Oval 2430">
                  <a:extLst>
                    <a:ext uri="{FF2B5EF4-FFF2-40B4-BE49-F238E27FC236}">
                      <a16:creationId xmlns:a16="http://schemas.microsoft.com/office/drawing/2014/main" id="{0B7FFC7D-2FA4-FF9E-DD9B-89E1F3E65F5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2" name="Oval 2431">
                  <a:extLst>
                    <a:ext uri="{FF2B5EF4-FFF2-40B4-BE49-F238E27FC236}">
                      <a16:creationId xmlns:a16="http://schemas.microsoft.com/office/drawing/2014/main" id="{0AD439C1-5DCA-E4E0-8387-2879DD0B521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3" name="Oval 2432">
                  <a:extLst>
                    <a:ext uri="{FF2B5EF4-FFF2-40B4-BE49-F238E27FC236}">
                      <a16:creationId xmlns:a16="http://schemas.microsoft.com/office/drawing/2014/main" id="{F44C22FB-E112-E798-2728-1C7D95178B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4" name="Oval 2433">
                  <a:extLst>
                    <a:ext uri="{FF2B5EF4-FFF2-40B4-BE49-F238E27FC236}">
                      <a16:creationId xmlns:a16="http://schemas.microsoft.com/office/drawing/2014/main" id="{11AD5DCA-A11C-0414-8327-3E1AC4EBCE5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5" name="Oval 2434">
                  <a:extLst>
                    <a:ext uri="{FF2B5EF4-FFF2-40B4-BE49-F238E27FC236}">
                      <a16:creationId xmlns:a16="http://schemas.microsoft.com/office/drawing/2014/main" id="{453A7725-ED78-F36A-0D62-4518DE39FD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6" name="Oval 2435">
                  <a:extLst>
                    <a:ext uri="{FF2B5EF4-FFF2-40B4-BE49-F238E27FC236}">
                      <a16:creationId xmlns:a16="http://schemas.microsoft.com/office/drawing/2014/main" id="{EFCD397A-F826-E20B-97E1-8CDD52D9DEF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3" name="Group 2392">
                <a:extLst>
                  <a:ext uri="{FF2B5EF4-FFF2-40B4-BE49-F238E27FC236}">
                    <a16:creationId xmlns:a16="http://schemas.microsoft.com/office/drawing/2014/main" id="{46DBDEC5-233D-6F69-4A71-9E07CE26F4FA}"/>
                  </a:ext>
                </a:extLst>
              </p:cNvPr>
              <p:cNvGrpSpPr/>
              <p:nvPr/>
            </p:nvGrpSpPr>
            <p:grpSpPr>
              <a:xfrm rot="21292958">
                <a:off x="6243191" y="6012057"/>
                <a:ext cx="242005" cy="46723"/>
                <a:chOff x="7979724" y="3580291"/>
                <a:chExt cx="242005" cy="43678"/>
              </a:xfrm>
            </p:grpSpPr>
            <p:sp>
              <p:nvSpPr>
                <p:cNvPr id="2421" name="Oval 2420">
                  <a:extLst>
                    <a:ext uri="{FF2B5EF4-FFF2-40B4-BE49-F238E27FC236}">
                      <a16:creationId xmlns:a16="http://schemas.microsoft.com/office/drawing/2014/main" id="{4E8080AC-6A73-C39E-E6AC-0B21E705F8A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2" name="Oval 2421">
                  <a:extLst>
                    <a:ext uri="{FF2B5EF4-FFF2-40B4-BE49-F238E27FC236}">
                      <a16:creationId xmlns:a16="http://schemas.microsoft.com/office/drawing/2014/main" id="{39E96019-FAA6-86E7-3847-31D41642335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3" name="Oval 2422">
                  <a:extLst>
                    <a:ext uri="{FF2B5EF4-FFF2-40B4-BE49-F238E27FC236}">
                      <a16:creationId xmlns:a16="http://schemas.microsoft.com/office/drawing/2014/main" id="{64F25ACA-476F-9E4B-7F6D-B92DD819C8B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4" name="Oval 2423">
                  <a:extLst>
                    <a:ext uri="{FF2B5EF4-FFF2-40B4-BE49-F238E27FC236}">
                      <a16:creationId xmlns:a16="http://schemas.microsoft.com/office/drawing/2014/main" id="{6FFFBDDF-A829-6FDE-BA27-C9C1ED24AAE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5" name="Oval 2424">
                  <a:extLst>
                    <a:ext uri="{FF2B5EF4-FFF2-40B4-BE49-F238E27FC236}">
                      <a16:creationId xmlns:a16="http://schemas.microsoft.com/office/drawing/2014/main" id="{CFE75274-64E1-9D14-E7A6-6FEF285402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6" name="Oval 2425">
                  <a:extLst>
                    <a:ext uri="{FF2B5EF4-FFF2-40B4-BE49-F238E27FC236}">
                      <a16:creationId xmlns:a16="http://schemas.microsoft.com/office/drawing/2014/main" id="{DC8EDE6D-FC63-D221-2B40-B644807796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7" name="Oval 2426">
                  <a:extLst>
                    <a:ext uri="{FF2B5EF4-FFF2-40B4-BE49-F238E27FC236}">
                      <a16:creationId xmlns:a16="http://schemas.microsoft.com/office/drawing/2014/main" id="{1F20CDA4-19B9-AADA-EBEC-E1CC49E043E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8" name="Oval 2427">
                  <a:extLst>
                    <a:ext uri="{FF2B5EF4-FFF2-40B4-BE49-F238E27FC236}">
                      <a16:creationId xmlns:a16="http://schemas.microsoft.com/office/drawing/2014/main" id="{CD89D5FB-7130-82B7-9F65-1C77D52D91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4" name="Group 2393">
                <a:extLst>
                  <a:ext uri="{FF2B5EF4-FFF2-40B4-BE49-F238E27FC236}">
                    <a16:creationId xmlns:a16="http://schemas.microsoft.com/office/drawing/2014/main" id="{A57131AB-9E08-03FF-350D-F1D57F7583DE}"/>
                  </a:ext>
                </a:extLst>
              </p:cNvPr>
              <p:cNvGrpSpPr/>
              <p:nvPr/>
            </p:nvGrpSpPr>
            <p:grpSpPr>
              <a:xfrm>
                <a:off x="6172034" y="6012873"/>
                <a:ext cx="242005" cy="43678"/>
                <a:chOff x="7979724" y="3580291"/>
                <a:chExt cx="242005" cy="43678"/>
              </a:xfrm>
            </p:grpSpPr>
            <p:sp>
              <p:nvSpPr>
                <p:cNvPr id="2413" name="Oval 2412">
                  <a:extLst>
                    <a:ext uri="{FF2B5EF4-FFF2-40B4-BE49-F238E27FC236}">
                      <a16:creationId xmlns:a16="http://schemas.microsoft.com/office/drawing/2014/main" id="{2F575848-6819-A113-F42B-97B263EF9C4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4" name="Oval 2413">
                  <a:extLst>
                    <a:ext uri="{FF2B5EF4-FFF2-40B4-BE49-F238E27FC236}">
                      <a16:creationId xmlns:a16="http://schemas.microsoft.com/office/drawing/2014/main" id="{112941E2-B543-67B6-7B4B-5FD56AD376B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5" name="Oval 2414">
                  <a:extLst>
                    <a:ext uri="{FF2B5EF4-FFF2-40B4-BE49-F238E27FC236}">
                      <a16:creationId xmlns:a16="http://schemas.microsoft.com/office/drawing/2014/main" id="{525B54F1-E217-92E4-8230-C6F6DA4F16E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6" name="Oval 2415">
                  <a:extLst>
                    <a:ext uri="{FF2B5EF4-FFF2-40B4-BE49-F238E27FC236}">
                      <a16:creationId xmlns:a16="http://schemas.microsoft.com/office/drawing/2014/main" id="{030F6313-FAE7-38BE-4531-F7776A18DA1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7" name="Oval 2416">
                  <a:extLst>
                    <a:ext uri="{FF2B5EF4-FFF2-40B4-BE49-F238E27FC236}">
                      <a16:creationId xmlns:a16="http://schemas.microsoft.com/office/drawing/2014/main" id="{42BC0518-4F35-4F85-FE1C-EE01B48B1D0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8" name="Oval 2417">
                  <a:extLst>
                    <a:ext uri="{FF2B5EF4-FFF2-40B4-BE49-F238E27FC236}">
                      <a16:creationId xmlns:a16="http://schemas.microsoft.com/office/drawing/2014/main" id="{4E2E414E-67BA-8A89-B25F-D9ADF117910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9" name="Oval 2418">
                  <a:extLst>
                    <a:ext uri="{FF2B5EF4-FFF2-40B4-BE49-F238E27FC236}">
                      <a16:creationId xmlns:a16="http://schemas.microsoft.com/office/drawing/2014/main" id="{C60D7EEF-3514-82E8-C2B2-934B8DE6DBA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0" name="Oval 2419">
                  <a:extLst>
                    <a:ext uri="{FF2B5EF4-FFF2-40B4-BE49-F238E27FC236}">
                      <a16:creationId xmlns:a16="http://schemas.microsoft.com/office/drawing/2014/main" id="{7269D1DA-B3B0-5BD7-A636-D7E0C8BC0A3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5" name="Group 2394">
                <a:extLst>
                  <a:ext uri="{FF2B5EF4-FFF2-40B4-BE49-F238E27FC236}">
                    <a16:creationId xmlns:a16="http://schemas.microsoft.com/office/drawing/2014/main" id="{CA90BDD3-35F1-F875-BC5F-1733963C1152}"/>
                  </a:ext>
                </a:extLst>
              </p:cNvPr>
              <p:cNvGrpSpPr/>
              <p:nvPr/>
            </p:nvGrpSpPr>
            <p:grpSpPr>
              <a:xfrm rot="10800000">
                <a:off x="6484234" y="6015233"/>
                <a:ext cx="242005" cy="46723"/>
                <a:chOff x="7979724" y="3580291"/>
                <a:chExt cx="242005" cy="43678"/>
              </a:xfrm>
            </p:grpSpPr>
            <p:sp>
              <p:nvSpPr>
                <p:cNvPr id="2405" name="Oval 2404">
                  <a:extLst>
                    <a:ext uri="{FF2B5EF4-FFF2-40B4-BE49-F238E27FC236}">
                      <a16:creationId xmlns:a16="http://schemas.microsoft.com/office/drawing/2014/main" id="{6C901B2B-7463-DF71-9028-FF5FA66D820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6" name="Oval 2405">
                  <a:extLst>
                    <a:ext uri="{FF2B5EF4-FFF2-40B4-BE49-F238E27FC236}">
                      <a16:creationId xmlns:a16="http://schemas.microsoft.com/office/drawing/2014/main" id="{1DA1BF9E-DEAF-21CE-C16F-0B69E0A3846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7" name="Oval 2406">
                  <a:extLst>
                    <a:ext uri="{FF2B5EF4-FFF2-40B4-BE49-F238E27FC236}">
                      <a16:creationId xmlns:a16="http://schemas.microsoft.com/office/drawing/2014/main" id="{F351DB16-B077-79C2-48D0-EE7E3720EA3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8" name="Oval 2407">
                  <a:extLst>
                    <a:ext uri="{FF2B5EF4-FFF2-40B4-BE49-F238E27FC236}">
                      <a16:creationId xmlns:a16="http://schemas.microsoft.com/office/drawing/2014/main" id="{41E4D3E9-820C-BACC-22AE-15E97CCA76F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9" name="Oval 2408">
                  <a:extLst>
                    <a:ext uri="{FF2B5EF4-FFF2-40B4-BE49-F238E27FC236}">
                      <a16:creationId xmlns:a16="http://schemas.microsoft.com/office/drawing/2014/main" id="{47D7FCCD-9C10-C7B8-AE72-5C708513139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0" name="Oval 2409">
                  <a:extLst>
                    <a:ext uri="{FF2B5EF4-FFF2-40B4-BE49-F238E27FC236}">
                      <a16:creationId xmlns:a16="http://schemas.microsoft.com/office/drawing/2014/main" id="{743370EC-3CEA-C362-6801-761F49BAFA0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1" name="Oval 2410">
                  <a:extLst>
                    <a:ext uri="{FF2B5EF4-FFF2-40B4-BE49-F238E27FC236}">
                      <a16:creationId xmlns:a16="http://schemas.microsoft.com/office/drawing/2014/main" id="{2994356D-50B4-FE87-991E-22A5F597AFA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2" name="Oval 2411">
                  <a:extLst>
                    <a:ext uri="{FF2B5EF4-FFF2-40B4-BE49-F238E27FC236}">
                      <a16:creationId xmlns:a16="http://schemas.microsoft.com/office/drawing/2014/main" id="{58BB60E7-5B55-8360-0A70-9ED4310A47F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96" name="Group 2395">
                <a:extLst>
                  <a:ext uri="{FF2B5EF4-FFF2-40B4-BE49-F238E27FC236}">
                    <a16:creationId xmlns:a16="http://schemas.microsoft.com/office/drawing/2014/main" id="{6D3C184D-8042-E931-B83B-F6B9D9645A32}"/>
                  </a:ext>
                </a:extLst>
              </p:cNvPr>
              <p:cNvGrpSpPr/>
              <p:nvPr/>
            </p:nvGrpSpPr>
            <p:grpSpPr>
              <a:xfrm>
                <a:off x="6413077" y="6016049"/>
                <a:ext cx="242005" cy="43678"/>
                <a:chOff x="7979724" y="3580291"/>
                <a:chExt cx="242005" cy="43678"/>
              </a:xfrm>
            </p:grpSpPr>
            <p:sp>
              <p:nvSpPr>
                <p:cNvPr id="2397" name="Oval 2396">
                  <a:extLst>
                    <a:ext uri="{FF2B5EF4-FFF2-40B4-BE49-F238E27FC236}">
                      <a16:creationId xmlns:a16="http://schemas.microsoft.com/office/drawing/2014/main" id="{4C5F8D91-90E8-D07E-0058-A67AB291374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8" name="Oval 2397">
                  <a:extLst>
                    <a:ext uri="{FF2B5EF4-FFF2-40B4-BE49-F238E27FC236}">
                      <a16:creationId xmlns:a16="http://schemas.microsoft.com/office/drawing/2014/main" id="{718AACE1-76C0-D594-4150-79AD333E551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9" name="Oval 2398">
                  <a:extLst>
                    <a:ext uri="{FF2B5EF4-FFF2-40B4-BE49-F238E27FC236}">
                      <a16:creationId xmlns:a16="http://schemas.microsoft.com/office/drawing/2014/main" id="{A168B154-53C2-FAD7-31A0-36D029929CC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0" name="Oval 2399">
                  <a:extLst>
                    <a:ext uri="{FF2B5EF4-FFF2-40B4-BE49-F238E27FC236}">
                      <a16:creationId xmlns:a16="http://schemas.microsoft.com/office/drawing/2014/main" id="{5F304AB2-BB8F-229B-9039-58BF11AB07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1" name="Oval 2400">
                  <a:extLst>
                    <a:ext uri="{FF2B5EF4-FFF2-40B4-BE49-F238E27FC236}">
                      <a16:creationId xmlns:a16="http://schemas.microsoft.com/office/drawing/2014/main" id="{36484F76-D2F1-09BA-E22A-05AFCF0D829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2" name="Oval 2401">
                  <a:extLst>
                    <a:ext uri="{FF2B5EF4-FFF2-40B4-BE49-F238E27FC236}">
                      <a16:creationId xmlns:a16="http://schemas.microsoft.com/office/drawing/2014/main" id="{0F229622-80FC-E689-A1C0-E7A7E13344B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3" name="Oval 2402">
                  <a:extLst>
                    <a:ext uri="{FF2B5EF4-FFF2-40B4-BE49-F238E27FC236}">
                      <a16:creationId xmlns:a16="http://schemas.microsoft.com/office/drawing/2014/main" id="{81B4DC36-D749-7970-B2B7-4C079740971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4" name="Oval 2403">
                  <a:extLst>
                    <a:ext uri="{FF2B5EF4-FFF2-40B4-BE49-F238E27FC236}">
                      <a16:creationId xmlns:a16="http://schemas.microsoft.com/office/drawing/2014/main" id="{EF0B5352-2BAE-FE2A-70EA-C8CEF6CD4F4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461" name="Group 2460">
              <a:extLst>
                <a:ext uri="{FF2B5EF4-FFF2-40B4-BE49-F238E27FC236}">
                  <a16:creationId xmlns:a16="http://schemas.microsoft.com/office/drawing/2014/main" id="{567E93E2-B9A8-6DD7-CA74-0086BE5B7B48}"/>
                </a:ext>
              </a:extLst>
            </p:cNvPr>
            <p:cNvGrpSpPr/>
            <p:nvPr/>
          </p:nvGrpSpPr>
          <p:grpSpPr>
            <a:xfrm rot="1379869">
              <a:off x="7723037" y="2612981"/>
              <a:ext cx="242005" cy="43678"/>
              <a:chOff x="7979724" y="3580291"/>
              <a:chExt cx="242005" cy="43678"/>
            </a:xfrm>
          </p:grpSpPr>
          <p:sp>
            <p:nvSpPr>
              <p:cNvPr id="2462" name="Oval 2461">
                <a:extLst>
                  <a:ext uri="{FF2B5EF4-FFF2-40B4-BE49-F238E27FC236}">
                    <a16:creationId xmlns:a16="http://schemas.microsoft.com/office/drawing/2014/main" id="{79013215-BE28-36D4-B0CD-D8332B43780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3" name="Oval 2462">
                <a:extLst>
                  <a:ext uri="{FF2B5EF4-FFF2-40B4-BE49-F238E27FC236}">
                    <a16:creationId xmlns:a16="http://schemas.microsoft.com/office/drawing/2014/main" id="{9A474539-BB19-A799-2110-2B3D8CCE2B1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4" name="Oval 2463">
                <a:extLst>
                  <a:ext uri="{FF2B5EF4-FFF2-40B4-BE49-F238E27FC236}">
                    <a16:creationId xmlns:a16="http://schemas.microsoft.com/office/drawing/2014/main" id="{2A6015BC-ACB8-53A6-FFEF-B9F1D3239F5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5" name="Oval 2464">
                <a:extLst>
                  <a:ext uri="{FF2B5EF4-FFF2-40B4-BE49-F238E27FC236}">
                    <a16:creationId xmlns:a16="http://schemas.microsoft.com/office/drawing/2014/main" id="{5D26BB2B-4C3D-F317-27D4-4F56D4C4F8C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6" name="Oval 2465">
                <a:extLst>
                  <a:ext uri="{FF2B5EF4-FFF2-40B4-BE49-F238E27FC236}">
                    <a16:creationId xmlns:a16="http://schemas.microsoft.com/office/drawing/2014/main" id="{F681C6DF-70E8-1882-D5DB-40A058A1199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7" name="Oval 2466">
                <a:extLst>
                  <a:ext uri="{FF2B5EF4-FFF2-40B4-BE49-F238E27FC236}">
                    <a16:creationId xmlns:a16="http://schemas.microsoft.com/office/drawing/2014/main" id="{98B20DBD-FD31-9E20-C160-3A24FDE7E61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8" name="Oval 2467">
                <a:extLst>
                  <a:ext uri="{FF2B5EF4-FFF2-40B4-BE49-F238E27FC236}">
                    <a16:creationId xmlns:a16="http://schemas.microsoft.com/office/drawing/2014/main" id="{D864CED4-882A-3E1A-FBB9-14E73E1C12A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9" name="Oval 2468">
                <a:extLst>
                  <a:ext uri="{FF2B5EF4-FFF2-40B4-BE49-F238E27FC236}">
                    <a16:creationId xmlns:a16="http://schemas.microsoft.com/office/drawing/2014/main" id="{BF51DB2F-678C-1B3D-AB7D-053E36BAB9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70" name="Group 2469">
              <a:extLst>
                <a:ext uri="{FF2B5EF4-FFF2-40B4-BE49-F238E27FC236}">
                  <a16:creationId xmlns:a16="http://schemas.microsoft.com/office/drawing/2014/main" id="{F8AED3CE-F0B5-1FF0-7126-033C0650B211}"/>
                </a:ext>
              </a:extLst>
            </p:cNvPr>
            <p:cNvGrpSpPr/>
            <p:nvPr/>
          </p:nvGrpSpPr>
          <p:grpSpPr>
            <a:xfrm rot="569977">
              <a:off x="8954643" y="2588471"/>
              <a:ext cx="242005" cy="43678"/>
              <a:chOff x="7979724" y="3580291"/>
              <a:chExt cx="242005" cy="43678"/>
            </a:xfrm>
          </p:grpSpPr>
          <p:sp>
            <p:nvSpPr>
              <p:cNvPr id="2471" name="Oval 2470">
                <a:extLst>
                  <a:ext uri="{FF2B5EF4-FFF2-40B4-BE49-F238E27FC236}">
                    <a16:creationId xmlns:a16="http://schemas.microsoft.com/office/drawing/2014/main" id="{FE073474-2D9F-3148-EAF9-33788A95116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2" name="Oval 2471">
                <a:extLst>
                  <a:ext uri="{FF2B5EF4-FFF2-40B4-BE49-F238E27FC236}">
                    <a16:creationId xmlns:a16="http://schemas.microsoft.com/office/drawing/2014/main" id="{55CAC1F4-8668-0320-E243-DE80B753617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3" name="Oval 2472">
                <a:extLst>
                  <a:ext uri="{FF2B5EF4-FFF2-40B4-BE49-F238E27FC236}">
                    <a16:creationId xmlns:a16="http://schemas.microsoft.com/office/drawing/2014/main" id="{F50674EF-A30F-2CD4-CB88-F5615EAE86F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4" name="Oval 2473">
                <a:extLst>
                  <a:ext uri="{FF2B5EF4-FFF2-40B4-BE49-F238E27FC236}">
                    <a16:creationId xmlns:a16="http://schemas.microsoft.com/office/drawing/2014/main" id="{28AA40D0-6B71-06B6-845C-D5649113F48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5" name="Oval 2474">
                <a:extLst>
                  <a:ext uri="{FF2B5EF4-FFF2-40B4-BE49-F238E27FC236}">
                    <a16:creationId xmlns:a16="http://schemas.microsoft.com/office/drawing/2014/main" id="{D4D3E23E-BFF0-ED29-40FE-D78CD681B4D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6" name="Oval 2475">
                <a:extLst>
                  <a:ext uri="{FF2B5EF4-FFF2-40B4-BE49-F238E27FC236}">
                    <a16:creationId xmlns:a16="http://schemas.microsoft.com/office/drawing/2014/main" id="{47A1C1D9-5CBC-9FED-B355-B8EEE86B882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7" name="Oval 2476">
                <a:extLst>
                  <a:ext uri="{FF2B5EF4-FFF2-40B4-BE49-F238E27FC236}">
                    <a16:creationId xmlns:a16="http://schemas.microsoft.com/office/drawing/2014/main" id="{4A31A53A-241A-F780-3B4D-99B70A2705C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8" name="Oval 2477">
                <a:extLst>
                  <a:ext uri="{FF2B5EF4-FFF2-40B4-BE49-F238E27FC236}">
                    <a16:creationId xmlns:a16="http://schemas.microsoft.com/office/drawing/2014/main" id="{53EFA972-65EA-4DBB-AB13-5EBC0B0494A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79" name="Group 2478">
              <a:extLst>
                <a:ext uri="{FF2B5EF4-FFF2-40B4-BE49-F238E27FC236}">
                  <a16:creationId xmlns:a16="http://schemas.microsoft.com/office/drawing/2014/main" id="{017E199D-A8D1-F87D-2113-10E69590CAA4}"/>
                </a:ext>
              </a:extLst>
            </p:cNvPr>
            <p:cNvGrpSpPr/>
            <p:nvPr/>
          </p:nvGrpSpPr>
          <p:grpSpPr>
            <a:xfrm rot="1379869">
              <a:off x="7792610" y="2676901"/>
              <a:ext cx="242005" cy="43678"/>
              <a:chOff x="7979724" y="3580291"/>
              <a:chExt cx="242005" cy="43678"/>
            </a:xfrm>
          </p:grpSpPr>
          <p:sp>
            <p:nvSpPr>
              <p:cNvPr id="2480" name="Oval 2479">
                <a:extLst>
                  <a:ext uri="{FF2B5EF4-FFF2-40B4-BE49-F238E27FC236}">
                    <a16:creationId xmlns:a16="http://schemas.microsoft.com/office/drawing/2014/main" id="{BCD652B7-5822-FB85-B82D-D86B4C5B25C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1" name="Oval 2480">
                <a:extLst>
                  <a:ext uri="{FF2B5EF4-FFF2-40B4-BE49-F238E27FC236}">
                    <a16:creationId xmlns:a16="http://schemas.microsoft.com/office/drawing/2014/main" id="{58E8D114-65B0-BA7C-0151-E4506494E20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2" name="Oval 2481">
                <a:extLst>
                  <a:ext uri="{FF2B5EF4-FFF2-40B4-BE49-F238E27FC236}">
                    <a16:creationId xmlns:a16="http://schemas.microsoft.com/office/drawing/2014/main" id="{8B313586-5936-5ADE-4071-27E20B47984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3" name="Oval 2482">
                <a:extLst>
                  <a:ext uri="{FF2B5EF4-FFF2-40B4-BE49-F238E27FC236}">
                    <a16:creationId xmlns:a16="http://schemas.microsoft.com/office/drawing/2014/main" id="{251E3AC9-6AC0-A305-E633-299D1EB4CD4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4" name="Oval 2483">
                <a:extLst>
                  <a:ext uri="{FF2B5EF4-FFF2-40B4-BE49-F238E27FC236}">
                    <a16:creationId xmlns:a16="http://schemas.microsoft.com/office/drawing/2014/main" id="{CF9EFB11-3FB5-FADB-CBFF-F88E8C7554C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5" name="Oval 2484">
                <a:extLst>
                  <a:ext uri="{FF2B5EF4-FFF2-40B4-BE49-F238E27FC236}">
                    <a16:creationId xmlns:a16="http://schemas.microsoft.com/office/drawing/2014/main" id="{8707F6B9-72F5-C1C9-53A0-1B8914B021C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6" name="Oval 2485">
                <a:extLst>
                  <a:ext uri="{FF2B5EF4-FFF2-40B4-BE49-F238E27FC236}">
                    <a16:creationId xmlns:a16="http://schemas.microsoft.com/office/drawing/2014/main" id="{43D2002B-7289-2A57-65D6-4F81F445DE4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7" name="Oval 2486">
                <a:extLst>
                  <a:ext uri="{FF2B5EF4-FFF2-40B4-BE49-F238E27FC236}">
                    <a16:creationId xmlns:a16="http://schemas.microsoft.com/office/drawing/2014/main" id="{5CE44EF8-8816-C77F-E3BD-316E0BAFCF6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88" name="Group 2487">
              <a:extLst>
                <a:ext uri="{FF2B5EF4-FFF2-40B4-BE49-F238E27FC236}">
                  <a16:creationId xmlns:a16="http://schemas.microsoft.com/office/drawing/2014/main" id="{34672C98-B64C-23A2-6A0B-642C7F2058E6}"/>
                </a:ext>
              </a:extLst>
            </p:cNvPr>
            <p:cNvGrpSpPr/>
            <p:nvPr/>
          </p:nvGrpSpPr>
          <p:grpSpPr>
            <a:xfrm rot="10800000">
              <a:off x="8022388" y="2721099"/>
              <a:ext cx="242005" cy="46723"/>
              <a:chOff x="7979724" y="3580291"/>
              <a:chExt cx="242005" cy="43678"/>
            </a:xfrm>
          </p:grpSpPr>
          <p:sp>
            <p:nvSpPr>
              <p:cNvPr id="2489" name="Oval 2488">
                <a:extLst>
                  <a:ext uri="{FF2B5EF4-FFF2-40B4-BE49-F238E27FC236}">
                    <a16:creationId xmlns:a16="http://schemas.microsoft.com/office/drawing/2014/main" id="{0CE1FAF1-C499-5DEA-924E-ADEF7C37DDD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0" name="Oval 2489">
                <a:extLst>
                  <a:ext uri="{FF2B5EF4-FFF2-40B4-BE49-F238E27FC236}">
                    <a16:creationId xmlns:a16="http://schemas.microsoft.com/office/drawing/2014/main" id="{2B5FAF21-844A-57A0-50CF-E71BC3CB574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1" name="Oval 2490">
                <a:extLst>
                  <a:ext uri="{FF2B5EF4-FFF2-40B4-BE49-F238E27FC236}">
                    <a16:creationId xmlns:a16="http://schemas.microsoft.com/office/drawing/2014/main" id="{1FBA780F-12B1-36D3-11E7-87EA0D99ED4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2" name="Oval 2491">
                <a:extLst>
                  <a:ext uri="{FF2B5EF4-FFF2-40B4-BE49-F238E27FC236}">
                    <a16:creationId xmlns:a16="http://schemas.microsoft.com/office/drawing/2014/main" id="{37DABD0A-DE36-C7F9-4468-8C6D1FB2F16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3" name="Oval 2492">
                <a:extLst>
                  <a:ext uri="{FF2B5EF4-FFF2-40B4-BE49-F238E27FC236}">
                    <a16:creationId xmlns:a16="http://schemas.microsoft.com/office/drawing/2014/main" id="{A8B3C7A4-8739-2379-281E-09393094F2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4" name="Oval 2493">
                <a:extLst>
                  <a:ext uri="{FF2B5EF4-FFF2-40B4-BE49-F238E27FC236}">
                    <a16:creationId xmlns:a16="http://schemas.microsoft.com/office/drawing/2014/main" id="{4532295D-1590-D5D7-AD69-EB7E2B7A5BB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5" name="Oval 2494">
                <a:extLst>
                  <a:ext uri="{FF2B5EF4-FFF2-40B4-BE49-F238E27FC236}">
                    <a16:creationId xmlns:a16="http://schemas.microsoft.com/office/drawing/2014/main" id="{D010EFFA-2230-BE09-626A-E626E38BED8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6" name="Oval 2495">
                <a:extLst>
                  <a:ext uri="{FF2B5EF4-FFF2-40B4-BE49-F238E27FC236}">
                    <a16:creationId xmlns:a16="http://schemas.microsoft.com/office/drawing/2014/main" id="{B387CFDE-2C93-27A9-E734-6DD1F2E03D9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97" name="Group 2496">
              <a:extLst>
                <a:ext uri="{FF2B5EF4-FFF2-40B4-BE49-F238E27FC236}">
                  <a16:creationId xmlns:a16="http://schemas.microsoft.com/office/drawing/2014/main" id="{8F88D2B0-4711-1D9C-2A94-8616C843FF0C}"/>
                </a:ext>
              </a:extLst>
            </p:cNvPr>
            <p:cNvGrpSpPr/>
            <p:nvPr/>
          </p:nvGrpSpPr>
          <p:grpSpPr>
            <a:xfrm>
              <a:off x="7951231" y="2721915"/>
              <a:ext cx="242005" cy="43678"/>
              <a:chOff x="7979724" y="3580291"/>
              <a:chExt cx="242005" cy="43678"/>
            </a:xfrm>
          </p:grpSpPr>
          <p:sp>
            <p:nvSpPr>
              <p:cNvPr id="2498" name="Oval 2497">
                <a:extLst>
                  <a:ext uri="{FF2B5EF4-FFF2-40B4-BE49-F238E27FC236}">
                    <a16:creationId xmlns:a16="http://schemas.microsoft.com/office/drawing/2014/main" id="{1D2991E8-B93B-1516-EAFD-6785A2C07B4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9" name="Oval 2498">
                <a:extLst>
                  <a:ext uri="{FF2B5EF4-FFF2-40B4-BE49-F238E27FC236}">
                    <a16:creationId xmlns:a16="http://schemas.microsoft.com/office/drawing/2014/main" id="{6B6A3A2C-99CA-A511-3F37-3CCFDFC3AEB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0" name="Oval 2499">
                <a:extLst>
                  <a:ext uri="{FF2B5EF4-FFF2-40B4-BE49-F238E27FC236}">
                    <a16:creationId xmlns:a16="http://schemas.microsoft.com/office/drawing/2014/main" id="{04555FB7-971F-360E-BB70-4F4AB84DCDA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1" name="Oval 2500">
                <a:extLst>
                  <a:ext uri="{FF2B5EF4-FFF2-40B4-BE49-F238E27FC236}">
                    <a16:creationId xmlns:a16="http://schemas.microsoft.com/office/drawing/2014/main" id="{DF38FF74-4EB0-CDA4-85E7-3A19CE447EA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2" name="Oval 2501">
                <a:extLst>
                  <a:ext uri="{FF2B5EF4-FFF2-40B4-BE49-F238E27FC236}">
                    <a16:creationId xmlns:a16="http://schemas.microsoft.com/office/drawing/2014/main" id="{C0083AAC-A3B4-B7A1-CB7B-C9A6CE79FA8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3" name="Oval 2502">
                <a:extLst>
                  <a:ext uri="{FF2B5EF4-FFF2-40B4-BE49-F238E27FC236}">
                    <a16:creationId xmlns:a16="http://schemas.microsoft.com/office/drawing/2014/main" id="{EF31450A-ECCB-6C14-DCD3-D09DBEE8258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4" name="Oval 2503">
                <a:extLst>
                  <a:ext uri="{FF2B5EF4-FFF2-40B4-BE49-F238E27FC236}">
                    <a16:creationId xmlns:a16="http://schemas.microsoft.com/office/drawing/2014/main" id="{3AD9D36E-1973-1F56-A17B-13BE7B12DA4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5" name="Oval 2504">
                <a:extLst>
                  <a:ext uri="{FF2B5EF4-FFF2-40B4-BE49-F238E27FC236}">
                    <a16:creationId xmlns:a16="http://schemas.microsoft.com/office/drawing/2014/main" id="{EC2C40EB-2679-A708-4FEB-A6676A3F2B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06" name="Group 2505">
              <a:extLst>
                <a:ext uri="{FF2B5EF4-FFF2-40B4-BE49-F238E27FC236}">
                  <a16:creationId xmlns:a16="http://schemas.microsoft.com/office/drawing/2014/main" id="{CAFBC3DA-60B8-1774-0B7A-FB57815E6274}"/>
                </a:ext>
              </a:extLst>
            </p:cNvPr>
            <p:cNvGrpSpPr/>
            <p:nvPr/>
          </p:nvGrpSpPr>
          <p:grpSpPr>
            <a:xfrm rot="10800000">
              <a:off x="7362057" y="2387571"/>
              <a:ext cx="242005" cy="46723"/>
              <a:chOff x="7979724" y="3580291"/>
              <a:chExt cx="242005" cy="43678"/>
            </a:xfrm>
          </p:grpSpPr>
          <p:sp>
            <p:nvSpPr>
              <p:cNvPr id="2507" name="Oval 2506">
                <a:extLst>
                  <a:ext uri="{FF2B5EF4-FFF2-40B4-BE49-F238E27FC236}">
                    <a16:creationId xmlns:a16="http://schemas.microsoft.com/office/drawing/2014/main" id="{64CEE0A6-0A9D-F29F-32BD-2C10F4A3703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8" name="Oval 2507">
                <a:extLst>
                  <a:ext uri="{FF2B5EF4-FFF2-40B4-BE49-F238E27FC236}">
                    <a16:creationId xmlns:a16="http://schemas.microsoft.com/office/drawing/2014/main" id="{BB968173-19AC-938B-50A6-17C868C2810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9" name="Oval 2508">
                <a:extLst>
                  <a:ext uri="{FF2B5EF4-FFF2-40B4-BE49-F238E27FC236}">
                    <a16:creationId xmlns:a16="http://schemas.microsoft.com/office/drawing/2014/main" id="{CCB0F7CC-2CBB-CFBA-45D3-96C8C8CB8A9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0" name="Oval 2509">
                <a:extLst>
                  <a:ext uri="{FF2B5EF4-FFF2-40B4-BE49-F238E27FC236}">
                    <a16:creationId xmlns:a16="http://schemas.microsoft.com/office/drawing/2014/main" id="{EF49A6C4-91C7-27D3-66F2-13DF62CFE83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1" name="Oval 2510">
                <a:extLst>
                  <a:ext uri="{FF2B5EF4-FFF2-40B4-BE49-F238E27FC236}">
                    <a16:creationId xmlns:a16="http://schemas.microsoft.com/office/drawing/2014/main" id="{8B0A4757-A949-6FE3-643A-7A1BE2B17B5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2" name="Oval 2511">
                <a:extLst>
                  <a:ext uri="{FF2B5EF4-FFF2-40B4-BE49-F238E27FC236}">
                    <a16:creationId xmlns:a16="http://schemas.microsoft.com/office/drawing/2014/main" id="{F8EC6A7C-CEFE-EA8A-1BC7-3FAEE2A9775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3" name="Oval 2512">
                <a:extLst>
                  <a:ext uri="{FF2B5EF4-FFF2-40B4-BE49-F238E27FC236}">
                    <a16:creationId xmlns:a16="http://schemas.microsoft.com/office/drawing/2014/main" id="{48522B25-6625-6F8C-7563-3961563714E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4" name="Oval 2513">
                <a:extLst>
                  <a:ext uri="{FF2B5EF4-FFF2-40B4-BE49-F238E27FC236}">
                    <a16:creationId xmlns:a16="http://schemas.microsoft.com/office/drawing/2014/main" id="{F5769F26-27CA-D23C-F4C2-A131830F55C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15" name="Group 2514">
              <a:extLst>
                <a:ext uri="{FF2B5EF4-FFF2-40B4-BE49-F238E27FC236}">
                  <a16:creationId xmlns:a16="http://schemas.microsoft.com/office/drawing/2014/main" id="{0A297F7B-9689-112F-BA08-419CE4AFC4E1}"/>
                </a:ext>
              </a:extLst>
            </p:cNvPr>
            <p:cNvGrpSpPr/>
            <p:nvPr/>
          </p:nvGrpSpPr>
          <p:grpSpPr>
            <a:xfrm>
              <a:off x="7290900" y="2388387"/>
              <a:ext cx="242005" cy="43678"/>
              <a:chOff x="7979724" y="3580291"/>
              <a:chExt cx="242005" cy="43678"/>
            </a:xfrm>
          </p:grpSpPr>
          <p:sp>
            <p:nvSpPr>
              <p:cNvPr id="2516" name="Oval 2515">
                <a:extLst>
                  <a:ext uri="{FF2B5EF4-FFF2-40B4-BE49-F238E27FC236}">
                    <a16:creationId xmlns:a16="http://schemas.microsoft.com/office/drawing/2014/main" id="{18B7774B-4163-DE40-189A-C70128B9232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7" name="Oval 2516">
                <a:extLst>
                  <a:ext uri="{FF2B5EF4-FFF2-40B4-BE49-F238E27FC236}">
                    <a16:creationId xmlns:a16="http://schemas.microsoft.com/office/drawing/2014/main" id="{6E624017-CD6F-66F7-D26D-C21F10A99B9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8" name="Oval 2517">
                <a:extLst>
                  <a:ext uri="{FF2B5EF4-FFF2-40B4-BE49-F238E27FC236}">
                    <a16:creationId xmlns:a16="http://schemas.microsoft.com/office/drawing/2014/main" id="{D439C05F-FC67-FE4F-15B3-9343CCF1604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9" name="Oval 2518">
                <a:extLst>
                  <a:ext uri="{FF2B5EF4-FFF2-40B4-BE49-F238E27FC236}">
                    <a16:creationId xmlns:a16="http://schemas.microsoft.com/office/drawing/2014/main" id="{E78F312E-A824-B338-EC7A-74724B50C29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0" name="Oval 2519">
                <a:extLst>
                  <a:ext uri="{FF2B5EF4-FFF2-40B4-BE49-F238E27FC236}">
                    <a16:creationId xmlns:a16="http://schemas.microsoft.com/office/drawing/2014/main" id="{40CD18FC-BCAE-45EE-ADB9-F3CA05FA03F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1" name="Oval 2520">
                <a:extLst>
                  <a:ext uri="{FF2B5EF4-FFF2-40B4-BE49-F238E27FC236}">
                    <a16:creationId xmlns:a16="http://schemas.microsoft.com/office/drawing/2014/main" id="{C88E5C0F-DA0A-5A6D-C94F-EA7F4E2AA6D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2" name="Oval 2521">
                <a:extLst>
                  <a:ext uri="{FF2B5EF4-FFF2-40B4-BE49-F238E27FC236}">
                    <a16:creationId xmlns:a16="http://schemas.microsoft.com/office/drawing/2014/main" id="{E4C0F319-8C38-E587-9589-58FB88856D7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3" name="Oval 2522">
                <a:extLst>
                  <a:ext uri="{FF2B5EF4-FFF2-40B4-BE49-F238E27FC236}">
                    <a16:creationId xmlns:a16="http://schemas.microsoft.com/office/drawing/2014/main" id="{2C44A42B-F0C3-31D6-705D-C8FD47A48D9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24" name="Group 2523">
              <a:extLst>
                <a:ext uri="{FF2B5EF4-FFF2-40B4-BE49-F238E27FC236}">
                  <a16:creationId xmlns:a16="http://schemas.microsoft.com/office/drawing/2014/main" id="{06CFE018-7B95-798D-82F2-E312352695D7}"/>
                </a:ext>
              </a:extLst>
            </p:cNvPr>
            <p:cNvGrpSpPr/>
            <p:nvPr/>
          </p:nvGrpSpPr>
          <p:grpSpPr>
            <a:xfrm rot="10800000">
              <a:off x="7763312" y="2389780"/>
              <a:ext cx="242005" cy="46723"/>
              <a:chOff x="7979724" y="3580291"/>
              <a:chExt cx="242005" cy="43678"/>
            </a:xfrm>
          </p:grpSpPr>
          <p:sp>
            <p:nvSpPr>
              <p:cNvPr id="2525" name="Oval 2524">
                <a:extLst>
                  <a:ext uri="{FF2B5EF4-FFF2-40B4-BE49-F238E27FC236}">
                    <a16:creationId xmlns:a16="http://schemas.microsoft.com/office/drawing/2014/main" id="{92264E8E-56BD-EFA8-5370-301E3584E2F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6" name="Oval 2525">
                <a:extLst>
                  <a:ext uri="{FF2B5EF4-FFF2-40B4-BE49-F238E27FC236}">
                    <a16:creationId xmlns:a16="http://schemas.microsoft.com/office/drawing/2014/main" id="{AFEEE5D3-3F5B-D5CF-C5DE-30DC2EC7903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7" name="Oval 2526">
                <a:extLst>
                  <a:ext uri="{FF2B5EF4-FFF2-40B4-BE49-F238E27FC236}">
                    <a16:creationId xmlns:a16="http://schemas.microsoft.com/office/drawing/2014/main" id="{C5AC876F-3D6D-46D2-E306-FF6DCB972C8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8" name="Oval 2527">
                <a:extLst>
                  <a:ext uri="{FF2B5EF4-FFF2-40B4-BE49-F238E27FC236}">
                    <a16:creationId xmlns:a16="http://schemas.microsoft.com/office/drawing/2014/main" id="{67ACE088-91C5-EE9E-C277-990EFFFA61B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9" name="Oval 2528">
                <a:extLst>
                  <a:ext uri="{FF2B5EF4-FFF2-40B4-BE49-F238E27FC236}">
                    <a16:creationId xmlns:a16="http://schemas.microsoft.com/office/drawing/2014/main" id="{E274177F-D16F-DF84-D777-24645FAD223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0" name="Oval 2529">
                <a:extLst>
                  <a:ext uri="{FF2B5EF4-FFF2-40B4-BE49-F238E27FC236}">
                    <a16:creationId xmlns:a16="http://schemas.microsoft.com/office/drawing/2014/main" id="{B9C7EDC3-0F7E-6EAB-C3FC-67689B8427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1" name="Oval 2530">
                <a:extLst>
                  <a:ext uri="{FF2B5EF4-FFF2-40B4-BE49-F238E27FC236}">
                    <a16:creationId xmlns:a16="http://schemas.microsoft.com/office/drawing/2014/main" id="{36734DCE-D95E-136E-8DF0-D90D13F1227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2" name="Oval 2531">
                <a:extLst>
                  <a:ext uri="{FF2B5EF4-FFF2-40B4-BE49-F238E27FC236}">
                    <a16:creationId xmlns:a16="http://schemas.microsoft.com/office/drawing/2014/main" id="{781A7307-A741-5AF5-1DB9-EB96BDBE81D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3" name="Group 2532">
              <a:extLst>
                <a:ext uri="{FF2B5EF4-FFF2-40B4-BE49-F238E27FC236}">
                  <a16:creationId xmlns:a16="http://schemas.microsoft.com/office/drawing/2014/main" id="{339D12BB-A311-34A7-34C8-B199485FF856}"/>
                </a:ext>
              </a:extLst>
            </p:cNvPr>
            <p:cNvGrpSpPr/>
            <p:nvPr/>
          </p:nvGrpSpPr>
          <p:grpSpPr>
            <a:xfrm>
              <a:off x="7692155" y="2390596"/>
              <a:ext cx="242005" cy="43678"/>
              <a:chOff x="7979724" y="3580291"/>
              <a:chExt cx="242005" cy="43678"/>
            </a:xfrm>
          </p:grpSpPr>
          <p:sp>
            <p:nvSpPr>
              <p:cNvPr id="2534" name="Oval 2533">
                <a:extLst>
                  <a:ext uri="{FF2B5EF4-FFF2-40B4-BE49-F238E27FC236}">
                    <a16:creationId xmlns:a16="http://schemas.microsoft.com/office/drawing/2014/main" id="{8B026DE8-A207-AAC8-481D-80413B8EBB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5" name="Oval 2534">
                <a:extLst>
                  <a:ext uri="{FF2B5EF4-FFF2-40B4-BE49-F238E27FC236}">
                    <a16:creationId xmlns:a16="http://schemas.microsoft.com/office/drawing/2014/main" id="{1787F927-B624-6A8B-6313-309C9BBB5AD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6" name="Oval 2535">
                <a:extLst>
                  <a:ext uri="{FF2B5EF4-FFF2-40B4-BE49-F238E27FC236}">
                    <a16:creationId xmlns:a16="http://schemas.microsoft.com/office/drawing/2014/main" id="{40227738-8EBA-CE0D-D0F5-41C0BADD55B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7" name="Oval 2536">
                <a:extLst>
                  <a:ext uri="{FF2B5EF4-FFF2-40B4-BE49-F238E27FC236}">
                    <a16:creationId xmlns:a16="http://schemas.microsoft.com/office/drawing/2014/main" id="{A93FA86E-AD05-6762-FEFA-D879515C9A1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8" name="Oval 2537">
                <a:extLst>
                  <a:ext uri="{FF2B5EF4-FFF2-40B4-BE49-F238E27FC236}">
                    <a16:creationId xmlns:a16="http://schemas.microsoft.com/office/drawing/2014/main" id="{1E0E440F-E539-F062-E783-BD1E5A9BC8B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9" name="Oval 2538">
                <a:extLst>
                  <a:ext uri="{FF2B5EF4-FFF2-40B4-BE49-F238E27FC236}">
                    <a16:creationId xmlns:a16="http://schemas.microsoft.com/office/drawing/2014/main" id="{87F3E863-07CE-F407-1659-06EAD58C0F5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0" name="Oval 2539">
                <a:extLst>
                  <a:ext uri="{FF2B5EF4-FFF2-40B4-BE49-F238E27FC236}">
                    <a16:creationId xmlns:a16="http://schemas.microsoft.com/office/drawing/2014/main" id="{5BBBC794-F814-D580-00C3-15EC02EE1D8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1" name="Oval 2540">
                <a:extLst>
                  <a:ext uri="{FF2B5EF4-FFF2-40B4-BE49-F238E27FC236}">
                    <a16:creationId xmlns:a16="http://schemas.microsoft.com/office/drawing/2014/main" id="{8DADE4D6-9BA9-2B6C-E432-38D81C70F50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42" name="Group 2541">
              <a:extLst>
                <a:ext uri="{FF2B5EF4-FFF2-40B4-BE49-F238E27FC236}">
                  <a16:creationId xmlns:a16="http://schemas.microsoft.com/office/drawing/2014/main" id="{4F0F24FA-935A-A771-020E-EBB9DF4BCD5C}"/>
                </a:ext>
              </a:extLst>
            </p:cNvPr>
            <p:cNvGrpSpPr/>
            <p:nvPr/>
          </p:nvGrpSpPr>
          <p:grpSpPr>
            <a:xfrm rot="10800000">
              <a:off x="8157402" y="2393619"/>
              <a:ext cx="242005" cy="46723"/>
              <a:chOff x="7979724" y="3580291"/>
              <a:chExt cx="242005" cy="43678"/>
            </a:xfrm>
          </p:grpSpPr>
          <p:sp>
            <p:nvSpPr>
              <p:cNvPr id="2543" name="Oval 2542">
                <a:extLst>
                  <a:ext uri="{FF2B5EF4-FFF2-40B4-BE49-F238E27FC236}">
                    <a16:creationId xmlns:a16="http://schemas.microsoft.com/office/drawing/2014/main" id="{1961C325-EC32-229C-27F5-40C9D50CA04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4" name="Oval 2543">
                <a:extLst>
                  <a:ext uri="{FF2B5EF4-FFF2-40B4-BE49-F238E27FC236}">
                    <a16:creationId xmlns:a16="http://schemas.microsoft.com/office/drawing/2014/main" id="{933FAE8A-4A75-42CB-9ED2-023B8D71E3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5" name="Oval 2544">
                <a:extLst>
                  <a:ext uri="{FF2B5EF4-FFF2-40B4-BE49-F238E27FC236}">
                    <a16:creationId xmlns:a16="http://schemas.microsoft.com/office/drawing/2014/main" id="{E5B94432-7A67-BE78-8640-B8761D0BA1F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6" name="Oval 2545">
                <a:extLst>
                  <a:ext uri="{FF2B5EF4-FFF2-40B4-BE49-F238E27FC236}">
                    <a16:creationId xmlns:a16="http://schemas.microsoft.com/office/drawing/2014/main" id="{83B54444-C100-6E8E-6E2B-0736A681441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7" name="Oval 2546">
                <a:extLst>
                  <a:ext uri="{FF2B5EF4-FFF2-40B4-BE49-F238E27FC236}">
                    <a16:creationId xmlns:a16="http://schemas.microsoft.com/office/drawing/2014/main" id="{BEE08723-9357-7037-1CCE-1BD02C805C5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8" name="Oval 2547">
                <a:extLst>
                  <a:ext uri="{FF2B5EF4-FFF2-40B4-BE49-F238E27FC236}">
                    <a16:creationId xmlns:a16="http://schemas.microsoft.com/office/drawing/2014/main" id="{4730B54D-4F32-253C-A44E-2F6CAEFCE13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9" name="Oval 2548">
                <a:extLst>
                  <a:ext uri="{FF2B5EF4-FFF2-40B4-BE49-F238E27FC236}">
                    <a16:creationId xmlns:a16="http://schemas.microsoft.com/office/drawing/2014/main" id="{978CA2B7-BBAF-D02F-A4B0-037E3566A4E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0" name="Oval 2549">
                <a:extLst>
                  <a:ext uri="{FF2B5EF4-FFF2-40B4-BE49-F238E27FC236}">
                    <a16:creationId xmlns:a16="http://schemas.microsoft.com/office/drawing/2014/main" id="{74F6CC29-194F-B733-C5EA-EC339E2ED69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51" name="Group 2550">
              <a:extLst>
                <a:ext uri="{FF2B5EF4-FFF2-40B4-BE49-F238E27FC236}">
                  <a16:creationId xmlns:a16="http://schemas.microsoft.com/office/drawing/2014/main" id="{1E17C09C-2C98-9924-26B4-B7C221562BA3}"/>
                </a:ext>
              </a:extLst>
            </p:cNvPr>
            <p:cNvGrpSpPr/>
            <p:nvPr/>
          </p:nvGrpSpPr>
          <p:grpSpPr>
            <a:xfrm>
              <a:off x="8086245" y="2394435"/>
              <a:ext cx="242005" cy="43678"/>
              <a:chOff x="7979724" y="3580291"/>
              <a:chExt cx="242005" cy="43678"/>
            </a:xfrm>
          </p:grpSpPr>
          <p:sp>
            <p:nvSpPr>
              <p:cNvPr id="2552" name="Oval 2551">
                <a:extLst>
                  <a:ext uri="{FF2B5EF4-FFF2-40B4-BE49-F238E27FC236}">
                    <a16:creationId xmlns:a16="http://schemas.microsoft.com/office/drawing/2014/main" id="{064BE4B4-259F-237E-B22E-88D7B4DD3C3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3" name="Oval 2552">
                <a:extLst>
                  <a:ext uri="{FF2B5EF4-FFF2-40B4-BE49-F238E27FC236}">
                    <a16:creationId xmlns:a16="http://schemas.microsoft.com/office/drawing/2014/main" id="{58DFF71B-B535-FFD0-6E0E-5A05850B4FD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4" name="Oval 2553">
                <a:extLst>
                  <a:ext uri="{FF2B5EF4-FFF2-40B4-BE49-F238E27FC236}">
                    <a16:creationId xmlns:a16="http://schemas.microsoft.com/office/drawing/2014/main" id="{F1EC417F-6825-2EC4-C290-BA3809EAAA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5" name="Oval 2554">
                <a:extLst>
                  <a:ext uri="{FF2B5EF4-FFF2-40B4-BE49-F238E27FC236}">
                    <a16:creationId xmlns:a16="http://schemas.microsoft.com/office/drawing/2014/main" id="{BD9BBD8E-9E05-7E3C-7D62-86CF40B7BD4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6" name="Oval 2555">
                <a:extLst>
                  <a:ext uri="{FF2B5EF4-FFF2-40B4-BE49-F238E27FC236}">
                    <a16:creationId xmlns:a16="http://schemas.microsoft.com/office/drawing/2014/main" id="{EB8C9E15-B348-BCF4-550B-E4167B4EFF2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7" name="Oval 2556">
                <a:extLst>
                  <a:ext uri="{FF2B5EF4-FFF2-40B4-BE49-F238E27FC236}">
                    <a16:creationId xmlns:a16="http://schemas.microsoft.com/office/drawing/2014/main" id="{25E796BB-917B-C62D-1598-D9B8F2116CC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8" name="Oval 2557">
                <a:extLst>
                  <a:ext uri="{FF2B5EF4-FFF2-40B4-BE49-F238E27FC236}">
                    <a16:creationId xmlns:a16="http://schemas.microsoft.com/office/drawing/2014/main" id="{179B741D-5D95-EDCA-8D1D-535498C8C41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9" name="Oval 2558">
                <a:extLst>
                  <a:ext uri="{FF2B5EF4-FFF2-40B4-BE49-F238E27FC236}">
                    <a16:creationId xmlns:a16="http://schemas.microsoft.com/office/drawing/2014/main" id="{AB0B4C55-698F-8795-6E41-25C67979F93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60" name="Group 2559">
              <a:extLst>
                <a:ext uri="{FF2B5EF4-FFF2-40B4-BE49-F238E27FC236}">
                  <a16:creationId xmlns:a16="http://schemas.microsoft.com/office/drawing/2014/main" id="{E917A6F3-1851-B0CE-EBCB-6D2480F2E2CC}"/>
                </a:ext>
              </a:extLst>
            </p:cNvPr>
            <p:cNvGrpSpPr/>
            <p:nvPr/>
          </p:nvGrpSpPr>
          <p:grpSpPr>
            <a:xfrm rot="10800000">
              <a:off x="8265463" y="2567223"/>
              <a:ext cx="242005" cy="46723"/>
              <a:chOff x="7979724" y="3580291"/>
              <a:chExt cx="242005" cy="43678"/>
            </a:xfrm>
          </p:grpSpPr>
          <p:sp>
            <p:nvSpPr>
              <p:cNvPr id="2561" name="Oval 2560">
                <a:extLst>
                  <a:ext uri="{FF2B5EF4-FFF2-40B4-BE49-F238E27FC236}">
                    <a16:creationId xmlns:a16="http://schemas.microsoft.com/office/drawing/2014/main" id="{9A43405D-F9EA-085F-0C46-72C5B8CB375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2" name="Oval 2561">
                <a:extLst>
                  <a:ext uri="{FF2B5EF4-FFF2-40B4-BE49-F238E27FC236}">
                    <a16:creationId xmlns:a16="http://schemas.microsoft.com/office/drawing/2014/main" id="{F3BBA50C-7709-5CE3-7EA7-2FDA775DFC1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3" name="Oval 2562">
                <a:extLst>
                  <a:ext uri="{FF2B5EF4-FFF2-40B4-BE49-F238E27FC236}">
                    <a16:creationId xmlns:a16="http://schemas.microsoft.com/office/drawing/2014/main" id="{F6466245-0A8E-D26D-1992-07D9C0DFC46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4" name="Oval 2563">
                <a:extLst>
                  <a:ext uri="{FF2B5EF4-FFF2-40B4-BE49-F238E27FC236}">
                    <a16:creationId xmlns:a16="http://schemas.microsoft.com/office/drawing/2014/main" id="{064DD8CF-6BED-2387-A269-E2CB921F6E9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5" name="Oval 2564">
                <a:extLst>
                  <a:ext uri="{FF2B5EF4-FFF2-40B4-BE49-F238E27FC236}">
                    <a16:creationId xmlns:a16="http://schemas.microsoft.com/office/drawing/2014/main" id="{17A758AE-1557-C12B-086C-D0B5D362E8D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6" name="Oval 2565">
                <a:extLst>
                  <a:ext uri="{FF2B5EF4-FFF2-40B4-BE49-F238E27FC236}">
                    <a16:creationId xmlns:a16="http://schemas.microsoft.com/office/drawing/2014/main" id="{827D0BEF-FBDA-0B03-0AF7-3FCA6864A74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7" name="Oval 2566">
                <a:extLst>
                  <a:ext uri="{FF2B5EF4-FFF2-40B4-BE49-F238E27FC236}">
                    <a16:creationId xmlns:a16="http://schemas.microsoft.com/office/drawing/2014/main" id="{439B7837-BC23-46E1-5A9C-927781ABCE0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8" name="Oval 2567">
                <a:extLst>
                  <a:ext uri="{FF2B5EF4-FFF2-40B4-BE49-F238E27FC236}">
                    <a16:creationId xmlns:a16="http://schemas.microsoft.com/office/drawing/2014/main" id="{586CCA27-1F00-1CF6-4389-19795D9680D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69" name="Group 2568">
              <a:extLst>
                <a:ext uri="{FF2B5EF4-FFF2-40B4-BE49-F238E27FC236}">
                  <a16:creationId xmlns:a16="http://schemas.microsoft.com/office/drawing/2014/main" id="{BB9A3CF5-C8FE-8984-46E4-4173415E7AF0}"/>
                </a:ext>
              </a:extLst>
            </p:cNvPr>
            <p:cNvGrpSpPr/>
            <p:nvPr/>
          </p:nvGrpSpPr>
          <p:grpSpPr>
            <a:xfrm>
              <a:off x="8194306" y="2568039"/>
              <a:ext cx="242005" cy="43678"/>
              <a:chOff x="7979724" y="3580291"/>
              <a:chExt cx="242005" cy="43678"/>
            </a:xfrm>
          </p:grpSpPr>
          <p:sp>
            <p:nvSpPr>
              <p:cNvPr id="2570" name="Oval 2569">
                <a:extLst>
                  <a:ext uri="{FF2B5EF4-FFF2-40B4-BE49-F238E27FC236}">
                    <a16:creationId xmlns:a16="http://schemas.microsoft.com/office/drawing/2014/main" id="{4A2DEAFB-AE76-B57D-6B8A-0576AB50514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1" name="Oval 2570">
                <a:extLst>
                  <a:ext uri="{FF2B5EF4-FFF2-40B4-BE49-F238E27FC236}">
                    <a16:creationId xmlns:a16="http://schemas.microsoft.com/office/drawing/2014/main" id="{66DF9E3F-4745-D54E-306D-9973F94E213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2" name="Oval 2571">
                <a:extLst>
                  <a:ext uri="{FF2B5EF4-FFF2-40B4-BE49-F238E27FC236}">
                    <a16:creationId xmlns:a16="http://schemas.microsoft.com/office/drawing/2014/main" id="{E696B12E-D918-F0FC-63FB-9A7044B48F8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3" name="Oval 2572">
                <a:extLst>
                  <a:ext uri="{FF2B5EF4-FFF2-40B4-BE49-F238E27FC236}">
                    <a16:creationId xmlns:a16="http://schemas.microsoft.com/office/drawing/2014/main" id="{9D9A935C-7CB7-EF95-DEBF-81FDC46EF01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4" name="Oval 2573">
                <a:extLst>
                  <a:ext uri="{FF2B5EF4-FFF2-40B4-BE49-F238E27FC236}">
                    <a16:creationId xmlns:a16="http://schemas.microsoft.com/office/drawing/2014/main" id="{DF47E70A-FFD4-AC90-1E7A-2EE664AF453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5" name="Oval 2574">
                <a:extLst>
                  <a:ext uri="{FF2B5EF4-FFF2-40B4-BE49-F238E27FC236}">
                    <a16:creationId xmlns:a16="http://schemas.microsoft.com/office/drawing/2014/main" id="{9DF3A1C3-1893-76FD-F81D-8A21D0FB180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6" name="Oval 2575">
                <a:extLst>
                  <a:ext uri="{FF2B5EF4-FFF2-40B4-BE49-F238E27FC236}">
                    <a16:creationId xmlns:a16="http://schemas.microsoft.com/office/drawing/2014/main" id="{3CAB803B-0353-30CA-20E2-C8AC01CBDBA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7" name="Oval 2576">
                <a:extLst>
                  <a:ext uri="{FF2B5EF4-FFF2-40B4-BE49-F238E27FC236}">
                    <a16:creationId xmlns:a16="http://schemas.microsoft.com/office/drawing/2014/main" id="{BAF8CC0F-6CF7-72A8-5E19-CA47A5E0A9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78" name="Group 2577">
              <a:extLst>
                <a:ext uri="{FF2B5EF4-FFF2-40B4-BE49-F238E27FC236}">
                  <a16:creationId xmlns:a16="http://schemas.microsoft.com/office/drawing/2014/main" id="{896C8BE8-6A3C-09DC-C5B3-03EC5FE409DA}"/>
                </a:ext>
              </a:extLst>
            </p:cNvPr>
            <p:cNvGrpSpPr/>
            <p:nvPr/>
          </p:nvGrpSpPr>
          <p:grpSpPr>
            <a:xfrm rot="10800000">
              <a:off x="7808283" y="2554879"/>
              <a:ext cx="242005" cy="46723"/>
              <a:chOff x="7979724" y="3580291"/>
              <a:chExt cx="242005" cy="43678"/>
            </a:xfrm>
          </p:grpSpPr>
          <p:sp>
            <p:nvSpPr>
              <p:cNvPr id="2579" name="Oval 2578">
                <a:extLst>
                  <a:ext uri="{FF2B5EF4-FFF2-40B4-BE49-F238E27FC236}">
                    <a16:creationId xmlns:a16="http://schemas.microsoft.com/office/drawing/2014/main" id="{124FFF06-6FA6-8F48-5ED0-EB5D0F84C3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0" name="Oval 2579">
                <a:extLst>
                  <a:ext uri="{FF2B5EF4-FFF2-40B4-BE49-F238E27FC236}">
                    <a16:creationId xmlns:a16="http://schemas.microsoft.com/office/drawing/2014/main" id="{6A566827-0BAE-8A5F-C861-A3FB3208D3F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1" name="Oval 2580">
                <a:extLst>
                  <a:ext uri="{FF2B5EF4-FFF2-40B4-BE49-F238E27FC236}">
                    <a16:creationId xmlns:a16="http://schemas.microsoft.com/office/drawing/2014/main" id="{9E8A2F5C-6061-E0D7-9BE5-1EDA107B554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2" name="Oval 2581">
                <a:extLst>
                  <a:ext uri="{FF2B5EF4-FFF2-40B4-BE49-F238E27FC236}">
                    <a16:creationId xmlns:a16="http://schemas.microsoft.com/office/drawing/2014/main" id="{E8FBBE7D-F4C7-B4AE-7DC8-C8A2953FC71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3" name="Oval 2582">
                <a:extLst>
                  <a:ext uri="{FF2B5EF4-FFF2-40B4-BE49-F238E27FC236}">
                    <a16:creationId xmlns:a16="http://schemas.microsoft.com/office/drawing/2014/main" id="{98BF1DB5-EF22-E7B0-846B-C7A88557A5E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4" name="Oval 2583">
                <a:extLst>
                  <a:ext uri="{FF2B5EF4-FFF2-40B4-BE49-F238E27FC236}">
                    <a16:creationId xmlns:a16="http://schemas.microsoft.com/office/drawing/2014/main" id="{817B35ED-3CC8-3F84-0557-2B5298C7C27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5" name="Oval 2584">
                <a:extLst>
                  <a:ext uri="{FF2B5EF4-FFF2-40B4-BE49-F238E27FC236}">
                    <a16:creationId xmlns:a16="http://schemas.microsoft.com/office/drawing/2014/main" id="{4116409C-3E84-B4C4-A468-EAFA786288A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6" name="Oval 2585">
                <a:extLst>
                  <a:ext uri="{FF2B5EF4-FFF2-40B4-BE49-F238E27FC236}">
                    <a16:creationId xmlns:a16="http://schemas.microsoft.com/office/drawing/2014/main" id="{84BE0A3B-AD0A-2D53-25A4-7B92F001E60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87" name="Group 2586">
              <a:extLst>
                <a:ext uri="{FF2B5EF4-FFF2-40B4-BE49-F238E27FC236}">
                  <a16:creationId xmlns:a16="http://schemas.microsoft.com/office/drawing/2014/main" id="{1872E0ED-62C9-F14A-F2DD-C381E4BB2A66}"/>
                </a:ext>
              </a:extLst>
            </p:cNvPr>
            <p:cNvGrpSpPr/>
            <p:nvPr/>
          </p:nvGrpSpPr>
          <p:grpSpPr>
            <a:xfrm>
              <a:off x="7737126" y="2555695"/>
              <a:ext cx="242005" cy="43678"/>
              <a:chOff x="7979724" y="3580291"/>
              <a:chExt cx="242005" cy="43678"/>
            </a:xfrm>
          </p:grpSpPr>
          <p:sp>
            <p:nvSpPr>
              <p:cNvPr id="2588" name="Oval 2587">
                <a:extLst>
                  <a:ext uri="{FF2B5EF4-FFF2-40B4-BE49-F238E27FC236}">
                    <a16:creationId xmlns:a16="http://schemas.microsoft.com/office/drawing/2014/main" id="{D3DF52DC-5830-DAE9-8065-9374ECEFDF4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9" name="Oval 2588">
                <a:extLst>
                  <a:ext uri="{FF2B5EF4-FFF2-40B4-BE49-F238E27FC236}">
                    <a16:creationId xmlns:a16="http://schemas.microsoft.com/office/drawing/2014/main" id="{86E60AB1-0B83-10DD-DBDE-7D698B25526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0" name="Oval 2589">
                <a:extLst>
                  <a:ext uri="{FF2B5EF4-FFF2-40B4-BE49-F238E27FC236}">
                    <a16:creationId xmlns:a16="http://schemas.microsoft.com/office/drawing/2014/main" id="{2A8799C0-F043-4F00-50E2-D0743DCBD4D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1" name="Oval 2590">
                <a:extLst>
                  <a:ext uri="{FF2B5EF4-FFF2-40B4-BE49-F238E27FC236}">
                    <a16:creationId xmlns:a16="http://schemas.microsoft.com/office/drawing/2014/main" id="{0F302611-2A96-2E2E-7C47-916886D1327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2" name="Oval 2591">
                <a:extLst>
                  <a:ext uri="{FF2B5EF4-FFF2-40B4-BE49-F238E27FC236}">
                    <a16:creationId xmlns:a16="http://schemas.microsoft.com/office/drawing/2014/main" id="{524D2384-16C5-87CB-91BE-42786A3E393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3" name="Oval 2592">
                <a:extLst>
                  <a:ext uri="{FF2B5EF4-FFF2-40B4-BE49-F238E27FC236}">
                    <a16:creationId xmlns:a16="http://schemas.microsoft.com/office/drawing/2014/main" id="{17D6F06D-2D54-9B43-76B3-F183D468355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4" name="Oval 2593">
                <a:extLst>
                  <a:ext uri="{FF2B5EF4-FFF2-40B4-BE49-F238E27FC236}">
                    <a16:creationId xmlns:a16="http://schemas.microsoft.com/office/drawing/2014/main" id="{F85E7E70-431E-6E3A-A9F2-35E9F09FDA6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5" name="Oval 2594">
                <a:extLst>
                  <a:ext uri="{FF2B5EF4-FFF2-40B4-BE49-F238E27FC236}">
                    <a16:creationId xmlns:a16="http://schemas.microsoft.com/office/drawing/2014/main" id="{1C2B90EC-D77E-5C81-4BD0-43C44229F54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96" name="Group 2595">
              <a:extLst>
                <a:ext uri="{FF2B5EF4-FFF2-40B4-BE49-F238E27FC236}">
                  <a16:creationId xmlns:a16="http://schemas.microsoft.com/office/drawing/2014/main" id="{2F3374AC-F379-5728-5C1D-472C2D3F5244}"/>
                </a:ext>
              </a:extLst>
            </p:cNvPr>
            <p:cNvGrpSpPr/>
            <p:nvPr/>
          </p:nvGrpSpPr>
          <p:grpSpPr>
            <a:xfrm rot="10800000">
              <a:off x="6986642" y="2392214"/>
              <a:ext cx="141852" cy="84147"/>
              <a:chOff x="7979724" y="3580291"/>
              <a:chExt cx="242005" cy="43678"/>
            </a:xfrm>
          </p:grpSpPr>
          <p:sp>
            <p:nvSpPr>
              <p:cNvPr id="2597" name="Oval 2596">
                <a:extLst>
                  <a:ext uri="{FF2B5EF4-FFF2-40B4-BE49-F238E27FC236}">
                    <a16:creationId xmlns:a16="http://schemas.microsoft.com/office/drawing/2014/main" id="{0E5A07D9-46B0-E4ED-CDAB-EF32090CDE3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8" name="Oval 2597">
                <a:extLst>
                  <a:ext uri="{FF2B5EF4-FFF2-40B4-BE49-F238E27FC236}">
                    <a16:creationId xmlns:a16="http://schemas.microsoft.com/office/drawing/2014/main" id="{9FA386D4-A6BB-6629-C9A9-6DE1DFFDA54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9" name="Oval 2598">
                <a:extLst>
                  <a:ext uri="{FF2B5EF4-FFF2-40B4-BE49-F238E27FC236}">
                    <a16:creationId xmlns:a16="http://schemas.microsoft.com/office/drawing/2014/main" id="{B0864960-7FD2-9421-A2BE-5420536EB6D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0" name="Oval 2599">
                <a:extLst>
                  <a:ext uri="{FF2B5EF4-FFF2-40B4-BE49-F238E27FC236}">
                    <a16:creationId xmlns:a16="http://schemas.microsoft.com/office/drawing/2014/main" id="{DBAB9E75-3EFD-6F84-FB29-5679F8C1CE1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1" name="Oval 2600">
                <a:extLst>
                  <a:ext uri="{FF2B5EF4-FFF2-40B4-BE49-F238E27FC236}">
                    <a16:creationId xmlns:a16="http://schemas.microsoft.com/office/drawing/2014/main" id="{FA4E75DF-D406-7F6F-95D3-95A93780555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2" name="Oval 2601">
                <a:extLst>
                  <a:ext uri="{FF2B5EF4-FFF2-40B4-BE49-F238E27FC236}">
                    <a16:creationId xmlns:a16="http://schemas.microsoft.com/office/drawing/2014/main" id="{EC32BE36-4BBA-E88B-5F30-D501DFFDD36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3" name="Oval 2602">
                <a:extLst>
                  <a:ext uri="{FF2B5EF4-FFF2-40B4-BE49-F238E27FC236}">
                    <a16:creationId xmlns:a16="http://schemas.microsoft.com/office/drawing/2014/main" id="{69AF39C4-0BEA-051C-5A30-FB0F18AAEDF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4" name="Oval 2603">
                <a:extLst>
                  <a:ext uri="{FF2B5EF4-FFF2-40B4-BE49-F238E27FC236}">
                    <a16:creationId xmlns:a16="http://schemas.microsoft.com/office/drawing/2014/main" id="{867BF0D7-C6EA-4366-1850-D7B8BE75B9D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05" name="Group 2604">
              <a:extLst>
                <a:ext uri="{FF2B5EF4-FFF2-40B4-BE49-F238E27FC236}">
                  <a16:creationId xmlns:a16="http://schemas.microsoft.com/office/drawing/2014/main" id="{E7FD433F-A15E-0129-21C9-C7EC094841A2}"/>
                </a:ext>
              </a:extLst>
            </p:cNvPr>
            <p:cNvGrpSpPr/>
            <p:nvPr/>
          </p:nvGrpSpPr>
          <p:grpSpPr>
            <a:xfrm rot="10800000">
              <a:off x="7005009" y="2774977"/>
              <a:ext cx="242005" cy="82555"/>
              <a:chOff x="7979724" y="3580291"/>
              <a:chExt cx="242005" cy="43678"/>
            </a:xfrm>
          </p:grpSpPr>
          <p:sp>
            <p:nvSpPr>
              <p:cNvPr id="2606" name="Oval 2605">
                <a:extLst>
                  <a:ext uri="{FF2B5EF4-FFF2-40B4-BE49-F238E27FC236}">
                    <a16:creationId xmlns:a16="http://schemas.microsoft.com/office/drawing/2014/main" id="{BAF0D441-C4D9-E8D2-1AD1-220F1D83081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7" name="Oval 2606">
                <a:extLst>
                  <a:ext uri="{FF2B5EF4-FFF2-40B4-BE49-F238E27FC236}">
                    <a16:creationId xmlns:a16="http://schemas.microsoft.com/office/drawing/2014/main" id="{B98B114F-8A59-2989-FA4A-50128DBA204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8" name="Oval 2607">
                <a:extLst>
                  <a:ext uri="{FF2B5EF4-FFF2-40B4-BE49-F238E27FC236}">
                    <a16:creationId xmlns:a16="http://schemas.microsoft.com/office/drawing/2014/main" id="{90C5151D-134E-ABA3-2768-DE7297540A9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9" name="Oval 2608">
                <a:extLst>
                  <a:ext uri="{FF2B5EF4-FFF2-40B4-BE49-F238E27FC236}">
                    <a16:creationId xmlns:a16="http://schemas.microsoft.com/office/drawing/2014/main" id="{B3153F90-5B71-3B93-E506-91090E3C510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0" name="Oval 2609">
                <a:extLst>
                  <a:ext uri="{FF2B5EF4-FFF2-40B4-BE49-F238E27FC236}">
                    <a16:creationId xmlns:a16="http://schemas.microsoft.com/office/drawing/2014/main" id="{F8FB2A2B-95CA-D04B-3CA9-21A3299F407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1" name="Oval 2610">
                <a:extLst>
                  <a:ext uri="{FF2B5EF4-FFF2-40B4-BE49-F238E27FC236}">
                    <a16:creationId xmlns:a16="http://schemas.microsoft.com/office/drawing/2014/main" id="{3FFD9E0C-B92D-00A4-905F-43882E9E93D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2" name="Oval 2611">
                <a:extLst>
                  <a:ext uri="{FF2B5EF4-FFF2-40B4-BE49-F238E27FC236}">
                    <a16:creationId xmlns:a16="http://schemas.microsoft.com/office/drawing/2014/main" id="{AD60D530-248E-2E07-CBFC-A89EE314A00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3" name="Oval 2612">
                <a:extLst>
                  <a:ext uri="{FF2B5EF4-FFF2-40B4-BE49-F238E27FC236}">
                    <a16:creationId xmlns:a16="http://schemas.microsoft.com/office/drawing/2014/main" id="{5C8C921A-A158-B6A6-DDD1-BA8061E57E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14" name="Group 2613">
              <a:extLst>
                <a:ext uri="{FF2B5EF4-FFF2-40B4-BE49-F238E27FC236}">
                  <a16:creationId xmlns:a16="http://schemas.microsoft.com/office/drawing/2014/main" id="{604EDA43-6E1E-9D8D-7FCA-01DD24CB8C79}"/>
                </a:ext>
              </a:extLst>
            </p:cNvPr>
            <p:cNvGrpSpPr/>
            <p:nvPr/>
          </p:nvGrpSpPr>
          <p:grpSpPr>
            <a:xfrm>
              <a:off x="6933853" y="2775793"/>
              <a:ext cx="242005" cy="77175"/>
              <a:chOff x="7979724" y="3580291"/>
              <a:chExt cx="242005" cy="43678"/>
            </a:xfrm>
          </p:grpSpPr>
          <p:sp>
            <p:nvSpPr>
              <p:cNvPr id="2615" name="Oval 2614">
                <a:extLst>
                  <a:ext uri="{FF2B5EF4-FFF2-40B4-BE49-F238E27FC236}">
                    <a16:creationId xmlns:a16="http://schemas.microsoft.com/office/drawing/2014/main" id="{87C47B79-694D-9C56-7295-888AB9C1102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6" name="Oval 2615">
                <a:extLst>
                  <a:ext uri="{FF2B5EF4-FFF2-40B4-BE49-F238E27FC236}">
                    <a16:creationId xmlns:a16="http://schemas.microsoft.com/office/drawing/2014/main" id="{8356F605-A8E1-5E5A-5CAC-F1865341A7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7" name="Oval 2616">
                <a:extLst>
                  <a:ext uri="{FF2B5EF4-FFF2-40B4-BE49-F238E27FC236}">
                    <a16:creationId xmlns:a16="http://schemas.microsoft.com/office/drawing/2014/main" id="{0A0E7ECE-360B-76DC-DADD-1FAAD5662D5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8" name="Oval 2617">
                <a:extLst>
                  <a:ext uri="{FF2B5EF4-FFF2-40B4-BE49-F238E27FC236}">
                    <a16:creationId xmlns:a16="http://schemas.microsoft.com/office/drawing/2014/main" id="{0D83FDA9-D8DE-FE77-C444-60FE53AEB2C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9" name="Oval 2618">
                <a:extLst>
                  <a:ext uri="{FF2B5EF4-FFF2-40B4-BE49-F238E27FC236}">
                    <a16:creationId xmlns:a16="http://schemas.microsoft.com/office/drawing/2014/main" id="{EA2DE18C-210C-D44C-CBB9-04D3FED0E84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0" name="Oval 2619">
                <a:extLst>
                  <a:ext uri="{FF2B5EF4-FFF2-40B4-BE49-F238E27FC236}">
                    <a16:creationId xmlns:a16="http://schemas.microsoft.com/office/drawing/2014/main" id="{9F8A0EA6-CB6B-227F-73E9-E35E7E3A5D1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1" name="Oval 2620">
                <a:extLst>
                  <a:ext uri="{FF2B5EF4-FFF2-40B4-BE49-F238E27FC236}">
                    <a16:creationId xmlns:a16="http://schemas.microsoft.com/office/drawing/2014/main" id="{E6027B12-60D4-3A4F-7260-02F59E7CB2D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2" name="Oval 2621">
                <a:extLst>
                  <a:ext uri="{FF2B5EF4-FFF2-40B4-BE49-F238E27FC236}">
                    <a16:creationId xmlns:a16="http://schemas.microsoft.com/office/drawing/2014/main" id="{2763B0D4-304B-8745-B2A9-58D7F395C17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23" name="Group 2622">
              <a:extLst>
                <a:ext uri="{FF2B5EF4-FFF2-40B4-BE49-F238E27FC236}">
                  <a16:creationId xmlns:a16="http://schemas.microsoft.com/office/drawing/2014/main" id="{1C387579-9DA2-02F0-63B6-A2C1CFF34889}"/>
                </a:ext>
              </a:extLst>
            </p:cNvPr>
            <p:cNvGrpSpPr/>
            <p:nvPr/>
          </p:nvGrpSpPr>
          <p:grpSpPr>
            <a:xfrm rot="10800000">
              <a:off x="7598597" y="2198987"/>
              <a:ext cx="242005" cy="46723"/>
              <a:chOff x="7979724" y="3580291"/>
              <a:chExt cx="242005" cy="43678"/>
            </a:xfrm>
          </p:grpSpPr>
          <p:sp>
            <p:nvSpPr>
              <p:cNvPr id="2624" name="Oval 2623">
                <a:extLst>
                  <a:ext uri="{FF2B5EF4-FFF2-40B4-BE49-F238E27FC236}">
                    <a16:creationId xmlns:a16="http://schemas.microsoft.com/office/drawing/2014/main" id="{AC4B6B43-1016-5DA6-ADBC-ABEC335F4F1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5" name="Oval 2624">
                <a:extLst>
                  <a:ext uri="{FF2B5EF4-FFF2-40B4-BE49-F238E27FC236}">
                    <a16:creationId xmlns:a16="http://schemas.microsoft.com/office/drawing/2014/main" id="{67D4E428-E4BB-A3C5-E1BD-CA6836DFA0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6" name="Oval 2625">
                <a:extLst>
                  <a:ext uri="{FF2B5EF4-FFF2-40B4-BE49-F238E27FC236}">
                    <a16:creationId xmlns:a16="http://schemas.microsoft.com/office/drawing/2014/main" id="{16897AA5-7CF9-92AA-44E6-75B6A9C3F9E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7" name="Oval 2626">
                <a:extLst>
                  <a:ext uri="{FF2B5EF4-FFF2-40B4-BE49-F238E27FC236}">
                    <a16:creationId xmlns:a16="http://schemas.microsoft.com/office/drawing/2014/main" id="{5225EF98-46EA-8344-FE0C-0C02DFD274C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8" name="Oval 2627">
                <a:extLst>
                  <a:ext uri="{FF2B5EF4-FFF2-40B4-BE49-F238E27FC236}">
                    <a16:creationId xmlns:a16="http://schemas.microsoft.com/office/drawing/2014/main" id="{A72D5F4F-F255-B186-2BA3-4528B5822CB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9" name="Oval 2628">
                <a:extLst>
                  <a:ext uri="{FF2B5EF4-FFF2-40B4-BE49-F238E27FC236}">
                    <a16:creationId xmlns:a16="http://schemas.microsoft.com/office/drawing/2014/main" id="{A1620E3F-3D87-5057-8057-01E2B6FAD2B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0" name="Oval 2629">
                <a:extLst>
                  <a:ext uri="{FF2B5EF4-FFF2-40B4-BE49-F238E27FC236}">
                    <a16:creationId xmlns:a16="http://schemas.microsoft.com/office/drawing/2014/main" id="{48094500-1ED6-D5D6-FAAA-570B9D294DA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1" name="Oval 2630">
                <a:extLst>
                  <a:ext uri="{FF2B5EF4-FFF2-40B4-BE49-F238E27FC236}">
                    <a16:creationId xmlns:a16="http://schemas.microsoft.com/office/drawing/2014/main" id="{81655A07-5B75-F95E-50E1-9F9A24AAA71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32" name="Group 2631">
              <a:extLst>
                <a:ext uri="{FF2B5EF4-FFF2-40B4-BE49-F238E27FC236}">
                  <a16:creationId xmlns:a16="http://schemas.microsoft.com/office/drawing/2014/main" id="{9640A60C-E148-1EA3-86D4-D33731CC34F7}"/>
                </a:ext>
              </a:extLst>
            </p:cNvPr>
            <p:cNvGrpSpPr/>
            <p:nvPr/>
          </p:nvGrpSpPr>
          <p:grpSpPr>
            <a:xfrm>
              <a:off x="7527440" y="2199803"/>
              <a:ext cx="242005" cy="43678"/>
              <a:chOff x="7979724" y="3580291"/>
              <a:chExt cx="242005" cy="43678"/>
            </a:xfrm>
          </p:grpSpPr>
          <p:sp>
            <p:nvSpPr>
              <p:cNvPr id="2633" name="Oval 2632">
                <a:extLst>
                  <a:ext uri="{FF2B5EF4-FFF2-40B4-BE49-F238E27FC236}">
                    <a16:creationId xmlns:a16="http://schemas.microsoft.com/office/drawing/2014/main" id="{ADBB72F1-C3F0-C525-3EC0-067A80B1A7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4" name="Oval 2633">
                <a:extLst>
                  <a:ext uri="{FF2B5EF4-FFF2-40B4-BE49-F238E27FC236}">
                    <a16:creationId xmlns:a16="http://schemas.microsoft.com/office/drawing/2014/main" id="{50616F6B-8D0F-8912-129B-2B4FFB072F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5" name="Oval 2634">
                <a:extLst>
                  <a:ext uri="{FF2B5EF4-FFF2-40B4-BE49-F238E27FC236}">
                    <a16:creationId xmlns:a16="http://schemas.microsoft.com/office/drawing/2014/main" id="{A5999B38-1BF2-AF9B-29E4-4CBB84DA584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6" name="Oval 2635">
                <a:extLst>
                  <a:ext uri="{FF2B5EF4-FFF2-40B4-BE49-F238E27FC236}">
                    <a16:creationId xmlns:a16="http://schemas.microsoft.com/office/drawing/2014/main" id="{BA9D0AA0-D0D3-1620-9742-5C99660CA59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7" name="Oval 2636">
                <a:extLst>
                  <a:ext uri="{FF2B5EF4-FFF2-40B4-BE49-F238E27FC236}">
                    <a16:creationId xmlns:a16="http://schemas.microsoft.com/office/drawing/2014/main" id="{C4FB21A0-EF62-D2C9-DD6A-6217740560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8" name="Oval 2637">
                <a:extLst>
                  <a:ext uri="{FF2B5EF4-FFF2-40B4-BE49-F238E27FC236}">
                    <a16:creationId xmlns:a16="http://schemas.microsoft.com/office/drawing/2014/main" id="{6FDB8CED-735D-039B-D2C3-859A4A4B292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9" name="Oval 2638">
                <a:extLst>
                  <a:ext uri="{FF2B5EF4-FFF2-40B4-BE49-F238E27FC236}">
                    <a16:creationId xmlns:a16="http://schemas.microsoft.com/office/drawing/2014/main" id="{3CB2FCDD-7424-6F5F-AE4E-13C2F161E2B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0" name="Oval 2639">
                <a:extLst>
                  <a:ext uri="{FF2B5EF4-FFF2-40B4-BE49-F238E27FC236}">
                    <a16:creationId xmlns:a16="http://schemas.microsoft.com/office/drawing/2014/main" id="{0346219D-7567-B606-13A7-66658410773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41" name="Group 2640">
              <a:extLst>
                <a:ext uri="{FF2B5EF4-FFF2-40B4-BE49-F238E27FC236}">
                  <a16:creationId xmlns:a16="http://schemas.microsoft.com/office/drawing/2014/main" id="{6F89C2B5-223F-41EE-5B7C-AD49885FBD89}"/>
                </a:ext>
              </a:extLst>
            </p:cNvPr>
            <p:cNvGrpSpPr/>
            <p:nvPr/>
          </p:nvGrpSpPr>
          <p:grpSpPr>
            <a:xfrm rot="13181925">
              <a:off x="7169556" y="2846327"/>
              <a:ext cx="242005" cy="46723"/>
              <a:chOff x="7979724" y="3580291"/>
              <a:chExt cx="242005" cy="43678"/>
            </a:xfrm>
          </p:grpSpPr>
          <p:sp>
            <p:nvSpPr>
              <p:cNvPr id="2642" name="Oval 2641">
                <a:extLst>
                  <a:ext uri="{FF2B5EF4-FFF2-40B4-BE49-F238E27FC236}">
                    <a16:creationId xmlns:a16="http://schemas.microsoft.com/office/drawing/2014/main" id="{16D3F0E3-F11E-02C8-0122-CD6C713A87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3" name="Oval 2642">
                <a:extLst>
                  <a:ext uri="{FF2B5EF4-FFF2-40B4-BE49-F238E27FC236}">
                    <a16:creationId xmlns:a16="http://schemas.microsoft.com/office/drawing/2014/main" id="{058126C7-2B56-CD15-A4CF-6C45D968716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4" name="Oval 2643">
                <a:extLst>
                  <a:ext uri="{FF2B5EF4-FFF2-40B4-BE49-F238E27FC236}">
                    <a16:creationId xmlns:a16="http://schemas.microsoft.com/office/drawing/2014/main" id="{8A2AC59E-57A4-FA90-440D-6D21ED3A138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5" name="Oval 2644">
                <a:extLst>
                  <a:ext uri="{FF2B5EF4-FFF2-40B4-BE49-F238E27FC236}">
                    <a16:creationId xmlns:a16="http://schemas.microsoft.com/office/drawing/2014/main" id="{FE800D60-FCA7-AFE7-EC4C-6F3761730DF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6" name="Oval 2645">
                <a:extLst>
                  <a:ext uri="{FF2B5EF4-FFF2-40B4-BE49-F238E27FC236}">
                    <a16:creationId xmlns:a16="http://schemas.microsoft.com/office/drawing/2014/main" id="{8EFF51EB-7F61-28D7-4D78-C0A5A77F247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7" name="Oval 2646">
                <a:extLst>
                  <a:ext uri="{FF2B5EF4-FFF2-40B4-BE49-F238E27FC236}">
                    <a16:creationId xmlns:a16="http://schemas.microsoft.com/office/drawing/2014/main" id="{6E8F2A1B-AB1A-8DDA-5524-C7C2D40B29A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8" name="Oval 2647">
                <a:extLst>
                  <a:ext uri="{FF2B5EF4-FFF2-40B4-BE49-F238E27FC236}">
                    <a16:creationId xmlns:a16="http://schemas.microsoft.com/office/drawing/2014/main" id="{ECF18203-8D9C-72BD-60D1-DC055FB0C74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9" name="Oval 2648">
                <a:extLst>
                  <a:ext uri="{FF2B5EF4-FFF2-40B4-BE49-F238E27FC236}">
                    <a16:creationId xmlns:a16="http://schemas.microsoft.com/office/drawing/2014/main" id="{AC5686F2-0670-D5B6-8781-5D38F1A2FA3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50" name="Group 2649">
              <a:extLst>
                <a:ext uri="{FF2B5EF4-FFF2-40B4-BE49-F238E27FC236}">
                  <a16:creationId xmlns:a16="http://schemas.microsoft.com/office/drawing/2014/main" id="{3D9EB1B1-E52E-4960-7A85-44EBB72D81B3}"/>
                </a:ext>
              </a:extLst>
            </p:cNvPr>
            <p:cNvGrpSpPr/>
            <p:nvPr/>
          </p:nvGrpSpPr>
          <p:grpSpPr>
            <a:xfrm rot="13181925">
              <a:off x="7400392" y="2167959"/>
              <a:ext cx="174914" cy="54480"/>
              <a:chOff x="7979724" y="3580291"/>
              <a:chExt cx="242005" cy="43678"/>
            </a:xfrm>
          </p:grpSpPr>
          <p:sp>
            <p:nvSpPr>
              <p:cNvPr id="2651" name="Oval 2650">
                <a:extLst>
                  <a:ext uri="{FF2B5EF4-FFF2-40B4-BE49-F238E27FC236}">
                    <a16:creationId xmlns:a16="http://schemas.microsoft.com/office/drawing/2014/main" id="{D6877EB4-D705-0C10-BFA6-CA4B36D82E5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2" name="Oval 2651">
                <a:extLst>
                  <a:ext uri="{FF2B5EF4-FFF2-40B4-BE49-F238E27FC236}">
                    <a16:creationId xmlns:a16="http://schemas.microsoft.com/office/drawing/2014/main" id="{DE3EC4C0-97E3-9AA4-8731-0D95B3405BF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3" name="Oval 2652">
                <a:extLst>
                  <a:ext uri="{FF2B5EF4-FFF2-40B4-BE49-F238E27FC236}">
                    <a16:creationId xmlns:a16="http://schemas.microsoft.com/office/drawing/2014/main" id="{70C8BAE1-AC15-4103-03AC-82D0B05C6DC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4" name="Oval 2653">
                <a:extLst>
                  <a:ext uri="{FF2B5EF4-FFF2-40B4-BE49-F238E27FC236}">
                    <a16:creationId xmlns:a16="http://schemas.microsoft.com/office/drawing/2014/main" id="{EE80B31D-BB12-9ADA-18A4-80584B89083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5" name="Oval 2654">
                <a:extLst>
                  <a:ext uri="{FF2B5EF4-FFF2-40B4-BE49-F238E27FC236}">
                    <a16:creationId xmlns:a16="http://schemas.microsoft.com/office/drawing/2014/main" id="{40813119-AEC5-E83A-824A-A7F5D598512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6" name="Oval 2655">
                <a:extLst>
                  <a:ext uri="{FF2B5EF4-FFF2-40B4-BE49-F238E27FC236}">
                    <a16:creationId xmlns:a16="http://schemas.microsoft.com/office/drawing/2014/main" id="{3A0E4158-55F3-44A6-29DF-4BFE191A67C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7" name="Oval 2656">
                <a:extLst>
                  <a:ext uri="{FF2B5EF4-FFF2-40B4-BE49-F238E27FC236}">
                    <a16:creationId xmlns:a16="http://schemas.microsoft.com/office/drawing/2014/main" id="{0F1A7717-EC18-FEAA-21B0-75FAD026AE7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8" name="Oval 2657">
                <a:extLst>
                  <a:ext uri="{FF2B5EF4-FFF2-40B4-BE49-F238E27FC236}">
                    <a16:creationId xmlns:a16="http://schemas.microsoft.com/office/drawing/2014/main" id="{6CB5A8C8-1369-F300-AB64-0C9E9A5C24F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59" name="Group 2658">
              <a:extLst>
                <a:ext uri="{FF2B5EF4-FFF2-40B4-BE49-F238E27FC236}">
                  <a16:creationId xmlns:a16="http://schemas.microsoft.com/office/drawing/2014/main" id="{83E31658-05FA-810F-6D55-2E8C7CF54FA7}"/>
                </a:ext>
              </a:extLst>
            </p:cNvPr>
            <p:cNvGrpSpPr/>
            <p:nvPr/>
          </p:nvGrpSpPr>
          <p:grpSpPr>
            <a:xfrm rot="8224268">
              <a:off x="6847232" y="2814695"/>
              <a:ext cx="142815" cy="80456"/>
              <a:chOff x="7979724" y="3580291"/>
              <a:chExt cx="242005" cy="43678"/>
            </a:xfrm>
          </p:grpSpPr>
          <p:sp>
            <p:nvSpPr>
              <p:cNvPr id="2660" name="Oval 2659">
                <a:extLst>
                  <a:ext uri="{FF2B5EF4-FFF2-40B4-BE49-F238E27FC236}">
                    <a16:creationId xmlns:a16="http://schemas.microsoft.com/office/drawing/2014/main" id="{1FEBAAED-E461-944C-A260-4BA4C8642F4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1" name="Oval 2660">
                <a:extLst>
                  <a:ext uri="{FF2B5EF4-FFF2-40B4-BE49-F238E27FC236}">
                    <a16:creationId xmlns:a16="http://schemas.microsoft.com/office/drawing/2014/main" id="{43345B7C-064B-77C5-9BA6-39AF80FBCBF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2" name="Oval 2661">
                <a:extLst>
                  <a:ext uri="{FF2B5EF4-FFF2-40B4-BE49-F238E27FC236}">
                    <a16:creationId xmlns:a16="http://schemas.microsoft.com/office/drawing/2014/main" id="{AB15CAE6-995D-0C67-C01E-CCE87CEF90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3" name="Oval 2662">
                <a:extLst>
                  <a:ext uri="{FF2B5EF4-FFF2-40B4-BE49-F238E27FC236}">
                    <a16:creationId xmlns:a16="http://schemas.microsoft.com/office/drawing/2014/main" id="{92415296-BA86-014C-965D-6799795D94E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4" name="Oval 2663">
                <a:extLst>
                  <a:ext uri="{FF2B5EF4-FFF2-40B4-BE49-F238E27FC236}">
                    <a16:creationId xmlns:a16="http://schemas.microsoft.com/office/drawing/2014/main" id="{6D83E3E5-9754-8744-787E-7A418115D7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5" name="Oval 2664">
                <a:extLst>
                  <a:ext uri="{FF2B5EF4-FFF2-40B4-BE49-F238E27FC236}">
                    <a16:creationId xmlns:a16="http://schemas.microsoft.com/office/drawing/2014/main" id="{3607F73A-657B-117F-10C2-6E121655E6C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6" name="Oval 2665">
                <a:extLst>
                  <a:ext uri="{FF2B5EF4-FFF2-40B4-BE49-F238E27FC236}">
                    <a16:creationId xmlns:a16="http://schemas.microsoft.com/office/drawing/2014/main" id="{3C9B8B0B-2F24-EB4B-8FDC-CA7EA48461D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7" name="Oval 2666">
                <a:extLst>
                  <a:ext uri="{FF2B5EF4-FFF2-40B4-BE49-F238E27FC236}">
                    <a16:creationId xmlns:a16="http://schemas.microsoft.com/office/drawing/2014/main" id="{9F7A2FEF-F3A3-FF1B-2309-89F46D1128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68" name="Group 2667">
              <a:extLst>
                <a:ext uri="{FF2B5EF4-FFF2-40B4-BE49-F238E27FC236}">
                  <a16:creationId xmlns:a16="http://schemas.microsoft.com/office/drawing/2014/main" id="{3085CA3C-CBF1-667A-1A76-23E6753FF71F}"/>
                </a:ext>
              </a:extLst>
            </p:cNvPr>
            <p:cNvGrpSpPr/>
            <p:nvPr/>
          </p:nvGrpSpPr>
          <p:grpSpPr>
            <a:xfrm rot="8224268">
              <a:off x="7835043" y="2146268"/>
              <a:ext cx="142815" cy="80456"/>
              <a:chOff x="7979724" y="3580291"/>
              <a:chExt cx="242005" cy="43678"/>
            </a:xfrm>
          </p:grpSpPr>
          <p:sp>
            <p:nvSpPr>
              <p:cNvPr id="2669" name="Oval 2668">
                <a:extLst>
                  <a:ext uri="{FF2B5EF4-FFF2-40B4-BE49-F238E27FC236}">
                    <a16:creationId xmlns:a16="http://schemas.microsoft.com/office/drawing/2014/main" id="{A9424C38-2A7B-3B5B-26A6-4F45101E9B3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0" name="Oval 2669">
                <a:extLst>
                  <a:ext uri="{FF2B5EF4-FFF2-40B4-BE49-F238E27FC236}">
                    <a16:creationId xmlns:a16="http://schemas.microsoft.com/office/drawing/2014/main" id="{0C90EAA0-6542-C6FB-AAD4-C7008FFE7BA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1" name="Oval 2670">
                <a:extLst>
                  <a:ext uri="{FF2B5EF4-FFF2-40B4-BE49-F238E27FC236}">
                    <a16:creationId xmlns:a16="http://schemas.microsoft.com/office/drawing/2014/main" id="{CDCC544D-5FEA-D84C-670B-7C322EEB80C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2" name="Oval 2671">
                <a:extLst>
                  <a:ext uri="{FF2B5EF4-FFF2-40B4-BE49-F238E27FC236}">
                    <a16:creationId xmlns:a16="http://schemas.microsoft.com/office/drawing/2014/main" id="{33662CBF-510A-00A1-ED8B-E1270873CC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3" name="Oval 2672">
                <a:extLst>
                  <a:ext uri="{FF2B5EF4-FFF2-40B4-BE49-F238E27FC236}">
                    <a16:creationId xmlns:a16="http://schemas.microsoft.com/office/drawing/2014/main" id="{3B3AE1FD-8E4D-A171-867B-787DB305BC3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4" name="Oval 2673">
                <a:extLst>
                  <a:ext uri="{FF2B5EF4-FFF2-40B4-BE49-F238E27FC236}">
                    <a16:creationId xmlns:a16="http://schemas.microsoft.com/office/drawing/2014/main" id="{E16D4999-186B-8845-3791-DA43E73244E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5" name="Oval 2674">
                <a:extLst>
                  <a:ext uri="{FF2B5EF4-FFF2-40B4-BE49-F238E27FC236}">
                    <a16:creationId xmlns:a16="http://schemas.microsoft.com/office/drawing/2014/main" id="{ECE236BA-B6DF-2BFD-024D-4C38D10AD12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6" name="Oval 2675">
                <a:extLst>
                  <a:ext uri="{FF2B5EF4-FFF2-40B4-BE49-F238E27FC236}">
                    <a16:creationId xmlns:a16="http://schemas.microsoft.com/office/drawing/2014/main" id="{0B3CD2BE-16F3-8A00-C7AC-7C6A83E132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7" name="Group 2676">
              <a:extLst>
                <a:ext uri="{FF2B5EF4-FFF2-40B4-BE49-F238E27FC236}">
                  <a16:creationId xmlns:a16="http://schemas.microsoft.com/office/drawing/2014/main" id="{F9A2EBCC-C798-231F-AD4A-F4632E0F117F}"/>
                </a:ext>
              </a:extLst>
            </p:cNvPr>
            <p:cNvGrpSpPr/>
            <p:nvPr/>
          </p:nvGrpSpPr>
          <p:grpSpPr>
            <a:xfrm>
              <a:off x="7249468" y="2774020"/>
              <a:ext cx="971545" cy="53915"/>
              <a:chOff x="5754694" y="6008041"/>
              <a:chExt cx="971545" cy="53915"/>
            </a:xfrm>
          </p:grpSpPr>
          <p:grpSp>
            <p:nvGrpSpPr>
              <p:cNvPr id="2678" name="Group 2677">
                <a:extLst>
                  <a:ext uri="{FF2B5EF4-FFF2-40B4-BE49-F238E27FC236}">
                    <a16:creationId xmlns:a16="http://schemas.microsoft.com/office/drawing/2014/main" id="{F7E6565F-FD4D-D1F1-91B3-DDAD2B3DE636}"/>
                  </a:ext>
                </a:extLst>
              </p:cNvPr>
              <p:cNvGrpSpPr/>
              <p:nvPr/>
            </p:nvGrpSpPr>
            <p:grpSpPr>
              <a:xfrm rot="10800000">
                <a:off x="5825851" y="6008041"/>
                <a:ext cx="242005" cy="46723"/>
                <a:chOff x="7979724" y="3580291"/>
                <a:chExt cx="242005" cy="43678"/>
              </a:xfrm>
            </p:grpSpPr>
            <p:sp>
              <p:nvSpPr>
                <p:cNvPr id="2742" name="Oval 2741">
                  <a:extLst>
                    <a:ext uri="{FF2B5EF4-FFF2-40B4-BE49-F238E27FC236}">
                      <a16:creationId xmlns:a16="http://schemas.microsoft.com/office/drawing/2014/main" id="{5C655627-55E8-0BDA-0DB4-7EBA51D736E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3" name="Oval 2742">
                  <a:extLst>
                    <a:ext uri="{FF2B5EF4-FFF2-40B4-BE49-F238E27FC236}">
                      <a16:creationId xmlns:a16="http://schemas.microsoft.com/office/drawing/2014/main" id="{BD6799E1-F7D3-C95C-DFF2-A0BF260471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4" name="Oval 2743">
                  <a:extLst>
                    <a:ext uri="{FF2B5EF4-FFF2-40B4-BE49-F238E27FC236}">
                      <a16:creationId xmlns:a16="http://schemas.microsoft.com/office/drawing/2014/main" id="{B2C56616-B14A-5F58-8B4D-9A8635958A6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5" name="Oval 2744">
                  <a:extLst>
                    <a:ext uri="{FF2B5EF4-FFF2-40B4-BE49-F238E27FC236}">
                      <a16:creationId xmlns:a16="http://schemas.microsoft.com/office/drawing/2014/main" id="{20691D74-4D08-D8EC-FFBA-6CC0FE22534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6" name="Oval 2745">
                  <a:extLst>
                    <a:ext uri="{FF2B5EF4-FFF2-40B4-BE49-F238E27FC236}">
                      <a16:creationId xmlns:a16="http://schemas.microsoft.com/office/drawing/2014/main" id="{84464F6F-2F55-119F-BCD2-7DABEB71601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7" name="Oval 2746">
                  <a:extLst>
                    <a:ext uri="{FF2B5EF4-FFF2-40B4-BE49-F238E27FC236}">
                      <a16:creationId xmlns:a16="http://schemas.microsoft.com/office/drawing/2014/main" id="{F9817AE4-6C63-A8E0-BCE3-DB58F179FEE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8" name="Oval 2747">
                  <a:extLst>
                    <a:ext uri="{FF2B5EF4-FFF2-40B4-BE49-F238E27FC236}">
                      <a16:creationId xmlns:a16="http://schemas.microsoft.com/office/drawing/2014/main" id="{003E3998-4899-127D-77BE-597484CCE8B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9" name="Oval 2748">
                  <a:extLst>
                    <a:ext uri="{FF2B5EF4-FFF2-40B4-BE49-F238E27FC236}">
                      <a16:creationId xmlns:a16="http://schemas.microsoft.com/office/drawing/2014/main" id="{F87D8978-7E30-E27A-E41D-A75B108E124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79" name="Group 2678">
                <a:extLst>
                  <a:ext uri="{FF2B5EF4-FFF2-40B4-BE49-F238E27FC236}">
                    <a16:creationId xmlns:a16="http://schemas.microsoft.com/office/drawing/2014/main" id="{B290C99A-DD61-3494-033E-81D7DF8AA6ED}"/>
                  </a:ext>
                </a:extLst>
              </p:cNvPr>
              <p:cNvGrpSpPr/>
              <p:nvPr/>
            </p:nvGrpSpPr>
            <p:grpSpPr>
              <a:xfrm>
                <a:off x="5754694" y="6008857"/>
                <a:ext cx="242005" cy="43678"/>
                <a:chOff x="7979724" y="3580291"/>
                <a:chExt cx="242005" cy="43678"/>
              </a:xfrm>
            </p:grpSpPr>
            <p:sp>
              <p:nvSpPr>
                <p:cNvPr id="2734" name="Oval 2733">
                  <a:extLst>
                    <a:ext uri="{FF2B5EF4-FFF2-40B4-BE49-F238E27FC236}">
                      <a16:creationId xmlns:a16="http://schemas.microsoft.com/office/drawing/2014/main" id="{48529529-4BD7-FABE-E16D-0CFB1A46E7C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5" name="Oval 2734">
                  <a:extLst>
                    <a:ext uri="{FF2B5EF4-FFF2-40B4-BE49-F238E27FC236}">
                      <a16:creationId xmlns:a16="http://schemas.microsoft.com/office/drawing/2014/main" id="{7E1C7EAC-1051-7A0F-1F08-57AEA67E7C7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6" name="Oval 2735">
                  <a:extLst>
                    <a:ext uri="{FF2B5EF4-FFF2-40B4-BE49-F238E27FC236}">
                      <a16:creationId xmlns:a16="http://schemas.microsoft.com/office/drawing/2014/main" id="{B7826B9F-CDE5-8277-B175-1ABD0480E2E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7" name="Oval 2736">
                  <a:extLst>
                    <a:ext uri="{FF2B5EF4-FFF2-40B4-BE49-F238E27FC236}">
                      <a16:creationId xmlns:a16="http://schemas.microsoft.com/office/drawing/2014/main" id="{6FD74DDD-5ABB-A962-00EE-93E3A2A0D80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8" name="Oval 2737">
                  <a:extLst>
                    <a:ext uri="{FF2B5EF4-FFF2-40B4-BE49-F238E27FC236}">
                      <a16:creationId xmlns:a16="http://schemas.microsoft.com/office/drawing/2014/main" id="{956FD8A3-414A-CB3B-2F33-6C79EA641EC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9" name="Oval 2738">
                  <a:extLst>
                    <a:ext uri="{FF2B5EF4-FFF2-40B4-BE49-F238E27FC236}">
                      <a16:creationId xmlns:a16="http://schemas.microsoft.com/office/drawing/2014/main" id="{4D3B041D-B12D-08A9-6C24-DB1252BB719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0" name="Oval 2739">
                  <a:extLst>
                    <a:ext uri="{FF2B5EF4-FFF2-40B4-BE49-F238E27FC236}">
                      <a16:creationId xmlns:a16="http://schemas.microsoft.com/office/drawing/2014/main" id="{DC0391BD-A03A-13C0-2A42-11D96C9CC02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1" name="Oval 2740">
                  <a:extLst>
                    <a:ext uri="{FF2B5EF4-FFF2-40B4-BE49-F238E27FC236}">
                      <a16:creationId xmlns:a16="http://schemas.microsoft.com/office/drawing/2014/main" id="{FCD1C1C7-F72D-7215-F880-B7E84FBCE50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0" name="Group 2679">
                <a:extLst>
                  <a:ext uri="{FF2B5EF4-FFF2-40B4-BE49-F238E27FC236}">
                    <a16:creationId xmlns:a16="http://schemas.microsoft.com/office/drawing/2014/main" id="{B1C28F5C-5E49-D0EC-97B2-E54F63F93C5B}"/>
                  </a:ext>
                </a:extLst>
              </p:cNvPr>
              <p:cNvGrpSpPr/>
              <p:nvPr/>
            </p:nvGrpSpPr>
            <p:grpSpPr>
              <a:xfrm rot="10800000">
                <a:off x="6066894" y="6011217"/>
                <a:ext cx="242005" cy="46723"/>
                <a:chOff x="7979724" y="3580291"/>
                <a:chExt cx="242005" cy="43678"/>
              </a:xfrm>
            </p:grpSpPr>
            <p:sp>
              <p:nvSpPr>
                <p:cNvPr id="2726" name="Oval 2725">
                  <a:extLst>
                    <a:ext uri="{FF2B5EF4-FFF2-40B4-BE49-F238E27FC236}">
                      <a16:creationId xmlns:a16="http://schemas.microsoft.com/office/drawing/2014/main" id="{9FE9602C-B998-9F35-0E6D-6BB41F80E1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7" name="Oval 2726">
                  <a:extLst>
                    <a:ext uri="{FF2B5EF4-FFF2-40B4-BE49-F238E27FC236}">
                      <a16:creationId xmlns:a16="http://schemas.microsoft.com/office/drawing/2014/main" id="{9F937E12-FE5A-8D70-5DBB-ACC0DF072DD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8" name="Oval 2727">
                  <a:extLst>
                    <a:ext uri="{FF2B5EF4-FFF2-40B4-BE49-F238E27FC236}">
                      <a16:creationId xmlns:a16="http://schemas.microsoft.com/office/drawing/2014/main" id="{2DCAE196-FC70-DCD2-D0B7-B0982E16CF6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9" name="Oval 2728">
                  <a:extLst>
                    <a:ext uri="{FF2B5EF4-FFF2-40B4-BE49-F238E27FC236}">
                      <a16:creationId xmlns:a16="http://schemas.microsoft.com/office/drawing/2014/main" id="{726585E5-A5D3-ADCC-A59C-D969A850A4A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0" name="Oval 2729">
                  <a:extLst>
                    <a:ext uri="{FF2B5EF4-FFF2-40B4-BE49-F238E27FC236}">
                      <a16:creationId xmlns:a16="http://schemas.microsoft.com/office/drawing/2014/main" id="{D2F5F623-9EB5-6474-892B-D018C360FC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1" name="Oval 2730">
                  <a:extLst>
                    <a:ext uri="{FF2B5EF4-FFF2-40B4-BE49-F238E27FC236}">
                      <a16:creationId xmlns:a16="http://schemas.microsoft.com/office/drawing/2014/main" id="{981E415A-EF87-03DD-E24D-ED99B9074FE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2" name="Oval 2731">
                  <a:extLst>
                    <a:ext uri="{FF2B5EF4-FFF2-40B4-BE49-F238E27FC236}">
                      <a16:creationId xmlns:a16="http://schemas.microsoft.com/office/drawing/2014/main" id="{0963B3AC-D121-D5DE-6AE5-5C23880D779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3" name="Oval 2732">
                  <a:extLst>
                    <a:ext uri="{FF2B5EF4-FFF2-40B4-BE49-F238E27FC236}">
                      <a16:creationId xmlns:a16="http://schemas.microsoft.com/office/drawing/2014/main" id="{7534DB61-09C9-F2CB-687F-806960FCCBD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1" name="Group 2680">
                <a:extLst>
                  <a:ext uri="{FF2B5EF4-FFF2-40B4-BE49-F238E27FC236}">
                    <a16:creationId xmlns:a16="http://schemas.microsoft.com/office/drawing/2014/main" id="{D95F6A04-E972-C4C8-A1EB-474684E5665F}"/>
                  </a:ext>
                </a:extLst>
              </p:cNvPr>
              <p:cNvGrpSpPr/>
              <p:nvPr/>
            </p:nvGrpSpPr>
            <p:grpSpPr>
              <a:xfrm rot="11689693">
                <a:off x="5995737" y="6012033"/>
                <a:ext cx="242005" cy="43678"/>
                <a:chOff x="7979724" y="3580291"/>
                <a:chExt cx="242005" cy="43678"/>
              </a:xfrm>
            </p:grpSpPr>
            <p:sp>
              <p:nvSpPr>
                <p:cNvPr id="2718" name="Oval 2717">
                  <a:extLst>
                    <a:ext uri="{FF2B5EF4-FFF2-40B4-BE49-F238E27FC236}">
                      <a16:creationId xmlns:a16="http://schemas.microsoft.com/office/drawing/2014/main" id="{C53BCA89-3EFA-9876-807F-A10D76B4F07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9" name="Oval 2718">
                  <a:extLst>
                    <a:ext uri="{FF2B5EF4-FFF2-40B4-BE49-F238E27FC236}">
                      <a16:creationId xmlns:a16="http://schemas.microsoft.com/office/drawing/2014/main" id="{E8110C5C-1823-50C1-292F-27D85D6A054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0" name="Oval 2719">
                  <a:extLst>
                    <a:ext uri="{FF2B5EF4-FFF2-40B4-BE49-F238E27FC236}">
                      <a16:creationId xmlns:a16="http://schemas.microsoft.com/office/drawing/2014/main" id="{1FC966D0-27D4-9D94-FC06-3A112B13CF8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1" name="Oval 2720">
                  <a:extLst>
                    <a:ext uri="{FF2B5EF4-FFF2-40B4-BE49-F238E27FC236}">
                      <a16:creationId xmlns:a16="http://schemas.microsoft.com/office/drawing/2014/main" id="{5D1FFAD4-64EA-E10B-92D4-2C02326A5A0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2" name="Oval 2721">
                  <a:extLst>
                    <a:ext uri="{FF2B5EF4-FFF2-40B4-BE49-F238E27FC236}">
                      <a16:creationId xmlns:a16="http://schemas.microsoft.com/office/drawing/2014/main" id="{63F16A9F-6133-5E8F-657A-CC33586BC7A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3" name="Oval 2722">
                  <a:extLst>
                    <a:ext uri="{FF2B5EF4-FFF2-40B4-BE49-F238E27FC236}">
                      <a16:creationId xmlns:a16="http://schemas.microsoft.com/office/drawing/2014/main" id="{97344AA7-0893-45C1-0829-2415DDCAF0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4" name="Oval 2723">
                  <a:extLst>
                    <a:ext uri="{FF2B5EF4-FFF2-40B4-BE49-F238E27FC236}">
                      <a16:creationId xmlns:a16="http://schemas.microsoft.com/office/drawing/2014/main" id="{FC5E42DA-5F61-C04B-8864-32CC282DD18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5" name="Oval 2724">
                  <a:extLst>
                    <a:ext uri="{FF2B5EF4-FFF2-40B4-BE49-F238E27FC236}">
                      <a16:creationId xmlns:a16="http://schemas.microsoft.com/office/drawing/2014/main" id="{6486B05B-2F59-BF11-7685-BCABA20440B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2" name="Group 2681">
                <a:extLst>
                  <a:ext uri="{FF2B5EF4-FFF2-40B4-BE49-F238E27FC236}">
                    <a16:creationId xmlns:a16="http://schemas.microsoft.com/office/drawing/2014/main" id="{CC9B0D4E-47D5-2533-9252-B0A62F80A43B}"/>
                  </a:ext>
                </a:extLst>
              </p:cNvPr>
              <p:cNvGrpSpPr/>
              <p:nvPr/>
            </p:nvGrpSpPr>
            <p:grpSpPr>
              <a:xfrm rot="21292958">
                <a:off x="6243191" y="6012057"/>
                <a:ext cx="242005" cy="46723"/>
                <a:chOff x="7979724" y="3580291"/>
                <a:chExt cx="242005" cy="43678"/>
              </a:xfrm>
            </p:grpSpPr>
            <p:sp>
              <p:nvSpPr>
                <p:cNvPr id="2710" name="Oval 2709">
                  <a:extLst>
                    <a:ext uri="{FF2B5EF4-FFF2-40B4-BE49-F238E27FC236}">
                      <a16:creationId xmlns:a16="http://schemas.microsoft.com/office/drawing/2014/main" id="{C1DA3896-C520-9EF5-616A-8315B34ECD4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1" name="Oval 2710">
                  <a:extLst>
                    <a:ext uri="{FF2B5EF4-FFF2-40B4-BE49-F238E27FC236}">
                      <a16:creationId xmlns:a16="http://schemas.microsoft.com/office/drawing/2014/main" id="{A215006F-80A1-C220-857E-45DB39D142C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2" name="Oval 2711">
                  <a:extLst>
                    <a:ext uri="{FF2B5EF4-FFF2-40B4-BE49-F238E27FC236}">
                      <a16:creationId xmlns:a16="http://schemas.microsoft.com/office/drawing/2014/main" id="{76D8A5ED-F315-DE0D-6DB7-04922428233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3" name="Oval 2712">
                  <a:extLst>
                    <a:ext uri="{FF2B5EF4-FFF2-40B4-BE49-F238E27FC236}">
                      <a16:creationId xmlns:a16="http://schemas.microsoft.com/office/drawing/2014/main" id="{B27E0879-8F0D-CF89-070D-245C1BB383F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4" name="Oval 2713">
                  <a:extLst>
                    <a:ext uri="{FF2B5EF4-FFF2-40B4-BE49-F238E27FC236}">
                      <a16:creationId xmlns:a16="http://schemas.microsoft.com/office/drawing/2014/main" id="{9EB8ECC2-CB6F-1E1B-9667-67E610D1B39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5" name="Oval 2714">
                  <a:extLst>
                    <a:ext uri="{FF2B5EF4-FFF2-40B4-BE49-F238E27FC236}">
                      <a16:creationId xmlns:a16="http://schemas.microsoft.com/office/drawing/2014/main" id="{D22C86FC-F5FE-6C17-8A95-751E667D195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6" name="Oval 2715">
                  <a:extLst>
                    <a:ext uri="{FF2B5EF4-FFF2-40B4-BE49-F238E27FC236}">
                      <a16:creationId xmlns:a16="http://schemas.microsoft.com/office/drawing/2014/main" id="{A4033260-0A51-B977-8E78-962EB051042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7" name="Oval 2716">
                  <a:extLst>
                    <a:ext uri="{FF2B5EF4-FFF2-40B4-BE49-F238E27FC236}">
                      <a16:creationId xmlns:a16="http://schemas.microsoft.com/office/drawing/2014/main" id="{0F5AD1A4-73C9-96C6-E8CD-A5626CCCFA5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3" name="Group 2682">
                <a:extLst>
                  <a:ext uri="{FF2B5EF4-FFF2-40B4-BE49-F238E27FC236}">
                    <a16:creationId xmlns:a16="http://schemas.microsoft.com/office/drawing/2014/main" id="{FB55C8EC-808F-03A4-69E3-5841B712B5D4}"/>
                  </a:ext>
                </a:extLst>
              </p:cNvPr>
              <p:cNvGrpSpPr/>
              <p:nvPr/>
            </p:nvGrpSpPr>
            <p:grpSpPr>
              <a:xfrm>
                <a:off x="6172034" y="6012873"/>
                <a:ext cx="242005" cy="43678"/>
                <a:chOff x="7979724" y="3580291"/>
                <a:chExt cx="242005" cy="43678"/>
              </a:xfrm>
            </p:grpSpPr>
            <p:sp>
              <p:nvSpPr>
                <p:cNvPr id="2702" name="Oval 2701">
                  <a:extLst>
                    <a:ext uri="{FF2B5EF4-FFF2-40B4-BE49-F238E27FC236}">
                      <a16:creationId xmlns:a16="http://schemas.microsoft.com/office/drawing/2014/main" id="{113E1F4C-40BE-3081-5DD3-D758B61E75E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3" name="Oval 2702">
                  <a:extLst>
                    <a:ext uri="{FF2B5EF4-FFF2-40B4-BE49-F238E27FC236}">
                      <a16:creationId xmlns:a16="http://schemas.microsoft.com/office/drawing/2014/main" id="{187EFA72-446D-6918-C53C-D45E285B80B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4" name="Oval 2703">
                  <a:extLst>
                    <a:ext uri="{FF2B5EF4-FFF2-40B4-BE49-F238E27FC236}">
                      <a16:creationId xmlns:a16="http://schemas.microsoft.com/office/drawing/2014/main" id="{E424B42F-128D-D315-F34E-6324AEFF77A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5" name="Oval 2704">
                  <a:extLst>
                    <a:ext uri="{FF2B5EF4-FFF2-40B4-BE49-F238E27FC236}">
                      <a16:creationId xmlns:a16="http://schemas.microsoft.com/office/drawing/2014/main" id="{18E4CB6B-C5B6-80D3-4099-FE390438DFA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6" name="Oval 2705">
                  <a:extLst>
                    <a:ext uri="{FF2B5EF4-FFF2-40B4-BE49-F238E27FC236}">
                      <a16:creationId xmlns:a16="http://schemas.microsoft.com/office/drawing/2014/main" id="{7E4212C1-6118-2BE1-26D2-10AE0E46816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7" name="Oval 2706">
                  <a:extLst>
                    <a:ext uri="{FF2B5EF4-FFF2-40B4-BE49-F238E27FC236}">
                      <a16:creationId xmlns:a16="http://schemas.microsoft.com/office/drawing/2014/main" id="{90949239-12AD-05A7-EEB4-B4D247BC81F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8" name="Oval 2707">
                  <a:extLst>
                    <a:ext uri="{FF2B5EF4-FFF2-40B4-BE49-F238E27FC236}">
                      <a16:creationId xmlns:a16="http://schemas.microsoft.com/office/drawing/2014/main" id="{72153BDD-19C5-2FC3-E7CC-BA2868C9970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9" name="Oval 2708">
                  <a:extLst>
                    <a:ext uri="{FF2B5EF4-FFF2-40B4-BE49-F238E27FC236}">
                      <a16:creationId xmlns:a16="http://schemas.microsoft.com/office/drawing/2014/main" id="{879894CC-FDAD-CF10-380B-A0A114AB338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4" name="Group 2683">
                <a:extLst>
                  <a:ext uri="{FF2B5EF4-FFF2-40B4-BE49-F238E27FC236}">
                    <a16:creationId xmlns:a16="http://schemas.microsoft.com/office/drawing/2014/main" id="{59F68CDB-6132-A0F9-B4D9-E0085624BCAD}"/>
                  </a:ext>
                </a:extLst>
              </p:cNvPr>
              <p:cNvGrpSpPr/>
              <p:nvPr/>
            </p:nvGrpSpPr>
            <p:grpSpPr>
              <a:xfrm rot="10800000">
                <a:off x="6484234" y="6015233"/>
                <a:ext cx="242005" cy="46723"/>
                <a:chOff x="7979724" y="3580291"/>
                <a:chExt cx="242005" cy="43678"/>
              </a:xfrm>
            </p:grpSpPr>
            <p:sp>
              <p:nvSpPr>
                <p:cNvPr id="2694" name="Oval 2693">
                  <a:extLst>
                    <a:ext uri="{FF2B5EF4-FFF2-40B4-BE49-F238E27FC236}">
                      <a16:creationId xmlns:a16="http://schemas.microsoft.com/office/drawing/2014/main" id="{DFBA3124-D945-EA0C-BF9C-3D73C293AEB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5" name="Oval 2694">
                  <a:extLst>
                    <a:ext uri="{FF2B5EF4-FFF2-40B4-BE49-F238E27FC236}">
                      <a16:creationId xmlns:a16="http://schemas.microsoft.com/office/drawing/2014/main" id="{8BAB00CD-6D66-0582-0BB3-530FB34D09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6" name="Oval 2695">
                  <a:extLst>
                    <a:ext uri="{FF2B5EF4-FFF2-40B4-BE49-F238E27FC236}">
                      <a16:creationId xmlns:a16="http://schemas.microsoft.com/office/drawing/2014/main" id="{95DEF855-3537-334D-DD17-095C01829DE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7" name="Oval 2696">
                  <a:extLst>
                    <a:ext uri="{FF2B5EF4-FFF2-40B4-BE49-F238E27FC236}">
                      <a16:creationId xmlns:a16="http://schemas.microsoft.com/office/drawing/2014/main" id="{D85FBCA7-009D-9577-537B-89B9A7A5639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8" name="Oval 2697">
                  <a:extLst>
                    <a:ext uri="{FF2B5EF4-FFF2-40B4-BE49-F238E27FC236}">
                      <a16:creationId xmlns:a16="http://schemas.microsoft.com/office/drawing/2014/main" id="{BF7D6CB8-4CA8-42F4-054C-0EBE9030DBF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9" name="Oval 2698">
                  <a:extLst>
                    <a:ext uri="{FF2B5EF4-FFF2-40B4-BE49-F238E27FC236}">
                      <a16:creationId xmlns:a16="http://schemas.microsoft.com/office/drawing/2014/main" id="{4C42AD7B-2533-1D0A-A7A2-3523C9343B4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0" name="Oval 2699">
                  <a:extLst>
                    <a:ext uri="{FF2B5EF4-FFF2-40B4-BE49-F238E27FC236}">
                      <a16:creationId xmlns:a16="http://schemas.microsoft.com/office/drawing/2014/main" id="{01984FDB-C3B8-8D3F-87CC-A8BAD6B4BB3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1" name="Oval 2700">
                  <a:extLst>
                    <a:ext uri="{FF2B5EF4-FFF2-40B4-BE49-F238E27FC236}">
                      <a16:creationId xmlns:a16="http://schemas.microsoft.com/office/drawing/2014/main" id="{F5EA81DD-BEB6-E653-F809-3F00640E8C0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85" name="Group 2684">
                <a:extLst>
                  <a:ext uri="{FF2B5EF4-FFF2-40B4-BE49-F238E27FC236}">
                    <a16:creationId xmlns:a16="http://schemas.microsoft.com/office/drawing/2014/main" id="{2FD7C430-DC0B-8BD3-460E-98EA2730CEB1}"/>
                  </a:ext>
                </a:extLst>
              </p:cNvPr>
              <p:cNvGrpSpPr/>
              <p:nvPr/>
            </p:nvGrpSpPr>
            <p:grpSpPr>
              <a:xfrm>
                <a:off x="6413077" y="6016049"/>
                <a:ext cx="242005" cy="43678"/>
                <a:chOff x="7979724" y="3580291"/>
                <a:chExt cx="242005" cy="43678"/>
              </a:xfrm>
            </p:grpSpPr>
            <p:sp>
              <p:nvSpPr>
                <p:cNvPr id="2686" name="Oval 2685">
                  <a:extLst>
                    <a:ext uri="{FF2B5EF4-FFF2-40B4-BE49-F238E27FC236}">
                      <a16:creationId xmlns:a16="http://schemas.microsoft.com/office/drawing/2014/main" id="{DF94E448-FC90-3ECD-7A13-B65C6CF4A8E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7" name="Oval 2686">
                  <a:extLst>
                    <a:ext uri="{FF2B5EF4-FFF2-40B4-BE49-F238E27FC236}">
                      <a16:creationId xmlns:a16="http://schemas.microsoft.com/office/drawing/2014/main" id="{769713DC-2D87-9E9B-0E1D-7B89C4A29EC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8" name="Oval 2687">
                  <a:extLst>
                    <a:ext uri="{FF2B5EF4-FFF2-40B4-BE49-F238E27FC236}">
                      <a16:creationId xmlns:a16="http://schemas.microsoft.com/office/drawing/2014/main" id="{447C4BFD-AC07-584E-442E-5F62002BB30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9" name="Oval 2688">
                  <a:extLst>
                    <a:ext uri="{FF2B5EF4-FFF2-40B4-BE49-F238E27FC236}">
                      <a16:creationId xmlns:a16="http://schemas.microsoft.com/office/drawing/2014/main" id="{FDF27F2E-7B7E-D990-BF25-82331D8CCFB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0" name="Oval 2689">
                  <a:extLst>
                    <a:ext uri="{FF2B5EF4-FFF2-40B4-BE49-F238E27FC236}">
                      <a16:creationId xmlns:a16="http://schemas.microsoft.com/office/drawing/2014/main" id="{1871DD29-CFF0-A55D-ED73-ED11FF387FA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1" name="Oval 2690">
                  <a:extLst>
                    <a:ext uri="{FF2B5EF4-FFF2-40B4-BE49-F238E27FC236}">
                      <a16:creationId xmlns:a16="http://schemas.microsoft.com/office/drawing/2014/main" id="{3F48937A-5AA2-FBD3-9E77-21CC59F21EE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2" name="Oval 2691">
                  <a:extLst>
                    <a:ext uri="{FF2B5EF4-FFF2-40B4-BE49-F238E27FC236}">
                      <a16:creationId xmlns:a16="http://schemas.microsoft.com/office/drawing/2014/main" id="{D13B877B-B429-4611-0274-4C4F83B6F13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3" name="Oval 2692">
                  <a:extLst>
                    <a:ext uri="{FF2B5EF4-FFF2-40B4-BE49-F238E27FC236}">
                      <a16:creationId xmlns:a16="http://schemas.microsoft.com/office/drawing/2014/main" id="{FA7A2263-7185-A98D-55C7-653F0A01E7E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750" name="Group 2749">
              <a:extLst>
                <a:ext uri="{FF2B5EF4-FFF2-40B4-BE49-F238E27FC236}">
                  <a16:creationId xmlns:a16="http://schemas.microsoft.com/office/drawing/2014/main" id="{E3F7B5B2-4CFF-75D0-3D3B-4D698ABB3D7A}"/>
                </a:ext>
              </a:extLst>
            </p:cNvPr>
            <p:cNvGrpSpPr/>
            <p:nvPr/>
          </p:nvGrpSpPr>
          <p:grpSpPr>
            <a:xfrm>
              <a:off x="6568714" y="2756366"/>
              <a:ext cx="971545" cy="53915"/>
              <a:chOff x="5754694" y="6008041"/>
              <a:chExt cx="971545" cy="53915"/>
            </a:xfrm>
          </p:grpSpPr>
          <p:grpSp>
            <p:nvGrpSpPr>
              <p:cNvPr id="2751" name="Group 2750">
                <a:extLst>
                  <a:ext uri="{FF2B5EF4-FFF2-40B4-BE49-F238E27FC236}">
                    <a16:creationId xmlns:a16="http://schemas.microsoft.com/office/drawing/2014/main" id="{38410B68-BFCC-8626-4DE5-E2C1D165295F}"/>
                  </a:ext>
                </a:extLst>
              </p:cNvPr>
              <p:cNvGrpSpPr/>
              <p:nvPr/>
            </p:nvGrpSpPr>
            <p:grpSpPr>
              <a:xfrm rot="10800000">
                <a:off x="5825851" y="6008041"/>
                <a:ext cx="242005" cy="46723"/>
                <a:chOff x="7979724" y="3580291"/>
                <a:chExt cx="242005" cy="43678"/>
              </a:xfrm>
            </p:grpSpPr>
            <p:sp>
              <p:nvSpPr>
                <p:cNvPr id="2815" name="Oval 2814">
                  <a:extLst>
                    <a:ext uri="{FF2B5EF4-FFF2-40B4-BE49-F238E27FC236}">
                      <a16:creationId xmlns:a16="http://schemas.microsoft.com/office/drawing/2014/main" id="{EE63ACEF-84A7-1658-4321-DF2446E3834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6" name="Oval 2815">
                  <a:extLst>
                    <a:ext uri="{FF2B5EF4-FFF2-40B4-BE49-F238E27FC236}">
                      <a16:creationId xmlns:a16="http://schemas.microsoft.com/office/drawing/2014/main" id="{EE3E53B9-FB24-9F3E-6001-3AE38843890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7" name="Oval 2816">
                  <a:extLst>
                    <a:ext uri="{FF2B5EF4-FFF2-40B4-BE49-F238E27FC236}">
                      <a16:creationId xmlns:a16="http://schemas.microsoft.com/office/drawing/2014/main" id="{C8E28025-C5AA-B241-DBE0-0E7B07BC606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8" name="Oval 2817">
                  <a:extLst>
                    <a:ext uri="{FF2B5EF4-FFF2-40B4-BE49-F238E27FC236}">
                      <a16:creationId xmlns:a16="http://schemas.microsoft.com/office/drawing/2014/main" id="{48F3B97C-641B-10ED-C89E-241B99BC788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9" name="Oval 2818">
                  <a:extLst>
                    <a:ext uri="{FF2B5EF4-FFF2-40B4-BE49-F238E27FC236}">
                      <a16:creationId xmlns:a16="http://schemas.microsoft.com/office/drawing/2014/main" id="{6F04947F-8E9D-93A6-3483-AF8F74F0B2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0" name="Oval 2819">
                  <a:extLst>
                    <a:ext uri="{FF2B5EF4-FFF2-40B4-BE49-F238E27FC236}">
                      <a16:creationId xmlns:a16="http://schemas.microsoft.com/office/drawing/2014/main" id="{74136B10-74F0-5AE4-4B6E-A5C2F5A7B0F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1" name="Oval 2820">
                  <a:extLst>
                    <a:ext uri="{FF2B5EF4-FFF2-40B4-BE49-F238E27FC236}">
                      <a16:creationId xmlns:a16="http://schemas.microsoft.com/office/drawing/2014/main" id="{A4B0D1C4-CD27-6435-DE03-B8BCAF6E6DC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2" name="Oval 2821">
                  <a:extLst>
                    <a:ext uri="{FF2B5EF4-FFF2-40B4-BE49-F238E27FC236}">
                      <a16:creationId xmlns:a16="http://schemas.microsoft.com/office/drawing/2014/main" id="{35F7C6A4-ED5B-13C7-4E3C-23B622CECA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2" name="Group 2751">
                <a:extLst>
                  <a:ext uri="{FF2B5EF4-FFF2-40B4-BE49-F238E27FC236}">
                    <a16:creationId xmlns:a16="http://schemas.microsoft.com/office/drawing/2014/main" id="{4E5BBE9A-3F70-CAAD-392C-331D61F8FF7B}"/>
                  </a:ext>
                </a:extLst>
              </p:cNvPr>
              <p:cNvGrpSpPr/>
              <p:nvPr/>
            </p:nvGrpSpPr>
            <p:grpSpPr>
              <a:xfrm>
                <a:off x="5754694" y="6008857"/>
                <a:ext cx="242005" cy="43678"/>
                <a:chOff x="7979724" y="3580291"/>
                <a:chExt cx="242005" cy="43678"/>
              </a:xfrm>
            </p:grpSpPr>
            <p:sp>
              <p:nvSpPr>
                <p:cNvPr id="2807" name="Oval 2806">
                  <a:extLst>
                    <a:ext uri="{FF2B5EF4-FFF2-40B4-BE49-F238E27FC236}">
                      <a16:creationId xmlns:a16="http://schemas.microsoft.com/office/drawing/2014/main" id="{18C60B02-77F5-4393-0BC4-DCD5E29F6F6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8" name="Oval 2807">
                  <a:extLst>
                    <a:ext uri="{FF2B5EF4-FFF2-40B4-BE49-F238E27FC236}">
                      <a16:creationId xmlns:a16="http://schemas.microsoft.com/office/drawing/2014/main" id="{736EB4BA-E505-2058-13E3-8ECC255A052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9" name="Oval 2808">
                  <a:extLst>
                    <a:ext uri="{FF2B5EF4-FFF2-40B4-BE49-F238E27FC236}">
                      <a16:creationId xmlns:a16="http://schemas.microsoft.com/office/drawing/2014/main" id="{1EEFDD02-C3F0-8C6B-3627-435D6BCA84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0" name="Oval 2809">
                  <a:extLst>
                    <a:ext uri="{FF2B5EF4-FFF2-40B4-BE49-F238E27FC236}">
                      <a16:creationId xmlns:a16="http://schemas.microsoft.com/office/drawing/2014/main" id="{C2740071-5F62-1B41-440E-9ADDA71149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1" name="Oval 2810">
                  <a:extLst>
                    <a:ext uri="{FF2B5EF4-FFF2-40B4-BE49-F238E27FC236}">
                      <a16:creationId xmlns:a16="http://schemas.microsoft.com/office/drawing/2014/main" id="{DBDE5CDE-99AE-05B5-E536-641DA06395C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2" name="Oval 2811">
                  <a:extLst>
                    <a:ext uri="{FF2B5EF4-FFF2-40B4-BE49-F238E27FC236}">
                      <a16:creationId xmlns:a16="http://schemas.microsoft.com/office/drawing/2014/main" id="{CA196A3E-6FC7-AE5C-EFE4-5FA3E66D079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3" name="Oval 2812">
                  <a:extLst>
                    <a:ext uri="{FF2B5EF4-FFF2-40B4-BE49-F238E27FC236}">
                      <a16:creationId xmlns:a16="http://schemas.microsoft.com/office/drawing/2014/main" id="{826AF12D-A476-DEF0-1CD8-068A705893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4" name="Oval 2813">
                  <a:extLst>
                    <a:ext uri="{FF2B5EF4-FFF2-40B4-BE49-F238E27FC236}">
                      <a16:creationId xmlns:a16="http://schemas.microsoft.com/office/drawing/2014/main" id="{2147633E-7949-BC0B-7361-D9BAE996C06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3" name="Group 2752">
                <a:extLst>
                  <a:ext uri="{FF2B5EF4-FFF2-40B4-BE49-F238E27FC236}">
                    <a16:creationId xmlns:a16="http://schemas.microsoft.com/office/drawing/2014/main" id="{F2999B1C-01F7-F309-3725-62090A47C08B}"/>
                  </a:ext>
                </a:extLst>
              </p:cNvPr>
              <p:cNvGrpSpPr/>
              <p:nvPr/>
            </p:nvGrpSpPr>
            <p:grpSpPr>
              <a:xfrm rot="10800000">
                <a:off x="6066894" y="6011217"/>
                <a:ext cx="242005" cy="46723"/>
                <a:chOff x="7979724" y="3580291"/>
                <a:chExt cx="242005" cy="43678"/>
              </a:xfrm>
            </p:grpSpPr>
            <p:sp>
              <p:nvSpPr>
                <p:cNvPr id="2799" name="Oval 2798">
                  <a:extLst>
                    <a:ext uri="{FF2B5EF4-FFF2-40B4-BE49-F238E27FC236}">
                      <a16:creationId xmlns:a16="http://schemas.microsoft.com/office/drawing/2014/main" id="{4A4649C3-309C-C151-3806-819A55C907C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0" name="Oval 2799">
                  <a:extLst>
                    <a:ext uri="{FF2B5EF4-FFF2-40B4-BE49-F238E27FC236}">
                      <a16:creationId xmlns:a16="http://schemas.microsoft.com/office/drawing/2014/main" id="{9B4FF3CB-B5A7-4733-664C-75BF0554DAD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1" name="Oval 2800">
                  <a:extLst>
                    <a:ext uri="{FF2B5EF4-FFF2-40B4-BE49-F238E27FC236}">
                      <a16:creationId xmlns:a16="http://schemas.microsoft.com/office/drawing/2014/main" id="{41D8E165-7B58-C77E-7CA9-90F29B0CE54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2" name="Oval 2801">
                  <a:extLst>
                    <a:ext uri="{FF2B5EF4-FFF2-40B4-BE49-F238E27FC236}">
                      <a16:creationId xmlns:a16="http://schemas.microsoft.com/office/drawing/2014/main" id="{88A01BEB-5A0A-ED1B-1B4B-A3909C1CA45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3" name="Oval 2802">
                  <a:extLst>
                    <a:ext uri="{FF2B5EF4-FFF2-40B4-BE49-F238E27FC236}">
                      <a16:creationId xmlns:a16="http://schemas.microsoft.com/office/drawing/2014/main" id="{CBB55483-0C7A-D691-4EDC-B3842899C46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4" name="Oval 2803">
                  <a:extLst>
                    <a:ext uri="{FF2B5EF4-FFF2-40B4-BE49-F238E27FC236}">
                      <a16:creationId xmlns:a16="http://schemas.microsoft.com/office/drawing/2014/main" id="{25BCE525-4430-C638-4891-9F9B2BE2DF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5" name="Oval 2804">
                  <a:extLst>
                    <a:ext uri="{FF2B5EF4-FFF2-40B4-BE49-F238E27FC236}">
                      <a16:creationId xmlns:a16="http://schemas.microsoft.com/office/drawing/2014/main" id="{9CBA1740-5B2E-C5A4-E91C-3FACCA5ABC0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6" name="Oval 2805">
                  <a:extLst>
                    <a:ext uri="{FF2B5EF4-FFF2-40B4-BE49-F238E27FC236}">
                      <a16:creationId xmlns:a16="http://schemas.microsoft.com/office/drawing/2014/main" id="{0D546B1C-6871-E885-CBD6-73ED2442769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4" name="Group 2753">
                <a:extLst>
                  <a:ext uri="{FF2B5EF4-FFF2-40B4-BE49-F238E27FC236}">
                    <a16:creationId xmlns:a16="http://schemas.microsoft.com/office/drawing/2014/main" id="{26E8D982-0BD3-522E-C911-18D31E886130}"/>
                  </a:ext>
                </a:extLst>
              </p:cNvPr>
              <p:cNvGrpSpPr/>
              <p:nvPr/>
            </p:nvGrpSpPr>
            <p:grpSpPr>
              <a:xfrm rot="11689693">
                <a:off x="5995737" y="6012033"/>
                <a:ext cx="242005" cy="43678"/>
                <a:chOff x="7979724" y="3580291"/>
                <a:chExt cx="242005" cy="43678"/>
              </a:xfrm>
            </p:grpSpPr>
            <p:sp>
              <p:nvSpPr>
                <p:cNvPr id="2791" name="Oval 2790">
                  <a:extLst>
                    <a:ext uri="{FF2B5EF4-FFF2-40B4-BE49-F238E27FC236}">
                      <a16:creationId xmlns:a16="http://schemas.microsoft.com/office/drawing/2014/main" id="{5684C24B-099F-7672-0FC4-DFA59F3EDCC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2" name="Oval 2791">
                  <a:extLst>
                    <a:ext uri="{FF2B5EF4-FFF2-40B4-BE49-F238E27FC236}">
                      <a16:creationId xmlns:a16="http://schemas.microsoft.com/office/drawing/2014/main" id="{6E1CF32F-1F8F-A5A3-D04B-763832D79A7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3" name="Oval 2792">
                  <a:extLst>
                    <a:ext uri="{FF2B5EF4-FFF2-40B4-BE49-F238E27FC236}">
                      <a16:creationId xmlns:a16="http://schemas.microsoft.com/office/drawing/2014/main" id="{2AAA0AED-EEC2-CE75-896D-2A130C8941D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4" name="Oval 2793">
                  <a:extLst>
                    <a:ext uri="{FF2B5EF4-FFF2-40B4-BE49-F238E27FC236}">
                      <a16:creationId xmlns:a16="http://schemas.microsoft.com/office/drawing/2014/main" id="{FBA6E63F-997E-D154-BE6A-85BB999514E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5" name="Oval 2794">
                  <a:extLst>
                    <a:ext uri="{FF2B5EF4-FFF2-40B4-BE49-F238E27FC236}">
                      <a16:creationId xmlns:a16="http://schemas.microsoft.com/office/drawing/2014/main" id="{812FB4B9-792D-6BCE-B09B-7D912341B41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6" name="Oval 2795">
                  <a:extLst>
                    <a:ext uri="{FF2B5EF4-FFF2-40B4-BE49-F238E27FC236}">
                      <a16:creationId xmlns:a16="http://schemas.microsoft.com/office/drawing/2014/main" id="{8829BF2F-9377-8EDC-5C6B-870CCD9F85E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7" name="Oval 2796">
                  <a:extLst>
                    <a:ext uri="{FF2B5EF4-FFF2-40B4-BE49-F238E27FC236}">
                      <a16:creationId xmlns:a16="http://schemas.microsoft.com/office/drawing/2014/main" id="{1B1C5ECA-D0BC-BD25-CA99-C38E7EA71FB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8" name="Oval 2797">
                  <a:extLst>
                    <a:ext uri="{FF2B5EF4-FFF2-40B4-BE49-F238E27FC236}">
                      <a16:creationId xmlns:a16="http://schemas.microsoft.com/office/drawing/2014/main" id="{5FF4391B-83B6-54DE-888B-A212444F18A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5" name="Group 2754">
                <a:extLst>
                  <a:ext uri="{FF2B5EF4-FFF2-40B4-BE49-F238E27FC236}">
                    <a16:creationId xmlns:a16="http://schemas.microsoft.com/office/drawing/2014/main" id="{BECB5CDE-7769-21B3-16B1-A8A7254C0CD4}"/>
                  </a:ext>
                </a:extLst>
              </p:cNvPr>
              <p:cNvGrpSpPr/>
              <p:nvPr/>
            </p:nvGrpSpPr>
            <p:grpSpPr>
              <a:xfrm rot="21292958">
                <a:off x="6243191" y="6012057"/>
                <a:ext cx="242005" cy="46723"/>
                <a:chOff x="7979724" y="3580291"/>
                <a:chExt cx="242005" cy="43678"/>
              </a:xfrm>
            </p:grpSpPr>
            <p:sp>
              <p:nvSpPr>
                <p:cNvPr id="2783" name="Oval 2782">
                  <a:extLst>
                    <a:ext uri="{FF2B5EF4-FFF2-40B4-BE49-F238E27FC236}">
                      <a16:creationId xmlns:a16="http://schemas.microsoft.com/office/drawing/2014/main" id="{F9EA9752-53AC-0658-9E54-80A2C8EDEFE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4" name="Oval 2783">
                  <a:extLst>
                    <a:ext uri="{FF2B5EF4-FFF2-40B4-BE49-F238E27FC236}">
                      <a16:creationId xmlns:a16="http://schemas.microsoft.com/office/drawing/2014/main" id="{2D8FB2C3-ADA4-DFF2-F427-D078BB90550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5" name="Oval 2784">
                  <a:extLst>
                    <a:ext uri="{FF2B5EF4-FFF2-40B4-BE49-F238E27FC236}">
                      <a16:creationId xmlns:a16="http://schemas.microsoft.com/office/drawing/2014/main" id="{B32021C8-5B94-11A3-39A2-2E45E632AF5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6" name="Oval 2785">
                  <a:extLst>
                    <a:ext uri="{FF2B5EF4-FFF2-40B4-BE49-F238E27FC236}">
                      <a16:creationId xmlns:a16="http://schemas.microsoft.com/office/drawing/2014/main" id="{2C31370D-A566-9EB0-6CE3-1C8B4E39533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7" name="Oval 2786">
                  <a:extLst>
                    <a:ext uri="{FF2B5EF4-FFF2-40B4-BE49-F238E27FC236}">
                      <a16:creationId xmlns:a16="http://schemas.microsoft.com/office/drawing/2014/main" id="{4EAF1507-58E0-6805-4648-B0D2BB7A413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8" name="Oval 2787">
                  <a:extLst>
                    <a:ext uri="{FF2B5EF4-FFF2-40B4-BE49-F238E27FC236}">
                      <a16:creationId xmlns:a16="http://schemas.microsoft.com/office/drawing/2014/main" id="{D316123B-0CDE-DCCB-53EF-F168DA3D969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9" name="Oval 2788">
                  <a:extLst>
                    <a:ext uri="{FF2B5EF4-FFF2-40B4-BE49-F238E27FC236}">
                      <a16:creationId xmlns:a16="http://schemas.microsoft.com/office/drawing/2014/main" id="{E2ADD114-0CFD-3BBA-CC57-FCD2E1EBC7D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0" name="Oval 2789">
                  <a:extLst>
                    <a:ext uri="{FF2B5EF4-FFF2-40B4-BE49-F238E27FC236}">
                      <a16:creationId xmlns:a16="http://schemas.microsoft.com/office/drawing/2014/main" id="{AD6E4542-A602-0077-24EF-4C950F31667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6" name="Group 2755">
                <a:extLst>
                  <a:ext uri="{FF2B5EF4-FFF2-40B4-BE49-F238E27FC236}">
                    <a16:creationId xmlns:a16="http://schemas.microsoft.com/office/drawing/2014/main" id="{F2B87555-D625-B6F3-E86F-E8934B831730}"/>
                  </a:ext>
                </a:extLst>
              </p:cNvPr>
              <p:cNvGrpSpPr/>
              <p:nvPr/>
            </p:nvGrpSpPr>
            <p:grpSpPr>
              <a:xfrm>
                <a:off x="6172034" y="6012873"/>
                <a:ext cx="242005" cy="43678"/>
                <a:chOff x="7979724" y="3580291"/>
                <a:chExt cx="242005" cy="43678"/>
              </a:xfrm>
            </p:grpSpPr>
            <p:sp>
              <p:nvSpPr>
                <p:cNvPr id="2775" name="Oval 2774">
                  <a:extLst>
                    <a:ext uri="{FF2B5EF4-FFF2-40B4-BE49-F238E27FC236}">
                      <a16:creationId xmlns:a16="http://schemas.microsoft.com/office/drawing/2014/main" id="{FC189AEC-BC3D-1DA1-4E40-3FD2BEBCD79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6" name="Oval 2775">
                  <a:extLst>
                    <a:ext uri="{FF2B5EF4-FFF2-40B4-BE49-F238E27FC236}">
                      <a16:creationId xmlns:a16="http://schemas.microsoft.com/office/drawing/2014/main" id="{06D3224F-6FA5-CB13-0407-5E89F86A435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7" name="Oval 2776">
                  <a:extLst>
                    <a:ext uri="{FF2B5EF4-FFF2-40B4-BE49-F238E27FC236}">
                      <a16:creationId xmlns:a16="http://schemas.microsoft.com/office/drawing/2014/main" id="{942FC137-8BF9-6B65-651E-C2F94FF21A2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8" name="Oval 2777">
                  <a:extLst>
                    <a:ext uri="{FF2B5EF4-FFF2-40B4-BE49-F238E27FC236}">
                      <a16:creationId xmlns:a16="http://schemas.microsoft.com/office/drawing/2014/main" id="{6E8C89CD-6B52-C8D8-AC15-84DE9278807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9" name="Oval 2778">
                  <a:extLst>
                    <a:ext uri="{FF2B5EF4-FFF2-40B4-BE49-F238E27FC236}">
                      <a16:creationId xmlns:a16="http://schemas.microsoft.com/office/drawing/2014/main" id="{E694B93D-82F2-BD5D-E4E9-4E73F624614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0" name="Oval 2779">
                  <a:extLst>
                    <a:ext uri="{FF2B5EF4-FFF2-40B4-BE49-F238E27FC236}">
                      <a16:creationId xmlns:a16="http://schemas.microsoft.com/office/drawing/2014/main" id="{41D9F3A8-09A6-96BA-2A7A-64708CB9EA0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1" name="Oval 2780">
                  <a:extLst>
                    <a:ext uri="{FF2B5EF4-FFF2-40B4-BE49-F238E27FC236}">
                      <a16:creationId xmlns:a16="http://schemas.microsoft.com/office/drawing/2014/main" id="{12E01DDA-D464-B770-6BB2-C91FA005AAC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2" name="Oval 2781">
                  <a:extLst>
                    <a:ext uri="{FF2B5EF4-FFF2-40B4-BE49-F238E27FC236}">
                      <a16:creationId xmlns:a16="http://schemas.microsoft.com/office/drawing/2014/main" id="{ABBE42E3-7B42-5F13-2B9B-63B84467E8E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7" name="Group 2756">
                <a:extLst>
                  <a:ext uri="{FF2B5EF4-FFF2-40B4-BE49-F238E27FC236}">
                    <a16:creationId xmlns:a16="http://schemas.microsoft.com/office/drawing/2014/main" id="{CEF36030-D95A-8674-0850-A3D0796A4A02}"/>
                  </a:ext>
                </a:extLst>
              </p:cNvPr>
              <p:cNvGrpSpPr/>
              <p:nvPr/>
            </p:nvGrpSpPr>
            <p:grpSpPr>
              <a:xfrm rot="10800000">
                <a:off x="6484234" y="6015233"/>
                <a:ext cx="242005" cy="46723"/>
                <a:chOff x="7979724" y="3580291"/>
                <a:chExt cx="242005" cy="43678"/>
              </a:xfrm>
            </p:grpSpPr>
            <p:sp>
              <p:nvSpPr>
                <p:cNvPr id="2767" name="Oval 2766">
                  <a:extLst>
                    <a:ext uri="{FF2B5EF4-FFF2-40B4-BE49-F238E27FC236}">
                      <a16:creationId xmlns:a16="http://schemas.microsoft.com/office/drawing/2014/main" id="{AB0B42B6-C2E9-D057-F3FA-F0458B18CB4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8" name="Oval 2767">
                  <a:extLst>
                    <a:ext uri="{FF2B5EF4-FFF2-40B4-BE49-F238E27FC236}">
                      <a16:creationId xmlns:a16="http://schemas.microsoft.com/office/drawing/2014/main" id="{73BB1E48-D9ED-78CC-F993-8CDDEA9AB3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9" name="Oval 2768">
                  <a:extLst>
                    <a:ext uri="{FF2B5EF4-FFF2-40B4-BE49-F238E27FC236}">
                      <a16:creationId xmlns:a16="http://schemas.microsoft.com/office/drawing/2014/main" id="{9E444086-4675-DDB3-476A-85F139A27B6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0" name="Oval 2769">
                  <a:extLst>
                    <a:ext uri="{FF2B5EF4-FFF2-40B4-BE49-F238E27FC236}">
                      <a16:creationId xmlns:a16="http://schemas.microsoft.com/office/drawing/2014/main" id="{FBDB6C17-BF6B-F316-EFBD-595D3C6718E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1" name="Oval 2770">
                  <a:extLst>
                    <a:ext uri="{FF2B5EF4-FFF2-40B4-BE49-F238E27FC236}">
                      <a16:creationId xmlns:a16="http://schemas.microsoft.com/office/drawing/2014/main" id="{281E1143-B622-C616-3F52-FD00B9AA1BD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2" name="Oval 2771">
                  <a:extLst>
                    <a:ext uri="{FF2B5EF4-FFF2-40B4-BE49-F238E27FC236}">
                      <a16:creationId xmlns:a16="http://schemas.microsoft.com/office/drawing/2014/main" id="{3B1ACD53-75CB-1D3B-F0F8-91A5769EA08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3" name="Oval 2772">
                  <a:extLst>
                    <a:ext uri="{FF2B5EF4-FFF2-40B4-BE49-F238E27FC236}">
                      <a16:creationId xmlns:a16="http://schemas.microsoft.com/office/drawing/2014/main" id="{049AEC06-9D05-307A-7617-A3E19E41F47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4" name="Oval 2773">
                  <a:extLst>
                    <a:ext uri="{FF2B5EF4-FFF2-40B4-BE49-F238E27FC236}">
                      <a16:creationId xmlns:a16="http://schemas.microsoft.com/office/drawing/2014/main" id="{4A90D57C-5A83-8FC6-496E-EA7F9D9E692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58" name="Group 2757">
                <a:extLst>
                  <a:ext uri="{FF2B5EF4-FFF2-40B4-BE49-F238E27FC236}">
                    <a16:creationId xmlns:a16="http://schemas.microsoft.com/office/drawing/2014/main" id="{5A248DA9-D4B7-AA28-88A8-57077A884C47}"/>
                  </a:ext>
                </a:extLst>
              </p:cNvPr>
              <p:cNvGrpSpPr/>
              <p:nvPr/>
            </p:nvGrpSpPr>
            <p:grpSpPr>
              <a:xfrm>
                <a:off x="6413077" y="6016049"/>
                <a:ext cx="242005" cy="43678"/>
                <a:chOff x="7979724" y="3580291"/>
                <a:chExt cx="242005" cy="43678"/>
              </a:xfrm>
            </p:grpSpPr>
            <p:sp>
              <p:nvSpPr>
                <p:cNvPr id="2759" name="Oval 2758">
                  <a:extLst>
                    <a:ext uri="{FF2B5EF4-FFF2-40B4-BE49-F238E27FC236}">
                      <a16:creationId xmlns:a16="http://schemas.microsoft.com/office/drawing/2014/main" id="{1025DDA0-B707-C892-F840-4E160C0A55E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0" name="Oval 2759">
                  <a:extLst>
                    <a:ext uri="{FF2B5EF4-FFF2-40B4-BE49-F238E27FC236}">
                      <a16:creationId xmlns:a16="http://schemas.microsoft.com/office/drawing/2014/main" id="{C5A1CC42-7CF6-14B6-4A8F-E82DF22D6E5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1" name="Oval 2760">
                  <a:extLst>
                    <a:ext uri="{FF2B5EF4-FFF2-40B4-BE49-F238E27FC236}">
                      <a16:creationId xmlns:a16="http://schemas.microsoft.com/office/drawing/2014/main" id="{98A9A373-DB81-3E4F-3BDD-065EBB967CE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2" name="Oval 2761">
                  <a:extLst>
                    <a:ext uri="{FF2B5EF4-FFF2-40B4-BE49-F238E27FC236}">
                      <a16:creationId xmlns:a16="http://schemas.microsoft.com/office/drawing/2014/main" id="{2C017030-3EBB-1783-8C6A-1A9828DCEFD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3" name="Oval 2762">
                  <a:extLst>
                    <a:ext uri="{FF2B5EF4-FFF2-40B4-BE49-F238E27FC236}">
                      <a16:creationId xmlns:a16="http://schemas.microsoft.com/office/drawing/2014/main" id="{62E25793-2BF7-8F5D-CA2C-81A71D7DE7C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4" name="Oval 2763">
                  <a:extLst>
                    <a:ext uri="{FF2B5EF4-FFF2-40B4-BE49-F238E27FC236}">
                      <a16:creationId xmlns:a16="http://schemas.microsoft.com/office/drawing/2014/main" id="{58CDB029-3718-2E55-3698-46D8E9AC66B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5" name="Oval 2764">
                  <a:extLst>
                    <a:ext uri="{FF2B5EF4-FFF2-40B4-BE49-F238E27FC236}">
                      <a16:creationId xmlns:a16="http://schemas.microsoft.com/office/drawing/2014/main" id="{6A60793D-5F03-FFD7-1433-01720DF42FC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6" name="Oval 2765">
                  <a:extLst>
                    <a:ext uri="{FF2B5EF4-FFF2-40B4-BE49-F238E27FC236}">
                      <a16:creationId xmlns:a16="http://schemas.microsoft.com/office/drawing/2014/main" id="{EDF3E36F-2B19-F468-7A44-E88AB528C71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2824" name="TextBox 2823">
            <a:extLst>
              <a:ext uri="{FF2B5EF4-FFF2-40B4-BE49-F238E27FC236}">
                <a16:creationId xmlns:a16="http://schemas.microsoft.com/office/drawing/2014/main" id="{4CEC00F7-15F6-C686-B123-587965702A88}"/>
              </a:ext>
            </a:extLst>
          </p:cNvPr>
          <p:cNvSpPr txBox="1"/>
          <p:nvPr/>
        </p:nvSpPr>
        <p:spPr>
          <a:xfrm>
            <a:off x="8321263" y="1980722"/>
            <a:ext cx="87075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Raw data points</a:t>
            </a:r>
          </a:p>
        </p:txBody>
      </p:sp>
      <p:sp>
        <p:nvSpPr>
          <p:cNvPr id="2825" name="TextBox 2824">
            <a:extLst>
              <a:ext uri="{FF2B5EF4-FFF2-40B4-BE49-F238E27FC236}">
                <a16:creationId xmlns:a16="http://schemas.microsoft.com/office/drawing/2014/main" id="{43963EE1-2687-8E4A-DA51-BC75BA85958A}"/>
              </a:ext>
            </a:extLst>
          </p:cNvPr>
          <p:cNvSpPr txBox="1"/>
          <p:nvPr/>
        </p:nvSpPr>
        <p:spPr>
          <a:xfrm>
            <a:off x="9892888" y="2840652"/>
            <a:ext cx="1181734"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Points associated</a:t>
            </a:r>
          </a:p>
          <a:p>
            <a:pPr algn="l"/>
            <a:r>
              <a:rPr lang="en-US" sz="750" dirty="0">
                <a:ln/>
                <a:solidFill>
                  <a:srgbClr val="000000"/>
                </a:solidFill>
                <a:latin typeface="Helvetica"/>
                <a:cs typeface="Helvetica"/>
                <a:sym typeface="Helvetica"/>
                <a:rtl val="0"/>
              </a:rPr>
              <a:t>With traces and objects</a:t>
            </a:r>
            <a:endParaRPr lang="en-US" sz="750" spc="0" baseline="0" dirty="0">
              <a:ln/>
              <a:solidFill>
                <a:srgbClr val="000000"/>
              </a:solidFill>
              <a:latin typeface="Helvetica"/>
              <a:cs typeface="Helvetica"/>
              <a:sym typeface="Helvetica"/>
              <a:rtl val="0"/>
            </a:endParaRPr>
          </a:p>
        </p:txBody>
      </p:sp>
      <p:sp>
        <p:nvSpPr>
          <p:cNvPr id="2826" name="Freeform: Shape 2825">
            <a:extLst>
              <a:ext uri="{FF2B5EF4-FFF2-40B4-BE49-F238E27FC236}">
                <a16:creationId xmlns:a16="http://schemas.microsoft.com/office/drawing/2014/main" id="{753D2F44-79FC-E75C-F039-A847A2EC41AB}"/>
              </a:ext>
            </a:extLst>
          </p:cNvPr>
          <p:cNvSpPr/>
          <p:nvPr/>
        </p:nvSpPr>
        <p:spPr>
          <a:xfrm>
            <a:off x="6971871" y="330482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827" name="Freeform: Shape 2826">
            <a:extLst>
              <a:ext uri="{FF2B5EF4-FFF2-40B4-BE49-F238E27FC236}">
                <a16:creationId xmlns:a16="http://schemas.microsoft.com/office/drawing/2014/main" id="{350CB855-8BDA-0826-423C-DC532FE3BFAC}"/>
              </a:ext>
            </a:extLst>
          </p:cNvPr>
          <p:cNvSpPr/>
          <p:nvPr/>
        </p:nvSpPr>
        <p:spPr>
          <a:xfrm>
            <a:off x="6830503" y="346323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chemeClr val="bg1">
                <a:lumMod val="65000"/>
              </a:schemeClr>
            </a:solidFill>
            <a:prstDash val="solid"/>
            <a:miter/>
          </a:ln>
        </p:spPr>
        <p:txBody>
          <a:bodyPr rtlCol="0" anchor="ctr"/>
          <a:lstStyle/>
          <a:p>
            <a:endParaRPr lang="en-US"/>
          </a:p>
        </p:txBody>
      </p:sp>
      <p:sp>
        <p:nvSpPr>
          <p:cNvPr id="2828" name="Freeform: Shape 2827">
            <a:extLst>
              <a:ext uri="{FF2B5EF4-FFF2-40B4-BE49-F238E27FC236}">
                <a16:creationId xmlns:a16="http://schemas.microsoft.com/office/drawing/2014/main" id="{E092E462-56C8-B2D5-CF12-313E8ADD7CFD}"/>
              </a:ext>
            </a:extLst>
          </p:cNvPr>
          <p:cNvSpPr/>
          <p:nvPr/>
        </p:nvSpPr>
        <p:spPr>
          <a:xfrm>
            <a:off x="8131109" y="363605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chemeClr val="bg1">
                <a:lumMod val="65000"/>
              </a:schemeClr>
            </a:solidFill>
            <a:prstDash val="solid"/>
            <a:miter/>
          </a:ln>
        </p:spPr>
        <p:txBody>
          <a:bodyPr rtlCol="0" anchor="ctr"/>
          <a:lstStyle/>
          <a:p>
            <a:endParaRPr lang="en-US"/>
          </a:p>
        </p:txBody>
      </p:sp>
      <p:sp>
        <p:nvSpPr>
          <p:cNvPr id="2829" name="Freeform: Shape 2828">
            <a:extLst>
              <a:ext uri="{FF2B5EF4-FFF2-40B4-BE49-F238E27FC236}">
                <a16:creationId xmlns:a16="http://schemas.microsoft.com/office/drawing/2014/main" id="{D11393BB-89D4-D942-433A-0BF9BF512383}"/>
              </a:ext>
            </a:extLst>
          </p:cNvPr>
          <p:cNvSpPr/>
          <p:nvPr/>
        </p:nvSpPr>
        <p:spPr>
          <a:xfrm>
            <a:off x="7790206" y="346323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chemeClr val="bg1">
                <a:lumMod val="65000"/>
              </a:schemeClr>
            </a:solidFill>
            <a:prstDash val="solid"/>
            <a:miter/>
          </a:ln>
        </p:spPr>
        <p:txBody>
          <a:bodyPr rtlCol="0" anchor="ctr"/>
          <a:lstStyle/>
          <a:p>
            <a:endParaRPr lang="en-US"/>
          </a:p>
        </p:txBody>
      </p:sp>
      <p:sp>
        <p:nvSpPr>
          <p:cNvPr id="2830" name="Freeform: Shape 2829">
            <a:extLst>
              <a:ext uri="{FF2B5EF4-FFF2-40B4-BE49-F238E27FC236}">
                <a16:creationId xmlns:a16="http://schemas.microsoft.com/office/drawing/2014/main" id="{9E2D5D17-9F99-84FB-1ABC-E1D291363E7F}"/>
              </a:ext>
            </a:extLst>
          </p:cNvPr>
          <p:cNvSpPr/>
          <p:nvPr/>
        </p:nvSpPr>
        <p:spPr>
          <a:xfrm>
            <a:off x="7887502" y="347038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831" name="Freeform: Shape 2830">
            <a:extLst>
              <a:ext uri="{FF2B5EF4-FFF2-40B4-BE49-F238E27FC236}">
                <a16:creationId xmlns:a16="http://schemas.microsoft.com/office/drawing/2014/main" id="{D9484075-7D1A-1D33-B9D9-C50EFDE7241E}"/>
              </a:ext>
            </a:extLst>
          </p:cNvPr>
          <p:cNvSpPr/>
          <p:nvPr/>
        </p:nvSpPr>
        <p:spPr>
          <a:xfrm>
            <a:off x="8770420" y="347038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chemeClr val="bg1">
                <a:lumMod val="65000"/>
              </a:schemeClr>
            </a:solidFill>
            <a:prstDash val="solid"/>
            <a:miter/>
          </a:ln>
        </p:spPr>
        <p:txBody>
          <a:bodyPr rtlCol="0" anchor="ctr"/>
          <a:lstStyle/>
          <a:p>
            <a:endParaRPr lang="en-US"/>
          </a:p>
        </p:txBody>
      </p:sp>
      <p:sp>
        <p:nvSpPr>
          <p:cNvPr id="2832" name="Freeform: Shape 2831">
            <a:extLst>
              <a:ext uri="{FF2B5EF4-FFF2-40B4-BE49-F238E27FC236}">
                <a16:creationId xmlns:a16="http://schemas.microsoft.com/office/drawing/2014/main" id="{293593C1-0245-CAC1-85BE-777A696FC70D}"/>
              </a:ext>
            </a:extLst>
          </p:cNvPr>
          <p:cNvSpPr/>
          <p:nvPr/>
        </p:nvSpPr>
        <p:spPr>
          <a:xfrm>
            <a:off x="8957964" y="347059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chemeClr val="bg1">
                <a:lumMod val="65000"/>
              </a:schemeClr>
            </a:solidFill>
            <a:prstDash val="solid"/>
            <a:miter/>
          </a:ln>
        </p:spPr>
        <p:txBody>
          <a:bodyPr rtlCol="0" anchor="ctr"/>
          <a:lstStyle/>
          <a:p>
            <a:endParaRPr lang="en-US"/>
          </a:p>
        </p:txBody>
      </p:sp>
      <p:sp>
        <p:nvSpPr>
          <p:cNvPr id="2833" name="Freeform: Shape 2832">
            <a:extLst>
              <a:ext uri="{FF2B5EF4-FFF2-40B4-BE49-F238E27FC236}">
                <a16:creationId xmlns:a16="http://schemas.microsoft.com/office/drawing/2014/main" id="{0EEC7216-7BC7-3614-7DC0-91120CC1E716}"/>
              </a:ext>
            </a:extLst>
          </p:cNvPr>
          <p:cNvSpPr/>
          <p:nvPr/>
        </p:nvSpPr>
        <p:spPr>
          <a:xfrm>
            <a:off x="8770420" y="364204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chemeClr val="bg1">
                <a:lumMod val="65000"/>
              </a:schemeClr>
            </a:solidFill>
            <a:prstDash val="solid"/>
            <a:miter/>
          </a:ln>
        </p:spPr>
        <p:txBody>
          <a:bodyPr rtlCol="0" anchor="ctr"/>
          <a:lstStyle/>
          <a:p>
            <a:endParaRPr lang="en-US"/>
          </a:p>
        </p:txBody>
      </p:sp>
      <p:sp>
        <p:nvSpPr>
          <p:cNvPr id="2834" name="Freeform: Shape 2833">
            <a:extLst>
              <a:ext uri="{FF2B5EF4-FFF2-40B4-BE49-F238E27FC236}">
                <a16:creationId xmlns:a16="http://schemas.microsoft.com/office/drawing/2014/main" id="{08C13594-D0FC-47DA-B6F4-0A72381E3746}"/>
              </a:ext>
            </a:extLst>
          </p:cNvPr>
          <p:cNvSpPr/>
          <p:nvPr/>
        </p:nvSpPr>
        <p:spPr>
          <a:xfrm>
            <a:off x="8540276" y="337908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chemeClr val="bg1">
                <a:lumMod val="65000"/>
              </a:schemeClr>
            </a:solidFill>
            <a:prstDash val="solid"/>
            <a:miter/>
          </a:ln>
        </p:spPr>
        <p:txBody>
          <a:bodyPr rtlCol="0" anchor="ctr"/>
          <a:lstStyle/>
          <a:p>
            <a:endParaRPr lang="en-US"/>
          </a:p>
        </p:txBody>
      </p:sp>
      <p:sp>
        <p:nvSpPr>
          <p:cNvPr id="2835" name="Freeform: Shape 2834">
            <a:extLst>
              <a:ext uri="{FF2B5EF4-FFF2-40B4-BE49-F238E27FC236}">
                <a16:creationId xmlns:a16="http://schemas.microsoft.com/office/drawing/2014/main" id="{61B8D18C-FA10-CCF4-570A-17BBB3A04777}"/>
              </a:ext>
            </a:extLst>
          </p:cNvPr>
          <p:cNvSpPr/>
          <p:nvPr/>
        </p:nvSpPr>
        <p:spPr>
          <a:xfrm>
            <a:off x="8599285" y="336857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36" name="Freeform: Shape 2835">
            <a:extLst>
              <a:ext uri="{FF2B5EF4-FFF2-40B4-BE49-F238E27FC236}">
                <a16:creationId xmlns:a16="http://schemas.microsoft.com/office/drawing/2014/main" id="{C09AD501-58E3-225E-E887-D219413DBEFD}"/>
              </a:ext>
            </a:extLst>
          </p:cNvPr>
          <p:cNvSpPr/>
          <p:nvPr/>
        </p:nvSpPr>
        <p:spPr>
          <a:xfrm>
            <a:off x="8709729" y="321994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37" name="Freeform: Shape 2836">
            <a:extLst>
              <a:ext uri="{FF2B5EF4-FFF2-40B4-BE49-F238E27FC236}">
                <a16:creationId xmlns:a16="http://schemas.microsoft.com/office/drawing/2014/main" id="{EC988E86-4DA7-76F5-62BE-F076E019C859}"/>
              </a:ext>
            </a:extLst>
          </p:cNvPr>
          <p:cNvSpPr/>
          <p:nvPr/>
        </p:nvSpPr>
        <p:spPr>
          <a:xfrm>
            <a:off x="8768632" y="320942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38" name="Freeform: Shape 2837">
            <a:extLst>
              <a:ext uri="{FF2B5EF4-FFF2-40B4-BE49-F238E27FC236}">
                <a16:creationId xmlns:a16="http://schemas.microsoft.com/office/drawing/2014/main" id="{D21BFFFD-24BA-2808-C111-7CF050194A14}"/>
              </a:ext>
            </a:extLst>
          </p:cNvPr>
          <p:cNvSpPr/>
          <p:nvPr/>
        </p:nvSpPr>
        <p:spPr>
          <a:xfrm>
            <a:off x="7465186" y="337772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chemeClr val="bg1">
                <a:lumMod val="65000"/>
              </a:schemeClr>
            </a:solidFill>
            <a:prstDash val="solid"/>
            <a:miter/>
          </a:ln>
        </p:spPr>
        <p:txBody>
          <a:bodyPr rtlCol="0" anchor="ctr"/>
          <a:lstStyle/>
          <a:p>
            <a:endParaRPr lang="en-US"/>
          </a:p>
        </p:txBody>
      </p:sp>
      <p:sp>
        <p:nvSpPr>
          <p:cNvPr id="2839" name="Freeform: Shape 2838">
            <a:extLst>
              <a:ext uri="{FF2B5EF4-FFF2-40B4-BE49-F238E27FC236}">
                <a16:creationId xmlns:a16="http://schemas.microsoft.com/office/drawing/2014/main" id="{1ECB5B18-B6DD-5010-C7FC-0F9F1AD3498B}"/>
              </a:ext>
            </a:extLst>
          </p:cNvPr>
          <p:cNvSpPr/>
          <p:nvPr/>
        </p:nvSpPr>
        <p:spPr>
          <a:xfrm>
            <a:off x="7524194" y="336720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40" name="Freeform: Shape 2839">
            <a:extLst>
              <a:ext uri="{FF2B5EF4-FFF2-40B4-BE49-F238E27FC236}">
                <a16:creationId xmlns:a16="http://schemas.microsoft.com/office/drawing/2014/main" id="{5BE9AD71-2A2E-80E5-1AE1-C3E7C10D2B01}"/>
              </a:ext>
            </a:extLst>
          </p:cNvPr>
          <p:cNvSpPr/>
          <p:nvPr/>
        </p:nvSpPr>
        <p:spPr>
          <a:xfrm>
            <a:off x="7609078" y="321868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41" name="Freeform: Shape 2840">
            <a:extLst>
              <a:ext uri="{FF2B5EF4-FFF2-40B4-BE49-F238E27FC236}">
                <a16:creationId xmlns:a16="http://schemas.microsoft.com/office/drawing/2014/main" id="{E2150B51-3978-4C93-45B1-FC59238DA196}"/>
              </a:ext>
            </a:extLst>
          </p:cNvPr>
          <p:cNvSpPr/>
          <p:nvPr/>
        </p:nvSpPr>
        <p:spPr>
          <a:xfrm>
            <a:off x="7667982" y="320816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842" name="Freeform: Shape 2841">
            <a:extLst>
              <a:ext uri="{FF2B5EF4-FFF2-40B4-BE49-F238E27FC236}">
                <a16:creationId xmlns:a16="http://schemas.microsoft.com/office/drawing/2014/main" id="{69C58E4F-58EC-A64A-3597-6EE999A6FD46}"/>
              </a:ext>
            </a:extLst>
          </p:cNvPr>
          <p:cNvSpPr/>
          <p:nvPr/>
        </p:nvSpPr>
        <p:spPr>
          <a:xfrm>
            <a:off x="8932404" y="330482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chemeClr val="bg1">
                <a:lumMod val="65000"/>
              </a:schemeClr>
            </a:solidFill>
            <a:prstDash val="solid"/>
            <a:miter/>
          </a:ln>
        </p:spPr>
        <p:txBody>
          <a:bodyPr rtlCol="0" anchor="ctr"/>
          <a:lstStyle/>
          <a:p>
            <a:endParaRPr lang="en-US"/>
          </a:p>
        </p:txBody>
      </p:sp>
      <p:sp>
        <p:nvSpPr>
          <p:cNvPr id="2843" name="Freeform: Shape 2842">
            <a:extLst>
              <a:ext uri="{FF2B5EF4-FFF2-40B4-BE49-F238E27FC236}">
                <a16:creationId xmlns:a16="http://schemas.microsoft.com/office/drawing/2014/main" id="{7D9C3B65-7703-3CE9-136C-10E71B2391BE}"/>
              </a:ext>
            </a:extLst>
          </p:cNvPr>
          <p:cNvSpPr/>
          <p:nvPr/>
        </p:nvSpPr>
        <p:spPr>
          <a:xfrm>
            <a:off x="6927062" y="370516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chemeClr val="bg1">
                <a:lumMod val="65000"/>
              </a:schemeClr>
            </a:solidFill>
            <a:prstDash val="solid"/>
            <a:miter/>
          </a:ln>
        </p:spPr>
        <p:txBody>
          <a:bodyPr rtlCol="0" anchor="ctr"/>
          <a:lstStyle/>
          <a:p>
            <a:endParaRPr lang="en-US"/>
          </a:p>
        </p:txBody>
      </p:sp>
      <p:sp>
        <p:nvSpPr>
          <p:cNvPr id="2844" name="Freeform: Shape 2843">
            <a:extLst>
              <a:ext uri="{FF2B5EF4-FFF2-40B4-BE49-F238E27FC236}">
                <a16:creationId xmlns:a16="http://schemas.microsoft.com/office/drawing/2014/main" id="{FFBB944B-2E4D-25FF-43A8-77CEAC4A4EB3}"/>
              </a:ext>
            </a:extLst>
          </p:cNvPr>
          <p:cNvSpPr/>
          <p:nvPr/>
        </p:nvSpPr>
        <p:spPr>
          <a:xfrm>
            <a:off x="7517252" y="304249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chemeClr val="bg1">
                <a:lumMod val="65000"/>
              </a:schemeClr>
            </a:solidFill>
            <a:prstDash val="solid"/>
            <a:miter/>
          </a:ln>
        </p:spPr>
        <p:txBody>
          <a:bodyPr rtlCol="0" anchor="ctr"/>
          <a:lstStyle/>
          <a:p>
            <a:endParaRPr lang="en-US"/>
          </a:p>
        </p:txBody>
      </p:sp>
      <p:sp>
        <p:nvSpPr>
          <p:cNvPr id="2846" name="Oval 2845">
            <a:extLst>
              <a:ext uri="{FF2B5EF4-FFF2-40B4-BE49-F238E27FC236}">
                <a16:creationId xmlns:a16="http://schemas.microsoft.com/office/drawing/2014/main" id="{5ABAA644-E19E-B902-AB29-B325A0029BCB}"/>
              </a:ext>
            </a:extLst>
          </p:cNvPr>
          <p:cNvSpPr/>
          <p:nvPr/>
        </p:nvSpPr>
        <p:spPr>
          <a:xfrm rot="10800000">
            <a:off x="9604349" y="34436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7" name="Oval 2846">
            <a:extLst>
              <a:ext uri="{FF2B5EF4-FFF2-40B4-BE49-F238E27FC236}">
                <a16:creationId xmlns:a16="http://schemas.microsoft.com/office/drawing/2014/main" id="{B574ADDB-9081-A92C-AB00-6C5473C2D398}"/>
              </a:ext>
            </a:extLst>
          </p:cNvPr>
          <p:cNvSpPr/>
          <p:nvPr/>
        </p:nvSpPr>
        <p:spPr>
          <a:xfrm rot="10800000">
            <a:off x="9572024" y="34325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8" name="Oval 2847">
            <a:extLst>
              <a:ext uri="{FF2B5EF4-FFF2-40B4-BE49-F238E27FC236}">
                <a16:creationId xmlns:a16="http://schemas.microsoft.com/office/drawing/2014/main" id="{D83CFDAD-24DE-C765-11E1-7C907EF57D57}"/>
              </a:ext>
            </a:extLst>
          </p:cNvPr>
          <p:cNvSpPr/>
          <p:nvPr/>
        </p:nvSpPr>
        <p:spPr>
          <a:xfrm rot="10800000">
            <a:off x="9545604" y="34319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9" name="Oval 2848">
            <a:extLst>
              <a:ext uri="{FF2B5EF4-FFF2-40B4-BE49-F238E27FC236}">
                <a16:creationId xmlns:a16="http://schemas.microsoft.com/office/drawing/2014/main" id="{6B4A45CB-4601-02D5-1912-3862A19A2210}"/>
              </a:ext>
            </a:extLst>
          </p:cNvPr>
          <p:cNvSpPr/>
          <p:nvPr/>
        </p:nvSpPr>
        <p:spPr>
          <a:xfrm rot="10800000">
            <a:off x="9657608" y="344144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0" name="Oval 2849">
            <a:extLst>
              <a:ext uri="{FF2B5EF4-FFF2-40B4-BE49-F238E27FC236}">
                <a16:creationId xmlns:a16="http://schemas.microsoft.com/office/drawing/2014/main" id="{D73E62C0-5C42-58DC-0181-CD5FCF82C9D2}"/>
              </a:ext>
            </a:extLst>
          </p:cNvPr>
          <p:cNvSpPr/>
          <p:nvPr/>
        </p:nvSpPr>
        <p:spPr>
          <a:xfrm rot="10800000">
            <a:off x="9624777" y="345733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1" name="Oval 2850">
            <a:extLst>
              <a:ext uri="{FF2B5EF4-FFF2-40B4-BE49-F238E27FC236}">
                <a16:creationId xmlns:a16="http://schemas.microsoft.com/office/drawing/2014/main" id="{7A3B2D85-C3B5-BD7D-2910-0ED3860F97FB}"/>
              </a:ext>
            </a:extLst>
          </p:cNvPr>
          <p:cNvSpPr/>
          <p:nvPr/>
        </p:nvSpPr>
        <p:spPr>
          <a:xfrm rot="10800000">
            <a:off x="9471503" y="343258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2" name="Oval 2851">
            <a:extLst>
              <a:ext uri="{FF2B5EF4-FFF2-40B4-BE49-F238E27FC236}">
                <a16:creationId xmlns:a16="http://schemas.microsoft.com/office/drawing/2014/main" id="{0FD8C7DC-D022-5076-7F32-7E00301ACF3C}"/>
              </a:ext>
            </a:extLst>
          </p:cNvPr>
          <p:cNvSpPr/>
          <p:nvPr/>
        </p:nvSpPr>
        <p:spPr>
          <a:xfrm rot="10800000">
            <a:off x="9433891" y="343956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3" name="Oval 2852">
            <a:extLst>
              <a:ext uri="{FF2B5EF4-FFF2-40B4-BE49-F238E27FC236}">
                <a16:creationId xmlns:a16="http://schemas.microsoft.com/office/drawing/2014/main" id="{D36C7B86-FEAF-0E26-A25F-82C2DDD7765B}"/>
              </a:ext>
            </a:extLst>
          </p:cNvPr>
          <p:cNvSpPr/>
          <p:nvPr/>
        </p:nvSpPr>
        <p:spPr>
          <a:xfrm rot="10800000">
            <a:off x="9498541" y="34358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5" name="Oval 2854">
            <a:extLst>
              <a:ext uri="{FF2B5EF4-FFF2-40B4-BE49-F238E27FC236}">
                <a16:creationId xmlns:a16="http://schemas.microsoft.com/office/drawing/2014/main" id="{3CB39812-A52F-16C5-ECD0-38435463B64F}"/>
              </a:ext>
            </a:extLst>
          </p:cNvPr>
          <p:cNvSpPr/>
          <p:nvPr/>
        </p:nvSpPr>
        <p:spPr>
          <a:xfrm rot="10800000">
            <a:off x="9121543" y="32968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6" name="Oval 2855">
            <a:extLst>
              <a:ext uri="{FF2B5EF4-FFF2-40B4-BE49-F238E27FC236}">
                <a16:creationId xmlns:a16="http://schemas.microsoft.com/office/drawing/2014/main" id="{D206940A-A2B4-6BA4-FC17-76DF66E9CA74}"/>
              </a:ext>
            </a:extLst>
          </p:cNvPr>
          <p:cNvSpPr/>
          <p:nvPr/>
        </p:nvSpPr>
        <p:spPr>
          <a:xfrm rot="10800000">
            <a:off x="9089218" y="32857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7" name="Oval 2856">
            <a:extLst>
              <a:ext uri="{FF2B5EF4-FFF2-40B4-BE49-F238E27FC236}">
                <a16:creationId xmlns:a16="http://schemas.microsoft.com/office/drawing/2014/main" id="{DAA5A4B3-FE02-CA9E-E1D9-BBC8F04B224F}"/>
              </a:ext>
            </a:extLst>
          </p:cNvPr>
          <p:cNvSpPr/>
          <p:nvPr/>
        </p:nvSpPr>
        <p:spPr>
          <a:xfrm rot="10800000">
            <a:off x="9062798" y="32851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8" name="Oval 2857">
            <a:extLst>
              <a:ext uri="{FF2B5EF4-FFF2-40B4-BE49-F238E27FC236}">
                <a16:creationId xmlns:a16="http://schemas.microsoft.com/office/drawing/2014/main" id="{BC6C1B41-EB83-8C8B-D018-6E2EE25FBA9A}"/>
              </a:ext>
            </a:extLst>
          </p:cNvPr>
          <p:cNvSpPr/>
          <p:nvPr/>
        </p:nvSpPr>
        <p:spPr>
          <a:xfrm rot="10800000">
            <a:off x="9174802" y="32946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9" name="Oval 2858">
            <a:extLst>
              <a:ext uri="{FF2B5EF4-FFF2-40B4-BE49-F238E27FC236}">
                <a16:creationId xmlns:a16="http://schemas.microsoft.com/office/drawing/2014/main" id="{56848117-226B-30E5-5246-8555BC607718}"/>
              </a:ext>
            </a:extLst>
          </p:cNvPr>
          <p:cNvSpPr/>
          <p:nvPr/>
        </p:nvSpPr>
        <p:spPr>
          <a:xfrm rot="10800000">
            <a:off x="9141971" y="33105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0" name="Oval 2859">
            <a:extLst>
              <a:ext uri="{FF2B5EF4-FFF2-40B4-BE49-F238E27FC236}">
                <a16:creationId xmlns:a16="http://schemas.microsoft.com/office/drawing/2014/main" id="{C113FCA4-29F4-CDEC-07C9-F09FCB92647C}"/>
              </a:ext>
            </a:extLst>
          </p:cNvPr>
          <p:cNvSpPr/>
          <p:nvPr/>
        </p:nvSpPr>
        <p:spPr>
          <a:xfrm rot="10800000">
            <a:off x="8988697" y="32857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1" name="Oval 2860">
            <a:extLst>
              <a:ext uri="{FF2B5EF4-FFF2-40B4-BE49-F238E27FC236}">
                <a16:creationId xmlns:a16="http://schemas.microsoft.com/office/drawing/2014/main" id="{77A23DC9-88E5-9BDA-9177-45946CB328AD}"/>
              </a:ext>
            </a:extLst>
          </p:cNvPr>
          <p:cNvSpPr/>
          <p:nvPr/>
        </p:nvSpPr>
        <p:spPr>
          <a:xfrm rot="10800000">
            <a:off x="8951085" y="32927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2" name="Oval 2861">
            <a:extLst>
              <a:ext uri="{FF2B5EF4-FFF2-40B4-BE49-F238E27FC236}">
                <a16:creationId xmlns:a16="http://schemas.microsoft.com/office/drawing/2014/main" id="{81E8F7A0-6354-C5D3-2846-E89F587FD6D7}"/>
              </a:ext>
            </a:extLst>
          </p:cNvPr>
          <p:cNvSpPr/>
          <p:nvPr/>
        </p:nvSpPr>
        <p:spPr>
          <a:xfrm rot="10800000">
            <a:off x="9015735" y="32890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4" name="Oval 2863">
            <a:extLst>
              <a:ext uri="{FF2B5EF4-FFF2-40B4-BE49-F238E27FC236}">
                <a16:creationId xmlns:a16="http://schemas.microsoft.com/office/drawing/2014/main" id="{DBB55A75-13CD-4329-AA10-78B3052346BC}"/>
              </a:ext>
            </a:extLst>
          </p:cNvPr>
          <p:cNvSpPr/>
          <p:nvPr/>
        </p:nvSpPr>
        <p:spPr>
          <a:xfrm>
            <a:off x="9246770" y="32820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5" name="Oval 2864">
            <a:extLst>
              <a:ext uri="{FF2B5EF4-FFF2-40B4-BE49-F238E27FC236}">
                <a16:creationId xmlns:a16="http://schemas.microsoft.com/office/drawing/2014/main" id="{8CCFCDBD-C3DE-472A-FA38-2B9A0DA3F3E9}"/>
              </a:ext>
            </a:extLst>
          </p:cNvPr>
          <p:cNvSpPr/>
          <p:nvPr/>
        </p:nvSpPr>
        <p:spPr>
          <a:xfrm>
            <a:off x="9279095" y="3293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6" name="Oval 2865">
            <a:extLst>
              <a:ext uri="{FF2B5EF4-FFF2-40B4-BE49-F238E27FC236}">
                <a16:creationId xmlns:a16="http://schemas.microsoft.com/office/drawing/2014/main" id="{B1379EAD-12AA-C2A3-FA5B-97B0215317B6}"/>
              </a:ext>
            </a:extLst>
          </p:cNvPr>
          <p:cNvSpPr/>
          <p:nvPr/>
        </p:nvSpPr>
        <p:spPr>
          <a:xfrm>
            <a:off x="9305515" y="329378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 name="Oval 2866">
            <a:extLst>
              <a:ext uri="{FF2B5EF4-FFF2-40B4-BE49-F238E27FC236}">
                <a16:creationId xmlns:a16="http://schemas.microsoft.com/office/drawing/2014/main" id="{08CA2EB5-34A6-372B-F462-6DC7FCE38309}"/>
              </a:ext>
            </a:extLst>
          </p:cNvPr>
          <p:cNvSpPr/>
          <p:nvPr/>
        </p:nvSpPr>
        <p:spPr>
          <a:xfrm>
            <a:off x="9193511" y="32842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8" name="Oval 2867">
            <a:extLst>
              <a:ext uri="{FF2B5EF4-FFF2-40B4-BE49-F238E27FC236}">
                <a16:creationId xmlns:a16="http://schemas.microsoft.com/office/drawing/2014/main" id="{3F389119-FB41-D546-1D46-6EA581DA6120}"/>
              </a:ext>
            </a:extLst>
          </p:cNvPr>
          <p:cNvSpPr/>
          <p:nvPr/>
        </p:nvSpPr>
        <p:spPr>
          <a:xfrm>
            <a:off x="9226342" y="326839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9" name="Oval 2868">
            <a:extLst>
              <a:ext uri="{FF2B5EF4-FFF2-40B4-BE49-F238E27FC236}">
                <a16:creationId xmlns:a16="http://schemas.microsoft.com/office/drawing/2014/main" id="{FCCBCFD5-FD3B-D476-9945-00FE7E6D5B26}"/>
              </a:ext>
            </a:extLst>
          </p:cNvPr>
          <p:cNvSpPr/>
          <p:nvPr/>
        </p:nvSpPr>
        <p:spPr>
          <a:xfrm>
            <a:off x="9379616" y="32931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0" name="Oval 2869">
            <a:extLst>
              <a:ext uri="{FF2B5EF4-FFF2-40B4-BE49-F238E27FC236}">
                <a16:creationId xmlns:a16="http://schemas.microsoft.com/office/drawing/2014/main" id="{54C3D642-8091-EDD3-2756-3D4F1BCF9947}"/>
              </a:ext>
            </a:extLst>
          </p:cNvPr>
          <p:cNvSpPr/>
          <p:nvPr/>
        </p:nvSpPr>
        <p:spPr>
          <a:xfrm>
            <a:off x="9417228" y="32861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1" name="Oval 2870">
            <a:extLst>
              <a:ext uri="{FF2B5EF4-FFF2-40B4-BE49-F238E27FC236}">
                <a16:creationId xmlns:a16="http://schemas.microsoft.com/office/drawing/2014/main" id="{663E95D8-2559-DA56-DCF2-58D77CFD56F7}"/>
              </a:ext>
            </a:extLst>
          </p:cNvPr>
          <p:cNvSpPr/>
          <p:nvPr/>
        </p:nvSpPr>
        <p:spPr>
          <a:xfrm>
            <a:off x="9352578" y="32898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3" name="Oval 2872">
            <a:extLst>
              <a:ext uri="{FF2B5EF4-FFF2-40B4-BE49-F238E27FC236}">
                <a16:creationId xmlns:a16="http://schemas.microsoft.com/office/drawing/2014/main" id="{9F4B447C-965A-A9D5-7BFC-C9425D000DE2}"/>
              </a:ext>
            </a:extLst>
          </p:cNvPr>
          <p:cNvSpPr/>
          <p:nvPr/>
        </p:nvSpPr>
        <p:spPr>
          <a:xfrm rot="10800000">
            <a:off x="9694101" y="32863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4" name="Oval 2873">
            <a:extLst>
              <a:ext uri="{FF2B5EF4-FFF2-40B4-BE49-F238E27FC236}">
                <a16:creationId xmlns:a16="http://schemas.microsoft.com/office/drawing/2014/main" id="{BA7F2415-0E32-CA6A-64B5-E15FEA18E5C8}"/>
              </a:ext>
            </a:extLst>
          </p:cNvPr>
          <p:cNvSpPr/>
          <p:nvPr/>
        </p:nvSpPr>
        <p:spPr>
          <a:xfrm rot="10800000">
            <a:off x="9661776" y="327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5" name="Oval 2874">
            <a:extLst>
              <a:ext uri="{FF2B5EF4-FFF2-40B4-BE49-F238E27FC236}">
                <a16:creationId xmlns:a16="http://schemas.microsoft.com/office/drawing/2014/main" id="{B7384DD1-96E5-7806-5310-7D1A257B6653}"/>
              </a:ext>
            </a:extLst>
          </p:cNvPr>
          <p:cNvSpPr/>
          <p:nvPr/>
        </p:nvSpPr>
        <p:spPr>
          <a:xfrm rot="10800000">
            <a:off x="9635356" y="32737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6" name="Oval 2875">
            <a:extLst>
              <a:ext uri="{FF2B5EF4-FFF2-40B4-BE49-F238E27FC236}">
                <a16:creationId xmlns:a16="http://schemas.microsoft.com/office/drawing/2014/main" id="{4B6E5241-AD1E-6BB8-7314-6F097EC68BB5}"/>
              </a:ext>
            </a:extLst>
          </p:cNvPr>
          <p:cNvSpPr/>
          <p:nvPr/>
        </p:nvSpPr>
        <p:spPr>
          <a:xfrm rot="10800000">
            <a:off x="9747360" y="3283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7" name="Oval 2876">
            <a:extLst>
              <a:ext uri="{FF2B5EF4-FFF2-40B4-BE49-F238E27FC236}">
                <a16:creationId xmlns:a16="http://schemas.microsoft.com/office/drawing/2014/main" id="{0EDC7BE8-692A-7D80-8ED6-EE7A7C5FA7BF}"/>
              </a:ext>
            </a:extLst>
          </p:cNvPr>
          <p:cNvSpPr/>
          <p:nvPr/>
        </p:nvSpPr>
        <p:spPr>
          <a:xfrm rot="10800000">
            <a:off x="9714529" y="3300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8" name="Oval 2877">
            <a:extLst>
              <a:ext uri="{FF2B5EF4-FFF2-40B4-BE49-F238E27FC236}">
                <a16:creationId xmlns:a16="http://schemas.microsoft.com/office/drawing/2014/main" id="{C152F082-45D5-C30F-733A-B53237EEFE42}"/>
              </a:ext>
            </a:extLst>
          </p:cNvPr>
          <p:cNvSpPr/>
          <p:nvPr/>
        </p:nvSpPr>
        <p:spPr>
          <a:xfrm rot="10800000">
            <a:off x="9561255" y="32744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9" name="Oval 2878">
            <a:extLst>
              <a:ext uri="{FF2B5EF4-FFF2-40B4-BE49-F238E27FC236}">
                <a16:creationId xmlns:a16="http://schemas.microsoft.com/office/drawing/2014/main" id="{8B8AEDA0-72D4-507B-F44B-A320D2827C35}"/>
              </a:ext>
            </a:extLst>
          </p:cNvPr>
          <p:cNvSpPr/>
          <p:nvPr/>
        </p:nvSpPr>
        <p:spPr>
          <a:xfrm rot="10800000">
            <a:off x="9523643" y="3281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0" name="Oval 2879">
            <a:extLst>
              <a:ext uri="{FF2B5EF4-FFF2-40B4-BE49-F238E27FC236}">
                <a16:creationId xmlns:a16="http://schemas.microsoft.com/office/drawing/2014/main" id="{D23ECF5E-D69A-6C77-D27F-EFC6A4512FBB}"/>
              </a:ext>
            </a:extLst>
          </p:cNvPr>
          <p:cNvSpPr/>
          <p:nvPr/>
        </p:nvSpPr>
        <p:spPr>
          <a:xfrm rot="10800000">
            <a:off x="9588293"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2" name="Oval 2881">
            <a:extLst>
              <a:ext uri="{FF2B5EF4-FFF2-40B4-BE49-F238E27FC236}">
                <a16:creationId xmlns:a16="http://schemas.microsoft.com/office/drawing/2014/main" id="{DF11E5E1-A1FD-1167-D051-F1AD8C259E1D}"/>
              </a:ext>
            </a:extLst>
          </p:cNvPr>
          <p:cNvSpPr/>
          <p:nvPr/>
        </p:nvSpPr>
        <p:spPr>
          <a:xfrm>
            <a:off x="9505745" y="32882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3" name="Oval 2882">
            <a:extLst>
              <a:ext uri="{FF2B5EF4-FFF2-40B4-BE49-F238E27FC236}">
                <a16:creationId xmlns:a16="http://schemas.microsoft.com/office/drawing/2014/main" id="{C2C15D0D-AE37-BB63-4994-B0645BA9EDA4}"/>
              </a:ext>
            </a:extLst>
          </p:cNvPr>
          <p:cNvSpPr/>
          <p:nvPr/>
        </p:nvSpPr>
        <p:spPr>
          <a:xfrm>
            <a:off x="9538070" y="32993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4" name="Oval 2883">
            <a:extLst>
              <a:ext uri="{FF2B5EF4-FFF2-40B4-BE49-F238E27FC236}">
                <a16:creationId xmlns:a16="http://schemas.microsoft.com/office/drawing/2014/main" id="{DF5E778E-C3BE-6F24-8D34-906B80DC5B74}"/>
              </a:ext>
            </a:extLst>
          </p:cNvPr>
          <p:cNvSpPr/>
          <p:nvPr/>
        </p:nvSpPr>
        <p:spPr>
          <a:xfrm>
            <a:off x="9564490" y="32999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5" name="Oval 2884">
            <a:extLst>
              <a:ext uri="{FF2B5EF4-FFF2-40B4-BE49-F238E27FC236}">
                <a16:creationId xmlns:a16="http://schemas.microsoft.com/office/drawing/2014/main" id="{7D3FBA82-0EAB-601F-4D08-C30C18A7504A}"/>
              </a:ext>
            </a:extLst>
          </p:cNvPr>
          <p:cNvSpPr/>
          <p:nvPr/>
        </p:nvSpPr>
        <p:spPr>
          <a:xfrm>
            <a:off x="9452486" y="32904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6" name="Oval 2885">
            <a:extLst>
              <a:ext uri="{FF2B5EF4-FFF2-40B4-BE49-F238E27FC236}">
                <a16:creationId xmlns:a16="http://schemas.microsoft.com/office/drawing/2014/main" id="{7CB54794-CD08-7384-00B0-402B8E85AB0B}"/>
              </a:ext>
            </a:extLst>
          </p:cNvPr>
          <p:cNvSpPr/>
          <p:nvPr/>
        </p:nvSpPr>
        <p:spPr>
          <a:xfrm>
            <a:off x="9485317" y="32745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7" name="Oval 2886">
            <a:extLst>
              <a:ext uri="{FF2B5EF4-FFF2-40B4-BE49-F238E27FC236}">
                <a16:creationId xmlns:a16="http://schemas.microsoft.com/office/drawing/2014/main" id="{4171E4E5-6321-0212-6C34-743D11AFF3FD}"/>
              </a:ext>
            </a:extLst>
          </p:cNvPr>
          <p:cNvSpPr/>
          <p:nvPr/>
        </p:nvSpPr>
        <p:spPr>
          <a:xfrm>
            <a:off x="9638591" y="32993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8" name="Oval 2887">
            <a:extLst>
              <a:ext uri="{FF2B5EF4-FFF2-40B4-BE49-F238E27FC236}">
                <a16:creationId xmlns:a16="http://schemas.microsoft.com/office/drawing/2014/main" id="{9AA3D518-19FD-18E9-B0E2-2AB42520E789}"/>
              </a:ext>
            </a:extLst>
          </p:cNvPr>
          <p:cNvSpPr/>
          <p:nvPr/>
        </p:nvSpPr>
        <p:spPr>
          <a:xfrm>
            <a:off x="9676203" y="32923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9" name="Oval 2888">
            <a:extLst>
              <a:ext uri="{FF2B5EF4-FFF2-40B4-BE49-F238E27FC236}">
                <a16:creationId xmlns:a16="http://schemas.microsoft.com/office/drawing/2014/main" id="{33328B9D-BD0F-2DD5-D8DB-FFA4A09A8B0A}"/>
              </a:ext>
            </a:extLst>
          </p:cNvPr>
          <p:cNvSpPr/>
          <p:nvPr/>
        </p:nvSpPr>
        <p:spPr>
          <a:xfrm>
            <a:off x="9611553" y="32960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1" name="Oval 2890">
            <a:extLst>
              <a:ext uri="{FF2B5EF4-FFF2-40B4-BE49-F238E27FC236}">
                <a16:creationId xmlns:a16="http://schemas.microsoft.com/office/drawing/2014/main" id="{23E585BD-215A-AB32-DA4D-3CD7C9B0CAC6}"/>
              </a:ext>
            </a:extLst>
          </p:cNvPr>
          <p:cNvSpPr/>
          <p:nvPr/>
        </p:nvSpPr>
        <p:spPr>
          <a:xfrm rot="10800000">
            <a:off x="8820951"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2" name="Oval 2891">
            <a:extLst>
              <a:ext uri="{FF2B5EF4-FFF2-40B4-BE49-F238E27FC236}">
                <a16:creationId xmlns:a16="http://schemas.microsoft.com/office/drawing/2014/main" id="{FC3C2BB2-A34C-496A-6405-9061DDD98954}"/>
              </a:ext>
            </a:extLst>
          </p:cNvPr>
          <p:cNvSpPr/>
          <p:nvPr/>
        </p:nvSpPr>
        <p:spPr>
          <a:xfrm rot="10800000">
            <a:off x="8788626"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3" name="Oval 2892">
            <a:extLst>
              <a:ext uri="{FF2B5EF4-FFF2-40B4-BE49-F238E27FC236}">
                <a16:creationId xmlns:a16="http://schemas.microsoft.com/office/drawing/2014/main" id="{022C6CF3-F586-7DCB-36AA-AD99D920BDA9}"/>
              </a:ext>
            </a:extLst>
          </p:cNvPr>
          <p:cNvSpPr/>
          <p:nvPr/>
        </p:nvSpPr>
        <p:spPr>
          <a:xfrm rot="10800000">
            <a:off x="8762206"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4" name="Oval 2893">
            <a:extLst>
              <a:ext uri="{FF2B5EF4-FFF2-40B4-BE49-F238E27FC236}">
                <a16:creationId xmlns:a16="http://schemas.microsoft.com/office/drawing/2014/main" id="{5DEC0130-18D5-E7F4-E2C7-ACF5AE316F09}"/>
              </a:ext>
            </a:extLst>
          </p:cNvPr>
          <p:cNvSpPr/>
          <p:nvPr/>
        </p:nvSpPr>
        <p:spPr>
          <a:xfrm rot="10800000">
            <a:off x="8874210"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5" name="Oval 2894">
            <a:extLst>
              <a:ext uri="{FF2B5EF4-FFF2-40B4-BE49-F238E27FC236}">
                <a16:creationId xmlns:a16="http://schemas.microsoft.com/office/drawing/2014/main" id="{6BEB5854-1387-5581-4D24-EF6C450C1A6E}"/>
              </a:ext>
            </a:extLst>
          </p:cNvPr>
          <p:cNvSpPr/>
          <p:nvPr/>
        </p:nvSpPr>
        <p:spPr>
          <a:xfrm rot="10800000">
            <a:off x="8841379"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6" name="Oval 2895">
            <a:extLst>
              <a:ext uri="{FF2B5EF4-FFF2-40B4-BE49-F238E27FC236}">
                <a16:creationId xmlns:a16="http://schemas.microsoft.com/office/drawing/2014/main" id="{B24E5FFE-F5DC-90C8-D0C9-DD6FB0DC2608}"/>
              </a:ext>
            </a:extLst>
          </p:cNvPr>
          <p:cNvSpPr/>
          <p:nvPr/>
        </p:nvSpPr>
        <p:spPr>
          <a:xfrm rot="10800000">
            <a:off x="8688105"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7" name="Oval 2896">
            <a:extLst>
              <a:ext uri="{FF2B5EF4-FFF2-40B4-BE49-F238E27FC236}">
                <a16:creationId xmlns:a16="http://schemas.microsoft.com/office/drawing/2014/main" id="{6E31F960-D602-4321-19D5-72681BA73F30}"/>
              </a:ext>
            </a:extLst>
          </p:cNvPr>
          <p:cNvSpPr/>
          <p:nvPr/>
        </p:nvSpPr>
        <p:spPr>
          <a:xfrm rot="10800000">
            <a:off x="8650493"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8" name="Oval 2897">
            <a:extLst>
              <a:ext uri="{FF2B5EF4-FFF2-40B4-BE49-F238E27FC236}">
                <a16:creationId xmlns:a16="http://schemas.microsoft.com/office/drawing/2014/main" id="{BB4AEA61-70C2-2657-F2B4-E153646DDE41}"/>
              </a:ext>
            </a:extLst>
          </p:cNvPr>
          <p:cNvSpPr/>
          <p:nvPr/>
        </p:nvSpPr>
        <p:spPr>
          <a:xfrm rot="10800000">
            <a:off x="8715143"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0" name="Oval 2899">
            <a:extLst>
              <a:ext uri="{FF2B5EF4-FFF2-40B4-BE49-F238E27FC236}">
                <a16:creationId xmlns:a16="http://schemas.microsoft.com/office/drawing/2014/main" id="{ADC58B54-271E-770A-8BD9-F678A52372EE}"/>
              </a:ext>
            </a:extLst>
          </p:cNvPr>
          <p:cNvSpPr/>
          <p:nvPr/>
        </p:nvSpPr>
        <p:spPr>
          <a:xfrm>
            <a:off x="8632595"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1" name="Oval 2900">
            <a:extLst>
              <a:ext uri="{FF2B5EF4-FFF2-40B4-BE49-F238E27FC236}">
                <a16:creationId xmlns:a16="http://schemas.microsoft.com/office/drawing/2014/main" id="{4AA8501A-2144-5FBE-16ED-FC2C1B400EED}"/>
              </a:ext>
            </a:extLst>
          </p:cNvPr>
          <p:cNvSpPr/>
          <p:nvPr/>
        </p:nvSpPr>
        <p:spPr>
          <a:xfrm>
            <a:off x="8664920"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2" name="Oval 2901">
            <a:extLst>
              <a:ext uri="{FF2B5EF4-FFF2-40B4-BE49-F238E27FC236}">
                <a16:creationId xmlns:a16="http://schemas.microsoft.com/office/drawing/2014/main" id="{A845DF67-CC1C-8D4F-F53B-E397539B867F}"/>
              </a:ext>
            </a:extLst>
          </p:cNvPr>
          <p:cNvSpPr/>
          <p:nvPr/>
        </p:nvSpPr>
        <p:spPr>
          <a:xfrm>
            <a:off x="8691340"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3" name="Oval 2902">
            <a:extLst>
              <a:ext uri="{FF2B5EF4-FFF2-40B4-BE49-F238E27FC236}">
                <a16:creationId xmlns:a16="http://schemas.microsoft.com/office/drawing/2014/main" id="{A6E309D3-4ACA-B3E7-39FE-9FFDB1689A93}"/>
              </a:ext>
            </a:extLst>
          </p:cNvPr>
          <p:cNvSpPr/>
          <p:nvPr/>
        </p:nvSpPr>
        <p:spPr>
          <a:xfrm>
            <a:off x="8579336"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4" name="Oval 2903">
            <a:extLst>
              <a:ext uri="{FF2B5EF4-FFF2-40B4-BE49-F238E27FC236}">
                <a16:creationId xmlns:a16="http://schemas.microsoft.com/office/drawing/2014/main" id="{BCB3C3EE-EC33-A6DC-485A-C9E4E1B139F4}"/>
              </a:ext>
            </a:extLst>
          </p:cNvPr>
          <p:cNvSpPr/>
          <p:nvPr/>
        </p:nvSpPr>
        <p:spPr>
          <a:xfrm>
            <a:off x="8612167"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5" name="Oval 2904">
            <a:extLst>
              <a:ext uri="{FF2B5EF4-FFF2-40B4-BE49-F238E27FC236}">
                <a16:creationId xmlns:a16="http://schemas.microsoft.com/office/drawing/2014/main" id="{BE812D57-2A1F-BFE4-C9AB-A70640F89D1C}"/>
              </a:ext>
            </a:extLst>
          </p:cNvPr>
          <p:cNvSpPr/>
          <p:nvPr/>
        </p:nvSpPr>
        <p:spPr>
          <a:xfrm>
            <a:off x="8765441"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6" name="Oval 2905">
            <a:extLst>
              <a:ext uri="{FF2B5EF4-FFF2-40B4-BE49-F238E27FC236}">
                <a16:creationId xmlns:a16="http://schemas.microsoft.com/office/drawing/2014/main" id="{B935DDDD-2116-9B97-C4D3-D59E45AEE862}"/>
              </a:ext>
            </a:extLst>
          </p:cNvPr>
          <p:cNvSpPr/>
          <p:nvPr/>
        </p:nvSpPr>
        <p:spPr>
          <a:xfrm>
            <a:off x="8803053"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7" name="Oval 2906">
            <a:extLst>
              <a:ext uri="{FF2B5EF4-FFF2-40B4-BE49-F238E27FC236}">
                <a16:creationId xmlns:a16="http://schemas.microsoft.com/office/drawing/2014/main" id="{82353C2C-0129-417D-C33A-DE198DD5B972}"/>
              </a:ext>
            </a:extLst>
          </p:cNvPr>
          <p:cNvSpPr/>
          <p:nvPr/>
        </p:nvSpPr>
        <p:spPr>
          <a:xfrm>
            <a:off x="8738403"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9" name="Oval 2908">
            <a:extLst>
              <a:ext uri="{FF2B5EF4-FFF2-40B4-BE49-F238E27FC236}">
                <a16:creationId xmlns:a16="http://schemas.microsoft.com/office/drawing/2014/main" id="{4C5A0254-D184-A3D1-2666-EA76E00F665C}"/>
              </a:ext>
            </a:extLst>
          </p:cNvPr>
          <p:cNvSpPr/>
          <p:nvPr/>
        </p:nvSpPr>
        <p:spPr>
          <a:xfrm rot="10800000">
            <a:off x="9125893" y="32730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0" name="Oval 2909">
            <a:extLst>
              <a:ext uri="{FF2B5EF4-FFF2-40B4-BE49-F238E27FC236}">
                <a16:creationId xmlns:a16="http://schemas.microsoft.com/office/drawing/2014/main" id="{1E619F61-53AE-C30B-2F06-869A201545BD}"/>
              </a:ext>
            </a:extLst>
          </p:cNvPr>
          <p:cNvSpPr/>
          <p:nvPr/>
        </p:nvSpPr>
        <p:spPr>
          <a:xfrm rot="10800000">
            <a:off x="9093568" y="32612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1" name="Oval 2910">
            <a:extLst>
              <a:ext uri="{FF2B5EF4-FFF2-40B4-BE49-F238E27FC236}">
                <a16:creationId xmlns:a16="http://schemas.microsoft.com/office/drawing/2014/main" id="{2F3120B0-0C63-44F2-139A-FF446846D4FC}"/>
              </a:ext>
            </a:extLst>
          </p:cNvPr>
          <p:cNvSpPr/>
          <p:nvPr/>
        </p:nvSpPr>
        <p:spPr>
          <a:xfrm rot="10800000">
            <a:off x="9067148" y="32605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2" name="Oval 2911">
            <a:extLst>
              <a:ext uri="{FF2B5EF4-FFF2-40B4-BE49-F238E27FC236}">
                <a16:creationId xmlns:a16="http://schemas.microsoft.com/office/drawing/2014/main" id="{13E77E38-985C-3113-8943-41F6F8931D13}"/>
              </a:ext>
            </a:extLst>
          </p:cNvPr>
          <p:cNvSpPr/>
          <p:nvPr/>
        </p:nvSpPr>
        <p:spPr>
          <a:xfrm rot="10800000">
            <a:off x="9179152" y="3270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3" name="Oval 2912">
            <a:extLst>
              <a:ext uri="{FF2B5EF4-FFF2-40B4-BE49-F238E27FC236}">
                <a16:creationId xmlns:a16="http://schemas.microsoft.com/office/drawing/2014/main" id="{A663B3B4-7D78-01E5-FDC2-591E8635B5DF}"/>
              </a:ext>
            </a:extLst>
          </p:cNvPr>
          <p:cNvSpPr/>
          <p:nvPr/>
        </p:nvSpPr>
        <p:spPr>
          <a:xfrm rot="10800000">
            <a:off x="9146321" y="3287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4" name="Oval 2913">
            <a:extLst>
              <a:ext uri="{FF2B5EF4-FFF2-40B4-BE49-F238E27FC236}">
                <a16:creationId xmlns:a16="http://schemas.microsoft.com/office/drawing/2014/main" id="{02DDCB14-5F64-FA23-8564-235E9BC4677A}"/>
              </a:ext>
            </a:extLst>
          </p:cNvPr>
          <p:cNvSpPr/>
          <p:nvPr/>
        </p:nvSpPr>
        <p:spPr>
          <a:xfrm rot="10800000">
            <a:off x="8993047" y="32612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5" name="Oval 2914">
            <a:extLst>
              <a:ext uri="{FF2B5EF4-FFF2-40B4-BE49-F238E27FC236}">
                <a16:creationId xmlns:a16="http://schemas.microsoft.com/office/drawing/2014/main" id="{D822C39F-EEDC-DB12-A92F-9B8DC5D9EFDD}"/>
              </a:ext>
            </a:extLst>
          </p:cNvPr>
          <p:cNvSpPr/>
          <p:nvPr/>
        </p:nvSpPr>
        <p:spPr>
          <a:xfrm rot="10800000">
            <a:off x="8955435" y="32686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6" name="Oval 2915">
            <a:extLst>
              <a:ext uri="{FF2B5EF4-FFF2-40B4-BE49-F238E27FC236}">
                <a16:creationId xmlns:a16="http://schemas.microsoft.com/office/drawing/2014/main" id="{977ADA78-9D5C-F8E1-6659-46F805600781}"/>
              </a:ext>
            </a:extLst>
          </p:cNvPr>
          <p:cNvSpPr/>
          <p:nvPr/>
        </p:nvSpPr>
        <p:spPr>
          <a:xfrm rot="10800000">
            <a:off x="9020085" y="32647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8" name="Oval 2917">
            <a:extLst>
              <a:ext uri="{FF2B5EF4-FFF2-40B4-BE49-F238E27FC236}">
                <a16:creationId xmlns:a16="http://schemas.microsoft.com/office/drawing/2014/main" id="{452B3D98-E8C7-C123-5AB5-45F918CA0A73}"/>
              </a:ext>
            </a:extLst>
          </p:cNvPr>
          <p:cNvSpPr/>
          <p:nvPr/>
        </p:nvSpPr>
        <p:spPr>
          <a:xfrm rot="10800000">
            <a:off x="9465222" y="3514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9" name="Oval 2918">
            <a:extLst>
              <a:ext uri="{FF2B5EF4-FFF2-40B4-BE49-F238E27FC236}">
                <a16:creationId xmlns:a16="http://schemas.microsoft.com/office/drawing/2014/main" id="{1CBF0616-7C91-C479-691B-AE2FC89C11BB}"/>
              </a:ext>
            </a:extLst>
          </p:cNvPr>
          <p:cNvSpPr/>
          <p:nvPr/>
        </p:nvSpPr>
        <p:spPr>
          <a:xfrm rot="10800000">
            <a:off x="9432897" y="35024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0" name="Oval 2919">
            <a:extLst>
              <a:ext uri="{FF2B5EF4-FFF2-40B4-BE49-F238E27FC236}">
                <a16:creationId xmlns:a16="http://schemas.microsoft.com/office/drawing/2014/main" id="{56C31FFC-6DB6-CF80-BF6C-11C848F6B8F4}"/>
              </a:ext>
            </a:extLst>
          </p:cNvPr>
          <p:cNvSpPr/>
          <p:nvPr/>
        </p:nvSpPr>
        <p:spPr>
          <a:xfrm rot="10800000">
            <a:off x="9406477" y="35018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1" name="Oval 2920">
            <a:extLst>
              <a:ext uri="{FF2B5EF4-FFF2-40B4-BE49-F238E27FC236}">
                <a16:creationId xmlns:a16="http://schemas.microsoft.com/office/drawing/2014/main" id="{DDD87C1C-400D-28A4-9301-1BAB274B5BC9}"/>
              </a:ext>
            </a:extLst>
          </p:cNvPr>
          <p:cNvSpPr/>
          <p:nvPr/>
        </p:nvSpPr>
        <p:spPr>
          <a:xfrm rot="10800000">
            <a:off x="9518481" y="3511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2" name="Oval 2921">
            <a:extLst>
              <a:ext uri="{FF2B5EF4-FFF2-40B4-BE49-F238E27FC236}">
                <a16:creationId xmlns:a16="http://schemas.microsoft.com/office/drawing/2014/main" id="{4DC01A63-583C-57A5-B23E-57609C6800E3}"/>
              </a:ext>
            </a:extLst>
          </p:cNvPr>
          <p:cNvSpPr/>
          <p:nvPr/>
        </p:nvSpPr>
        <p:spPr>
          <a:xfrm rot="10800000">
            <a:off x="9485650" y="3528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3" name="Oval 2922">
            <a:extLst>
              <a:ext uri="{FF2B5EF4-FFF2-40B4-BE49-F238E27FC236}">
                <a16:creationId xmlns:a16="http://schemas.microsoft.com/office/drawing/2014/main" id="{D7682849-35BD-8F69-C05B-EFDC0CB706B9}"/>
              </a:ext>
            </a:extLst>
          </p:cNvPr>
          <p:cNvSpPr/>
          <p:nvPr/>
        </p:nvSpPr>
        <p:spPr>
          <a:xfrm rot="10800000">
            <a:off x="9332376" y="350249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4" name="Oval 2923">
            <a:extLst>
              <a:ext uri="{FF2B5EF4-FFF2-40B4-BE49-F238E27FC236}">
                <a16:creationId xmlns:a16="http://schemas.microsoft.com/office/drawing/2014/main" id="{AC3F26F6-E926-E8BC-DB41-F7F37B1A9197}"/>
              </a:ext>
            </a:extLst>
          </p:cNvPr>
          <p:cNvSpPr/>
          <p:nvPr/>
        </p:nvSpPr>
        <p:spPr>
          <a:xfrm rot="10800000">
            <a:off x="9294764" y="35099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5" name="Oval 2924">
            <a:extLst>
              <a:ext uri="{FF2B5EF4-FFF2-40B4-BE49-F238E27FC236}">
                <a16:creationId xmlns:a16="http://schemas.microsoft.com/office/drawing/2014/main" id="{E08A31C9-7932-CFA1-8ADF-F498F3885874}"/>
              </a:ext>
            </a:extLst>
          </p:cNvPr>
          <p:cNvSpPr/>
          <p:nvPr/>
        </p:nvSpPr>
        <p:spPr>
          <a:xfrm rot="10800000">
            <a:off x="9359414" y="35060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7" name="Oval 2926">
            <a:extLst>
              <a:ext uri="{FF2B5EF4-FFF2-40B4-BE49-F238E27FC236}">
                <a16:creationId xmlns:a16="http://schemas.microsoft.com/office/drawing/2014/main" id="{F79B22B6-9A73-F9A9-0739-B8B1CB0FE463}"/>
              </a:ext>
            </a:extLst>
          </p:cNvPr>
          <p:cNvSpPr/>
          <p:nvPr/>
        </p:nvSpPr>
        <p:spPr>
          <a:xfrm rot="10800000">
            <a:off x="9404585" y="3457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8" name="Oval 2927">
            <a:extLst>
              <a:ext uri="{FF2B5EF4-FFF2-40B4-BE49-F238E27FC236}">
                <a16:creationId xmlns:a16="http://schemas.microsoft.com/office/drawing/2014/main" id="{23AAA6FC-C65B-8FDB-47F2-B46CE0FC5FAC}"/>
              </a:ext>
            </a:extLst>
          </p:cNvPr>
          <p:cNvSpPr/>
          <p:nvPr/>
        </p:nvSpPr>
        <p:spPr>
          <a:xfrm rot="10800000">
            <a:off x="9372260" y="34456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9" name="Oval 2928">
            <a:extLst>
              <a:ext uri="{FF2B5EF4-FFF2-40B4-BE49-F238E27FC236}">
                <a16:creationId xmlns:a16="http://schemas.microsoft.com/office/drawing/2014/main" id="{FE1612FE-8A21-D029-DE2C-FD3AB9AD5BCA}"/>
              </a:ext>
            </a:extLst>
          </p:cNvPr>
          <p:cNvSpPr/>
          <p:nvPr/>
        </p:nvSpPr>
        <p:spPr>
          <a:xfrm rot="10800000">
            <a:off x="9345840" y="3444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0" name="Oval 2929">
            <a:extLst>
              <a:ext uri="{FF2B5EF4-FFF2-40B4-BE49-F238E27FC236}">
                <a16:creationId xmlns:a16="http://schemas.microsoft.com/office/drawing/2014/main" id="{49180A55-A7D0-37BC-E938-3096BA9A355A}"/>
              </a:ext>
            </a:extLst>
          </p:cNvPr>
          <p:cNvSpPr/>
          <p:nvPr/>
        </p:nvSpPr>
        <p:spPr>
          <a:xfrm rot="10800000">
            <a:off x="9457844" y="3455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1" name="Oval 2930">
            <a:extLst>
              <a:ext uri="{FF2B5EF4-FFF2-40B4-BE49-F238E27FC236}">
                <a16:creationId xmlns:a16="http://schemas.microsoft.com/office/drawing/2014/main" id="{9C3E88E5-B112-5194-15C5-70C6D29BAA8B}"/>
              </a:ext>
            </a:extLst>
          </p:cNvPr>
          <p:cNvSpPr/>
          <p:nvPr/>
        </p:nvSpPr>
        <p:spPr>
          <a:xfrm rot="10800000">
            <a:off x="9425013" y="3472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2" name="Oval 2931">
            <a:extLst>
              <a:ext uri="{FF2B5EF4-FFF2-40B4-BE49-F238E27FC236}">
                <a16:creationId xmlns:a16="http://schemas.microsoft.com/office/drawing/2014/main" id="{49D65D0B-755B-B491-FD54-51BDFDED893F}"/>
              </a:ext>
            </a:extLst>
          </p:cNvPr>
          <p:cNvSpPr/>
          <p:nvPr/>
        </p:nvSpPr>
        <p:spPr>
          <a:xfrm rot="10800000">
            <a:off x="9271739" y="344565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3" name="Oval 2932">
            <a:extLst>
              <a:ext uri="{FF2B5EF4-FFF2-40B4-BE49-F238E27FC236}">
                <a16:creationId xmlns:a16="http://schemas.microsoft.com/office/drawing/2014/main" id="{808558D3-B2B6-A5C2-DBD5-F60C7C6C8C7E}"/>
              </a:ext>
            </a:extLst>
          </p:cNvPr>
          <p:cNvSpPr/>
          <p:nvPr/>
        </p:nvSpPr>
        <p:spPr>
          <a:xfrm rot="10800000">
            <a:off x="9234127" y="34531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4" name="Oval 2933">
            <a:extLst>
              <a:ext uri="{FF2B5EF4-FFF2-40B4-BE49-F238E27FC236}">
                <a16:creationId xmlns:a16="http://schemas.microsoft.com/office/drawing/2014/main" id="{51658F61-C789-D438-9269-6E92BEBDD02A}"/>
              </a:ext>
            </a:extLst>
          </p:cNvPr>
          <p:cNvSpPr/>
          <p:nvPr/>
        </p:nvSpPr>
        <p:spPr>
          <a:xfrm rot="10800000">
            <a:off x="9298777" y="34491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6" name="Oval 2935">
            <a:extLst>
              <a:ext uri="{FF2B5EF4-FFF2-40B4-BE49-F238E27FC236}">
                <a16:creationId xmlns:a16="http://schemas.microsoft.com/office/drawing/2014/main" id="{E039980B-DA60-F630-8B2A-512FF28D70B0}"/>
              </a:ext>
            </a:extLst>
          </p:cNvPr>
          <p:cNvSpPr/>
          <p:nvPr/>
        </p:nvSpPr>
        <p:spPr>
          <a:xfrm rot="10800000">
            <a:off x="9337694" y="365278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7" name="Oval 2936">
            <a:extLst>
              <a:ext uri="{FF2B5EF4-FFF2-40B4-BE49-F238E27FC236}">
                <a16:creationId xmlns:a16="http://schemas.microsoft.com/office/drawing/2014/main" id="{AF3FF8F1-3F77-08E2-AAB5-BEB995D062DA}"/>
              </a:ext>
            </a:extLst>
          </p:cNvPr>
          <p:cNvSpPr/>
          <p:nvPr/>
        </p:nvSpPr>
        <p:spPr>
          <a:xfrm rot="10800000">
            <a:off x="9305369" y="364093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8" name="Oval 2937">
            <a:extLst>
              <a:ext uri="{FF2B5EF4-FFF2-40B4-BE49-F238E27FC236}">
                <a16:creationId xmlns:a16="http://schemas.microsoft.com/office/drawing/2014/main" id="{CE5AAAE7-1A77-C094-8FEF-C7071DADDB18}"/>
              </a:ext>
            </a:extLst>
          </p:cNvPr>
          <p:cNvSpPr/>
          <p:nvPr/>
        </p:nvSpPr>
        <p:spPr>
          <a:xfrm rot="10800000">
            <a:off x="9278949" y="36402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9" name="Oval 2938">
            <a:extLst>
              <a:ext uri="{FF2B5EF4-FFF2-40B4-BE49-F238E27FC236}">
                <a16:creationId xmlns:a16="http://schemas.microsoft.com/office/drawing/2014/main" id="{CE4864A7-64FC-38AA-01FE-A7266164EFAD}"/>
              </a:ext>
            </a:extLst>
          </p:cNvPr>
          <p:cNvSpPr/>
          <p:nvPr/>
        </p:nvSpPr>
        <p:spPr>
          <a:xfrm rot="10800000">
            <a:off x="9390953" y="3650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0" name="Oval 2939">
            <a:extLst>
              <a:ext uri="{FF2B5EF4-FFF2-40B4-BE49-F238E27FC236}">
                <a16:creationId xmlns:a16="http://schemas.microsoft.com/office/drawing/2014/main" id="{77D64933-58D1-14B3-3D32-F2028B98E285}"/>
              </a:ext>
            </a:extLst>
          </p:cNvPr>
          <p:cNvSpPr/>
          <p:nvPr/>
        </p:nvSpPr>
        <p:spPr>
          <a:xfrm rot="10800000">
            <a:off x="9358122" y="3667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1" name="Oval 2940">
            <a:extLst>
              <a:ext uri="{FF2B5EF4-FFF2-40B4-BE49-F238E27FC236}">
                <a16:creationId xmlns:a16="http://schemas.microsoft.com/office/drawing/2014/main" id="{FF7427AC-9146-653C-A265-75B69130E3FD}"/>
              </a:ext>
            </a:extLst>
          </p:cNvPr>
          <p:cNvSpPr/>
          <p:nvPr/>
        </p:nvSpPr>
        <p:spPr>
          <a:xfrm rot="10800000">
            <a:off x="9204848" y="36409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2" name="Oval 2941">
            <a:extLst>
              <a:ext uri="{FF2B5EF4-FFF2-40B4-BE49-F238E27FC236}">
                <a16:creationId xmlns:a16="http://schemas.microsoft.com/office/drawing/2014/main" id="{B04D09F7-BD70-2E9D-F3B3-93E76B6F0750}"/>
              </a:ext>
            </a:extLst>
          </p:cNvPr>
          <p:cNvSpPr/>
          <p:nvPr/>
        </p:nvSpPr>
        <p:spPr>
          <a:xfrm rot="10800000">
            <a:off x="9167236" y="3648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3" name="Oval 2942">
            <a:extLst>
              <a:ext uri="{FF2B5EF4-FFF2-40B4-BE49-F238E27FC236}">
                <a16:creationId xmlns:a16="http://schemas.microsoft.com/office/drawing/2014/main" id="{25AD54A4-F5CF-51CF-1D0E-E7B06D3BE411}"/>
              </a:ext>
            </a:extLst>
          </p:cNvPr>
          <p:cNvSpPr/>
          <p:nvPr/>
        </p:nvSpPr>
        <p:spPr>
          <a:xfrm rot="10800000">
            <a:off x="9231886" y="364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45" name="Group 2944">
            <a:extLst>
              <a:ext uri="{FF2B5EF4-FFF2-40B4-BE49-F238E27FC236}">
                <a16:creationId xmlns:a16="http://schemas.microsoft.com/office/drawing/2014/main" id="{D9F5F400-C904-9818-D44B-51AF13F478AC}"/>
              </a:ext>
            </a:extLst>
          </p:cNvPr>
          <p:cNvGrpSpPr/>
          <p:nvPr/>
        </p:nvGrpSpPr>
        <p:grpSpPr>
          <a:xfrm rot="10800000">
            <a:off x="8289614" y="3618437"/>
            <a:ext cx="242005" cy="46723"/>
            <a:chOff x="7979724" y="3580291"/>
            <a:chExt cx="242005" cy="43678"/>
          </a:xfrm>
        </p:grpSpPr>
        <p:sp>
          <p:nvSpPr>
            <p:cNvPr id="3009" name="Oval 3008">
              <a:extLst>
                <a:ext uri="{FF2B5EF4-FFF2-40B4-BE49-F238E27FC236}">
                  <a16:creationId xmlns:a16="http://schemas.microsoft.com/office/drawing/2014/main" id="{AAD5BEE7-C7D3-0778-C66F-D20C3EB596C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0" name="Oval 3009">
              <a:extLst>
                <a:ext uri="{FF2B5EF4-FFF2-40B4-BE49-F238E27FC236}">
                  <a16:creationId xmlns:a16="http://schemas.microsoft.com/office/drawing/2014/main" id="{F2B8E6E2-B908-7CA5-9E71-9E2A7815056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1" name="Oval 3010">
              <a:extLst>
                <a:ext uri="{FF2B5EF4-FFF2-40B4-BE49-F238E27FC236}">
                  <a16:creationId xmlns:a16="http://schemas.microsoft.com/office/drawing/2014/main" id="{D326D380-C103-035B-0ADD-4CA15635EE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2" name="Oval 3011">
              <a:extLst>
                <a:ext uri="{FF2B5EF4-FFF2-40B4-BE49-F238E27FC236}">
                  <a16:creationId xmlns:a16="http://schemas.microsoft.com/office/drawing/2014/main" id="{3B71837B-8B0C-803E-56FA-3CCEB15F36F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3" name="Oval 3012">
              <a:extLst>
                <a:ext uri="{FF2B5EF4-FFF2-40B4-BE49-F238E27FC236}">
                  <a16:creationId xmlns:a16="http://schemas.microsoft.com/office/drawing/2014/main" id="{85DF422B-4AD6-E3DE-325D-6678C2F29CB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4" name="Oval 3013">
              <a:extLst>
                <a:ext uri="{FF2B5EF4-FFF2-40B4-BE49-F238E27FC236}">
                  <a16:creationId xmlns:a16="http://schemas.microsoft.com/office/drawing/2014/main" id="{45D6C136-F5BB-2C96-FD9A-324756821A3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5" name="Oval 3014">
              <a:extLst>
                <a:ext uri="{FF2B5EF4-FFF2-40B4-BE49-F238E27FC236}">
                  <a16:creationId xmlns:a16="http://schemas.microsoft.com/office/drawing/2014/main" id="{EB9ED1BA-3AB0-AD45-A007-4F2AEB55E1A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6" name="Oval 3015">
              <a:extLst>
                <a:ext uri="{FF2B5EF4-FFF2-40B4-BE49-F238E27FC236}">
                  <a16:creationId xmlns:a16="http://schemas.microsoft.com/office/drawing/2014/main" id="{95F39661-9634-825D-DBD1-6CF29549672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6" name="Group 2945">
            <a:extLst>
              <a:ext uri="{FF2B5EF4-FFF2-40B4-BE49-F238E27FC236}">
                <a16:creationId xmlns:a16="http://schemas.microsoft.com/office/drawing/2014/main" id="{D53611FE-7378-33FA-E092-A4A4FCEED136}"/>
              </a:ext>
            </a:extLst>
          </p:cNvPr>
          <p:cNvGrpSpPr/>
          <p:nvPr/>
        </p:nvGrpSpPr>
        <p:grpSpPr>
          <a:xfrm>
            <a:off x="8218457" y="3619253"/>
            <a:ext cx="242005" cy="43678"/>
            <a:chOff x="7979724" y="3580291"/>
            <a:chExt cx="242005" cy="43678"/>
          </a:xfrm>
        </p:grpSpPr>
        <p:sp>
          <p:nvSpPr>
            <p:cNvPr id="3001" name="Oval 3000">
              <a:extLst>
                <a:ext uri="{FF2B5EF4-FFF2-40B4-BE49-F238E27FC236}">
                  <a16:creationId xmlns:a16="http://schemas.microsoft.com/office/drawing/2014/main" id="{9B94D8FE-CA0D-0468-080B-8B78D76C716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2" name="Oval 3001">
              <a:extLst>
                <a:ext uri="{FF2B5EF4-FFF2-40B4-BE49-F238E27FC236}">
                  <a16:creationId xmlns:a16="http://schemas.microsoft.com/office/drawing/2014/main" id="{152144DF-487C-1D1A-FB39-76A4A72C205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3" name="Oval 3002">
              <a:extLst>
                <a:ext uri="{FF2B5EF4-FFF2-40B4-BE49-F238E27FC236}">
                  <a16:creationId xmlns:a16="http://schemas.microsoft.com/office/drawing/2014/main" id="{D30B2D52-42E3-73F7-DF4E-DA5512D1821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4" name="Oval 3003">
              <a:extLst>
                <a:ext uri="{FF2B5EF4-FFF2-40B4-BE49-F238E27FC236}">
                  <a16:creationId xmlns:a16="http://schemas.microsoft.com/office/drawing/2014/main" id="{3A762D00-5478-8B46-FD84-269F8B79E8A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5" name="Oval 3004">
              <a:extLst>
                <a:ext uri="{FF2B5EF4-FFF2-40B4-BE49-F238E27FC236}">
                  <a16:creationId xmlns:a16="http://schemas.microsoft.com/office/drawing/2014/main" id="{5035651D-F324-7D1B-4BFB-9392224A9E0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6" name="Oval 3005">
              <a:extLst>
                <a:ext uri="{FF2B5EF4-FFF2-40B4-BE49-F238E27FC236}">
                  <a16:creationId xmlns:a16="http://schemas.microsoft.com/office/drawing/2014/main" id="{38FD35FD-FE76-86F2-76FD-49C9E183D07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7" name="Oval 3006">
              <a:extLst>
                <a:ext uri="{FF2B5EF4-FFF2-40B4-BE49-F238E27FC236}">
                  <a16:creationId xmlns:a16="http://schemas.microsoft.com/office/drawing/2014/main" id="{6DEE945E-C68C-BEC3-A2D2-462A7D6D031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8" name="Oval 3007">
              <a:extLst>
                <a:ext uri="{FF2B5EF4-FFF2-40B4-BE49-F238E27FC236}">
                  <a16:creationId xmlns:a16="http://schemas.microsoft.com/office/drawing/2014/main" id="{DE3AC355-5625-3D3C-3503-93FD8F21A28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7" name="Group 2946">
            <a:extLst>
              <a:ext uri="{FF2B5EF4-FFF2-40B4-BE49-F238E27FC236}">
                <a16:creationId xmlns:a16="http://schemas.microsoft.com/office/drawing/2014/main" id="{3CAE1A28-11CB-C5BD-1E1E-692595690D0A}"/>
              </a:ext>
            </a:extLst>
          </p:cNvPr>
          <p:cNvGrpSpPr/>
          <p:nvPr/>
        </p:nvGrpSpPr>
        <p:grpSpPr>
          <a:xfrm rot="10800000">
            <a:off x="8530657" y="3621613"/>
            <a:ext cx="242005" cy="46723"/>
            <a:chOff x="7979724" y="3580291"/>
            <a:chExt cx="242005" cy="43678"/>
          </a:xfrm>
        </p:grpSpPr>
        <p:sp>
          <p:nvSpPr>
            <p:cNvPr id="2993" name="Oval 2992">
              <a:extLst>
                <a:ext uri="{FF2B5EF4-FFF2-40B4-BE49-F238E27FC236}">
                  <a16:creationId xmlns:a16="http://schemas.microsoft.com/office/drawing/2014/main" id="{87E0160E-9903-377B-DE56-60475DD8A5B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4" name="Oval 2993">
              <a:extLst>
                <a:ext uri="{FF2B5EF4-FFF2-40B4-BE49-F238E27FC236}">
                  <a16:creationId xmlns:a16="http://schemas.microsoft.com/office/drawing/2014/main" id="{38156350-2F1F-C551-A027-A33A726CB7D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5" name="Oval 2994">
              <a:extLst>
                <a:ext uri="{FF2B5EF4-FFF2-40B4-BE49-F238E27FC236}">
                  <a16:creationId xmlns:a16="http://schemas.microsoft.com/office/drawing/2014/main" id="{DE120E04-B6A0-55D2-4F53-CA673B33F07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6" name="Oval 2995">
              <a:extLst>
                <a:ext uri="{FF2B5EF4-FFF2-40B4-BE49-F238E27FC236}">
                  <a16:creationId xmlns:a16="http://schemas.microsoft.com/office/drawing/2014/main" id="{D920CD15-1665-0E6E-81B2-70A04894EA1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7" name="Oval 2996">
              <a:extLst>
                <a:ext uri="{FF2B5EF4-FFF2-40B4-BE49-F238E27FC236}">
                  <a16:creationId xmlns:a16="http://schemas.microsoft.com/office/drawing/2014/main" id="{5402A78E-2FA5-99CD-3EE0-880CDAAD0DE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8" name="Oval 2997">
              <a:extLst>
                <a:ext uri="{FF2B5EF4-FFF2-40B4-BE49-F238E27FC236}">
                  <a16:creationId xmlns:a16="http://schemas.microsoft.com/office/drawing/2014/main" id="{721F485A-00CD-DE8E-3187-F1D1E41E474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9" name="Oval 2998">
              <a:extLst>
                <a:ext uri="{FF2B5EF4-FFF2-40B4-BE49-F238E27FC236}">
                  <a16:creationId xmlns:a16="http://schemas.microsoft.com/office/drawing/2014/main" id="{5A6392FA-6897-B81B-51ED-0600AFBC6E3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0" name="Oval 2999">
              <a:extLst>
                <a:ext uri="{FF2B5EF4-FFF2-40B4-BE49-F238E27FC236}">
                  <a16:creationId xmlns:a16="http://schemas.microsoft.com/office/drawing/2014/main" id="{BAB9E382-95AC-8A72-6095-21239811154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8" name="Group 2947">
            <a:extLst>
              <a:ext uri="{FF2B5EF4-FFF2-40B4-BE49-F238E27FC236}">
                <a16:creationId xmlns:a16="http://schemas.microsoft.com/office/drawing/2014/main" id="{9BA25DD7-85D0-60B5-C668-24E017675E70}"/>
              </a:ext>
            </a:extLst>
          </p:cNvPr>
          <p:cNvGrpSpPr/>
          <p:nvPr/>
        </p:nvGrpSpPr>
        <p:grpSpPr>
          <a:xfrm rot="11689693">
            <a:off x="8459500" y="3622429"/>
            <a:ext cx="242005" cy="43678"/>
            <a:chOff x="7979724" y="3580291"/>
            <a:chExt cx="242005" cy="43678"/>
          </a:xfrm>
        </p:grpSpPr>
        <p:sp>
          <p:nvSpPr>
            <p:cNvPr id="2985" name="Oval 2984">
              <a:extLst>
                <a:ext uri="{FF2B5EF4-FFF2-40B4-BE49-F238E27FC236}">
                  <a16:creationId xmlns:a16="http://schemas.microsoft.com/office/drawing/2014/main" id="{71D8731C-8782-900B-42E8-338BB0305F3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6" name="Oval 2985">
              <a:extLst>
                <a:ext uri="{FF2B5EF4-FFF2-40B4-BE49-F238E27FC236}">
                  <a16:creationId xmlns:a16="http://schemas.microsoft.com/office/drawing/2014/main" id="{B8DAE913-CC80-9566-7190-DF87E83A84A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7" name="Oval 2986">
              <a:extLst>
                <a:ext uri="{FF2B5EF4-FFF2-40B4-BE49-F238E27FC236}">
                  <a16:creationId xmlns:a16="http://schemas.microsoft.com/office/drawing/2014/main" id="{60808675-3EBC-7D31-95B0-C5D040B9B12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8" name="Oval 2987">
              <a:extLst>
                <a:ext uri="{FF2B5EF4-FFF2-40B4-BE49-F238E27FC236}">
                  <a16:creationId xmlns:a16="http://schemas.microsoft.com/office/drawing/2014/main" id="{A0915991-A4E5-08FE-A916-0E2E2DAE2C8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9" name="Oval 2988">
              <a:extLst>
                <a:ext uri="{FF2B5EF4-FFF2-40B4-BE49-F238E27FC236}">
                  <a16:creationId xmlns:a16="http://schemas.microsoft.com/office/drawing/2014/main" id="{66645EDE-1756-2CCE-0180-82235B8CE3D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0" name="Oval 2989">
              <a:extLst>
                <a:ext uri="{FF2B5EF4-FFF2-40B4-BE49-F238E27FC236}">
                  <a16:creationId xmlns:a16="http://schemas.microsoft.com/office/drawing/2014/main" id="{6B6A6346-4FD7-3EF1-0B2C-7C736AE47F1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1" name="Oval 2990">
              <a:extLst>
                <a:ext uri="{FF2B5EF4-FFF2-40B4-BE49-F238E27FC236}">
                  <a16:creationId xmlns:a16="http://schemas.microsoft.com/office/drawing/2014/main" id="{C0F3202F-27E8-3A02-49BC-B144337E360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2" name="Oval 2991">
              <a:extLst>
                <a:ext uri="{FF2B5EF4-FFF2-40B4-BE49-F238E27FC236}">
                  <a16:creationId xmlns:a16="http://schemas.microsoft.com/office/drawing/2014/main" id="{EEA8E746-6DBC-5BAB-DBDC-46FF4F3C16F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49" name="Group 2948">
            <a:extLst>
              <a:ext uri="{FF2B5EF4-FFF2-40B4-BE49-F238E27FC236}">
                <a16:creationId xmlns:a16="http://schemas.microsoft.com/office/drawing/2014/main" id="{7FA967D4-3AF9-0046-3EBC-5179B82A4A32}"/>
              </a:ext>
            </a:extLst>
          </p:cNvPr>
          <p:cNvGrpSpPr/>
          <p:nvPr/>
        </p:nvGrpSpPr>
        <p:grpSpPr>
          <a:xfrm rot="21292958">
            <a:off x="8706954" y="3622453"/>
            <a:ext cx="242005" cy="46723"/>
            <a:chOff x="7979724" y="3580291"/>
            <a:chExt cx="242005" cy="43678"/>
          </a:xfrm>
        </p:grpSpPr>
        <p:sp>
          <p:nvSpPr>
            <p:cNvPr id="2977" name="Oval 2976">
              <a:extLst>
                <a:ext uri="{FF2B5EF4-FFF2-40B4-BE49-F238E27FC236}">
                  <a16:creationId xmlns:a16="http://schemas.microsoft.com/office/drawing/2014/main" id="{1C388F64-C00D-C658-6D58-7A14E21132F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8" name="Oval 2977">
              <a:extLst>
                <a:ext uri="{FF2B5EF4-FFF2-40B4-BE49-F238E27FC236}">
                  <a16:creationId xmlns:a16="http://schemas.microsoft.com/office/drawing/2014/main" id="{D9FB1A12-C070-4B8D-9180-B4F065371C2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9" name="Oval 2978">
              <a:extLst>
                <a:ext uri="{FF2B5EF4-FFF2-40B4-BE49-F238E27FC236}">
                  <a16:creationId xmlns:a16="http://schemas.microsoft.com/office/drawing/2014/main" id="{019F7824-7591-264F-8DC6-294D9344B20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0" name="Oval 2979">
              <a:extLst>
                <a:ext uri="{FF2B5EF4-FFF2-40B4-BE49-F238E27FC236}">
                  <a16:creationId xmlns:a16="http://schemas.microsoft.com/office/drawing/2014/main" id="{F4C16302-CC7C-DCF5-2367-48E4F2593C1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1" name="Oval 2980">
              <a:extLst>
                <a:ext uri="{FF2B5EF4-FFF2-40B4-BE49-F238E27FC236}">
                  <a16:creationId xmlns:a16="http://schemas.microsoft.com/office/drawing/2014/main" id="{AFB2BC85-3BC2-28A9-B5F2-6D8762FCA83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2" name="Oval 2981">
              <a:extLst>
                <a:ext uri="{FF2B5EF4-FFF2-40B4-BE49-F238E27FC236}">
                  <a16:creationId xmlns:a16="http://schemas.microsoft.com/office/drawing/2014/main" id="{A6334DE9-CF4C-52F4-6FED-E7C02770E40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3" name="Oval 2982">
              <a:extLst>
                <a:ext uri="{FF2B5EF4-FFF2-40B4-BE49-F238E27FC236}">
                  <a16:creationId xmlns:a16="http://schemas.microsoft.com/office/drawing/2014/main" id="{3329D4F6-A525-AF37-5246-0F591518F44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4" name="Oval 2983">
              <a:extLst>
                <a:ext uri="{FF2B5EF4-FFF2-40B4-BE49-F238E27FC236}">
                  <a16:creationId xmlns:a16="http://schemas.microsoft.com/office/drawing/2014/main" id="{EB049E94-4880-1934-4FBB-4405E361A0C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0" name="Group 2949">
            <a:extLst>
              <a:ext uri="{FF2B5EF4-FFF2-40B4-BE49-F238E27FC236}">
                <a16:creationId xmlns:a16="http://schemas.microsoft.com/office/drawing/2014/main" id="{2ADA7698-CBEE-5710-D2DB-8B69267F2D53}"/>
              </a:ext>
            </a:extLst>
          </p:cNvPr>
          <p:cNvGrpSpPr/>
          <p:nvPr/>
        </p:nvGrpSpPr>
        <p:grpSpPr>
          <a:xfrm>
            <a:off x="8635797" y="3623269"/>
            <a:ext cx="242005" cy="43678"/>
            <a:chOff x="7979724" y="3580291"/>
            <a:chExt cx="242005" cy="43678"/>
          </a:xfrm>
        </p:grpSpPr>
        <p:sp>
          <p:nvSpPr>
            <p:cNvPr id="2969" name="Oval 2968">
              <a:extLst>
                <a:ext uri="{FF2B5EF4-FFF2-40B4-BE49-F238E27FC236}">
                  <a16:creationId xmlns:a16="http://schemas.microsoft.com/office/drawing/2014/main" id="{2A3FD9EB-4032-E43F-3DAE-1B373285572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0" name="Oval 2969">
              <a:extLst>
                <a:ext uri="{FF2B5EF4-FFF2-40B4-BE49-F238E27FC236}">
                  <a16:creationId xmlns:a16="http://schemas.microsoft.com/office/drawing/2014/main" id="{AA34100C-67C8-607A-06BB-4A50C83BF99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1" name="Oval 2970">
              <a:extLst>
                <a:ext uri="{FF2B5EF4-FFF2-40B4-BE49-F238E27FC236}">
                  <a16:creationId xmlns:a16="http://schemas.microsoft.com/office/drawing/2014/main" id="{71A8E496-79DE-0E52-A87C-E4DDE38069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2" name="Oval 2971">
              <a:extLst>
                <a:ext uri="{FF2B5EF4-FFF2-40B4-BE49-F238E27FC236}">
                  <a16:creationId xmlns:a16="http://schemas.microsoft.com/office/drawing/2014/main" id="{189128DC-5F85-A977-2D4E-24B47F2CB3D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3" name="Oval 2972">
              <a:extLst>
                <a:ext uri="{FF2B5EF4-FFF2-40B4-BE49-F238E27FC236}">
                  <a16:creationId xmlns:a16="http://schemas.microsoft.com/office/drawing/2014/main" id="{9796FE13-19CA-EA43-2EFB-E55920B8CE4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4" name="Oval 2973">
              <a:extLst>
                <a:ext uri="{FF2B5EF4-FFF2-40B4-BE49-F238E27FC236}">
                  <a16:creationId xmlns:a16="http://schemas.microsoft.com/office/drawing/2014/main" id="{9F3BB55C-1B53-3C5C-617F-171B512A80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5" name="Oval 2974">
              <a:extLst>
                <a:ext uri="{FF2B5EF4-FFF2-40B4-BE49-F238E27FC236}">
                  <a16:creationId xmlns:a16="http://schemas.microsoft.com/office/drawing/2014/main" id="{D7D11857-ED11-2D0D-9C63-58EC679FB3F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6" name="Oval 2975">
              <a:extLst>
                <a:ext uri="{FF2B5EF4-FFF2-40B4-BE49-F238E27FC236}">
                  <a16:creationId xmlns:a16="http://schemas.microsoft.com/office/drawing/2014/main" id="{9D4BE9E0-90C1-32A9-1B64-E0723DF658E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1" name="Group 2950">
            <a:extLst>
              <a:ext uri="{FF2B5EF4-FFF2-40B4-BE49-F238E27FC236}">
                <a16:creationId xmlns:a16="http://schemas.microsoft.com/office/drawing/2014/main" id="{DB75DB08-94A2-6773-D8A8-E5B4799A7B4D}"/>
              </a:ext>
            </a:extLst>
          </p:cNvPr>
          <p:cNvGrpSpPr/>
          <p:nvPr/>
        </p:nvGrpSpPr>
        <p:grpSpPr>
          <a:xfrm rot="10800000">
            <a:off x="8947997" y="3625629"/>
            <a:ext cx="242005" cy="46723"/>
            <a:chOff x="7979724" y="3580291"/>
            <a:chExt cx="242005" cy="43678"/>
          </a:xfrm>
        </p:grpSpPr>
        <p:sp>
          <p:nvSpPr>
            <p:cNvPr id="2961" name="Oval 2960">
              <a:extLst>
                <a:ext uri="{FF2B5EF4-FFF2-40B4-BE49-F238E27FC236}">
                  <a16:creationId xmlns:a16="http://schemas.microsoft.com/office/drawing/2014/main" id="{82F06790-87EF-DD98-F5E7-92CE00BCE96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2" name="Oval 2961">
              <a:extLst>
                <a:ext uri="{FF2B5EF4-FFF2-40B4-BE49-F238E27FC236}">
                  <a16:creationId xmlns:a16="http://schemas.microsoft.com/office/drawing/2014/main" id="{CF7B4735-4500-8FF2-4C42-6281A4611F9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3" name="Oval 2962">
              <a:extLst>
                <a:ext uri="{FF2B5EF4-FFF2-40B4-BE49-F238E27FC236}">
                  <a16:creationId xmlns:a16="http://schemas.microsoft.com/office/drawing/2014/main" id="{6563279F-087A-906E-9B78-56F3E0EC041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4" name="Oval 2963">
              <a:extLst>
                <a:ext uri="{FF2B5EF4-FFF2-40B4-BE49-F238E27FC236}">
                  <a16:creationId xmlns:a16="http://schemas.microsoft.com/office/drawing/2014/main" id="{C0A019E7-15D9-9C6A-12F8-9305D7C6EF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5" name="Oval 2964">
              <a:extLst>
                <a:ext uri="{FF2B5EF4-FFF2-40B4-BE49-F238E27FC236}">
                  <a16:creationId xmlns:a16="http://schemas.microsoft.com/office/drawing/2014/main" id="{01F0D0E0-67B6-1940-3613-5D2F6103BF4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6" name="Oval 2965">
              <a:extLst>
                <a:ext uri="{FF2B5EF4-FFF2-40B4-BE49-F238E27FC236}">
                  <a16:creationId xmlns:a16="http://schemas.microsoft.com/office/drawing/2014/main" id="{41316CF4-4809-83CC-5540-17924737C47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7" name="Oval 2966">
              <a:extLst>
                <a:ext uri="{FF2B5EF4-FFF2-40B4-BE49-F238E27FC236}">
                  <a16:creationId xmlns:a16="http://schemas.microsoft.com/office/drawing/2014/main" id="{C509B5D6-4D4B-D7D5-82C0-75B0A4DAB8F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8" name="Oval 2967">
              <a:extLst>
                <a:ext uri="{FF2B5EF4-FFF2-40B4-BE49-F238E27FC236}">
                  <a16:creationId xmlns:a16="http://schemas.microsoft.com/office/drawing/2014/main" id="{8784FF35-D8F1-3AA1-5400-7754DF40087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52" name="Group 2951">
            <a:extLst>
              <a:ext uri="{FF2B5EF4-FFF2-40B4-BE49-F238E27FC236}">
                <a16:creationId xmlns:a16="http://schemas.microsoft.com/office/drawing/2014/main" id="{30430E32-BEEA-BCC3-18B0-1CB151D83BAE}"/>
              </a:ext>
            </a:extLst>
          </p:cNvPr>
          <p:cNvGrpSpPr/>
          <p:nvPr/>
        </p:nvGrpSpPr>
        <p:grpSpPr>
          <a:xfrm>
            <a:off x="8876840" y="3626445"/>
            <a:ext cx="242005" cy="43678"/>
            <a:chOff x="7979724" y="3580291"/>
            <a:chExt cx="242005" cy="43678"/>
          </a:xfrm>
        </p:grpSpPr>
        <p:sp>
          <p:nvSpPr>
            <p:cNvPr id="2953" name="Oval 2952">
              <a:extLst>
                <a:ext uri="{FF2B5EF4-FFF2-40B4-BE49-F238E27FC236}">
                  <a16:creationId xmlns:a16="http://schemas.microsoft.com/office/drawing/2014/main" id="{7081DF6E-E5C6-98F8-AD45-AA1AB1F4354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4" name="Oval 2953">
              <a:extLst>
                <a:ext uri="{FF2B5EF4-FFF2-40B4-BE49-F238E27FC236}">
                  <a16:creationId xmlns:a16="http://schemas.microsoft.com/office/drawing/2014/main" id="{3D76677A-4CCE-56C2-150C-04F18E9D455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5" name="Oval 2954">
              <a:extLst>
                <a:ext uri="{FF2B5EF4-FFF2-40B4-BE49-F238E27FC236}">
                  <a16:creationId xmlns:a16="http://schemas.microsoft.com/office/drawing/2014/main" id="{F7A20500-2F40-3550-214D-69AC0110FA2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6" name="Oval 2955">
              <a:extLst>
                <a:ext uri="{FF2B5EF4-FFF2-40B4-BE49-F238E27FC236}">
                  <a16:creationId xmlns:a16="http://schemas.microsoft.com/office/drawing/2014/main" id="{C23DA6E6-6C5A-3483-2CCE-4D7B8D37EE9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7" name="Oval 2956">
              <a:extLst>
                <a:ext uri="{FF2B5EF4-FFF2-40B4-BE49-F238E27FC236}">
                  <a16:creationId xmlns:a16="http://schemas.microsoft.com/office/drawing/2014/main" id="{BB990AF0-3CEA-A9CB-F21A-5E7935F329C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8" name="Oval 2957">
              <a:extLst>
                <a:ext uri="{FF2B5EF4-FFF2-40B4-BE49-F238E27FC236}">
                  <a16:creationId xmlns:a16="http://schemas.microsoft.com/office/drawing/2014/main" id="{14C29464-1302-1033-CF8B-58852151068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9" name="Oval 2958">
              <a:extLst>
                <a:ext uri="{FF2B5EF4-FFF2-40B4-BE49-F238E27FC236}">
                  <a16:creationId xmlns:a16="http://schemas.microsoft.com/office/drawing/2014/main" id="{B310D339-663A-A00E-5917-6B327C0D7DD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0" name="Oval 2959">
              <a:extLst>
                <a:ext uri="{FF2B5EF4-FFF2-40B4-BE49-F238E27FC236}">
                  <a16:creationId xmlns:a16="http://schemas.microsoft.com/office/drawing/2014/main" id="{4A8401FF-B394-FAEE-E884-07AA1BEFF45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8" name="Group 3017">
            <a:extLst>
              <a:ext uri="{FF2B5EF4-FFF2-40B4-BE49-F238E27FC236}">
                <a16:creationId xmlns:a16="http://schemas.microsoft.com/office/drawing/2014/main" id="{1A154E74-B8A3-DB3C-5B8E-49A0324524E3}"/>
              </a:ext>
            </a:extLst>
          </p:cNvPr>
          <p:cNvGrpSpPr/>
          <p:nvPr/>
        </p:nvGrpSpPr>
        <p:grpSpPr>
          <a:xfrm rot="10800000">
            <a:off x="7271547" y="3132517"/>
            <a:ext cx="242005" cy="46723"/>
            <a:chOff x="7979724" y="3580291"/>
            <a:chExt cx="242005" cy="43678"/>
          </a:xfrm>
        </p:grpSpPr>
        <p:sp>
          <p:nvSpPr>
            <p:cNvPr id="3082" name="Oval 3081">
              <a:extLst>
                <a:ext uri="{FF2B5EF4-FFF2-40B4-BE49-F238E27FC236}">
                  <a16:creationId xmlns:a16="http://schemas.microsoft.com/office/drawing/2014/main" id="{81106322-9357-2F69-26C2-952B9BC4732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Oval 3082">
              <a:extLst>
                <a:ext uri="{FF2B5EF4-FFF2-40B4-BE49-F238E27FC236}">
                  <a16:creationId xmlns:a16="http://schemas.microsoft.com/office/drawing/2014/main" id="{C1D16AF7-D449-8985-6925-AA4C03B677E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Oval 3083">
              <a:extLst>
                <a:ext uri="{FF2B5EF4-FFF2-40B4-BE49-F238E27FC236}">
                  <a16:creationId xmlns:a16="http://schemas.microsoft.com/office/drawing/2014/main" id="{1E7C170F-541A-8A7D-6086-65108AFDE94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Oval 3084">
              <a:extLst>
                <a:ext uri="{FF2B5EF4-FFF2-40B4-BE49-F238E27FC236}">
                  <a16:creationId xmlns:a16="http://schemas.microsoft.com/office/drawing/2014/main" id="{9E6A9D94-A4B0-BF54-8EE8-1E9718B727A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6" name="Oval 3085">
              <a:extLst>
                <a:ext uri="{FF2B5EF4-FFF2-40B4-BE49-F238E27FC236}">
                  <a16:creationId xmlns:a16="http://schemas.microsoft.com/office/drawing/2014/main" id="{1C6DD9A5-0756-0274-1B79-105A3AB1E62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7" name="Oval 3086">
              <a:extLst>
                <a:ext uri="{FF2B5EF4-FFF2-40B4-BE49-F238E27FC236}">
                  <a16:creationId xmlns:a16="http://schemas.microsoft.com/office/drawing/2014/main" id="{D4261D00-EEBB-B72D-70D4-36EACA8AD58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Oval 3087">
              <a:extLst>
                <a:ext uri="{FF2B5EF4-FFF2-40B4-BE49-F238E27FC236}">
                  <a16:creationId xmlns:a16="http://schemas.microsoft.com/office/drawing/2014/main" id="{0FB39B96-EE02-9EAA-C3DA-F7A055AA70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Oval 3088">
              <a:extLst>
                <a:ext uri="{FF2B5EF4-FFF2-40B4-BE49-F238E27FC236}">
                  <a16:creationId xmlns:a16="http://schemas.microsoft.com/office/drawing/2014/main" id="{35C7D6F2-BECD-1C7D-C4BD-35C12154EFC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19" name="Group 3018">
            <a:extLst>
              <a:ext uri="{FF2B5EF4-FFF2-40B4-BE49-F238E27FC236}">
                <a16:creationId xmlns:a16="http://schemas.microsoft.com/office/drawing/2014/main" id="{D8756114-396B-47CA-1573-FD82753C3E34}"/>
              </a:ext>
            </a:extLst>
          </p:cNvPr>
          <p:cNvGrpSpPr/>
          <p:nvPr/>
        </p:nvGrpSpPr>
        <p:grpSpPr>
          <a:xfrm>
            <a:off x="7200390" y="3133333"/>
            <a:ext cx="242005" cy="43678"/>
            <a:chOff x="7979724" y="3580291"/>
            <a:chExt cx="242005" cy="43678"/>
          </a:xfrm>
        </p:grpSpPr>
        <p:sp>
          <p:nvSpPr>
            <p:cNvPr id="3074" name="Oval 3073">
              <a:extLst>
                <a:ext uri="{FF2B5EF4-FFF2-40B4-BE49-F238E27FC236}">
                  <a16:creationId xmlns:a16="http://schemas.microsoft.com/office/drawing/2014/main" id="{3526A88C-A50D-EF77-48F2-F2563D554D6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5" name="Oval 3074">
              <a:extLst>
                <a:ext uri="{FF2B5EF4-FFF2-40B4-BE49-F238E27FC236}">
                  <a16:creationId xmlns:a16="http://schemas.microsoft.com/office/drawing/2014/main" id="{6257C929-A175-CE25-42E9-6ABDD6F964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6" name="Oval 3075">
              <a:extLst>
                <a:ext uri="{FF2B5EF4-FFF2-40B4-BE49-F238E27FC236}">
                  <a16:creationId xmlns:a16="http://schemas.microsoft.com/office/drawing/2014/main" id="{F1CF80F8-63D1-231D-FE64-9FDE0E5C6D1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7" name="Oval 3076">
              <a:extLst>
                <a:ext uri="{FF2B5EF4-FFF2-40B4-BE49-F238E27FC236}">
                  <a16:creationId xmlns:a16="http://schemas.microsoft.com/office/drawing/2014/main" id="{7731CA51-3268-0570-168B-393E7764F7F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8" name="Oval 3077">
              <a:extLst>
                <a:ext uri="{FF2B5EF4-FFF2-40B4-BE49-F238E27FC236}">
                  <a16:creationId xmlns:a16="http://schemas.microsoft.com/office/drawing/2014/main" id="{0E9B4DF6-6EA5-B817-DD8B-D0F799166B7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9" name="Oval 3078">
              <a:extLst>
                <a:ext uri="{FF2B5EF4-FFF2-40B4-BE49-F238E27FC236}">
                  <a16:creationId xmlns:a16="http://schemas.microsoft.com/office/drawing/2014/main" id="{4CBE1A37-4DAD-56B0-5EE2-4F375F7F776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Oval 3079">
              <a:extLst>
                <a:ext uri="{FF2B5EF4-FFF2-40B4-BE49-F238E27FC236}">
                  <a16:creationId xmlns:a16="http://schemas.microsoft.com/office/drawing/2014/main" id="{C545EB97-CF28-A95A-EB5F-274101B0D32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Oval 3080">
              <a:extLst>
                <a:ext uri="{FF2B5EF4-FFF2-40B4-BE49-F238E27FC236}">
                  <a16:creationId xmlns:a16="http://schemas.microsoft.com/office/drawing/2014/main" id="{951D25C6-CBCB-C954-EF14-CDC76DC1E1C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0" name="Group 3019">
            <a:extLst>
              <a:ext uri="{FF2B5EF4-FFF2-40B4-BE49-F238E27FC236}">
                <a16:creationId xmlns:a16="http://schemas.microsoft.com/office/drawing/2014/main" id="{EA307F3D-C1EE-06E5-58F6-CEFF0B67AC65}"/>
              </a:ext>
            </a:extLst>
          </p:cNvPr>
          <p:cNvGrpSpPr/>
          <p:nvPr/>
        </p:nvGrpSpPr>
        <p:grpSpPr>
          <a:xfrm rot="10800000">
            <a:off x="7512590" y="3135693"/>
            <a:ext cx="242005" cy="46723"/>
            <a:chOff x="7979724" y="3580291"/>
            <a:chExt cx="242005" cy="43678"/>
          </a:xfrm>
        </p:grpSpPr>
        <p:sp>
          <p:nvSpPr>
            <p:cNvPr id="3066" name="Oval 3065">
              <a:extLst>
                <a:ext uri="{FF2B5EF4-FFF2-40B4-BE49-F238E27FC236}">
                  <a16:creationId xmlns:a16="http://schemas.microsoft.com/office/drawing/2014/main" id="{A6E59280-F4C5-A48F-7594-D0D3BE962FE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7" name="Oval 3066">
              <a:extLst>
                <a:ext uri="{FF2B5EF4-FFF2-40B4-BE49-F238E27FC236}">
                  <a16:creationId xmlns:a16="http://schemas.microsoft.com/office/drawing/2014/main" id="{6A4710DE-DA0A-DA3B-B67A-F725D39A62F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8" name="Oval 3067">
              <a:extLst>
                <a:ext uri="{FF2B5EF4-FFF2-40B4-BE49-F238E27FC236}">
                  <a16:creationId xmlns:a16="http://schemas.microsoft.com/office/drawing/2014/main" id="{06F051CC-0A63-635F-3F02-092FD0077E9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9" name="Oval 3068">
              <a:extLst>
                <a:ext uri="{FF2B5EF4-FFF2-40B4-BE49-F238E27FC236}">
                  <a16:creationId xmlns:a16="http://schemas.microsoft.com/office/drawing/2014/main" id="{4063C9BB-DFBB-9D9B-9D87-6B7DBC9F216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0" name="Oval 3069">
              <a:extLst>
                <a:ext uri="{FF2B5EF4-FFF2-40B4-BE49-F238E27FC236}">
                  <a16:creationId xmlns:a16="http://schemas.microsoft.com/office/drawing/2014/main" id="{BD227507-330E-DE6A-8AAA-0C9B04471CA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1" name="Oval 3070">
              <a:extLst>
                <a:ext uri="{FF2B5EF4-FFF2-40B4-BE49-F238E27FC236}">
                  <a16:creationId xmlns:a16="http://schemas.microsoft.com/office/drawing/2014/main" id="{6F6030FE-291B-D294-2DFE-96347A861E2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 name="Oval 3071">
              <a:extLst>
                <a:ext uri="{FF2B5EF4-FFF2-40B4-BE49-F238E27FC236}">
                  <a16:creationId xmlns:a16="http://schemas.microsoft.com/office/drawing/2014/main" id="{896FF0F8-B07E-439F-8745-7D8BAACFD45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3" name="Oval 3072">
              <a:extLst>
                <a:ext uri="{FF2B5EF4-FFF2-40B4-BE49-F238E27FC236}">
                  <a16:creationId xmlns:a16="http://schemas.microsoft.com/office/drawing/2014/main" id="{B298C039-959C-51D2-F530-76342114797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1" name="Group 3020">
            <a:extLst>
              <a:ext uri="{FF2B5EF4-FFF2-40B4-BE49-F238E27FC236}">
                <a16:creationId xmlns:a16="http://schemas.microsoft.com/office/drawing/2014/main" id="{CEC10946-377A-B33B-3ADA-2D87A471E33E}"/>
              </a:ext>
            </a:extLst>
          </p:cNvPr>
          <p:cNvGrpSpPr/>
          <p:nvPr/>
        </p:nvGrpSpPr>
        <p:grpSpPr>
          <a:xfrm rot="11689693">
            <a:off x="7441433" y="3136509"/>
            <a:ext cx="242005" cy="43678"/>
            <a:chOff x="7979724" y="3580291"/>
            <a:chExt cx="242005" cy="43678"/>
          </a:xfrm>
        </p:grpSpPr>
        <p:sp>
          <p:nvSpPr>
            <p:cNvPr id="3058" name="Oval 3057">
              <a:extLst>
                <a:ext uri="{FF2B5EF4-FFF2-40B4-BE49-F238E27FC236}">
                  <a16:creationId xmlns:a16="http://schemas.microsoft.com/office/drawing/2014/main" id="{6C4A9F34-2B0A-3F73-F8C3-8F314580F1D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9" name="Oval 3058">
              <a:extLst>
                <a:ext uri="{FF2B5EF4-FFF2-40B4-BE49-F238E27FC236}">
                  <a16:creationId xmlns:a16="http://schemas.microsoft.com/office/drawing/2014/main" id="{5F576034-741B-AF59-F9BE-6FD9DDCEB6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0" name="Oval 3059">
              <a:extLst>
                <a:ext uri="{FF2B5EF4-FFF2-40B4-BE49-F238E27FC236}">
                  <a16:creationId xmlns:a16="http://schemas.microsoft.com/office/drawing/2014/main" id="{0D8C3921-0EE2-88DE-AE27-57A4B76B359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1" name="Oval 3060">
              <a:extLst>
                <a:ext uri="{FF2B5EF4-FFF2-40B4-BE49-F238E27FC236}">
                  <a16:creationId xmlns:a16="http://schemas.microsoft.com/office/drawing/2014/main" id="{D18B4E26-D544-CE56-11C5-2A1D5A1E76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2" name="Oval 3061">
              <a:extLst>
                <a:ext uri="{FF2B5EF4-FFF2-40B4-BE49-F238E27FC236}">
                  <a16:creationId xmlns:a16="http://schemas.microsoft.com/office/drawing/2014/main" id="{5090BFE4-F975-EDF6-8F50-F75B58B5446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3" name="Oval 3062">
              <a:extLst>
                <a:ext uri="{FF2B5EF4-FFF2-40B4-BE49-F238E27FC236}">
                  <a16:creationId xmlns:a16="http://schemas.microsoft.com/office/drawing/2014/main" id="{AB4AF168-D28C-5AF4-4F98-6D06C1CDEF3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4" name="Oval 3063">
              <a:extLst>
                <a:ext uri="{FF2B5EF4-FFF2-40B4-BE49-F238E27FC236}">
                  <a16:creationId xmlns:a16="http://schemas.microsoft.com/office/drawing/2014/main" id="{87909C7F-CA78-D89C-8B90-A9BCAA6F4C6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5" name="Oval 3064">
              <a:extLst>
                <a:ext uri="{FF2B5EF4-FFF2-40B4-BE49-F238E27FC236}">
                  <a16:creationId xmlns:a16="http://schemas.microsoft.com/office/drawing/2014/main" id="{D66AD692-56B7-82B3-C682-9D64B1135AD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2" name="Group 3021">
            <a:extLst>
              <a:ext uri="{FF2B5EF4-FFF2-40B4-BE49-F238E27FC236}">
                <a16:creationId xmlns:a16="http://schemas.microsoft.com/office/drawing/2014/main" id="{6356AF48-5689-B07C-1F4A-8BA751437951}"/>
              </a:ext>
            </a:extLst>
          </p:cNvPr>
          <p:cNvGrpSpPr/>
          <p:nvPr/>
        </p:nvGrpSpPr>
        <p:grpSpPr>
          <a:xfrm rot="21292958">
            <a:off x="7688887" y="3136533"/>
            <a:ext cx="242005" cy="46723"/>
            <a:chOff x="7979724" y="3580291"/>
            <a:chExt cx="242005" cy="43678"/>
          </a:xfrm>
        </p:grpSpPr>
        <p:sp>
          <p:nvSpPr>
            <p:cNvPr id="3050" name="Oval 3049">
              <a:extLst>
                <a:ext uri="{FF2B5EF4-FFF2-40B4-BE49-F238E27FC236}">
                  <a16:creationId xmlns:a16="http://schemas.microsoft.com/office/drawing/2014/main" id="{2933A2E4-1F6E-FC00-F00C-135698C762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1" name="Oval 3050">
              <a:extLst>
                <a:ext uri="{FF2B5EF4-FFF2-40B4-BE49-F238E27FC236}">
                  <a16:creationId xmlns:a16="http://schemas.microsoft.com/office/drawing/2014/main" id="{9E950B3D-6362-59CC-2502-44DB95452B1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2" name="Oval 3051">
              <a:extLst>
                <a:ext uri="{FF2B5EF4-FFF2-40B4-BE49-F238E27FC236}">
                  <a16:creationId xmlns:a16="http://schemas.microsoft.com/office/drawing/2014/main" id="{E48225F1-C001-6A95-0D2E-7682AD2259A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3" name="Oval 3052">
              <a:extLst>
                <a:ext uri="{FF2B5EF4-FFF2-40B4-BE49-F238E27FC236}">
                  <a16:creationId xmlns:a16="http://schemas.microsoft.com/office/drawing/2014/main" id="{283093B3-C049-0780-8561-8DCB38B54E0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4" name="Oval 3053">
              <a:extLst>
                <a:ext uri="{FF2B5EF4-FFF2-40B4-BE49-F238E27FC236}">
                  <a16:creationId xmlns:a16="http://schemas.microsoft.com/office/drawing/2014/main" id="{88BCD6D1-542E-ACB7-A590-634BC80334F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5" name="Oval 3054">
              <a:extLst>
                <a:ext uri="{FF2B5EF4-FFF2-40B4-BE49-F238E27FC236}">
                  <a16:creationId xmlns:a16="http://schemas.microsoft.com/office/drawing/2014/main" id="{5CB51058-0507-42E7-019E-06184A9DF11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6" name="Oval 3055">
              <a:extLst>
                <a:ext uri="{FF2B5EF4-FFF2-40B4-BE49-F238E27FC236}">
                  <a16:creationId xmlns:a16="http://schemas.microsoft.com/office/drawing/2014/main" id="{E39E95BC-337F-5F7E-74ED-2E649EB9E1B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7" name="Oval 3056">
              <a:extLst>
                <a:ext uri="{FF2B5EF4-FFF2-40B4-BE49-F238E27FC236}">
                  <a16:creationId xmlns:a16="http://schemas.microsoft.com/office/drawing/2014/main" id="{F4945DFA-F7CE-AE51-03BF-DBF9372E167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3" name="Group 3022">
            <a:extLst>
              <a:ext uri="{FF2B5EF4-FFF2-40B4-BE49-F238E27FC236}">
                <a16:creationId xmlns:a16="http://schemas.microsoft.com/office/drawing/2014/main" id="{0E722331-1959-A93F-D1FE-87D95C58AF4C}"/>
              </a:ext>
            </a:extLst>
          </p:cNvPr>
          <p:cNvGrpSpPr/>
          <p:nvPr/>
        </p:nvGrpSpPr>
        <p:grpSpPr>
          <a:xfrm>
            <a:off x="7617730" y="3137349"/>
            <a:ext cx="242005" cy="43678"/>
            <a:chOff x="7979724" y="3580291"/>
            <a:chExt cx="242005" cy="43678"/>
          </a:xfrm>
        </p:grpSpPr>
        <p:sp>
          <p:nvSpPr>
            <p:cNvPr id="3042" name="Oval 3041">
              <a:extLst>
                <a:ext uri="{FF2B5EF4-FFF2-40B4-BE49-F238E27FC236}">
                  <a16:creationId xmlns:a16="http://schemas.microsoft.com/office/drawing/2014/main" id="{295547E8-1238-6643-8B27-CB456BA6D3B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3" name="Oval 3042">
              <a:extLst>
                <a:ext uri="{FF2B5EF4-FFF2-40B4-BE49-F238E27FC236}">
                  <a16:creationId xmlns:a16="http://schemas.microsoft.com/office/drawing/2014/main" id="{BCAE3E2D-EA12-DC0A-6EE1-048D18E0AB7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4" name="Oval 3043">
              <a:extLst>
                <a:ext uri="{FF2B5EF4-FFF2-40B4-BE49-F238E27FC236}">
                  <a16:creationId xmlns:a16="http://schemas.microsoft.com/office/drawing/2014/main" id="{33F326DC-0EAE-9752-3D72-58213B67AC7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5" name="Oval 3044">
              <a:extLst>
                <a:ext uri="{FF2B5EF4-FFF2-40B4-BE49-F238E27FC236}">
                  <a16:creationId xmlns:a16="http://schemas.microsoft.com/office/drawing/2014/main" id="{3EDF19BF-1D40-829B-797E-37D743A3FBE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6" name="Oval 3045">
              <a:extLst>
                <a:ext uri="{FF2B5EF4-FFF2-40B4-BE49-F238E27FC236}">
                  <a16:creationId xmlns:a16="http://schemas.microsoft.com/office/drawing/2014/main" id="{6D293A92-672A-D278-C0C3-8CE844B8BC7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7" name="Oval 3046">
              <a:extLst>
                <a:ext uri="{FF2B5EF4-FFF2-40B4-BE49-F238E27FC236}">
                  <a16:creationId xmlns:a16="http://schemas.microsoft.com/office/drawing/2014/main" id="{EAE6C95C-0BA2-24E2-FBC7-3EA5AE94B6C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8" name="Oval 3047">
              <a:extLst>
                <a:ext uri="{FF2B5EF4-FFF2-40B4-BE49-F238E27FC236}">
                  <a16:creationId xmlns:a16="http://schemas.microsoft.com/office/drawing/2014/main" id="{3B53A1A6-A788-3FB1-E055-74B66BFBDA9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9" name="Oval 3048">
              <a:extLst>
                <a:ext uri="{FF2B5EF4-FFF2-40B4-BE49-F238E27FC236}">
                  <a16:creationId xmlns:a16="http://schemas.microsoft.com/office/drawing/2014/main" id="{65176390-99EE-CBE5-BE21-AE25E05BF22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4" name="Group 3023">
            <a:extLst>
              <a:ext uri="{FF2B5EF4-FFF2-40B4-BE49-F238E27FC236}">
                <a16:creationId xmlns:a16="http://schemas.microsoft.com/office/drawing/2014/main" id="{D597D031-7825-2EAB-0686-C997096009C7}"/>
              </a:ext>
            </a:extLst>
          </p:cNvPr>
          <p:cNvGrpSpPr/>
          <p:nvPr/>
        </p:nvGrpSpPr>
        <p:grpSpPr>
          <a:xfrm rot="10800000">
            <a:off x="7929930" y="3139709"/>
            <a:ext cx="242005" cy="46723"/>
            <a:chOff x="7979724" y="3580291"/>
            <a:chExt cx="242005" cy="43678"/>
          </a:xfrm>
        </p:grpSpPr>
        <p:sp>
          <p:nvSpPr>
            <p:cNvPr id="3034" name="Oval 3033">
              <a:extLst>
                <a:ext uri="{FF2B5EF4-FFF2-40B4-BE49-F238E27FC236}">
                  <a16:creationId xmlns:a16="http://schemas.microsoft.com/office/drawing/2014/main" id="{2AD7FB51-B14C-8D0E-E49F-9413B7ADA84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5" name="Oval 3034">
              <a:extLst>
                <a:ext uri="{FF2B5EF4-FFF2-40B4-BE49-F238E27FC236}">
                  <a16:creationId xmlns:a16="http://schemas.microsoft.com/office/drawing/2014/main" id="{68E40316-CA2D-8C89-BF6E-99C4519FFAB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6" name="Oval 3035">
              <a:extLst>
                <a:ext uri="{FF2B5EF4-FFF2-40B4-BE49-F238E27FC236}">
                  <a16:creationId xmlns:a16="http://schemas.microsoft.com/office/drawing/2014/main" id="{117166C6-7B11-F1BB-0275-8C644C09640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7" name="Oval 3036">
              <a:extLst>
                <a:ext uri="{FF2B5EF4-FFF2-40B4-BE49-F238E27FC236}">
                  <a16:creationId xmlns:a16="http://schemas.microsoft.com/office/drawing/2014/main" id="{044B35E4-05E1-FF3C-3ABA-1E0AB256852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8" name="Oval 3037">
              <a:extLst>
                <a:ext uri="{FF2B5EF4-FFF2-40B4-BE49-F238E27FC236}">
                  <a16:creationId xmlns:a16="http://schemas.microsoft.com/office/drawing/2014/main" id="{D715FE56-2DB4-CAFD-5CD0-336BB7AD372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9" name="Oval 3038">
              <a:extLst>
                <a:ext uri="{FF2B5EF4-FFF2-40B4-BE49-F238E27FC236}">
                  <a16:creationId xmlns:a16="http://schemas.microsoft.com/office/drawing/2014/main" id="{99236626-C0BC-84B2-A23D-0A974085921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0" name="Oval 3039">
              <a:extLst>
                <a:ext uri="{FF2B5EF4-FFF2-40B4-BE49-F238E27FC236}">
                  <a16:creationId xmlns:a16="http://schemas.microsoft.com/office/drawing/2014/main" id="{9E4DCA73-EBBD-12F9-A76B-CB5F9886E7B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1" name="Oval 3040">
              <a:extLst>
                <a:ext uri="{FF2B5EF4-FFF2-40B4-BE49-F238E27FC236}">
                  <a16:creationId xmlns:a16="http://schemas.microsoft.com/office/drawing/2014/main" id="{4635B149-C05E-8370-23BC-F2645486451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25" name="Group 3024">
            <a:extLst>
              <a:ext uri="{FF2B5EF4-FFF2-40B4-BE49-F238E27FC236}">
                <a16:creationId xmlns:a16="http://schemas.microsoft.com/office/drawing/2014/main" id="{C49AB570-B831-05B6-2C5A-7A7DC9EC5D1E}"/>
              </a:ext>
            </a:extLst>
          </p:cNvPr>
          <p:cNvGrpSpPr/>
          <p:nvPr/>
        </p:nvGrpSpPr>
        <p:grpSpPr>
          <a:xfrm>
            <a:off x="7858773" y="3140525"/>
            <a:ext cx="242005" cy="43678"/>
            <a:chOff x="7979724" y="3580291"/>
            <a:chExt cx="242005" cy="43678"/>
          </a:xfrm>
        </p:grpSpPr>
        <p:sp>
          <p:nvSpPr>
            <p:cNvPr id="3026" name="Oval 3025">
              <a:extLst>
                <a:ext uri="{FF2B5EF4-FFF2-40B4-BE49-F238E27FC236}">
                  <a16:creationId xmlns:a16="http://schemas.microsoft.com/office/drawing/2014/main" id="{BF007EDA-E911-C78E-243F-BCB4B0F02FE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7" name="Oval 3026">
              <a:extLst>
                <a:ext uri="{FF2B5EF4-FFF2-40B4-BE49-F238E27FC236}">
                  <a16:creationId xmlns:a16="http://schemas.microsoft.com/office/drawing/2014/main" id="{DCA667CD-4409-7F54-01CA-4CD5C57080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8" name="Oval 3027">
              <a:extLst>
                <a:ext uri="{FF2B5EF4-FFF2-40B4-BE49-F238E27FC236}">
                  <a16:creationId xmlns:a16="http://schemas.microsoft.com/office/drawing/2014/main" id="{C6735C0D-3131-21B4-B249-8F33537530D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9" name="Oval 3028">
              <a:extLst>
                <a:ext uri="{FF2B5EF4-FFF2-40B4-BE49-F238E27FC236}">
                  <a16:creationId xmlns:a16="http://schemas.microsoft.com/office/drawing/2014/main" id="{67A5ED22-78D2-867B-33AA-B53E35001AF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0" name="Oval 3029">
              <a:extLst>
                <a:ext uri="{FF2B5EF4-FFF2-40B4-BE49-F238E27FC236}">
                  <a16:creationId xmlns:a16="http://schemas.microsoft.com/office/drawing/2014/main" id="{F95C79AA-B144-3F55-3128-8C364066A59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1" name="Oval 3030">
              <a:extLst>
                <a:ext uri="{FF2B5EF4-FFF2-40B4-BE49-F238E27FC236}">
                  <a16:creationId xmlns:a16="http://schemas.microsoft.com/office/drawing/2014/main" id="{BAD2223C-C5F4-D0BD-1DF9-7FDC047C9A7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2" name="Oval 3031">
              <a:extLst>
                <a:ext uri="{FF2B5EF4-FFF2-40B4-BE49-F238E27FC236}">
                  <a16:creationId xmlns:a16="http://schemas.microsoft.com/office/drawing/2014/main" id="{E472BA4C-51D0-4639-CE3F-34017BCED6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3" name="Oval 3032">
              <a:extLst>
                <a:ext uri="{FF2B5EF4-FFF2-40B4-BE49-F238E27FC236}">
                  <a16:creationId xmlns:a16="http://schemas.microsoft.com/office/drawing/2014/main" id="{80FE0FD2-59A5-C3AB-BC41-5A1658DB310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1" name="Group 3090">
            <a:extLst>
              <a:ext uri="{FF2B5EF4-FFF2-40B4-BE49-F238E27FC236}">
                <a16:creationId xmlns:a16="http://schemas.microsoft.com/office/drawing/2014/main" id="{A5940113-CE06-55A0-580B-A18EBE89D282}"/>
              </a:ext>
            </a:extLst>
          </p:cNvPr>
          <p:cNvGrpSpPr/>
          <p:nvPr/>
        </p:nvGrpSpPr>
        <p:grpSpPr>
          <a:xfrm rot="10800000">
            <a:off x="6934772" y="3424659"/>
            <a:ext cx="242005" cy="46723"/>
            <a:chOff x="7979724" y="3580291"/>
            <a:chExt cx="242005" cy="43678"/>
          </a:xfrm>
        </p:grpSpPr>
        <p:sp>
          <p:nvSpPr>
            <p:cNvPr id="3155" name="Oval 3154">
              <a:extLst>
                <a:ext uri="{FF2B5EF4-FFF2-40B4-BE49-F238E27FC236}">
                  <a16:creationId xmlns:a16="http://schemas.microsoft.com/office/drawing/2014/main" id="{77A39657-06C3-6D48-2B72-BB0E7D293C6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6" name="Oval 3155">
              <a:extLst>
                <a:ext uri="{FF2B5EF4-FFF2-40B4-BE49-F238E27FC236}">
                  <a16:creationId xmlns:a16="http://schemas.microsoft.com/office/drawing/2014/main" id="{5122B4AA-7F86-8426-869D-D9854E718E1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7" name="Oval 3156">
              <a:extLst>
                <a:ext uri="{FF2B5EF4-FFF2-40B4-BE49-F238E27FC236}">
                  <a16:creationId xmlns:a16="http://schemas.microsoft.com/office/drawing/2014/main" id="{4A7674D1-E44C-D5BE-C030-78E5B7ED924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8" name="Oval 3157">
              <a:extLst>
                <a:ext uri="{FF2B5EF4-FFF2-40B4-BE49-F238E27FC236}">
                  <a16:creationId xmlns:a16="http://schemas.microsoft.com/office/drawing/2014/main" id="{BA7C130E-5E64-82A3-AA0C-423FB7560C7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9" name="Oval 3158">
              <a:extLst>
                <a:ext uri="{FF2B5EF4-FFF2-40B4-BE49-F238E27FC236}">
                  <a16:creationId xmlns:a16="http://schemas.microsoft.com/office/drawing/2014/main" id="{64BBEE0F-BDD3-C641-1028-1B20ADB4373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0" name="Oval 3159">
              <a:extLst>
                <a:ext uri="{FF2B5EF4-FFF2-40B4-BE49-F238E27FC236}">
                  <a16:creationId xmlns:a16="http://schemas.microsoft.com/office/drawing/2014/main" id="{E7B8D017-9969-0650-6346-1817F47C80F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1" name="Oval 3160">
              <a:extLst>
                <a:ext uri="{FF2B5EF4-FFF2-40B4-BE49-F238E27FC236}">
                  <a16:creationId xmlns:a16="http://schemas.microsoft.com/office/drawing/2014/main" id="{62A2339E-1ED7-5F1A-42BF-995F5FCA805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2" name="Oval 3161">
              <a:extLst>
                <a:ext uri="{FF2B5EF4-FFF2-40B4-BE49-F238E27FC236}">
                  <a16:creationId xmlns:a16="http://schemas.microsoft.com/office/drawing/2014/main" id="{ED6AC42D-7264-52E0-1BE1-D4A476A8D55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2" name="Group 3091">
            <a:extLst>
              <a:ext uri="{FF2B5EF4-FFF2-40B4-BE49-F238E27FC236}">
                <a16:creationId xmlns:a16="http://schemas.microsoft.com/office/drawing/2014/main" id="{EAA1E479-D773-BE79-421D-A4E1D7777F26}"/>
              </a:ext>
            </a:extLst>
          </p:cNvPr>
          <p:cNvGrpSpPr/>
          <p:nvPr/>
        </p:nvGrpSpPr>
        <p:grpSpPr>
          <a:xfrm>
            <a:off x="6863615" y="3425475"/>
            <a:ext cx="242005" cy="43678"/>
            <a:chOff x="7979724" y="3580291"/>
            <a:chExt cx="242005" cy="43678"/>
          </a:xfrm>
        </p:grpSpPr>
        <p:sp>
          <p:nvSpPr>
            <p:cNvPr id="3147" name="Oval 3146">
              <a:extLst>
                <a:ext uri="{FF2B5EF4-FFF2-40B4-BE49-F238E27FC236}">
                  <a16:creationId xmlns:a16="http://schemas.microsoft.com/office/drawing/2014/main" id="{4E097C7F-3BBA-8D68-0003-E0923172BC8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8" name="Oval 3147">
              <a:extLst>
                <a:ext uri="{FF2B5EF4-FFF2-40B4-BE49-F238E27FC236}">
                  <a16:creationId xmlns:a16="http://schemas.microsoft.com/office/drawing/2014/main" id="{00E0597A-CCCF-BCBC-89FC-1B3D4207A30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9" name="Oval 3148">
              <a:extLst>
                <a:ext uri="{FF2B5EF4-FFF2-40B4-BE49-F238E27FC236}">
                  <a16:creationId xmlns:a16="http://schemas.microsoft.com/office/drawing/2014/main" id="{D52E2E45-CA8B-9501-1312-E2A15AC029B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0" name="Oval 3149">
              <a:extLst>
                <a:ext uri="{FF2B5EF4-FFF2-40B4-BE49-F238E27FC236}">
                  <a16:creationId xmlns:a16="http://schemas.microsoft.com/office/drawing/2014/main" id="{C2AD02DE-0025-B869-555C-BA89E2C1240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1" name="Oval 3150">
              <a:extLst>
                <a:ext uri="{FF2B5EF4-FFF2-40B4-BE49-F238E27FC236}">
                  <a16:creationId xmlns:a16="http://schemas.microsoft.com/office/drawing/2014/main" id="{CA1FDC23-108A-3017-9C72-58DF5EC7F81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2" name="Oval 3151">
              <a:extLst>
                <a:ext uri="{FF2B5EF4-FFF2-40B4-BE49-F238E27FC236}">
                  <a16:creationId xmlns:a16="http://schemas.microsoft.com/office/drawing/2014/main" id="{314E4801-B17A-2AF1-6BC4-43B0436B76C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3" name="Oval 3152">
              <a:extLst>
                <a:ext uri="{FF2B5EF4-FFF2-40B4-BE49-F238E27FC236}">
                  <a16:creationId xmlns:a16="http://schemas.microsoft.com/office/drawing/2014/main" id="{B78E4E5B-16A8-C829-FE57-856C41BF002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4" name="Oval 3153">
              <a:extLst>
                <a:ext uri="{FF2B5EF4-FFF2-40B4-BE49-F238E27FC236}">
                  <a16:creationId xmlns:a16="http://schemas.microsoft.com/office/drawing/2014/main" id="{D56CB874-A875-F6F8-3EB2-17CC96FDD0B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3" name="Group 3092">
            <a:extLst>
              <a:ext uri="{FF2B5EF4-FFF2-40B4-BE49-F238E27FC236}">
                <a16:creationId xmlns:a16="http://schemas.microsoft.com/office/drawing/2014/main" id="{5D21D553-3E6E-9FC0-A1EC-7E63CE59A400}"/>
              </a:ext>
            </a:extLst>
          </p:cNvPr>
          <p:cNvGrpSpPr/>
          <p:nvPr/>
        </p:nvGrpSpPr>
        <p:grpSpPr>
          <a:xfrm rot="10800000">
            <a:off x="7175815" y="3427835"/>
            <a:ext cx="242005" cy="46723"/>
            <a:chOff x="7979724" y="3580291"/>
            <a:chExt cx="242005" cy="43678"/>
          </a:xfrm>
        </p:grpSpPr>
        <p:sp>
          <p:nvSpPr>
            <p:cNvPr id="3139" name="Oval 3138">
              <a:extLst>
                <a:ext uri="{FF2B5EF4-FFF2-40B4-BE49-F238E27FC236}">
                  <a16:creationId xmlns:a16="http://schemas.microsoft.com/office/drawing/2014/main" id="{358ECFC9-C6DA-A898-ABAC-B42DBA6A79F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0" name="Oval 3139">
              <a:extLst>
                <a:ext uri="{FF2B5EF4-FFF2-40B4-BE49-F238E27FC236}">
                  <a16:creationId xmlns:a16="http://schemas.microsoft.com/office/drawing/2014/main" id="{33D5794A-4BEA-8854-1BB3-556403C34D5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1" name="Oval 3140">
              <a:extLst>
                <a:ext uri="{FF2B5EF4-FFF2-40B4-BE49-F238E27FC236}">
                  <a16:creationId xmlns:a16="http://schemas.microsoft.com/office/drawing/2014/main" id="{D59AA46B-FB32-6BC2-484F-D4C6A32789C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2" name="Oval 3141">
              <a:extLst>
                <a:ext uri="{FF2B5EF4-FFF2-40B4-BE49-F238E27FC236}">
                  <a16:creationId xmlns:a16="http://schemas.microsoft.com/office/drawing/2014/main" id="{9B620F4E-1C6E-A561-3DAF-7631BB7E9DE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3" name="Oval 3142">
              <a:extLst>
                <a:ext uri="{FF2B5EF4-FFF2-40B4-BE49-F238E27FC236}">
                  <a16:creationId xmlns:a16="http://schemas.microsoft.com/office/drawing/2014/main" id="{8F6A1E23-9AEA-8946-A24E-1FF3649B584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4" name="Oval 3143">
              <a:extLst>
                <a:ext uri="{FF2B5EF4-FFF2-40B4-BE49-F238E27FC236}">
                  <a16:creationId xmlns:a16="http://schemas.microsoft.com/office/drawing/2014/main" id="{E8E503B8-F586-6814-561E-11AF3C3CAAF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5" name="Oval 3144">
              <a:extLst>
                <a:ext uri="{FF2B5EF4-FFF2-40B4-BE49-F238E27FC236}">
                  <a16:creationId xmlns:a16="http://schemas.microsoft.com/office/drawing/2014/main" id="{53876B17-F3D6-0FA9-58EC-883BB8107C7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6" name="Oval 3145">
              <a:extLst>
                <a:ext uri="{FF2B5EF4-FFF2-40B4-BE49-F238E27FC236}">
                  <a16:creationId xmlns:a16="http://schemas.microsoft.com/office/drawing/2014/main" id="{524132B2-EE58-E058-472C-8585FACC35C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4" name="Group 3093">
            <a:extLst>
              <a:ext uri="{FF2B5EF4-FFF2-40B4-BE49-F238E27FC236}">
                <a16:creationId xmlns:a16="http://schemas.microsoft.com/office/drawing/2014/main" id="{F0C50D5A-F2A6-6F93-3A8D-DE9F04649BAF}"/>
              </a:ext>
            </a:extLst>
          </p:cNvPr>
          <p:cNvGrpSpPr/>
          <p:nvPr/>
        </p:nvGrpSpPr>
        <p:grpSpPr>
          <a:xfrm rot="11689693">
            <a:off x="7104658" y="3428651"/>
            <a:ext cx="242005" cy="43678"/>
            <a:chOff x="7979724" y="3580291"/>
            <a:chExt cx="242005" cy="43678"/>
          </a:xfrm>
        </p:grpSpPr>
        <p:sp>
          <p:nvSpPr>
            <p:cNvPr id="3131" name="Oval 3130">
              <a:extLst>
                <a:ext uri="{FF2B5EF4-FFF2-40B4-BE49-F238E27FC236}">
                  <a16:creationId xmlns:a16="http://schemas.microsoft.com/office/drawing/2014/main" id="{653E6D2E-A129-7B44-BB0D-8DDEC50099F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2" name="Oval 3131">
              <a:extLst>
                <a:ext uri="{FF2B5EF4-FFF2-40B4-BE49-F238E27FC236}">
                  <a16:creationId xmlns:a16="http://schemas.microsoft.com/office/drawing/2014/main" id="{F1C7C190-04A9-E42A-D823-E67BDF898F0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3" name="Oval 3132">
              <a:extLst>
                <a:ext uri="{FF2B5EF4-FFF2-40B4-BE49-F238E27FC236}">
                  <a16:creationId xmlns:a16="http://schemas.microsoft.com/office/drawing/2014/main" id="{C4657729-4CBD-CD2B-5BB7-5008ED07767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4" name="Oval 3133">
              <a:extLst>
                <a:ext uri="{FF2B5EF4-FFF2-40B4-BE49-F238E27FC236}">
                  <a16:creationId xmlns:a16="http://schemas.microsoft.com/office/drawing/2014/main" id="{533371D7-9971-D875-48F5-7C262A719F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5" name="Oval 3134">
              <a:extLst>
                <a:ext uri="{FF2B5EF4-FFF2-40B4-BE49-F238E27FC236}">
                  <a16:creationId xmlns:a16="http://schemas.microsoft.com/office/drawing/2014/main" id="{13E7686C-1217-6191-D2CE-B6F17C53939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6" name="Oval 3135">
              <a:extLst>
                <a:ext uri="{FF2B5EF4-FFF2-40B4-BE49-F238E27FC236}">
                  <a16:creationId xmlns:a16="http://schemas.microsoft.com/office/drawing/2014/main" id="{79174EE9-82A5-D1D6-8854-222FB2525B5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7" name="Oval 3136">
              <a:extLst>
                <a:ext uri="{FF2B5EF4-FFF2-40B4-BE49-F238E27FC236}">
                  <a16:creationId xmlns:a16="http://schemas.microsoft.com/office/drawing/2014/main" id="{2DE07167-FF34-D545-26E7-AD3C80DE2D4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8" name="Oval 3137">
              <a:extLst>
                <a:ext uri="{FF2B5EF4-FFF2-40B4-BE49-F238E27FC236}">
                  <a16:creationId xmlns:a16="http://schemas.microsoft.com/office/drawing/2014/main" id="{333C45BA-098F-551A-4EC9-3FC3DD15FB8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5" name="Group 3094">
            <a:extLst>
              <a:ext uri="{FF2B5EF4-FFF2-40B4-BE49-F238E27FC236}">
                <a16:creationId xmlns:a16="http://schemas.microsoft.com/office/drawing/2014/main" id="{AAA0F094-74FC-175F-7B1B-D0FE7A39EC63}"/>
              </a:ext>
            </a:extLst>
          </p:cNvPr>
          <p:cNvGrpSpPr/>
          <p:nvPr/>
        </p:nvGrpSpPr>
        <p:grpSpPr>
          <a:xfrm rot="21292958">
            <a:off x="7352112" y="3428675"/>
            <a:ext cx="242005" cy="46723"/>
            <a:chOff x="7979724" y="3580291"/>
            <a:chExt cx="242005" cy="43678"/>
          </a:xfrm>
        </p:grpSpPr>
        <p:sp>
          <p:nvSpPr>
            <p:cNvPr id="3123" name="Oval 3122">
              <a:extLst>
                <a:ext uri="{FF2B5EF4-FFF2-40B4-BE49-F238E27FC236}">
                  <a16:creationId xmlns:a16="http://schemas.microsoft.com/office/drawing/2014/main" id="{73769847-7E11-3E43-B5F0-2A51EF43EBF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4" name="Oval 3123">
              <a:extLst>
                <a:ext uri="{FF2B5EF4-FFF2-40B4-BE49-F238E27FC236}">
                  <a16:creationId xmlns:a16="http://schemas.microsoft.com/office/drawing/2014/main" id="{1FC3C983-751C-AA30-1989-2B7A7BE05D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5" name="Oval 3124">
              <a:extLst>
                <a:ext uri="{FF2B5EF4-FFF2-40B4-BE49-F238E27FC236}">
                  <a16:creationId xmlns:a16="http://schemas.microsoft.com/office/drawing/2014/main" id="{3C2C45F4-7962-A73B-6776-F1C07EFC8CB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6" name="Oval 3125">
              <a:extLst>
                <a:ext uri="{FF2B5EF4-FFF2-40B4-BE49-F238E27FC236}">
                  <a16:creationId xmlns:a16="http://schemas.microsoft.com/office/drawing/2014/main" id="{C345E159-6F31-6052-1B72-24110C64671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7" name="Oval 3126">
              <a:extLst>
                <a:ext uri="{FF2B5EF4-FFF2-40B4-BE49-F238E27FC236}">
                  <a16:creationId xmlns:a16="http://schemas.microsoft.com/office/drawing/2014/main" id="{CF99A4A5-AED2-3215-F755-3B7DEB3C042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8" name="Oval 3127">
              <a:extLst>
                <a:ext uri="{FF2B5EF4-FFF2-40B4-BE49-F238E27FC236}">
                  <a16:creationId xmlns:a16="http://schemas.microsoft.com/office/drawing/2014/main" id="{7429D547-E703-0A75-24AC-1DA837B4676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9" name="Oval 3128">
              <a:extLst>
                <a:ext uri="{FF2B5EF4-FFF2-40B4-BE49-F238E27FC236}">
                  <a16:creationId xmlns:a16="http://schemas.microsoft.com/office/drawing/2014/main" id="{A6892B56-6BC7-29AF-AD7A-B9C61D3943D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0" name="Oval 3129">
              <a:extLst>
                <a:ext uri="{FF2B5EF4-FFF2-40B4-BE49-F238E27FC236}">
                  <a16:creationId xmlns:a16="http://schemas.microsoft.com/office/drawing/2014/main" id="{7491C13A-2CE4-B8AA-9476-083EF7B84B3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6" name="Group 3095">
            <a:extLst>
              <a:ext uri="{FF2B5EF4-FFF2-40B4-BE49-F238E27FC236}">
                <a16:creationId xmlns:a16="http://schemas.microsoft.com/office/drawing/2014/main" id="{5CCB7474-28AA-0157-CDCD-88433474AB6E}"/>
              </a:ext>
            </a:extLst>
          </p:cNvPr>
          <p:cNvGrpSpPr/>
          <p:nvPr/>
        </p:nvGrpSpPr>
        <p:grpSpPr>
          <a:xfrm>
            <a:off x="7280955" y="3429491"/>
            <a:ext cx="242005" cy="43678"/>
            <a:chOff x="7979724" y="3580291"/>
            <a:chExt cx="242005" cy="43678"/>
          </a:xfrm>
        </p:grpSpPr>
        <p:sp>
          <p:nvSpPr>
            <p:cNvPr id="3115" name="Oval 3114">
              <a:extLst>
                <a:ext uri="{FF2B5EF4-FFF2-40B4-BE49-F238E27FC236}">
                  <a16:creationId xmlns:a16="http://schemas.microsoft.com/office/drawing/2014/main" id="{4219D5EC-FBDD-9FD9-E8FB-6AE6F5838DC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6" name="Oval 3115">
              <a:extLst>
                <a:ext uri="{FF2B5EF4-FFF2-40B4-BE49-F238E27FC236}">
                  <a16:creationId xmlns:a16="http://schemas.microsoft.com/office/drawing/2014/main" id="{6DD5F0D5-5A2E-2D80-2F03-CED21688C13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7" name="Oval 3116">
              <a:extLst>
                <a:ext uri="{FF2B5EF4-FFF2-40B4-BE49-F238E27FC236}">
                  <a16:creationId xmlns:a16="http://schemas.microsoft.com/office/drawing/2014/main" id="{FA8232AF-46E0-499C-52CB-EC4318FBD9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8" name="Oval 3117">
              <a:extLst>
                <a:ext uri="{FF2B5EF4-FFF2-40B4-BE49-F238E27FC236}">
                  <a16:creationId xmlns:a16="http://schemas.microsoft.com/office/drawing/2014/main" id="{6885949D-71FC-697B-4976-529B4EDE677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9" name="Oval 3118">
              <a:extLst>
                <a:ext uri="{FF2B5EF4-FFF2-40B4-BE49-F238E27FC236}">
                  <a16:creationId xmlns:a16="http://schemas.microsoft.com/office/drawing/2014/main" id="{AB923C55-0877-263F-09B9-1D52FBCCB6D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0" name="Oval 3119">
              <a:extLst>
                <a:ext uri="{FF2B5EF4-FFF2-40B4-BE49-F238E27FC236}">
                  <a16:creationId xmlns:a16="http://schemas.microsoft.com/office/drawing/2014/main" id="{4D526C4D-2048-FA03-139D-37CF710B179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1" name="Oval 3120">
              <a:extLst>
                <a:ext uri="{FF2B5EF4-FFF2-40B4-BE49-F238E27FC236}">
                  <a16:creationId xmlns:a16="http://schemas.microsoft.com/office/drawing/2014/main" id="{F2BB4650-8AE0-92AD-F947-1DCC8F4986E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2" name="Oval 3121">
              <a:extLst>
                <a:ext uri="{FF2B5EF4-FFF2-40B4-BE49-F238E27FC236}">
                  <a16:creationId xmlns:a16="http://schemas.microsoft.com/office/drawing/2014/main" id="{3C259B1C-F259-24DE-8A29-4A8EDDB089D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7" name="Group 3096">
            <a:extLst>
              <a:ext uri="{FF2B5EF4-FFF2-40B4-BE49-F238E27FC236}">
                <a16:creationId xmlns:a16="http://schemas.microsoft.com/office/drawing/2014/main" id="{C649A01C-94A9-4147-B19A-7A82F428C184}"/>
              </a:ext>
            </a:extLst>
          </p:cNvPr>
          <p:cNvGrpSpPr/>
          <p:nvPr/>
        </p:nvGrpSpPr>
        <p:grpSpPr>
          <a:xfrm rot="10800000">
            <a:off x="7593155" y="3431851"/>
            <a:ext cx="242005" cy="46723"/>
            <a:chOff x="7979724" y="3580291"/>
            <a:chExt cx="242005" cy="43678"/>
          </a:xfrm>
        </p:grpSpPr>
        <p:sp>
          <p:nvSpPr>
            <p:cNvPr id="3107" name="Oval 3106">
              <a:extLst>
                <a:ext uri="{FF2B5EF4-FFF2-40B4-BE49-F238E27FC236}">
                  <a16:creationId xmlns:a16="http://schemas.microsoft.com/office/drawing/2014/main" id="{EC0ACA46-905E-D660-188A-EE93103C236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8" name="Oval 3107">
              <a:extLst>
                <a:ext uri="{FF2B5EF4-FFF2-40B4-BE49-F238E27FC236}">
                  <a16:creationId xmlns:a16="http://schemas.microsoft.com/office/drawing/2014/main" id="{6659D2BD-F876-EBFA-BBC1-FE3D832B442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9" name="Oval 3108">
              <a:extLst>
                <a:ext uri="{FF2B5EF4-FFF2-40B4-BE49-F238E27FC236}">
                  <a16:creationId xmlns:a16="http://schemas.microsoft.com/office/drawing/2014/main" id="{FF498D1B-0F74-3C6F-C444-5131D6E5988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0" name="Oval 3109">
              <a:extLst>
                <a:ext uri="{FF2B5EF4-FFF2-40B4-BE49-F238E27FC236}">
                  <a16:creationId xmlns:a16="http://schemas.microsoft.com/office/drawing/2014/main" id="{1DEE64E4-5E4C-5FDC-1858-06D9711C1E1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1" name="Oval 3110">
              <a:extLst>
                <a:ext uri="{FF2B5EF4-FFF2-40B4-BE49-F238E27FC236}">
                  <a16:creationId xmlns:a16="http://schemas.microsoft.com/office/drawing/2014/main" id="{972FDC0E-5911-1507-B2FA-7C273A54C5B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2" name="Oval 3111">
              <a:extLst>
                <a:ext uri="{FF2B5EF4-FFF2-40B4-BE49-F238E27FC236}">
                  <a16:creationId xmlns:a16="http://schemas.microsoft.com/office/drawing/2014/main" id="{3DAC9267-B753-BC42-F5AC-48D7C5EAE62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3" name="Oval 3112">
              <a:extLst>
                <a:ext uri="{FF2B5EF4-FFF2-40B4-BE49-F238E27FC236}">
                  <a16:creationId xmlns:a16="http://schemas.microsoft.com/office/drawing/2014/main" id="{BEBECB09-044F-4C8E-04C4-B1EA44DE6AA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4" name="Oval 3113">
              <a:extLst>
                <a:ext uri="{FF2B5EF4-FFF2-40B4-BE49-F238E27FC236}">
                  <a16:creationId xmlns:a16="http://schemas.microsoft.com/office/drawing/2014/main" id="{E4796BA8-00D0-C447-08FC-BDD99D59F4F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98" name="Group 3097">
            <a:extLst>
              <a:ext uri="{FF2B5EF4-FFF2-40B4-BE49-F238E27FC236}">
                <a16:creationId xmlns:a16="http://schemas.microsoft.com/office/drawing/2014/main" id="{ED752D70-FF87-279B-65BE-78D607D671AE}"/>
              </a:ext>
            </a:extLst>
          </p:cNvPr>
          <p:cNvGrpSpPr/>
          <p:nvPr/>
        </p:nvGrpSpPr>
        <p:grpSpPr>
          <a:xfrm>
            <a:off x="7521998" y="3432667"/>
            <a:ext cx="242005" cy="43678"/>
            <a:chOff x="7979724" y="3580291"/>
            <a:chExt cx="242005" cy="43678"/>
          </a:xfrm>
        </p:grpSpPr>
        <p:sp>
          <p:nvSpPr>
            <p:cNvPr id="3099" name="Oval 3098">
              <a:extLst>
                <a:ext uri="{FF2B5EF4-FFF2-40B4-BE49-F238E27FC236}">
                  <a16:creationId xmlns:a16="http://schemas.microsoft.com/office/drawing/2014/main" id="{35407532-0CF8-F560-AFF6-E9AAC0D7AB3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0" name="Oval 3099">
              <a:extLst>
                <a:ext uri="{FF2B5EF4-FFF2-40B4-BE49-F238E27FC236}">
                  <a16:creationId xmlns:a16="http://schemas.microsoft.com/office/drawing/2014/main" id="{56BAB427-F291-F6F9-3F39-F9670518AF5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1" name="Oval 3100">
              <a:extLst>
                <a:ext uri="{FF2B5EF4-FFF2-40B4-BE49-F238E27FC236}">
                  <a16:creationId xmlns:a16="http://schemas.microsoft.com/office/drawing/2014/main" id="{761FD52A-FAC6-67B4-813E-DA2A0D69839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2" name="Oval 3101">
              <a:extLst>
                <a:ext uri="{FF2B5EF4-FFF2-40B4-BE49-F238E27FC236}">
                  <a16:creationId xmlns:a16="http://schemas.microsoft.com/office/drawing/2014/main" id="{170EDAD3-903F-6085-B022-44BC931C994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3" name="Oval 3102">
              <a:extLst>
                <a:ext uri="{FF2B5EF4-FFF2-40B4-BE49-F238E27FC236}">
                  <a16:creationId xmlns:a16="http://schemas.microsoft.com/office/drawing/2014/main" id="{D9C18A7A-1F9B-BDB4-9590-61FE440F56E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4" name="Oval 3103">
              <a:extLst>
                <a:ext uri="{FF2B5EF4-FFF2-40B4-BE49-F238E27FC236}">
                  <a16:creationId xmlns:a16="http://schemas.microsoft.com/office/drawing/2014/main" id="{1067A773-B197-BBFF-4229-64CE6510C1F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5" name="Oval 3104">
              <a:extLst>
                <a:ext uri="{FF2B5EF4-FFF2-40B4-BE49-F238E27FC236}">
                  <a16:creationId xmlns:a16="http://schemas.microsoft.com/office/drawing/2014/main" id="{D75F8B5D-DE5E-C7F1-41A8-5551038611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6" name="Oval 3105">
              <a:extLst>
                <a:ext uri="{FF2B5EF4-FFF2-40B4-BE49-F238E27FC236}">
                  <a16:creationId xmlns:a16="http://schemas.microsoft.com/office/drawing/2014/main" id="{047C5290-448D-4E4B-9DEF-F2CC8A91F80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4" name="Group 3163">
            <a:extLst>
              <a:ext uri="{FF2B5EF4-FFF2-40B4-BE49-F238E27FC236}">
                <a16:creationId xmlns:a16="http://schemas.microsoft.com/office/drawing/2014/main" id="{0FAD6A3D-F98B-9032-9282-319ED6ACABD2}"/>
              </a:ext>
            </a:extLst>
          </p:cNvPr>
          <p:cNvGrpSpPr/>
          <p:nvPr/>
        </p:nvGrpSpPr>
        <p:grpSpPr>
          <a:xfrm rot="10800000">
            <a:off x="8133475" y="3142078"/>
            <a:ext cx="242005" cy="46723"/>
            <a:chOff x="7979724" y="3580291"/>
            <a:chExt cx="242005" cy="43678"/>
          </a:xfrm>
        </p:grpSpPr>
        <p:sp>
          <p:nvSpPr>
            <p:cNvPr id="3228" name="Oval 3227">
              <a:extLst>
                <a:ext uri="{FF2B5EF4-FFF2-40B4-BE49-F238E27FC236}">
                  <a16:creationId xmlns:a16="http://schemas.microsoft.com/office/drawing/2014/main" id="{844495DD-B918-9A2D-8428-75B0D031CED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9" name="Oval 3228">
              <a:extLst>
                <a:ext uri="{FF2B5EF4-FFF2-40B4-BE49-F238E27FC236}">
                  <a16:creationId xmlns:a16="http://schemas.microsoft.com/office/drawing/2014/main" id="{7F8CDB5B-0F8F-352C-5E88-CEA396FC230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0" name="Oval 3229">
              <a:extLst>
                <a:ext uri="{FF2B5EF4-FFF2-40B4-BE49-F238E27FC236}">
                  <a16:creationId xmlns:a16="http://schemas.microsoft.com/office/drawing/2014/main" id="{8A9D69F1-279D-5BFE-0DFF-A1CC1676ED8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1" name="Oval 3230">
              <a:extLst>
                <a:ext uri="{FF2B5EF4-FFF2-40B4-BE49-F238E27FC236}">
                  <a16:creationId xmlns:a16="http://schemas.microsoft.com/office/drawing/2014/main" id="{EED4F011-118F-11D2-70DC-35425E0DBB2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2" name="Oval 3231">
              <a:extLst>
                <a:ext uri="{FF2B5EF4-FFF2-40B4-BE49-F238E27FC236}">
                  <a16:creationId xmlns:a16="http://schemas.microsoft.com/office/drawing/2014/main" id="{79064333-E783-6286-8F9D-5609F400E0F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3" name="Oval 3232">
              <a:extLst>
                <a:ext uri="{FF2B5EF4-FFF2-40B4-BE49-F238E27FC236}">
                  <a16:creationId xmlns:a16="http://schemas.microsoft.com/office/drawing/2014/main" id="{5D0851D7-7094-4EDF-45F3-A36FCC08CFC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4" name="Oval 3233">
              <a:extLst>
                <a:ext uri="{FF2B5EF4-FFF2-40B4-BE49-F238E27FC236}">
                  <a16:creationId xmlns:a16="http://schemas.microsoft.com/office/drawing/2014/main" id="{72FB632E-6125-9693-D0CC-9F00535776B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5" name="Oval 3234">
              <a:extLst>
                <a:ext uri="{FF2B5EF4-FFF2-40B4-BE49-F238E27FC236}">
                  <a16:creationId xmlns:a16="http://schemas.microsoft.com/office/drawing/2014/main" id="{503444E4-B28F-4FAA-0E94-FE825FBB597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5" name="Group 3164">
            <a:extLst>
              <a:ext uri="{FF2B5EF4-FFF2-40B4-BE49-F238E27FC236}">
                <a16:creationId xmlns:a16="http://schemas.microsoft.com/office/drawing/2014/main" id="{572D4965-3ACB-956C-3BE1-B93BDB829E32}"/>
              </a:ext>
            </a:extLst>
          </p:cNvPr>
          <p:cNvGrpSpPr/>
          <p:nvPr/>
        </p:nvGrpSpPr>
        <p:grpSpPr>
          <a:xfrm>
            <a:off x="8062318" y="3142894"/>
            <a:ext cx="242005" cy="43678"/>
            <a:chOff x="7979724" y="3580291"/>
            <a:chExt cx="242005" cy="43678"/>
          </a:xfrm>
        </p:grpSpPr>
        <p:sp>
          <p:nvSpPr>
            <p:cNvPr id="3220" name="Oval 3219">
              <a:extLst>
                <a:ext uri="{FF2B5EF4-FFF2-40B4-BE49-F238E27FC236}">
                  <a16:creationId xmlns:a16="http://schemas.microsoft.com/office/drawing/2014/main" id="{5F243EA1-BCA1-07B6-5163-15245F0C82D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1" name="Oval 3220">
              <a:extLst>
                <a:ext uri="{FF2B5EF4-FFF2-40B4-BE49-F238E27FC236}">
                  <a16:creationId xmlns:a16="http://schemas.microsoft.com/office/drawing/2014/main" id="{93943556-25E8-8A05-6FF9-1E072DC64F9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2" name="Oval 3221">
              <a:extLst>
                <a:ext uri="{FF2B5EF4-FFF2-40B4-BE49-F238E27FC236}">
                  <a16:creationId xmlns:a16="http://schemas.microsoft.com/office/drawing/2014/main" id="{9C82B2BF-E3D6-6F26-C581-387CCB21035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3" name="Oval 3222">
              <a:extLst>
                <a:ext uri="{FF2B5EF4-FFF2-40B4-BE49-F238E27FC236}">
                  <a16:creationId xmlns:a16="http://schemas.microsoft.com/office/drawing/2014/main" id="{B0089FCA-B44C-D71C-202B-2D43694F7FF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4" name="Oval 3223">
              <a:extLst>
                <a:ext uri="{FF2B5EF4-FFF2-40B4-BE49-F238E27FC236}">
                  <a16:creationId xmlns:a16="http://schemas.microsoft.com/office/drawing/2014/main" id="{E8843AFA-405D-1FB9-706A-C1D37084E14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5" name="Oval 3224">
              <a:extLst>
                <a:ext uri="{FF2B5EF4-FFF2-40B4-BE49-F238E27FC236}">
                  <a16:creationId xmlns:a16="http://schemas.microsoft.com/office/drawing/2014/main" id="{AD8BC215-7DB3-6483-B0A4-D879CC9A1CE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6" name="Oval 3225">
              <a:extLst>
                <a:ext uri="{FF2B5EF4-FFF2-40B4-BE49-F238E27FC236}">
                  <a16:creationId xmlns:a16="http://schemas.microsoft.com/office/drawing/2014/main" id="{29A41F8A-1892-8CB2-0225-20EB5B48707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7" name="Oval 3226">
              <a:extLst>
                <a:ext uri="{FF2B5EF4-FFF2-40B4-BE49-F238E27FC236}">
                  <a16:creationId xmlns:a16="http://schemas.microsoft.com/office/drawing/2014/main" id="{3844BF74-EE56-8291-474C-00709820560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6" name="Group 3165">
            <a:extLst>
              <a:ext uri="{FF2B5EF4-FFF2-40B4-BE49-F238E27FC236}">
                <a16:creationId xmlns:a16="http://schemas.microsoft.com/office/drawing/2014/main" id="{132B1605-615A-3C24-F24E-BD16941C86BB}"/>
              </a:ext>
            </a:extLst>
          </p:cNvPr>
          <p:cNvGrpSpPr/>
          <p:nvPr/>
        </p:nvGrpSpPr>
        <p:grpSpPr>
          <a:xfrm rot="10800000">
            <a:off x="8374518" y="3145254"/>
            <a:ext cx="242005" cy="46723"/>
            <a:chOff x="7979724" y="3580291"/>
            <a:chExt cx="242005" cy="43678"/>
          </a:xfrm>
        </p:grpSpPr>
        <p:sp>
          <p:nvSpPr>
            <p:cNvPr id="3212" name="Oval 3211">
              <a:extLst>
                <a:ext uri="{FF2B5EF4-FFF2-40B4-BE49-F238E27FC236}">
                  <a16:creationId xmlns:a16="http://schemas.microsoft.com/office/drawing/2014/main" id="{E3C3C109-7F2B-4FAC-4AF9-3666279D3CB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3" name="Oval 3212">
              <a:extLst>
                <a:ext uri="{FF2B5EF4-FFF2-40B4-BE49-F238E27FC236}">
                  <a16:creationId xmlns:a16="http://schemas.microsoft.com/office/drawing/2014/main" id="{B306C019-9882-1E94-DD03-94D88DEE060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4" name="Oval 3213">
              <a:extLst>
                <a:ext uri="{FF2B5EF4-FFF2-40B4-BE49-F238E27FC236}">
                  <a16:creationId xmlns:a16="http://schemas.microsoft.com/office/drawing/2014/main" id="{331C061A-1C25-EA99-16D3-7CB6A61238C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5" name="Oval 3214">
              <a:extLst>
                <a:ext uri="{FF2B5EF4-FFF2-40B4-BE49-F238E27FC236}">
                  <a16:creationId xmlns:a16="http://schemas.microsoft.com/office/drawing/2014/main" id="{12AFEF69-823F-0ADB-D9BE-647DD98B24A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6" name="Oval 3215">
              <a:extLst>
                <a:ext uri="{FF2B5EF4-FFF2-40B4-BE49-F238E27FC236}">
                  <a16:creationId xmlns:a16="http://schemas.microsoft.com/office/drawing/2014/main" id="{C0F2CA82-B6AD-43A1-E449-56174C67DC2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7" name="Oval 3216">
              <a:extLst>
                <a:ext uri="{FF2B5EF4-FFF2-40B4-BE49-F238E27FC236}">
                  <a16:creationId xmlns:a16="http://schemas.microsoft.com/office/drawing/2014/main" id="{9E0B695D-A599-8230-C9A6-2534055D398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8" name="Oval 3217">
              <a:extLst>
                <a:ext uri="{FF2B5EF4-FFF2-40B4-BE49-F238E27FC236}">
                  <a16:creationId xmlns:a16="http://schemas.microsoft.com/office/drawing/2014/main" id="{E44FB0B4-D87B-7E5A-2C26-F84B06AAE3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9" name="Oval 3218">
              <a:extLst>
                <a:ext uri="{FF2B5EF4-FFF2-40B4-BE49-F238E27FC236}">
                  <a16:creationId xmlns:a16="http://schemas.microsoft.com/office/drawing/2014/main" id="{B6A743BF-9984-D2A0-391E-A9FEC86DD55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7" name="Group 3166">
            <a:extLst>
              <a:ext uri="{FF2B5EF4-FFF2-40B4-BE49-F238E27FC236}">
                <a16:creationId xmlns:a16="http://schemas.microsoft.com/office/drawing/2014/main" id="{2FAAFF6D-2A61-1BDA-3DB8-43594563BF7C}"/>
              </a:ext>
            </a:extLst>
          </p:cNvPr>
          <p:cNvGrpSpPr/>
          <p:nvPr/>
        </p:nvGrpSpPr>
        <p:grpSpPr>
          <a:xfrm rot="11689693">
            <a:off x="8303361" y="3146070"/>
            <a:ext cx="242005" cy="43678"/>
            <a:chOff x="7979724" y="3580291"/>
            <a:chExt cx="242005" cy="43678"/>
          </a:xfrm>
        </p:grpSpPr>
        <p:sp>
          <p:nvSpPr>
            <p:cNvPr id="3204" name="Oval 3203">
              <a:extLst>
                <a:ext uri="{FF2B5EF4-FFF2-40B4-BE49-F238E27FC236}">
                  <a16:creationId xmlns:a16="http://schemas.microsoft.com/office/drawing/2014/main" id="{74B5A618-B77A-8BA1-115E-8F2B98102B7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5" name="Oval 3204">
              <a:extLst>
                <a:ext uri="{FF2B5EF4-FFF2-40B4-BE49-F238E27FC236}">
                  <a16:creationId xmlns:a16="http://schemas.microsoft.com/office/drawing/2014/main" id="{FAA7B9D8-8054-0FEA-0D7C-118FC60F53F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6" name="Oval 3205">
              <a:extLst>
                <a:ext uri="{FF2B5EF4-FFF2-40B4-BE49-F238E27FC236}">
                  <a16:creationId xmlns:a16="http://schemas.microsoft.com/office/drawing/2014/main" id="{7C9910C3-F92F-353C-EA79-49AA88BCD38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7" name="Oval 3206">
              <a:extLst>
                <a:ext uri="{FF2B5EF4-FFF2-40B4-BE49-F238E27FC236}">
                  <a16:creationId xmlns:a16="http://schemas.microsoft.com/office/drawing/2014/main" id="{A59EE117-42F4-E44B-56A1-8254BE82AAD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8" name="Oval 3207">
              <a:extLst>
                <a:ext uri="{FF2B5EF4-FFF2-40B4-BE49-F238E27FC236}">
                  <a16:creationId xmlns:a16="http://schemas.microsoft.com/office/drawing/2014/main" id="{4A6D2C6C-EF63-9DD3-4B86-C9EAE55023E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9" name="Oval 3208">
              <a:extLst>
                <a:ext uri="{FF2B5EF4-FFF2-40B4-BE49-F238E27FC236}">
                  <a16:creationId xmlns:a16="http://schemas.microsoft.com/office/drawing/2014/main" id="{33458DA0-6B8E-3E6A-3E1A-D785290D58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0" name="Oval 3209">
              <a:extLst>
                <a:ext uri="{FF2B5EF4-FFF2-40B4-BE49-F238E27FC236}">
                  <a16:creationId xmlns:a16="http://schemas.microsoft.com/office/drawing/2014/main" id="{610C1F81-D16C-282C-0AB2-01F43EECDB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1" name="Oval 3210">
              <a:extLst>
                <a:ext uri="{FF2B5EF4-FFF2-40B4-BE49-F238E27FC236}">
                  <a16:creationId xmlns:a16="http://schemas.microsoft.com/office/drawing/2014/main" id="{6F8580C3-BA4E-66BD-1D18-AE7E601E128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8" name="Group 3167">
            <a:extLst>
              <a:ext uri="{FF2B5EF4-FFF2-40B4-BE49-F238E27FC236}">
                <a16:creationId xmlns:a16="http://schemas.microsoft.com/office/drawing/2014/main" id="{F3BFDDDE-57BE-6227-480F-7CA3740722E4}"/>
              </a:ext>
            </a:extLst>
          </p:cNvPr>
          <p:cNvGrpSpPr/>
          <p:nvPr/>
        </p:nvGrpSpPr>
        <p:grpSpPr>
          <a:xfrm rot="21292958">
            <a:off x="8550815" y="3146094"/>
            <a:ext cx="242005" cy="46723"/>
            <a:chOff x="7979724" y="3580291"/>
            <a:chExt cx="242005" cy="43678"/>
          </a:xfrm>
        </p:grpSpPr>
        <p:sp>
          <p:nvSpPr>
            <p:cNvPr id="3196" name="Oval 3195">
              <a:extLst>
                <a:ext uri="{FF2B5EF4-FFF2-40B4-BE49-F238E27FC236}">
                  <a16:creationId xmlns:a16="http://schemas.microsoft.com/office/drawing/2014/main" id="{1B90161A-DA73-15AF-07B8-417A28A63B8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7" name="Oval 3196">
              <a:extLst>
                <a:ext uri="{FF2B5EF4-FFF2-40B4-BE49-F238E27FC236}">
                  <a16:creationId xmlns:a16="http://schemas.microsoft.com/office/drawing/2014/main" id="{77A572B6-9EF2-BC3F-A812-06ACA4D070C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8" name="Oval 3197">
              <a:extLst>
                <a:ext uri="{FF2B5EF4-FFF2-40B4-BE49-F238E27FC236}">
                  <a16:creationId xmlns:a16="http://schemas.microsoft.com/office/drawing/2014/main" id="{95A40D34-01FF-7AB0-FAE7-8D017213E2A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9" name="Oval 3198">
              <a:extLst>
                <a:ext uri="{FF2B5EF4-FFF2-40B4-BE49-F238E27FC236}">
                  <a16:creationId xmlns:a16="http://schemas.microsoft.com/office/drawing/2014/main" id="{2DF2E553-F03D-9BFD-EE96-2043CEDFDC5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0" name="Oval 3199">
              <a:extLst>
                <a:ext uri="{FF2B5EF4-FFF2-40B4-BE49-F238E27FC236}">
                  <a16:creationId xmlns:a16="http://schemas.microsoft.com/office/drawing/2014/main" id="{AACC66FF-9CCD-F121-275F-DD22417F2E8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1" name="Oval 3200">
              <a:extLst>
                <a:ext uri="{FF2B5EF4-FFF2-40B4-BE49-F238E27FC236}">
                  <a16:creationId xmlns:a16="http://schemas.microsoft.com/office/drawing/2014/main" id="{FC637250-95D9-22BE-F285-B3ACB70343A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2" name="Oval 3201">
              <a:extLst>
                <a:ext uri="{FF2B5EF4-FFF2-40B4-BE49-F238E27FC236}">
                  <a16:creationId xmlns:a16="http://schemas.microsoft.com/office/drawing/2014/main" id="{836D13A7-746E-9998-D2CD-FF43516FB48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3" name="Oval 3202">
              <a:extLst>
                <a:ext uri="{FF2B5EF4-FFF2-40B4-BE49-F238E27FC236}">
                  <a16:creationId xmlns:a16="http://schemas.microsoft.com/office/drawing/2014/main" id="{B29D3888-8B3F-6CDF-FD1E-211FE29A49C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69" name="Group 3168">
            <a:extLst>
              <a:ext uri="{FF2B5EF4-FFF2-40B4-BE49-F238E27FC236}">
                <a16:creationId xmlns:a16="http://schemas.microsoft.com/office/drawing/2014/main" id="{F2AE6486-EC2A-CC48-5E0B-63F51A5ABD77}"/>
              </a:ext>
            </a:extLst>
          </p:cNvPr>
          <p:cNvGrpSpPr/>
          <p:nvPr/>
        </p:nvGrpSpPr>
        <p:grpSpPr>
          <a:xfrm>
            <a:off x="8479658" y="3146910"/>
            <a:ext cx="242005" cy="43678"/>
            <a:chOff x="7979724" y="3580291"/>
            <a:chExt cx="242005" cy="43678"/>
          </a:xfrm>
        </p:grpSpPr>
        <p:sp>
          <p:nvSpPr>
            <p:cNvPr id="3188" name="Oval 3187">
              <a:extLst>
                <a:ext uri="{FF2B5EF4-FFF2-40B4-BE49-F238E27FC236}">
                  <a16:creationId xmlns:a16="http://schemas.microsoft.com/office/drawing/2014/main" id="{30A12B29-85F4-D3DE-5A45-6E4B4D85618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9" name="Oval 3188">
              <a:extLst>
                <a:ext uri="{FF2B5EF4-FFF2-40B4-BE49-F238E27FC236}">
                  <a16:creationId xmlns:a16="http://schemas.microsoft.com/office/drawing/2014/main" id="{7B1CF27E-960B-19BA-621E-18383472D54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0" name="Oval 3189">
              <a:extLst>
                <a:ext uri="{FF2B5EF4-FFF2-40B4-BE49-F238E27FC236}">
                  <a16:creationId xmlns:a16="http://schemas.microsoft.com/office/drawing/2014/main" id="{91EC66A0-DE44-55E8-A996-BBFF949D710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1" name="Oval 3190">
              <a:extLst>
                <a:ext uri="{FF2B5EF4-FFF2-40B4-BE49-F238E27FC236}">
                  <a16:creationId xmlns:a16="http://schemas.microsoft.com/office/drawing/2014/main" id="{75A4062A-1C88-E9F0-A16F-43226A2593D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2" name="Oval 3191">
              <a:extLst>
                <a:ext uri="{FF2B5EF4-FFF2-40B4-BE49-F238E27FC236}">
                  <a16:creationId xmlns:a16="http://schemas.microsoft.com/office/drawing/2014/main" id="{DDAD254B-5377-64F5-E3D5-880D328F009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3" name="Oval 3192">
              <a:extLst>
                <a:ext uri="{FF2B5EF4-FFF2-40B4-BE49-F238E27FC236}">
                  <a16:creationId xmlns:a16="http://schemas.microsoft.com/office/drawing/2014/main" id="{6376DB0F-8633-3AF3-F830-4EC66268180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4" name="Oval 3193">
              <a:extLst>
                <a:ext uri="{FF2B5EF4-FFF2-40B4-BE49-F238E27FC236}">
                  <a16:creationId xmlns:a16="http://schemas.microsoft.com/office/drawing/2014/main" id="{10D538EC-8387-A972-3795-B75AC7C2023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5" name="Oval 3194">
              <a:extLst>
                <a:ext uri="{FF2B5EF4-FFF2-40B4-BE49-F238E27FC236}">
                  <a16:creationId xmlns:a16="http://schemas.microsoft.com/office/drawing/2014/main" id="{FBD57890-589E-42D9-25EA-0C58AA1F229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0" name="Group 3169">
            <a:extLst>
              <a:ext uri="{FF2B5EF4-FFF2-40B4-BE49-F238E27FC236}">
                <a16:creationId xmlns:a16="http://schemas.microsoft.com/office/drawing/2014/main" id="{37A371CD-07F1-4962-DC10-70C71DF86DC2}"/>
              </a:ext>
            </a:extLst>
          </p:cNvPr>
          <p:cNvGrpSpPr/>
          <p:nvPr/>
        </p:nvGrpSpPr>
        <p:grpSpPr>
          <a:xfrm rot="10800000">
            <a:off x="8791858" y="3149270"/>
            <a:ext cx="242005" cy="46723"/>
            <a:chOff x="7979724" y="3580291"/>
            <a:chExt cx="242005" cy="43678"/>
          </a:xfrm>
        </p:grpSpPr>
        <p:sp>
          <p:nvSpPr>
            <p:cNvPr id="3180" name="Oval 3179">
              <a:extLst>
                <a:ext uri="{FF2B5EF4-FFF2-40B4-BE49-F238E27FC236}">
                  <a16:creationId xmlns:a16="http://schemas.microsoft.com/office/drawing/2014/main" id="{88A359E3-2F51-80E4-36A2-A4E8FAF0663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1" name="Oval 3180">
              <a:extLst>
                <a:ext uri="{FF2B5EF4-FFF2-40B4-BE49-F238E27FC236}">
                  <a16:creationId xmlns:a16="http://schemas.microsoft.com/office/drawing/2014/main" id="{46559182-1A23-C09A-120E-90FA2FE98CC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2" name="Oval 3181">
              <a:extLst>
                <a:ext uri="{FF2B5EF4-FFF2-40B4-BE49-F238E27FC236}">
                  <a16:creationId xmlns:a16="http://schemas.microsoft.com/office/drawing/2014/main" id="{7CE7FBC7-AE08-7C73-79B4-771BC7A960A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3" name="Oval 3182">
              <a:extLst>
                <a:ext uri="{FF2B5EF4-FFF2-40B4-BE49-F238E27FC236}">
                  <a16:creationId xmlns:a16="http://schemas.microsoft.com/office/drawing/2014/main" id="{BE65F319-7761-2B68-204A-3A397461AF4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4" name="Oval 3183">
              <a:extLst>
                <a:ext uri="{FF2B5EF4-FFF2-40B4-BE49-F238E27FC236}">
                  <a16:creationId xmlns:a16="http://schemas.microsoft.com/office/drawing/2014/main" id="{EB59667B-EEA7-7DFF-E824-73456A961CB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5" name="Oval 3184">
              <a:extLst>
                <a:ext uri="{FF2B5EF4-FFF2-40B4-BE49-F238E27FC236}">
                  <a16:creationId xmlns:a16="http://schemas.microsoft.com/office/drawing/2014/main" id="{2F8A9542-76CF-034A-8BB3-447C1D246AE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6" name="Oval 3185">
              <a:extLst>
                <a:ext uri="{FF2B5EF4-FFF2-40B4-BE49-F238E27FC236}">
                  <a16:creationId xmlns:a16="http://schemas.microsoft.com/office/drawing/2014/main" id="{2ADCAB6D-0634-4A6B-8AD4-818B18E7DF9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7" name="Oval 3186">
              <a:extLst>
                <a:ext uri="{FF2B5EF4-FFF2-40B4-BE49-F238E27FC236}">
                  <a16:creationId xmlns:a16="http://schemas.microsoft.com/office/drawing/2014/main" id="{4A7E2C45-F3D4-8428-D941-48E329F40A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1" name="Group 3170">
            <a:extLst>
              <a:ext uri="{FF2B5EF4-FFF2-40B4-BE49-F238E27FC236}">
                <a16:creationId xmlns:a16="http://schemas.microsoft.com/office/drawing/2014/main" id="{C75B5D45-6A60-ACDD-FC51-AD81970D09CD}"/>
              </a:ext>
            </a:extLst>
          </p:cNvPr>
          <p:cNvGrpSpPr/>
          <p:nvPr/>
        </p:nvGrpSpPr>
        <p:grpSpPr>
          <a:xfrm>
            <a:off x="8720701" y="3150086"/>
            <a:ext cx="242005" cy="43678"/>
            <a:chOff x="7979724" y="3580291"/>
            <a:chExt cx="242005" cy="43678"/>
          </a:xfrm>
        </p:grpSpPr>
        <p:sp>
          <p:nvSpPr>
            <p:cNvPr id="3172" name="Oval 3171">
              <a:extLst>
                <a:ext uri="{FF2B5EF4-FFF2-40B4-BE49-F238E27FC236}">
                  <a16:creationId xmlns:a16="http://schemas.microsoft.com/office/drawing/2014/main" id="{AB087307-16C3-736C-076A-4716477B066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3" name="Oval 3172">
              <a:extLst>
                <a:ext uri="{FF2B5EF4-FFF2-40B4-BE49-F238E27FC236}">
                  <a16:creationId xmlns:a16="http://schemas.microsoft.com/office/drawing/2014/main" id="{0254D437-768E-BCC8-23DD-7804BA647D0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 name="Oval 3173">
              <a:extLst>
                <a:ext uri="{FF2B5EF4-FFF2-40B4-BE49-F238E27FC236}">
                  <a16:creationId xmlns:a16="http://schemas.microsoft.com/office/drawing/2014/main" id="{E88E6935-A4A0-998C-CCAB-37372AECC37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5" name="Oval 3174">
              <a:extLst>
                <a:ext uri="{FF2B5EF4-FFF2-40B4-BE49-F238E27FC236}">
                  <a16:creationId xmlns:a16="http://schemas.microsoft.com/office/drawing/2014/main" id="{75FAC39F-90F7-96E7-69C7-FBF9ACCA257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6" name="Oval 3175">
              <a:extLst>
                <a:ext uri="{FF2B5EF4-FFF2-40B4-BE49-F238E27FC236}">
                  <a16:creationId xmlns:a16="http://schemas.microsoft.com/office/drawing/2014/main" id="{6A7CBB9A-094A-0A36-3386-2AD40823FA8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7" name="Oval 3176">
              <a:extLst>
                <a:ext uri="{FF2B5EF4-FFF2-40B4-BE49-F238E27FC236}">
                  <a16:creationId xmlns:a16="http://schemas.microsoft.com/office/drawing/2014/main" id="{DE2F8FC8-91B2-7CEA-F51B-BA14EE09CBC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8" name="Oval 3177">
              <a:extLst>
                <a:ext uri="{FF2B5EF4-FFF2-40B4-BE49-F238E27FC236}">
                  <a16:creationId xmlns:a16="http://schemas.microsoft.com/office/drawing/2014/main" id="{1ECC156E-670A-7AF9-FC6B-F5EB53AF89B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9" name="Oval 3178">
              <a:extLst>
                <a:ext uri="{FF2B5EF4-FFF2-40B4-BE49-F238E27FC236}">
                  <a16:creationId xmlns:a16="http://schemas.microsoft.com/office/drawing/2014/main" id="{0A9C91C8-4182-9595-923A-7888433CB39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7" name="Group 3236">
            <a:extLst>
              <a:ext uri="{FF2B5EF4-FFF2-40B4-BE49-F238E27FC236}">
                <a16:creationId xmlns:a16="http://schemas.microsoft.com/office/drawing/2014/main" id="{E34E8292-C88E-F4D7-3F9C-DD36BF72B86A}"/>
              </a:ext>
            </a:extLst>
          </p:cNvPr>
          <p:cNvGrpSpPr/>
          <p:nvPr/>
        </p:nvGrpSpPr>
        <p:grpSpPr>
          <a:xfrm rot="10800000">
            <a:off x="9024148" y="3129026"/>
            <a:ext cx="242005" cy="46723"/>
            <a:chOff x="7979724" y="3580291"/>
            <a:chExt cx="242005" cy="43678"/>
          </a:xfrm>
        </p:grpSpPr>
        <p:sp>
          <p:nvSpPr>
            <p:cNvPr id="3301" name="Oval 3300">
              <a:extLst>
                <a:ext uri="{FF2B5EF4-FFF2-40B4-BE49-F238E27FC236}">
                  <a16:creationId xmlns:a16="http://schemas.microsoft.com/office/drawing/2014/main" id="{8DF4084F-52B8-9EAB-7DFD-222AD51CD63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2" name="Oval 3301">
              <a:extLst>
                <a:ext uri="{FF2B5EF4-FFF2-40B4-BE49-F238E27FC236}">
                  <a16:creationId xmlns:a16="http://schemas.microsoft.com/office/drawing/2014/main" id="{42C49827-C183-D024-DA0E-6E01B3E82B2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3" name="Oval 3302">
              <a:extLst>
                <a:ext uri="{FF2B5EF4-FFF2-40B4-BE49-F238E27FC236}">
                  <a16:creationId xmlns:a16="http://schemas.microsoft.com/office/drawing/2014/main" id="{CD9F7175-5583-EA2C-3EFE-F972B372367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4" name="Oval 3303">
              <a:extLst>
                <a:ext uri="{FF2B5EF4-FFF2-40B4-BE49-F238E27FC236}">
                  <a16:creationId xmlns:a16="http://schemas.microsoft.com/office/drawing/2014/main" id="{94162D65-5873-A6CF-3851-5B7227A0818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5" name="Oval 3304">
              <a:extLst>
                <a:ext uri="{FF2B5EF4-FFF2-40B4-BE49-F238E27FC236}">
                  <a16:creationId xmlns:a16="http://schemas.microsoft.com/office/drawing/2014/main" id="{6E2F4F81-A2DC-ED41-8BF6-9EB5A1D096A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6" name="Oval 3305">
              <a:extLst>
                <a:ext uri="{FF2B5EF4-FFF2-40B4-BE49-F238E27FC236}">
                  <a16:creationId xmlns:a16="http://schemas.microsoft.com/office/drawing/2014/main" id="{AC94148D-3995-E82A-C08A-19B2CDC0D5D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7" name="Oval 3306">
              <a:extLst>
                <a:ext uri="{FF2B5EF4-FFF2-40B4-BE49-F238E27FC236}">
                  <a16:creationId xmlns:a16="http://schemas.microsoft.com/office/drawing/2014/main" id="{B0FE4FF3-ABED-D5C6-3E50-63C3DBDC8B2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8" name="Oval 3307">
              <a:extLst>
                <a:ext uri="{FF2B5EF4-FFF2-40B4-BE49-F238E27FC236}">
                  <a16:creationId xmlns:a16="http://schemas.microsoft.com/office/drawing/2014/main" id="{E7D8498B-C319-850B-D6DD-F108EF6D680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8" name="Group 3237">
            <a:extLst>
              <a:ext uri="{FF2B5EF4-FFF2-40B4-BE49-F238E27FC236}">
                <a16:creationId xmlns:a16="http://schemas.microsoft.com/office/drawing/2014/main" id="{C9188BFF-1078-54AE-0D5E-85D9BF6EF042}"/>
              </a:ext>
            </a:extLst>
          </p:cNvPr>
          <p:cNvGrpSpPr/>
          <p:nvPr/>
        </p:nvGrpSpPr>
        <p:grpSpPr>
          <a:xfrm>
            <a:off x="8952991" y="3129842"/>
            <a:ext cx="242005" cy="43678"/>
            <a:chOff x="7979724" y="3580291"/>
            <a:chExt cx="242005" cy="43678"/>
          </a:xfrm>
        </p:grpSpPr>
        <p:sp>
          <p:nvSpPr>
            <p:cNvPr id="3293" name="Oval 3292">
              <a:extLst>
                <a:ext uri="{FF2B5EF4-FFF2-40B4-BE49-F238E27FC236}">
                  <a16:creationId xmlns:a16="http://schemas.microsoft.com/office/drawing/2014/main" id="{55BA24AA-3646-FCD7-5E83-5419FACD3E0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4" name="Oval 3293">
              <a:extLst>
                <a:ext uri="{FF2B5EF4-FFF2-40B4-BE49-F238E27FC236}">
                  <a16:creationId xmlns:a16="http://schemas.microsoft.com/office/drawing/2014/main" id="{716DBC09-E87C-FDD0-0EEB-F52A92236B0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5" name="Oval 3294">
              <a:extLst>
                <a:ext uri="{FF2B5EF4-FFF2-40B4-BE49-F238E27FC236}">
                  <a16:creationId xmlns:a16="http://schemas.microsoft.com/office/drawing/2014/main" id="{0DC816D5-D939-1FD6-2F53-D57822B6AFC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6" name="Oval 3295">
              <a:extLst>
                <a:ext uri="{FF2B5EF4-FFF2-40B4-BE49-F238E27FC236}">
                  <a16:creationId xmlns:a16="http://schemas.microsoft.com/office/drawing/2014/main" id="{BE9F600C-F6B9-3F35-2475-5C595941E56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7" name="Oval 3296">
              <a:extLst>
                <a:ext uri="{FF2B5EF4-FFF2-40B4-BE49-F238E27FC236}">
                  <a16:creationId xmlns:a16="http://schemas.microsoft.com/office/drawing/2014/main" id="{80778931-097E-981F-B148-2781EFFED4D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8" name="Oval 3297">
              <a:extLst>
                <a:ext uri="{FF2B5EF4-FFF2-40B4-BE49-F238E27FC236}">
                  <a16:creationId xmlns:a16="http://schemas.microsoft.com/office/drawing/2014/main" id="{6AA2FD00-B4D9-0434-D326-9E09764BD3E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9" name="Oval 3298">
              <a:extLst>
                <a:ext uri="{FF2B5EF4-FFF2-40B4-BE49-F238E27FC236}">
                  <a16:creationId xmlns:a16="http://schemas.microsoft.com/office/drawing/2014/main" id="{A1F97ED0-F7CC-6C20-71C0-9D82C492BF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0" name="Oval 3299">
              <a:extLst>
                <a:ext uri="{FF2B5EF4-FFF2-40B4-BE49-F238E27FC236}">
                  <a16:creationId xmlns:a16="http://schemas.microsoft.com/office/drawing/2014/main" id="{81E568A3-AD38-07F1-F255-A7048F940D1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39" name="Group 3238">
            <a:extLst>
              <a:ext uri="{FF2B5EF4-FFF2-40B4-BE49-F238E27FC236}">
                <a16:creationId xmlns:a16="http://schemas.microsoft.com/office/drawing/2014/main" id="{FF895A22-302A-35B5-560B-E25165FA5D03}"/>
              </a:ext>
            </a:extLst>
          </p:cNvPr>
          <p:cNvGrpSpPr/>
          <p:nvPr/>
        </p:nvGrpSpPr>
        <p:grpSpPr>
          <a:xfrm rot="10800000">
            <a:off x="9265191" y="3132202"/>
            <a:ext cx="242005" cy="46723"/>
            <a:chOff x="7979724" y="3580291"/>
            <a:chExt cx="242005" cy="43678"/>
          </a:xfrm>
        </p:grpSpPr>
        <p:sp>
          <p:nvSpPr>
            <p:cNvPr id="3285" name="Oval 3284">
              <a:extLst>
                <a:ext uri="{FF2B5EF4-FFF2-40B4-BE49-F238E27FC236}">
                  <a16:creationId xmlns:a16="http://schemas.microsoft.com/office/drawing/2014/main" id="{C6F7EA88-61CF-436B-97A4-5938C9FEE66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6" name="Oval 3285">
              <a:extLst>
                <a:ext uri="{FF2B5EF4-FFF2-40B4-BE49-F238E27FC236}">
                  <a16:creationId xmlns:a16="http://schemas.microsoft.com/office/drawing/2014/main" id="{97CC3322-3E6A-3F0A-037A-8D417265E69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7" name="Oval 3286">
              <a:extLst>
                <a:ext uri="{FF2B5EF4-FFF2-40B4-BE49-F238E27FC236}">
                  <a16:creationId xmlns:a16="http://schemas.microsoft.com/office/drawing/2014/main" id="{5EEBB649-057B-8244-7D5C-CB685BE71D9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8" name="Oval 3287">
              <a:extLst>
                <a:ext uri="{FF2B5EF4-FFF2-40B4-BE49-F238E27FC236}">
                  <a16:creationId xmlns:a16="http://schemas.microsoft.com/office/drawing/2014/main" id="{6B0A80B4-E451-3D54-83DB-E8B2EA0914D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9" name="Oval 3288">
              <a:extLst>
                <a:ext uri="{FF2B5EF4-FFF2-40B4-BE49-F238E27FC236}">
                  <a16:creationId xmlns:a16="http://schemas.microsoft.com/office/drawing/2014/main" id="{0C8AD1DC-4465-3B2B-CE96-FA502165A3A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0" name="Oval 3289">
              <a:extLst>
                <a:ext uri="{FF2B5EF4-FFF2-40B4-BE49-F238E27FC236}">
                  <a16:creationId xmlns:a16="http://schemas.microsoft.com/office/drawing/2014/main" id="{143D6346-2A13-B396-0164-ED6F749CC7C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1" name="Oval 3290">
              <a:extLst>
                <a:ext uri="{FF2B5EF4-FFF2-40B4-BE49-F238E27FC236}">
                  <a16:creationId xmlns:a16="http://schemas.microsoft.com/office/drawing/2014/main" id="{5B6A5B57-4AEA-9663-37F8-78CA52D93C5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2" name="Oval 3291">
              <a:extLst>
                <a:ext uri="{FF2B5EF4-FFF2-40B4-BE49-F238E27FC236}">
                  <a16:creationId xmlns:a16="http://schemas.microsoft.com/office/drawing/2014/main" id="{7ACDE202-7613-ECC3-F5BC-8EDDB8ACA9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0" name="Group 3239">
            <a:extLst>
              <a:ext uri="{FF2B5EF4-FFF2-40B4-BE49-F238E27FC236}">
                <a16:creationId xmlns:a16="http://schemas.microsoft.com/office/drawing/2014/main" id="{77F114B9-1D34-2360-748E-6273E6E4C5A7}"/>
              </a:ext>
            </a:extLst>
          </p:cNvPr>
          <p:cNvGrpSpPr/>
          <p:nvPr/>
        </p:nvGrpSpPr>
        <p:grpSpPr>
          <a:xfrm rot="11689693">
            <a:off x="9194034" y="3133018"/>
            <a:ext cx="242005" cy="43678"/>
            <a:chOff x="7979724" y="3580291"/>
            <a:chExt cx="242005" cy="43678"/>
          </a:xfrm>
        </p:grpSpPr>
        <p:sp>
          <p:nvSpPr>
            <p:cNvPr id="3277" name="Oval 3276">
              <a:extLst>
                <a:ext uri="{FF2B5EF4-FFF2-40B4-BE49-F238E27FC236}">
                  <a16:creationId xmlns:a16="http://schemas.microsoft.com/office/drawing/2014/main" id="{5A97532C-D861-F21B-D002-6CC54A3FF49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8" name="Oval 3277">
              <a:extLst>
                <a:ext uri="{FF2B5EF4-FFF2-40B4-BE49-F238E27FC236}">
                  <a16:creationId xmlns:a16="http://schemas.microsoft.com/office/drawing/2014/main" id="{BA68E4B3-A4BF-E42C-B704-9C964ABEF43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9" name="Oval 3278">
              <a:extLst>
                <a:ext uri="{FF2B5EF4-FFF2-40B4-BE49-F238E27FC236}">
                  <a16:creationId xmlns:a16="http://schemas.microsoft.com/office/drawing/2014/main" id="{C0F7FE7D-870A-4599-AEC4-9664205014D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0" name="Oval 3279">
              <a:extLst>
                <a:ext uri="{FF2B5EF4-FFF2-40B4-BE49-F238E27FC236}">
                  <a16:creationId xmlns:a16="http://schemas.microsoft.com/office/drawing/2014/main" id="{F1A0DAEE-65AB-84DE-4785-29905B3CFA8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1" name="Oval 3280">
              <a:extLst>
                <a:ext uri="{FF2B5EF4-FFF2-40B4-BE49-F238E27FC236}">
                  <a16:creationId xmlns:a16="http://schemas.microsoft.com/office/drawing/2014/main" id="{8E088AC7-22A3-E5DE-339B-7F1651B98B9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2" name="Oval 3281">
              <a:extLst>
                <a:ext uri="{FF2B5EF4-FFF2-40B4-BE49-F238E27FC236}">
                  <a16:creationId xmlns:a16="http://schemas.microsoft.com/office/drawing/2014/main" id="{7742032C-595F-4D83-0BD4-6D9E83198DD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3" name="Oval 3282">
              <a:extLst>
                <a:ext uri="{FF2B5EF4-FFF2-40B4-BE49-F238E27FC236}">
                  <a16:creationId xmlns:a16="http://schemas.microsoft.com/office/drawing/2014/main" id="{06502363-1B2A-24A9-0CC8-D6C0124F3EB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4" name="Oval 3283">
              <a:extLst>
                <a:ext uri="{FF2B5EF4-FFF2-40B4-BE49-F238E27FC236}">
                  <a16:creationId xmlns:a16="http://schemas.microsoft.com/office/drawing/2014/main" id="{CD13C095-642B-1D2C-8615-69924DF12B5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1" name="Group 3240">
            <a:extLst>
              <a:ext uri="{FF2B5EF4-FFF2-40B4-BE49-F238E27FC236}">
                <a16:creationId xmlns:a16="http://schemas.microsoft.com/office/drawing/2014/main" id="{8F5908C1-F9D6-4D2D-B545-3D7606236388}"/>
              </a:ext>
            </a:extLst>
          </p:cNvPr>
          <p:cNvGrpSpPr/>
          <p:nvPr/>
        </p:nvGrpSpPr>
        <p:grpSpPr>
          <a:xfrm rot="21292958">
            <a:off x="9441488" y="3133042"/>
            <a:ext cx="242005" cy="46723"/>
            <a:chOff x="7979724" y="3580291"/>
            <a:chExt cx="242005" cy="43678"/>
          </a:xfrm>
        </p:grpSpPr>
        <p:sp>
          <p:nvSpPr>
            <p:cNvPr id="3269" name="Oval 3268">
              <a:extLst>
                <a:ext uri="{FF2B5EF4-FFF2-40B4-BE49-F238E27FC236}">
                  <a16:creationId xmlns:a16="http://schemas.microsoft.com/office/drawing/2014/main" id="{E90E08E7-62DA-0CDD-2CCC-F6894DE447C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0" name="Oval 3269">
              <a:extLst>
                <a:ext uri="{FF2B5EF4-FFF2-40B4-BE49-F238E27FC236}">
                  <a16:creationId xmlns:a16="http://schemas.microsoft.com/office/drawing/2014/main" id="{F1E2CF83-8BFF-6045-A7A7-A56588398D3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1" name="Oval 3270">
              <a:extLst>
                <a:ext uri="{FF2B5EF4-FFF2-40B4-BE49-F238E27FC236}">
                  <a16:creationId xmlns:a16="http://schemas.microsoft.com/office/drawing/2014/main" id="{9E3FCF63-A387-3AAD-444B-56C9B060CF0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2" name="Oval 3271">
              <a:extLst>
                <a:ext uri="{FF2B5EF4-FFF2-40B4-BE49-F238E27FC236}">
                  <a16:creationId xmlns:a16="http://schemas.microsoft.com/office/drawing/2014/main" id="{6ADA1127-BA3B-1EC0-8FEF-71115FA63DB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3" name="Oval 3272">
              <a:extLst>
                <a:ext uri="{FF2B5EF4-FFF2-40B4-BE49-F238E27FC236}">
                  <a16:creationId xmlns:a16="http://schemas.microsoft.com/office/drawing/2014/main" id="{E7755B17-D937-9ECC-A272-40F4A42EDEB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4" name="Oval 3273">
              <a:extLst>
                <a:ext uri="{FF2B5EF4-FFF2-40B4-BE49-F238E27FC236}">
                  <a16:creationId xmlns:a16="http://schemas.microsoft.com/office/drawing/2014/main" id="{3475B548-0685-EB2C-0C02-C82B9114340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5" name="Oval 3274">
              <a:extLst>
                <a:ext uri="{FF2B5EF4-FFF2-40B4-BE49-F238E27FC236}">
                  <a16:creationId xmlns:a16="http://schemas.microsoft.com/office/drawing/2014/main" id="{E196B0E8-1699-23EA-27F0-BEE85E3D5F8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6" name="Oval 3275">
              <a:extLst>
                <a:ext uri="{FF2B5EF4-FFF2-40B4-BE49-F238E27FC236}">
                  <a16:creationId xmlns:a16="http://schemas.microsoft.com/office/drawing/2014/main" id="{EF57A553-7AB5-813E-8566-48F5E6C54F4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2" name="Group 3241">
            <a:extLst>
              <a:ext uri="{FF2B5EF4-FFF2-40B4-BE49-F238E27FC236}">
                <a16:creationId xmlns:a16="http://schemas.microsoft.com/office/drawing/2014/main" id="{8A20838B-B424-00BE-D84D-4A926476B46E}"/>
              </a:ext>
            </a:extLst>
          </p:cNvPr>
          <p:cNvGrpSpPr/>
          <p:nvPr/>
        </p:nvGrpSpPr>
        <p:grpSpPr>
          <a:xfrm>
            <a:off x="9370331" y="3133858"/>
            <a:ext cx="242005" cy="43678"/>
            <a:chOff x="7979724" y="3580291"/>
            <a:chExt cx="242005" cy="43678"/>
          </a:xfrm>
        </p:grpSpPr>
        <p:sp>
          <p:nvSpPr>
            <p:cNvPr id="3261" name="Oval 3260">
              <a:extLst>
                <a:ext uri="{FF2B5EF4-FFF2-40B4-BE49-F238E27FC236}">
                  <a16:creationId xmlns:a16="http://schemas.microsoft.com/office/drawing/2014/main" id="{0A968383-0262-D892-464E-802FDEC94D0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2" name="Oval 3261">
              <a:extLst>
                <a:ext uri="{FF2B5EF4-FFF2-40B4-BE49-F238E27FC236}">
                  <a16:creationId xmlns:a16="http://schemas.microsoft.com/office/drawing/2014/main" id="{F116298F-DD36-C670-0CAF-0701D6A3E65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3" name="Oval 3262">
              <a:extLst>
                <a:ext uri="{FF2B5EF4-FFF2-40B4-BE49-F238E27FC236}">
                  <a16:creationId xmlns:a16="http://schemas.microsoft.com/office/drawing/2014/main" id="{8643194C-52C1-B9A1-748B-FD88880BEA8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4" name="Oval 3263">
              <a:extLst>
                <a:ext uri="{FF2B5EF4-FFF2-40B4-BE49-F238E27FC236}">
                  <a16:creationId xmlns:a16="http://schemas.microsoft.com/office/drawing/2014/main" id="{5CA0DC96-1778-D6D2-6018-D3AE8AEFE97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5" name="Oval 3264">
              <a:extLst>
                <a:ext uri="{FF2B5EF4-FFF2-40B4-BE49-F238E27FC236}">
                  <a16:creationId xmlns:a16="http://schemas.microsoft.com/office/drawing/2014/main" id="{C2EADB8E-E077-5DA9-17EC-7408259F4BE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6" name="Oval 3265">
              <a:extLst>
                <a:ext uri="{FF2B5EF4-FFF2-40B4-BE49-F238E27FC236}">
                  <a16:creationId xmlns:a16="http://schemas.microsoft.com/office/drawing/2014/main" id="{0C9BA4DF-D217-B4A8-B69F-72C1913BB73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7" name="Oval 3266">
              <a:extLst>
                <a:ext uri="{FF2B5EF4-FFF2-40B4-BE49-F238E27FC236}">
                  <a16:creationId xmlns:a16="http://schemas.microsoft.com/office/drawing/2014/main" id="{4E2098E3-19E4-51D6-63D3-61C9FC36ADD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8" name="Oval 3267">
              <a:extLst>
                <a:ext uri="{FF2B5EF4-FFF2-40B4-BE49-F238E27FC236}">
                  <a16:creationId xmlns:a16="http://schemas.microsoft.com/office/drawing/2014/main" id="{6EBD32CF-5C78-3B10-F05B-19549166D55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3" name="Group 3242">
            <a:extLst>
              <a:ext uri="{FF2B5EF4-FFF2-40B4-BE49-F238E27FC236}">
                <a16:creationId xmlns:a16="http://schemas.microsoft.com/office/drawing/2014/main" id="{C82F9D6A-FCFC-DE6E-0EE4-3EAA08E7E924}"/>
              </a:ext>
            </a:extLst>
          </p:cNvPr>
          <p:cNvGrpSpPr/>
          <p:nvPr/>
        </p:nvGrpSpPr>
        <p:grpSpPr>
          <a:xfrm rot="10800000">
            <a:off x="9682531" y="3136218"/>
            <a:ext cx="242005" cy="46723"/>
            <a:chOff x="7979724" y="3580291"/>
            <a:chExt cx="242005" cy="43678"/>
          </a:xfrm>
        </p:grpSpPr>
        <p:sp>
          <p:nvSpPr>
            <p:cNvPr id="3253" name="Oval 3252">
              <a:extLst>
                <a:ext uri="{FF2B5EF4-FFF2-40B4-BE49-F238E27FC236}">
                  <a16:creationId xmlns:a16="http://schemas.microsoft.com/office/drawing/2014/main" id="{DFF6BB3E-D410-4408-54DA-F2ADD8C45BF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4" name="Oval 3253">
              <a:extLst>
                <a:ext uri="{FF2B5EF4-FFF2-40B4-BE49-F238E27FC236}">
                  <a16:creationId xmlns:a16="http://schemas.microsoft.com/office/drawing/2014/main" id="{76D20723-BBBF-5E05-83D7-575FAD72344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5" name="Oval 3254">
              <a:extLst>
                <a:ext uri="{FF2B5EF4-FFF2-40B4-BE49-F238E27FC236}">
                  <a16:creationId xmlns:a16="http://schemas.microsoft.com/office/drawing/2014/main" id="{355F5EB8-BA20-F3BA-1ABA-AA15B26D95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6" name="Oval 3255">
              <a:extLst>
                <a:ext uri="{FF2B5EF4-FFF2-40B4-BE49-F238E27FC236}">
                  <a16:creationId xmlns:a16="http://schemas.microsoft.com/office/drawing/2014/main" id="{43F32192-8569-521E-D53D-24F601D1D7B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7" name="Oval 3256">
              <a:extLst>
                <a:ext uri="{FF2B5EF4-FFF2-40B4-BE49-F238E27FC236}">
                  <a16:creationId xmlns:a16="http://schemas.microsoft.com/office/drawing/2014/main" id="{81365D4E-E461-8C7E-5D06-87298A4E550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8" name="Oval 3257">
              <a:extLst>
                <a:ext uri="{FF2B5EF4-FFF2-40B4-BE49-F238E27FC236}">
                  <a16:creationId xmlns:a16="http://schemas.microsoft.com/office/drawing/2014/main" id="{361A4A31-5D8A-96EC-3F22-E1EA5C2DA56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9" name="Oval 3258">
              <a:extLst>
                <a:ext uri="{FF2B5EF4-FFF2-40B4-BE49-F238E27FC236}">
                  <a16:creationId xmlns:a16="http://schemas.microsoft.com/office/drawing/2014/main" id="{3A615247-7310-A584-F25B-6AEBE9C7BD9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0" name="Oval 3259">
              <a:extLst>
                <a:ext uri="{FF2B5EF4-FFF2-40B4-BE49-F238E27FC236}">
                  <a16:creationId xmlns:a16="http://schemas.microsoft.com/office/drawing/2014/main" id="{EF806C1C-37B8-0608-C9B8-17C27CEB35C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44" name="Group 3243">
            <a:extLst>
              <a:ext uri="{FF2B5EF4-FFF2-40B4-BE49-F238E27FC236}">
                <a16:creationId xmlns:a16="http://schemas.microsoft.com/office/drawing/2014/main" id="{041F6D31-4998-491A-EE97-2E386A5FD412}"/>
              </a:ext>
            </a:extLst>
          </p:cNvPr>
          <p:cNvGrpSpPr/>
          <p:nvPr/>
        </p:nvGrpSpPr>
        <p:grpSpPr>
          <a:xfrm>
            <a:off x="9611374" y="3137034"/>
            <a:ext cx="242005" cy="43678"/>
            <a:chOff x="7979724" y="3580291"/>
            <a:chExt cx="242005" cy="43678"/>
          </a:xfrm>
        </p:grpSpPr>
        <p:sp>
          <p:nvSpPr>
            <p:cNvPr id="3245" name="Oval 3244">
              <a:extLst>
                <a:ext uri="{FF2B5EF4-FFF2-40B4-BE49-F238E27FC236}">
                  <a16:creationId xmlns:a16="http://schemas.microsoft.com/office/drawing/2014/main" id="{BEFB08B7-0169-89C5-4B03-4F9FD837617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6" name="Oval 3245">
              <a:extLst>
                <a:ext uri="{FF2B5EF4-FFF2-40B4-BE49-F238E27FC236}">
                  <a16:creationId xmlns:a16="http://schemas.microsoft.com/office/drawing/2014/main" id="{A3F52D10-E5C7-6DC6-8423-FA37E71F24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7" name="Oval 3246">
              <a:extLst>
                <a:ext uri="{FF2B5EF4-FFF2-40B4-BE49-F238E27FC236}">
                  <a16:creationId xmlns:a16="http://schemas.microsoft.com/office/drawing/2014/main" id="{85B880A2-5DE4-ED2C-4697-10A4EAAEDCF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8" name="Oval 3247">
              <a:extLst>
                <a:ext uri="{FF2B5EF4-FFF2-40B4-BE49-F238E27FC236}">
                  <a16:creationId xmlns:a16="http://schemas.microsoft.com/office/drawing/2014/main" id="{F8780001-8059-9614-6BEF-580D19B938E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9" name="Oval 3248">
              <a:extLst>
                <a:ext uri="{FF2B5EF4-FFF2-40B4-BE49-F238E27FC236}">
                  <a16:creationId xmlns:a16="http://schemas.microsoft.com/office/drawing/2014/main" id="{55A3F839-6968-9850-915F-21B8D4C369C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0" name="Oval 3249">
              <a:extLst>
                <a:ext uri="{FF2B5EF4-FFF2-40B4-BE49-F238E27FC236}">
                  <a16:creationId xmlns:a16="http://schemas.microsoft.com/office/drawing/2014/main" id="{1F9E4AA7-0F91-BF0D-2973-504B4310789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1" name="Oval 3250">
              <a:extLst>
                <a:ext uri="{FF2B5EF4-FFF2-40B4-BE49-F238E27FC236}">
                  <a16:creationId xmlns:a16="http://schemas.microsoft.com/office/drawing/2014/main" id="{526C40DC-FF97-55B7-5920-5A64629225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2" name="Oval 3251">
              <a:extLst>
                <a:ext uri="{FF2B5EF4-FFF2-40B4-BE49-F238E27FC236}">
                  <a16:creationId xmlns:a16="http://schemas.microsoft.com/office/drawing/2014/main" id="{35105B8A-3023-A1E5-FDA4-C31356F570A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0" name="Group 3309">
            <a:extLst>
              <a:ext uri="{FF2B5EF4-FFF2-40B4-BE49-F238E27FC236}">
                <a16:creationId xmlns:a16="http://schemas.microsoft.com/office/drawing/2014/main" id="{503A9D7A-AB80-7C97-C5B1-CE87CE926708}"/>
              </a:ext>
            </a:extLst>
          </p:cNvPr>
          <p:cNvGrpSpPr/>
          <p:nvPr/>
        </p:nvGrpSpPr>
        <p:grpSpPr>
          <a:xfrm rot="10800000">
            <a:off x="8761387" y="3418096"/>
            <a:ext cx="242005" cy="46723"/>
            <a:chOff x="7979724" y="3580291"/>
            <a:chExt cx="242005" cy="43678"/>
          </a:xfrm>
        </p:grpSpPr>
        <p:sp>
          <p:nvSpPr>
            <p:cNvPr id="3374" name="Oval 3373">
              <a:extLst>
                <a:ext uri="{FF2B5EF4-FFF2-40B4-BE49-F238E27FC236}">
                  <a16:creationId xmlns:a16="http://schemas.microsoft.com/office/drawing/2014/main" id="{C704D220-7210-2434-C389-43225511DE6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5" name="Oval 3374">
              <a:extLst>
                <a:ext uri="{FF2B5EF4-FFF2-40B4-BE49-F238E27FC236}">
                  <a16:creationId xmlns:a16="http://schemas.microsoft.com/office/drawing/2014/main" id="{37BFC812-DE5C-2F25-DE90-42DD98BA254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6" name="Oval 3375">
              <a:extLst>
                <a:ext uri="{FF2B5EF4-FFF2-40B4-BE49-F238E27FC236}">
                  <a16:creationId xmlns:a16="http://schemas.microsoft.com/office/drawing/2014/main" id="{90114CDD-33DF-B3DB-1C6D-917BBF25CF6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7" name="Oval 3376">
              <a:extLst>
                <a:ext uri="{FF2B5EF4-FFF2-40B4-BE49-F238E27FC236}">
                  <a16:creationId xmlns:a16="http://schemas.microsoft.com/office/drawing/2014/main" id="{87B25E32-2043-20E1-480F-E68D4B2C343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8" name="Oval 3377">
              <a:extLst>
                <a:ext uri="{FF2B5EF4-FFF2-40B4-BE49-F238E27FC236}">
                  <a16:creationId xmlns:a16="http://schemas.microsoft.com/office/drawing/2014/main" id="{426A2DAD-D33E-10DA-FB36-B5C886D63EC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 name="Oval 3378">
              <a:extLst>
                <a:ext uri="{FF2B5EF4-FFF2-40B4-BE49-F238E27FC236}">
                  <a16:creationId xmlns:a16="http://schemas.microsoft.com/office/drawing/2014/main" id="{808BA962-1325-32BF-3E4A-46D56DF6D06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 name="Oval 3379">
              <a:extLst>
                <a:ext uri="{FF2B5EF4-FFF2-40B4-BE49-F238E27FC236}">
                  <a16:creationId xmlns:a16="http://schemas.microsoft.com/office/drawing/2014/main" id="{666D4400-9D82-9EBF-286D-3135301E89D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1" name="Oval 3380">
              <a:extLst>
                <a:ext uri="{FF2B5EF4-FFF2-40B4-BE49-F238E27FC236}">
                  <a16:creationId xmlns:a16="http://schemas.microsoft.com/office/drawing/2014/main" id="{453E6C57-B37C-98BC-0AB7-DF84F41C7F1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1" name="Group 3310">
            <a:extLst>
              <a:ext uri="{FF2B5EF4-FFF2-40B4-BE49-F238E27FC236}">
                <a16:creationId xmlns:a16="http://schemas.microsoft.com/office/drawing/2014/main" id="{E073411F-C9FC-232E-C28A-67449BFA768E}"/>
              </a:ext>
            </a:extLst>
          </p:cNvPr>
          <p:cNvGrpSpPr/>
          <p:nvPr/>
        </p:nvGrpSpPr>
        <p:grpSpPr>
          <a:xfrm>
            <a:off x="8690230" y="3418912"/>
            <a:ext cx="242005" cy="43678"/>
            <a:chOff x="7979724" y="3580291"/>
            <a:chExt cx="242005" cy="43678"/>
          </a:xfrm>
        </p:grpSpPr>
        <p:sp>
          <p:nvSpPr>
            <p:cNvPr id="3366" name="Oval 3365">
              <a:extLst>
                <a:ext uri="{FF2B5EF4-FFF2-40B4-BE49-F238E27FC236}">
                  <a16:creationId xmlns:a16="http://schemas.microsoft.com/office/drawing/2014/main" id="{9F4D73D4-5518-06AA-E159-8A8F747D048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7" name="Oval 3366">
              <a:extLst>
                <a:ext uri="{FF2B5EF4-FFF2-40B4-BE49-F238E27FC236}">
                  <a16:creationId xmlns:a16="http://schemas.microsoft.com/office/drawing/2014/main" id="{5D8D188D-317F-FF20-D6E4-7C007E05D42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8" name="Oval 3367">
              <a:extLst>
                <a:ext uri="{FF2B5EF4-FFF2-40B4-BE49-F238E27FC236}">
                  <a16:creationId xmlns:a16="http://schemas.microsoft.com/office/drawing/2014/main" id="{50758789-0FD6-DFE6-9607-9528F2B4568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9" name="Oval 3368">
              <a:extLst>
                <a:ext uri="{FF2B5EF4-FFF2-40B4-BE49-F238E27FC236}">
                  <a16:creationId xmlns:a16="http://schemas.microsoft.com/office/drawing/2014/main" id="{543A49CA-327E-6AB7-508F-50472620C79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0" name="Oval 3369">
              <a:extLst>
                <a:ext uri="{FF2B5EF4-FFF2-40B4-BE49-F238E27FC236}">
                  <a16:creationId xmlns:a16="http://schemas.microsoft.com/office/drawing/2014/main" id="{49B6B578-FFCF-D23D-DC47-325F57E6329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1" name="Oval 3370">
              <a:extLst>
                <a:ext uri="{FF2B5EF4-FFF2-40B4-BE49-F238E27FC236}">
                  <a16:creationId xmlns:a16="http://schemas.microsoft.com/office/drawing/2014/main" id="{FBF55A0C-D0D3-1971-DA3E-4D0247E77A4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2" name="Oval 3371">
              <a:extLst>
                <a:ext uri="{FF2B5EF4-FFF2-40B4-BE49-F238E27FC236}">
                  <a16:creationId xmlns:a16="http://schemas.microsoft.com/office/drawing/2014/main" id="{EDA13724-E2AD-E1BD-A877-B3B6685902D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3" name="Oval 3372">
              <a:extLst>
                <a:ext uri="{FF2B5EF4-FFF2-40B4-BE49-F238E27FC236}">
                  <a16:creationId xmlns:a16="http://schemas.microsoft.com/office/drawing/2014/main" id="{A8970445-0CAE-A41A-15E8-FBB0898FE8A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2" name="Group 3311">
            <a:extLst>
              <a:ext uri="{FF2B5EF4-FFF2-40B4-BE49-F238E27FC236}">
                <a16:creationId xmlns:a16="http://schemas.microsoft.com/office/drawing/2014/main" id="{5519FFE5-1CDF-48DF-93FE-FEC58381A1D4}"/>
              </a:ext>
            </a:extLst>
          </p:cNvPr>
          <p:cNvGrpSpPr/>
          <p:nvPr/>
        </p:nvGrpSpPr>
        <p:grpSpPr>
          <a:xfrm rot="10800000">
            <a:off x="9002430" y="3421272"/>
            <a:ext cx="242005" cy="46723"/>
            <a:chOff x="7979724" y="3580291"/>
            <a:chExt cx="242005" cy="43678"/>
          </a:xfrm>
        </p:grpSpPr>
        <p:sp>
          <p:nvSpPr>
            <p:cNvPr id="3358" name="Oval 3357">
              <a:extLst>
                <a:ext uri="{FF2B5EF4-FFF2-40B4-BE49-F238E27FC236}">
                  <a16:creationId xmlns:a16="http://schemas.microsoft.com/office/drawing/2014/main" id="{5373045E-9501-54D3-8F27-51628D9D988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9" name="Oval 3358">
              <a:extLst>
                <a:ext uri="{FF2B5EF4-FFF2-40B4-BE49-F238E27FC236}">
                  <a16:creationId xmlns:a16="http://schemas.microsoft.com/office/drawing/2014/main" id="{22621553-C30B-4B70-0B65-C61B9379E5F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0" name="Oval 3359">
              <a:extLst>
                <a:ext uri="{FF2B5EF4-FFF2-40B4-BE49-F238E27FC236}">
                  <a16:creationId xmlns:a16="http://schemas.microsoft.com/office/drawing/2014/main" id="{5240757B-E5CE-C8D4-59E7-1CBE604AB6B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1" name="Oval 3360">
              <a:extLst>
                <a:ext uri="{FF2B5EF4-FFF2-40B4-BE49-F238E27FC236}">
                  <a16:creationId xmlns:a16="http://schemas.microsoft.com/office/drawing/2014/main" id="{F8FA1AE6-B3FC-1154-B91F-E5D52E05A0A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2" name="Oval 3361">
              <a:extLst>
                <a:ext uri="{FF2B5EF4-FFF2-40B4-BE49-F238E27FC236}">
                  <a16:creationId xmlns:a16="http://schemas.microsoft.com/office/drawing/2014/main" id="{315282D0-CB24-2C90-AC86-4C23A802CAC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3" name="Oval 3362">
              <a:extLst>
                <a:ext uri="{FF2B5EF4-FFF2-40B4-BE49-F238E27FC236}">
                  <a16:creationId xmlns:a16="http://schemas.microsoft.com/office/drawing/2014/main" id="{4656DD3F-9359-400C-2265-A97B915C9E9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4" name="Oval 3363">
              <a:extLst>
                <a:ext uri="{FF2B5EF4-FFF2-40B4-BE49-F238E27FC236}">
                  <a16:creationId xmlns:a16="http://schemas.microsoft.com/office/drawing/2014/main" id="{28B54E9A-3EE7-2693-6DA2-3A46191239E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5" name="Oval 3364">
              <a:extLst>
                <a:ext uri="{FF2B5EF4-FFF2-40B4-BE49-F238E27FC236}">
                  <a16:creationId xmlns:a16="http://schemas.microsoft.com/office/drawing/2014/main" id="{6A677347-59B0-6E29-92A0-7290A5A8D81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3" name="Group 3312">
            <a:extLst>
              <a:ext uri="{FF2B5EF4-FFF2-40B4-BE49-F238E27FC236}">
                <a16:creationId xmlns:a16="http://schemas.microsoft.com/office/drawing/2014/main" id="{67FE23E5-AAA6-B148-A5E4-1C89D74F0B86}"/>
              </a:ext>
            </a:extLst>
          </p:cNvPr>
          <p:cNvGrpSpPr/>
          <p:nvPr/>
        </p:nvGrpSpPr>
        <p:grpSpPr>
          <a:xfrm rot="11689693">
            <a:off x="8931273" y="3422088"/>
            <a:ext cx="242005" cy="43678"/>
            <a:chOff x="7979724" y="3580291"/>
            <a:chExt cx="242005" cy="43678"/>
          </a:xfrm>
        </p:grpSpPr>
        <p:sp>
          <p:nvSpPr>
            <p:cNvPr id="3350" name="Oval 3349">
              <a:extLst>
                <a:ext uri="{FF2B5EF4-FFF2-40B4-BE49-F238E27FC236}">
                  <a16:creationId xmlns:a16="http://schemas.microsoft.com/office/drawing/2014/main" id="{86F30F32-DA7E-347C-A99E-CF6573787DE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1" name="Oval 3350">
              <a:extLst>
                <a:ext uri="{FF2B5EF4-FFF2-40B4-BE49-F238E27FC236}">
                  <a16:creationId xmlns:a16="http://schemas.microsoft.com/office/drawing/2014/main" id="{16E87817-7A2A-726A-2839-59C8A198698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2" name="Oval 3351">
              <a:extLst>
                <a:ext uri="{FF2B5EF4-FFF2-40B4-BE49-F238E27FC236}">
                  <a16:creationId xmlns:a16="http://schemas.microsoft.com/office/drawing/2014/main" id="{1EB1CCD6-7A4E-C3E8-EBA6-A2BCE72AA09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3" name="Oval 3352">
              <a:extLst>
                <a:ext uri="{FF2B5EF4-FFF2-40B4-BE49-F238E27FC236}">
                  <a16:creationId xmlns:a16="http://schemas.microsoft.com/office/drawing/2014/main" id="{E6D03ACA-3B21-3118-F200-BBF1A10BBD7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4" name="Oval 3353">
              <a:extLst>
                <a:ext uri="{FF2B5EF4-FFF2-40B4-BE49-F238E27FC236}">
                  <a16:creationId xmlns:a16="http://schemas.microsoft.com/office/drawing/2014/main" id="{A1C83878-753F-C216-6A42-A5224C9AE17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5" name="Oval 3354">
              <a:extLst>
                <a:ext uri="{FF2B5EF4-FFF2-40B4-BE49-F238E27FC236}">
                  <a16:creationId xmlns:a16="http://schemas.microsoft.com/office/drawing/2014/main" id="{DFFE1F75-3C08-94C2-57AA-AF16EFBE305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6" name="Oval 3355">
              <a:extLst>
                <a:ext uri="{FF2B5EF4-FFF2-40B4-BE49-F238E27FC236}">
                  <a16:creationId xmlns:a16="http://schemas.microsoft.com/office/drawing/2014/main" id="{15519C0B-9913-6A6C-AC5B-AEC9048388E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7" name="Oval 3356">
              <a:extLst>
                <a:ext uri="{FF2B5EF4-FFF2-40B4-BE49-F238E27FC236}">
                  <a16:creationId xmlns:a16="http://schemas.microsoft.com/office/drawing/2014/main" id="{D843CEA6-9E7A-5465-7F15-6856575E3C6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4" name="Group 3313">
            <a:extLst>
              <a:ext uri="{FF2B5EF4-FFF2-40B4-BE49-F238E27FC236}">
                <a16:creationId xmlns:a16="http://schemas.microsoft.com/office/drawing/2014/main" id="{365F7EDB-6873-7596-17D6-70498263F08F}"/>
              </a:ext>
            </a:extLst>
          </p:cNvPr>
          <p:cNvGrpSpPr/>
          <p:nvPr/>
        </p:nvGrpSpPr>
        <p:grpSpPr>
          <a:xfrm rot="21292958">
            <a:off x="9178727" y="3422112"/>
            <a:ext cx="242005" cy="46723"/>
            <a:chOff x="7979724" y="3580291"/>
            <a:chExt cx="242005" cy="43678"/>
          </a:xfrm>
        </p:grpSpPr>
        <p:sp>
          <p:nvSpPr>
            <p:cNvPr id="3342" name="Oval 3341">
              <a:extLst>
                <a:ext uri="{FF2B5EF4-FFF2-40B4-BE49-F238E27FC236}">
                  <a16:creationId xmlns:a16="http://schemas.microsoft.com/office/drawing/2014/main" id="{01A3F0AC-FA50-9959-DAA9-647DA7EA216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3" name="Oval 3342">
              <a:extLst>
                <a:ext uri="{FF2B5EF4-FFF2-40B4-BE49-F238E27FC236}">
                  <a16:creationId xmlns:a16="http://schemas.microsoft.com/office/drawing/2014/main" id="{D04349EF-4CA3-ABD1-1392-AA386A5431C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4" name="Oval 3343">
              <a:extLst>
                <a:ext uri="{FF2B5EF4-FFF2-40B4-BE49-F238E27FC236}">
                  <a16:creationId xmlns:a16="http://schemas.microsoft.com/office/drawing/2014/main" id="{FA40A659-ECF1-241D-B089-7482BD3E996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5" name="Oval 3344">
              <a:extLst>
                <a:ext uri="{FF2B5EF4-FFF2-40B4-BE49-F238E27FC236}">
                  <a16:creationId xmlns:a16="http://schemas.microsoft.com/office/drawing/2014/main" id="{BF775A97-3DD3-7683-15DB-C7DAA31892B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6" name="Oval 3345">
              <a:extLst>
                <a:ext uri="{FF2B5EF4-FFF2-40B4-BE49-F238E27FC236}">
                  <a16:creationId xmlns:a16="http://schemas.microsoft.com/office/drawing/2014/main" id="{1A32FB38-FABF-F230-437A-B3D76FD2567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7" name="Oval 3346">
              <a:extLst>
                <a:ext uri="{FF2B5EF4-FFF2-40B4-BE49-F238E27FC236}">
                  <a16:creationId xmlns:a16="http://schemas.microsoft.com/office/drawing/2014/main" id="{F14DB96F-A372-1375-484D-0B94D87B55A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8" name="Oval 3347">
              <a:extLst>
                <a:ext uri="{FF2B5EF4-FFF2-40B4-BE49-F238E27FC236}">
                  <a16:creationId xmlns:a16="http://schemas.microsoft.com/office/drawing/2014/main" id="{61A00A39-94D5-9521-D7C3-F234E6AE721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9" name="Oval 3348">
              <a:extLst>
                <a:ext uri="{FF2B5EF4-FFF2-40B4-BE49-F238E27FC236}">
                  <a16:creationId xmlns:a16="http://schemas.microsoft.com/office/drawing/2014/main" id="{084B5307-535E-BC5C-F249-E8F3D2DA14E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5" name="Group 3314">
            <a:extLst>
              <a:ext uri="{FF2B5EF4-FFF2-40B4-BE49-F238E27FC236}">
                <a16:creationId xmlns:a16="http://schemas.microsoft.com/office/drawing/2014/main" id="{1E3176F5-5CF5-793D-E0C0-8A53CD1FDAB6}"/>
              </a:ext>
            </a:extLst>
          </p:cNvPr>
          <p:cNvGrpSpPr/>
          <p:nvPr/>
        </p:nvGrpSpPr>
        <p:grpSpPr>
          <a:xfrm>
            <a:off x="9107570" y="3422928"/>
            <a:ext cx="242005" cy="43678"/>
            <a:chOff x="7979724" y="3580291"/>
            <a:chExt cx="242005" cy="43678"/>
          </a:xfrm>
        </p:grpSpPr>
        <p:sp>
          <p:nvSpPr>
            <p:cNvPr id="3334" name="Oval 3333">
              <a:extLst>
                <a:ext uri="{FF2B5EF4-FFF2-40B4-BE49-F238E27FC236}">
                  <a16:creationId xmlns:a16="http://schemas.microsoft.com/office/drawing/2014/main" id="{5B1CB582-D566-FCD0-62F4-85647658901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5" name="Oval 3334">
              <a:extLst>
                <a:ext uri="{FF2B5EF4-FFF2-40B4-BE49-F238E27FC236}">
                  <a16:creationId xmlns:a16="http://schemas.microsoft.com/office/drawing/2014/main" id="{A134580C-ABEB-55AC-C3C1-DD046169B60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6" name="Oval 3335">
              <a:extLst>
                <a:ext uri="{FF2B5EF4-FFF2-40B4-BE49-F238E27FC236}">
                  <a16:creationId xmlns:a16="http://schemas.microsoft.com/office/drawing/2014/main" id="{9F2AD983-1CE4-C92B-1102-CEF9C9825C0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7" name="Oval 3336">
              <a:extLst>
                <a:ext uri="{FF2B5EF4-FFF2-40B4-BE49-F238E27FC236}">
                  <a16:creationId xmlns:a16="http://schemas.microsoft.com/office/drawing/2014/main" id="{D9453871-9AD8-BA19-73DB-254F219C83E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8" name="Oval 3337">
              <a:extLst>
                <a:ext uri="{FF2B5EF4-FFF2-40B4-BE49-F238E27FC236}">
                  <a16:creationId xmlns:a16="http://schemas.microsoft.com/office/drawing/2014/main" id="{80C5182A-5BBE-4484-5E18-BE2ECFB1485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9" name="Oval 3338">
              <a:extLst>
                <a:ext uri="{FF2B5EF4-FFF2-40B4-BE49-F238E27FC236}">
                  <a16:creationId xmlns:a16="http://schemas.microsoft.com/office/drawing/2014/main" id="{C0502BC4-33D6-DD80-5B76-CF0CFAE5429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0" name="Oval 3339">
              <a:extLst>
                <a:ext uri="{FF2B5EF4-FFF2-40B4-BE49-F238E27FC236}">
                  <a16:creationId xmlns:a16="http://schemas.microsoft.com/office/drawing/2014/main" id="{1FAE3A87-A623-7568-6DD4-97E340A012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1" name="Oval 3340">
              <a:extLst>
                <a:ext uri="{FF2B5EF4-FFF2-40B4-BE49-F238E27FC236}">
                  <a16:creationId xmlns:a16="http://schemas.microsoft.com/office/drawing/2014/main" id="{0964EED9-D9F2-5944-285D-2144A5B6869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6" name="Group 3315">
            <a:extLst>
              <a:ext uri="{FF2B5EF4-FFF2-40B4-BE49-F238E27FC236}">
                <a16:creationId xmlns:a16="http://schemas.microsoft.com/office/drawing/2014/main" id="{D8C788A5-F82C-6205-5875-C4280F237EBA}"/>
              </a:ext>
            </a:extLst>
          </p:cNvPr>
          <p:cNvGrpSpPr/>
          <p:nvPr/>
        </p:nvGrpSpPr>
        <p:grpSpPr>
          <a:xfrm rot="10800000">
            <a:off x="9419770" y="3425288"/>
            <a:ext cx="242005" cy="46723"/>
            <a:chOff x="7979724" y="3580291"/>
            <a:chExt cx="242005" cy="43678"/>
          </a:xfrm>
        </p:grpSpPr>
        <p:sp>
          <p:nvSpPr>
            <p:cNvPr id="3326" name="Oval 3325">
              <a:extLst>
                <a:ext uri="{FF2B5EF4-FFF2-40B4-BE49-F238E27FC236}">
                  <a16:creationId xmlns:a16="http://schemas.microsoft.com/office/drawing/2014/main" id="{7B03EDA5-E32C-4A48-F4B7-D4A1E4A8B08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7" name="Oval 3326">
              <a:extLst>
                <a:ext uri="{FF2B5EF4-FFF2-40B4-BE49-F238E27FC236}">
                  <a16:creationId xmlns:a16="http://schemas.microsoft.com/office/drawing/2014/main" id="{CCCFD5B2-0360-38FA-0553-76F3DAD714D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8" name="Oval 3327">
              <a:extLst>
                <a:ext uri="{FF2B5EF4-FFF2-40B4-BE49-F238E27FC236}">
                  <a16:creationId xmlns:a16="http://schemas.microsoft.com/office/drawing/2014/main" id="{BB34AF30-5C73-C6F1-FD92-3B0FA3BFE78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9" name="Oval 3328">
              <a:extLst>
                <a:ext uri="{FF2B5EF4-FFF2-40B4-BE49-F238E27FC236}">
                  <a16:creationId xmlns:a16="http://schemas.microsoft.com/office/drawing/2014/main" id="{D6BDD04A-9F49-3776-5A78-D08D0340D74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0" name="Oval 3329">
              <a:extLst>
                <a:ext uri="{FF2B5EF4-FFF2-40B4-BE49-F238E27FC236}">
                  <a16:creationId xmlns:a16="http://schemas.microsoft.com/office/drawing/2014/main" id="{B45C8810-BC63-1AAD-C9C6-7A47A108E0B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1" name="Oval 3330">
              <a:extLst>
                <a:ext uri="{FF2B5EF4-FFF2-40B4-BE49-F238E27FC236}">
                  <a16:creationId xmlns:a16="http://schemas.microsoft.com/office/drawing/2014/main" id="{D1A25DC9-2C04-E5E7-97A0-78AA4BA7B92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2" name="Oval 3331">
              <a:extLst>
                <a:ext uri="{FF2B5EF4-FFF2-40B4-BE49-F238E27FC236}">
                  <a16:creationId xmlns:a16="http://schemas.microsoft.com/office/drawing/2014/main" id="{4F650F34-8DF1-4ED7-6100-EA9469D0231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3" name="Oval 3332">
              <a:extLst>
                <a:ext uri="{FF2B5EF4-FFF2-40B4-BE49-F238E27FC236}">
                  <a16:creationId xmlns:a16="http://schemas.microsoft.com/office/drawing/2014/main" id="{1EDB9057-FD19-0520-E2E0-BF252698CB8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17" name="Group 3316">
            <a:extLst>
              <a:ext uri="{FF2B5EF4-FFF2-40B4-BE49-F238E27FC236}">
                <a16:creationId xmlns:a16="http://schemas.microsoft.com/office/drawing/2014/main" id="{4C4CF667-5B61-5AEA-500A-7482A30BE1CF}"/>
              </a:ext>
            </a:extLst>
          </p:cNvPr>
          <p:cNvGrpSpPr/>
          <p:nvPr/>
        </p:nvGrpSpPr>
        <p:grpSpPr>
          <a:xfrm>
            <a:off x="9348613" y="3426104"/>
            <a:ext cx="242005" cy="43678"/>
            <a:chOff x="7979724" y="3580291"/>
            <a:chExt cx="242005" cy="43678"/>
          </a:xfrm>
        </p:grpSpPr>
        <p:sp>
          <p:nvSpPr>
            <p:cNvPr id="3318" name="Oval 3317">
              <a:extLst>
                <a:ext uri="{FF2B5EF4-FFF2-40B4-BE49-F238E27FC236}">
                  <a16:creationId xmlns:a16="http://schemas.microsoft.com/office/drawing/2014/main" id="{29209DEF-4B8B-5C85-59C2-7B831EF361F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9" name="Oval 3318">
              <a:extLst>
                <a:ext uri="{FF2B5EF4-FFF2-40B4-BE49-F238E27FC236}">
                  <a16:creationId xmlns:a16="http://schemas.microsoft.com/office/drawing/2014/main" id="{B490F257-D106-EC36-2D5C-B5CA7E0ACF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0" name="Oval 3319">
              <a:extLst>
                <a:ext uri="{FF2B5EF4-FFF2-40B4-BE49-F238E27FC236}">
                  <a16:creationId xmlns:a16="http://schemas.microsoft.com/office/drawing/2014/main" id="{1D9726A9-47A4-A120-D304-9D2E855666B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1" name="Oval 3320">
              <a:extLst>
                <a:ext uri="{FF2B5EF4-FFF2-40B4-BE49-F238E27FC236}">
                  <a16:creationId xmlns:a16="http://schemas.microsoft.com/office/drawing/2014/main" id="{50F7A1EB-1676-C4F0-38E3-659D46803E1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2" name="Oval 3321">
              <a:extLst>
                <a:ext uri="{FF2B5EF4-FFF2-40B4-BE49-F238E27FC236}">
                  <a16:creationId xmlns:a16="http://schemas.microsoft.com/office/drawing/2014/main" id="{2EE0A6E8-242D-BB9E-6185-288BCF81382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3" name="Oval 3322">
              <a:extLst>
                <a:ext uri="{FF2B5EF4-FFF2-40B4-BE49-F238E27FC236}">
                  <a16:creationId xmlns:a16="http://schemas.microsoft.com/office/drawing/2014/main" id="{D9DDF432-D0C2-6358-21EF-7483E6A82D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4" name="Oval 3323">
              <a:extLst>
                <a:ext uri="{FF2B5EF4-FFF2-40B4-BE49-F238E27FC236}">
                  <a16:creationId xmlns:a16="http://schemas.microsoft.com/office/drawing/2014/main" id="{4992D01F-F9CC-6946-8014-1703D49A758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5" name="Oval 3324">
              <a:extLst>
                <a:ext uri="{FF2B5EF4-FFF2-40B4-BE49-F238E27FC236}">
                  <a16:creationId xmlns:a16="http://schemas.microsoft.com/office/drawing/2014/main" id="{740AE3C8-252F-B1BD-7ABF-1184B804D8C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83" name="Oval 3382">
            <a:extLst>
              <a:ext uri="{FF2B5EF4-FFF2-40B4-BE49-F238E27FC236}">
                <a16:creationId xmlns:a16="http://schemas.microsoft.com/office/drawing/2014/main" id="{D36E296D-E23F-9B9C-AC28-26E53789AD59}"/>
              </a:ext>
            </a:extLst>
          </p:cNvPr>
          <p:cNvSpPr/>
          <p:nvPr/>
        </p:nvSpPr>
        <p:spPr>
          <a:xfrm rot="1379869">
            <a:off x="7849345" y="34880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4" name="Oval 3383">
            <a:extLst>
              <a:ext uri="{FF2B5EF4-FFF2-40B4-BE49-F238E27FC236}">
                <a16:creationId xmlns:a16="http://schemas.microsoft.com/office/drawing/2014/main" id="{6E531695-80DF-B867-259E-3E35B5B0E41C}"/>
              </a:ext>
            </a:extLst>
          </p:cNvPr>
          <p:cNvSpPr/>
          <p:nvPr/>
        </p:nvSpPr>
        <p:spPr>
          <a:xfrm rot="1379869">
            <a:off x="7874772" y="35108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5" name="Oval 3384">
            <a:extLst>
              <a:ext uri="{FF2B5EF4-FFF2-40B4-BE49-F238E27FC236}">
                <a16:creationId xmlns:a16="http://schemas.microsoft.com/office/drawing/2014/main" id="{CED29884-0160-CED9-BE12-1D8E9C21D09E}"/>
              </a:ext>
            </a:extLst>
          </p:cNvPr>
          <p:cNvSpPr/>
          <p:nvPr/>
        </p:nvSpPr>
        <p:spPr>
          <a:xfrm rot="1379869">
            <a:off x="7898845" y="35217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6" name="Oval 3385">
            <a:extLst>
              <a:ext uri="{FF2B5EF4-FFF2-40B4-BE49-F238E27FC236}">
                <a16:creationId xmlns:a16="http://schemas.microsoft.com/office/drawing/2014/main" id="{0B01D291-04DA-6B97-9A4E-6649F82E9A1F}"/>
              </a:ext>
            </a:extLst>
          </p:cNvPr>
          <p:cNvSpPr/>
          <p:nvPr/>
        </p:nvSpPr>
        <p:spPr>
          <a:xfrm rot="1379869">
            <a:off x="7799453" y="34692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7" name="Oval 3386">
            <a:extLst>
              <a:ext uri="{FF2B5EF4-FFF2-40B4-BE49-F238E27FC236}">
                <a16:creationId xmlns:a16="http://schemas.microsoft.com/office/drawing/2014/main" id="{4D5C4CFD-AD03-32E7-AE52-8B2822832139}"/>
              </a:ext>
            </a:extLst>
          </p:cNvPr>
          <p:cNvSpPr/>
          <p:nvPr/>
        </p:nvSpPr>
        <p:spPr>
          <a:xfrm rot="1379869">
            <a:off x="7835884" y="34674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8" name="Oval 3387">
            <a:extLst>
              <a:ext uri="{FF2B5EF4-FFF2-40B4-BE49-F238E27FC236}">
                <a16:creationId xmlns:a16="http://schemas.microsoft.com/office/drawing/2014/main" id="{97B18ABA-1602-70EE-7A34-98FD69BC25EE}"/>
              </a:ext>
            </a:extLst>
          </p:cNvPr>
          <p:cNvSpPr/>
          <p:nvPr/>
        </p:nvSpPr>
        <p:spPr>
          <a:xfrm rot="1379869">
            <a:off x="7967304" y="35501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9" name="Oval 3388">
            <a:extLst>
              <a:ext uri="{FF2B5EF4-FFF2-40B4-BE49-F238E27FC236}">
                <a16:creationId xmlns:a16="http://schemas.microsoft.com/office/drawing/2014/main" id="{E82C2387-468F-5105-734C-F51E956F1971}"/>
              </a:ext>
            </a:extLst>
          </p:cNvPr>
          <p:cNvSpPr/>
          <p:nvPr/>
        </p:nvSpPr>
        <p:spPr>
          <a:xfrm rot="1379869">
            <a:off x="8004657" y="35584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0" name="Oval 3389">
            <a:extLst>
              <a:ext uri="{FF2B5EF4-FFF2-40B4-BE49-F238E27FC236}">
                <a16:creationId xmlns:a16="http://schemas.microsoft.com/office/drawing/2014/main" id="{E276FE82-A69C-FD03-7BFD-95175173476A}"/>
              </a:ext>
            </a:extLst>
          </p:cNvPr>
          <p:cNvSpPr/>
          <p:nvPr/>
        </p:nvSpPr>
        <p:spPr>
          <a:xfrm rot="1379869">
            <a:off x="7943701" y="353655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2" name="Oval 3391">
            <a:extLst>
              <a:ext uri="{FF2B5EF4-FFF2-40B4-BE49-F238E27FC236}">
                <a16:creationId xmlns:a16="http://schemas.microsoft.com/office/drawing/2014/main" id="{CAB28C16-67D3-724A-508B-A8864783920C}"/>
              </a:ext>
            </a:extLst>
          </p:cNvPr>
          <p:cNvSpPr/>
          <p:nvPr/>
        </p:nvSpPr>
        <p:spPr>
          <a:xfrm rot="569977">
            <a:off x="9077319" y="3476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3" name="Oval 3392">
            <a:extLst>
              <a:ext uri="{FF2B5EF4-FFF2-40B4-BE49-F238E27FC236}">
                <a16:creationId xmlns:a16="http://schemas.microsoft.com/office/drawing/2014/main" id="{BC2DB5F2-B863-B40D-2177-2F73CE231BD1}"/>
              </a:ext>
            </a:extLst>
          </p:cNvPr>
          <p:cNvSpPr/>
          <p:nvPr/>
        </p:nvSpPr>
        <p:spPr>
          <a:xfrm rot="569977">
            <a:off x="9107372" y="34930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4" name="Oval 3393">
            <a:extLst>
              <a:ext uri="{FF2B5EF4-FFF2-40B4-BE49-F238E27FC236}">
                <a16:creationId xmlns:a16="http://schemas.microsoft.com/office/drawing/2014/main" id="{C572AEDB-261F-914F-9C90-8E852DF73D2D}"/>
              </a:ext>
            </a:extLst>
          </p:cNvPr>
          <p:cNvSpPr/>
          <p:nvPr/>
        </p:nvSpPr>
        <p:spPr>
          <a:xfrm rot="569977">
            <a:off x="9133325" y="34980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5" name="Oval 3394">
            <a:extLst>
              <a:ext uri="{FF2B5EF4-FFF2-40B4-BE49-F238E27FC236}">
                <a16:creationId xmlns:a16="http://schemas.microsoft.com/office/drawing/2014/main" id="{06A19B1B-0ABC-33F7-D1C6-C198A4A8C4FA}"/>
              </a:ext>
            </a:extLst>
          </p:cNvPr>
          <p:cNvSpPr/>
          <p:nvPr/>
        </p:nvSpPr>
        <p:spPr>
          <a:xfrm rot="569977">
            <a:off x="9024424" y="34702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6" name="Oval 3395">
            <a:extLst>
              <a:ext uri="{FF2B5EF4-FFF2-40B4-BE49-F238E27FC236}">
                <a16:creationId xmlns:a16="http://schemas.microsoft.com/office/drawing/2014/main" id="{9AB13966-77BA-71E4-79A6-9155E481FFA6}"/>
              </a:ext>
            </a:extLst>
          </p:cNvPr>
          <p:cNvSpPr/>
          <p:nvPr/>
        </p:nvSpPr>
        <p:spPr>
          <a:xfrm rot="569977">
            <a:off x="9059428" y="34599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7" name="Oval 3396">
            <a:extLst>
              <a:ext uri="{FF2B5EF4-FFF2-40B4-BE49-F238E27FC236}">
                <a16:creationId xmlns:a16="http://schemas.microsoft.com/office/drawing/2014/main" id="{E88CFF3A-3540-B187-B823-23B011F9707A}"/>
              </a:ext>
            </a:extLst>
          </p:cNvPr>
          <p:cNvSpPr/>
          <p:nvPr/>
        </p:nvSpPr>
        <p:spPr>
          <a:xfrm rot="569977">
            <a:off x="9206514" y="35096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8" name="Oval 3397">
            <a:extLst>
              <a:ext uri="{FF2B5EF4-FFF2-40B4-BE49-F238E27FC236}">
                <a16:creationId xmlns:a16="http://schemas.microsoft.com/office/drawing/2014/main" id="{8D886FC5-8FBC-40A4-F4B5-2A331C690836}"/>
              </a:ext>
            </a:extLst>
          </p:cNvPr>
          <p:cNvSpPr/>
          <p:nvPr/>
        </p:nvSpPr>
        <p:spPr>
          <a:xfrm rot="569977">
            <a:off x="9244764" y="35089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9" name="Oval 3398">
            <a:extLst>
              <a:ext uri="{FF2B5EF4-FFF2-40B4-BE49-F238E27FC236}">
                <a16:creationId xmlns:a16="http://schemas.microsoft.com/office/drawing/2014/main" id="{C8916FC5-D255-60BF-73C0-2AF2AD554FEC}"/>
              </a:ext>
            </a:extLst>
          </p:cNvPr>
          <p:cNvSpPr/>
          <p:nvPr/>
        </p:nvSpPr>
        <p:spPr>
          <a:xfrm rot="569977">
            <a:off x="9180390" y="35019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1" name="Oval 3400">
            <a:extLst>
              <a:ext uri="{FF2B5EF4-FFF2-40B4-BE49-F238E27FC236}">
                <a16:creationId xmlns:a16="http://schemas.microsoft.com/office/drawing/2014/main" id="{29F1DF01-15EC-E650-B74C-5E632D4D5F11}"/>
              </a:ext>
            </a:extLst>
          </p:cNvPr>
          <p:cNvSpPr/>
          <p:nvPr/>
        </p:nvSpPr>
        <p:spPr>
          <a:xfrm rot="1379869">
            <a:off x="7918918" y="355196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2" name="Oval 3401">
            <a:extLst>
              <a:ext uri="{FF2B5EF4-FFF2-40B4-BE49-F238E27FC236}">
                <a16:creationId xmlns:a16="http://schemas.microsoft.com/office/drawing/2014/main" id="{0614C366-F6E8-4939-E1CB-8121593185A7}"/>
              </a:ext>
            </a:extLst>
          </p:cNvPr>
          <p:cNvSpPr/>
          <p:nvPr/>
        </p:nvSpPr>
        <p:spPr>
          <a:xfrm rot="1379869">
            <a:off x="7944345" y="35747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3" name="Oval 3402">
            <a:extLst>
              <a:ext uri="{FF2B5EF4-FFF2-40B4-BE49-F238E27FC236}">
                <a16:creationId xmlns:a16="http://schemas.microsoft.com/office/drawing/2014/main" id="{4EE82DF7-9721-3E74-B20C-234C5358133D}"/>
              </a:ext>
            </a:extLst>
          </p:cNvPr>
          <p:cNvSpPr/>
          <p:nvPr/>
        </p:nvSpPr>
        <p:spPr>
          <a:xfrm rot="1379869">
            <a:off x="7968418" y="35856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4" name="Oval 3403">
            <a:extLst>
              <a:ext uri="{FF2B5EF4-FFF2-40B4-BE49-F238E27FC236}">
                <a16:creationId xmlns:a16="http://schemas.microsoft.com/office/drawing/2014/main" id="{C2A93633-3847-58F3-1D71-60CD9B55C7FA}"/>
              </a:ext>
            </a:extLst>
          </p:cNvPr>
          <p:cNvSpPr/>
          <p:nvPr/>
        </p:nvSpPr>
        <p:spPr>
          <a:xfrm rot="1379869">
            <a:off x="7869026" y="35331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5" name="Oval 3404">
            <a:extLst>
              <a:ext uri="{FF2B5EF4-FFF2-40B4-BE49-F238E27FC236}">
                <a16:creationId xmlns:a16="http://schemas.microsoft.com/office/drawing/2014/main" id="{2B83F655-C386-8F18-2440-63E15133A5BC}"/>
              </a:ext>
            </a:extLst>
          </p:cNvPr>
          <p:cNvSpPr/>
          <p:nvPr/>
        </p:nvSpPr>
        <p:spPr>
          <a:xfrm rot="1379869">
            <a:off x="7905457" y="353139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6" name="Oval 3405">
            <a:extLst>
              <a:ext uri="{FF2B5EF4-FFF2-40B4-BE49-F238E27FC236}">
                <a16:creationId xmlns:a16="http://schemas.microsoft.com/office/drawing/2014/main" id="{A6FB872B-112D-A308-6E94-B8160D98D739}"/>
              </a:ext>
            </a:extLst>
          </p:cNvPr>
          <p:cNvSpPr/>
          <p:nvPr/>
        </p:nvSpPr>
        <p:spPr>
          <a:xfrm rot="1379869">
            <a:off x="8036877" y="36140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7" name="Oval 3406">
            <a:extLst>
              <a:ext uri="{FF2B5EF4-FFF2-40B4-BE49-F238E27FC236}">
                <a16:creationId xmlns:a16="http://schemas.microsoft.com/office/drawing/2014/main" id="{5670FB64-3A1C-0E00-B520-5A81729F0A0C}"/>
              </a:ext>
            </a:extLst>
          </p:cNvPr>
          <p:cNvSpPr/>
          <p:nvPr/>
        </p:nvSpPr>
        <p:spPr>
          <a:xfrm rot="1379869">
            <a:off x="8074230" y="36223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8" name="Oval 3407">
            <a:extLst>
              <a:ext uri="{FF2B5EF4-FFF2-40B4-BE49-F238E27FC236}">
                <a16:creationId xmlns:a16="http://schemas.microsoft.com/office/drawing/2014/main" id="{98621A64-4215-2059-5513-A543B4A5EC0A}"/>
              </a:ext>
            </a:extLst>
          </p:cNvPr>
          <p:cNvSpPr/>
          <p:nvPr/>
        </p:nvSpPr>
        <p:spPr>
          <a:xfrm rot="1379869">
            <a:off x="8013274" y="36004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0" name="Oval 3409">
            <a:extLst>
              <a:ext uri="{FF2B5EF4-FFF2-40B4-BE49-F238E27FC236}">
                <a16:creationId xmlns:a16="http://schemas.microsoft.com/office/drawing/2014/main" id="{51766E28-676A-87CA-706E-12F2C21E2F11}"/>
              </a:ext>
            </a:extLst>
          </p:cNvPr>
          <p:cNvSpPr/>
          <p:nvPr/>
        </p:nvSpPr>
        <p:spPr>
          <a:xfrm rot="10800000">
            <a:off x="8261621" y="36179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1" name="Oval 3410">
            <a:extLst>
              <a:ext uri="{FF2B5EF4-FFF2-40B4-BE49-F238E27FC236}">
                <a16:creationId xmlns:a16="http://schemas.microsoft.com/office/drawing/2014/main" id="{73B926C4-7BD7-A32B-7AEE-8AEF57CF79FE}"/>
              </a:ext>
            </a:extLst>
          </p:cNvPr>
          <p:cNvSpPr/>
          <p:nvPr/>
        </p:nvSpPr>
        <p:spPr>
          <a:xfrm rot="10800000">
            <a:off x="8229296" y="36061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2" name="Oval 3411">
            <a:extLst>
              <a:ext uri="{FF2B5EF4-FFF2-40B4-BE49-F238E27FC236}">
                <a16:creationId xmlns:a16="http://schemas.microsoft.com/office/drawing/2014/main" id="{EA84CEFF-D869-C382-5613-CE15AF38F0B4}"/>
              </a:ext>
            </a:extLst>
          </p:cNvPr>
          <p:cNvSpPr/>
          <p:nvPr/>
        </p:nvSpPr>
        <p:spPr>
          <a:xfrm rot="10800000">
            <a:off x="8202876" y="36054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3" name="Oval 3412">
            <a:extLst>
              <a:ext uri="{FF2B5EF4-FFF2-40B4-BE49-F238E27FC236}">
                <a16:creationId xmlns:a16="http://schemas.microsoft.com/office/drawing/2014/main" id="{8B53395C-8FB7-1E69-71B1-778E6961499B}"/>
              </a:ext>
            </a:extLst>
          </p:cNvPr>
          <p:cNvSpPr/>
          <p:nvPr/>
        </p:nvSpPr>
        <p:spPr>
          <a:xfrm rot="10800000">
            <a:off x="8314880" y="3615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4" name="Oval 3413">
            <a:extLst>
              <a:ext uri="{FF2B5EF4-FFF2-40B4-BE49-F238E27FC236}">
                <a16:creationId xmlns:a16="http://schemas.microsoft.com/office/drawing/2014/main" id="{DC3D4EB3-ED56-220E-9C14-44B94304F757}"/>
              </a:ext>
            </a:extLst>
          </p:cNvPr>
          <p:cNvSpPr/>
          <p:nvPr/>
        </p:nvSpPr>
        <p:spPr>
          <a:xfrm rot="10800000">
            <a:off x="8282049" y="3632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5" name="Oval 3414">
            <a:extLst>
              <a:ext uri="{FF2B5EF4-FFF2-40B4-BE49-F238E27FC236}">
                <a16:creationId xmlns:a16="http://schemas.microsoft.com/office/drawing/2014/main" id="{3335DF7C-788D-2DBA-CFFA-703B20F8B6FB}"/>
              </a:ext>
            </a:extLst>
          </p:cNvPr>
          <p:cNvSpPr/>
          <p:nvPr/>
        </p:nvSpPr>
        <p:spPr>
          <a:xfrm rot="10800000">
            <a:off x="8128775" y="360613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6" name="Oval 3415">
            <a:extLst>
              <a:ext uri="{FF2B5EF4-FFF2-40B4-BE49-F238E27FC236}">
                <a16:creationId xmlns:a16="http://schemas.microsoft.com/office/drawing/2014/main" id="{E04455B8-E4B6-C241-4F30-C730FA579D50}"/>
              </a:ext>
            </a:extLst>
          </p:cNvPr>
          <p:cNvSpPr/>
          <p:nvPr/>
        </p:nvSpPr>
        <p:spPr>
          <a:xfrm rot="10800000">
            <a:off x="8091163" y="36136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7" name="Oval 3416">
            <a:extLst>
              <a:ext uri="{FF2B5EF4-FFF2-40B4-BE49-F238E27FC236}">
                <a16:creationId xmlns:a16="http://schemas.microsoft.com/office/drawing/2014/main" id="{378301B6-43E9-0DA8-F4B4-6CC4794C5862}"/>
              </a:ext>
            </a:extLst>
          </p:cNvPr>
          <p:cNvSpPr/>
          <p:nvPr/>
        </p:nvSpPr>
        <p:spPr>
          <a:xfrm rot="10800000">
            <a:off x="8155813" y="36096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9" name="Oval 3418">
            <a:extLst>
              <a:ext uri="{FF2B5EF4-FFF2-40B4-BE49-F238E27FC236}">
                <a16:creationId xmlns:a16="http://schemas.microsoft.com/office/drawing/2014/main" id="{0FACA760-4EE9-0FA7-6046-52F6BEA65F10}"/>
              </a:ext>
            </a:extLst>
          </p:cNvPr>
          <p:cNvSpPr/>
          <p:nvPr/>
        </p:nvSpPr>
        <p:spPr>
          <a:xfrm>
            <a:off x="8073265" y="36199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0" name="Oval 3419">
            <a:extLst>
              <a:ext uri="{FF2B5EF4-FFF2-40B4-BE49-F238E27FC236}">
                <a16:creationId xmlns:a16="http://schemas.microsoft.com/office/drawing/2014/main" id="{95AA4A80-9FBC-F437-2544-377F42283E88}"/>
              </a:ext>
            </a:extLst>
          </p:cNvPr>
          <p:cNvSpPr/>
          <p:nvPr/>
        </p:nvSpPr>
        <p:spPr>
          <a:xfrm>
            <a:off x="8105590" y="36310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1" name="Oval 3420">
            <a:extLst>
              <a:ext uri="{FF2B5EF4-FFF2-40B4-BE49-F238E27FC236}">
                <a16:creationId xmlns:a16="http://schemas.microsoft.com/office/drawing/2014/main" id="{D3C75E43-510A-106C-C0BC-E50C7F8B24C2}"/>
              </a:ext>
            </a:extLst>
          </p:cNvPr>
          <p:cNvSpPr/>
          <p:nvPr/>
        </p:nvSpPr>
        <p:spPr>
          <a:xfrm>
            <a:off x="8132010" y="36316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2" name="Oval 3421">
            <a:extLst>
              <a:ext uri="{FF2B5EF4-FFF2-40B4-BE49-F238E27FC236}">
                <a16:creationId xmlns:a16="http://schemas.microsoft.com/office/drawing/2014/main" id="{DA6E80C7-4124-27C1-A258-D8259A23091C}"/>
              </a:ext>
            </a:extLst>
          </p:cNvPr>
          <p:cNvSpPr/>
          <p:nvPr/>
        </p:nvSpPr>
        <p:spPr>
          <a:xfrm>
            <a:off x="8020006" y="36221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3" name="Oval 3422">
            <a:extLst>
              <a:ext uri="{FF2B5EF4-FFF2-40B4-BE49-F238E27FC236}">
                <a16:creationId xmlns:a16="http://schemas.microsoft.com/office/drawing/2014/main" id="{DCB5D570-E473-DC97-CF28-6AB3E05F5A60}"/>
              </a:ext>
            </a:extLst>
          </p:cNvPr>
          <p:cNvSpPr/>
          <p:nvPr/>
        </p:nvSpPr>
        <p:spPr>
          <a:xfrm>
            <a:off x="8052837" y="36062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4" name="Oval 3423">
            <a:extLst>
              <a:ext uri="{FF2B5EF4-FFF2-40B4-BE49-F238E27FC236}">
                <a16:creationId xmlns:a16="http://schemas.microsoft.com/office/drawing/2014/main" id="{CEBDC83A-E88F-0DC8-F9B0-D4339019A0FD}"/>
              </a:ext>
            </a:extLst>
          </p:cNvPr>
          <p:cNvSpPr/>
          <p:nvPr/>
        </p:nvSpPr>
        <p:spPr>
          <a:xfrm>
            <a:off x="8206111" y="36310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5" name="Oval 3424">
            <a:extLst>
              <a:ext uri="{FF2B5EF4-FFF2-40B4-BE49-F238E27FC236}">
                <a16:creationId xmlns:a16="http://schemas.microsoft.com/office/drawing/2014/main" id="{7F94BFC9-43B0-92E9-EA5B-0CA1A166831E}"/>
              </a:ext>
            </a:extLst>
          </p:cNvPr>
          <p:cNvSpPr/>
          <p:nvPr/>
        </p:nvSpPr>
        <p:spPr>
          <a:xfrm>
            <a:off x="8243723" y="36240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6" name="Oval 3425">
            <a:extLst>
              <a:ext uri="{FF2B5EF4-FFF2-40B4-BE49-F238E27FC236}">
                <a16:creationId xmlns:a16="http://schemas.microsoft.com/office/drawing/2014/main" id="{47810545-8AE8-D1F1-C63C-5FB9A7CF46B1}"/>
              </a:ext>
            </a:extLst>
          </p:cNvPr>
          <p:cNvSpPr/>
          <p:nvPr/>
        </p:nvSpPr>
        <p:spPr>
          <a:xfrm>
            <a:off x="8179073" y="36277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8" name="Oval 3427">
            <a:extLst>
              <a:ext uri="{FF2B5EF4-FFF2-40B4-BE49-F238E27FC236}">
                <a16:creationId xmlns:a16="http://schemas.microsoft.com/office/drawing/2014/main" id="{9731F01D-899F-FBED-E4AA-7DFD11AC5883}"/>
              </a:ext>
            </a:extLst>
          </p:cNvPr>
          <p:cNvSpPr/>
          <p:nvPr/>
        </p:nvSpPr>
        <p:spPr>
          <a:xfrm rot="10800000">
            <a:off x="7601290" y="32844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9" name="Oval 3428">
            <a:extLst>
              <a:ext uri="{FF2B5EF4-FFF2-40B4-BE49-F238E27FC236}">
                <a16:creationId xmlns:a16="http://schemas.microsoft.com/office/drawing/2014/main" id="{3EEDAF73-CB00-46BC-AF88-A010A687BDCF}"/>
              </a:ext>
            </a:extLst>
          </p:cNvPr>
          <p:cNvSpPr/>
          <p:nvPr/>
        </p:nvSpPr>
        <p:spPr>
          <a:xfrm rot="10800000">
            <a:off x="7568965" y="32726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0" name="Oval 3429">
            <a:extLst>
              <a:ext uri="{FF2B5EF4-FFF2-40B4-BE49-F238E27FC236}">
                <a16:creationId xmlns:a16="http://schemas.microsoft.com/office/drawing/2014/main" id="{27FA3297-E9EC-68AC-D32B-F6D91B9BD91C}"/>
              </a:ext>
            </a:extLst>
          </p:cNvPr>
          <p:cNvSpPr/>
          <p:nvPr/>
        </p:nvSpPr>
        <p:spPr>
          <a:xfrm rot="10800000">
            <a:off x="7542545" y="32719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1" name="Oval 3430">
            <a:extLst>
              <a:ext uri="{FF2B5EF4-FFF2-40B4-BE49-F238E27FC236}">
                <a16:creationId xmlns:a16="http://schemas.microsoft.com/office/drawing/2014/main" id="{3654D9DD-1756-3BCB-9EB2-B6A94C970FEB}"/>
              </a:ext>
            </a:extLst>
          </p:cNvPr>
          <p:cNvSpPr/>
          <p:nvPr/>
        </p:nvSpPr>
        <p:spPr>
          <a:xfrm rot="10800000">
            <a:off x="7654549" y="3282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2" name="Oval 3431">
            <a:extLst>
              <a:ext uri="{FF2B5EF4-FFF2-40B4-BE49-F238E27FC236}">
                <a16:creationId xmlns:a16="http://schemas.microsoft.com/office/drawing/2014/main" id="{67AA5EFD-2C39-0012-F474-5C85C7E2B8C8}"/>
              </a:ext>
            </a:extLst>
          </p:cNvPr>
          <p:cNvSpPr/>
          <p:nvPr/>
        </p:nvSpPr>
        <p:spPr>
          <a:xfrm rot="10800000">
            <a:off x="7621718" y="3299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3" name="Oval 3432">
            <a:extLst>
              <a:ext uri="{FF2B5EF4-FFF2-40B4-BE49-F238E27FC236}">
                <a16:creationId xmlns:a16="http://schemas.microsoft.com/office/drawing/2014/main" id="{5442CD0F-8738-1C00-4169-68E3A176EAB5}"/>
              </a:ext>
            </a:extLst>
          </p:cNvPr>
          <p:cNvSpPr/>
          <p:nvPr/>
        </p:nvSpPr>
        <p:spPr>
          <a:xfrm rot="10800000">
            <a:off x="7468444" y="32726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4" name="Oval 3433">
            <a:extLst>
              <a:ext uri="{FF2B5EF4-FFF2-40B4-BE49-F238E27FC236}">
                <a16:creationId xmlns:a16="http://schemas.microsoft.com/office/drawing/2014/main" id="{A33BB94C-D008-313F-65F9-7A4B68B2A294}"/>
              </a:ext>
            </a:extLst>
          </p:cNvPr>
          <p:cNvSpPr/>
          <p:nvPr/>
        </p:nvSpPr>
        <p:spPr>
          <a:xfrm rot="10800000">
            <a:off x="7430832" y="32800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5" name="Oval 3434">
            <a:extLst>
              <a:ext uri="{FF2B5EF4-FFF2-40B4-BE49-F238E27FC236}">
                <a16:creationId xmlns:a16="http://schemas.microsoft.com/office/drawing/2014/main" id="{DDFB4552-73E3-0D78-ADC0-716405BA253C}"/>
              </a:ext>
            </a:extLst>
          </p:cNvPr>
          <p:cNvSpPr/>
          <p:nvPr/>
        </p:nvSpPr>
        <p:spPr>
          <a:xfrm rot="10800000">
            <a:off x="7495482" y="32761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7" name="Oval 3436">
            <a:extLst>
              <a:ext uri="{FF2B5EF4-FFF2-40B4-BE49-F238E27FC236}">
                <a16:creationId xmlns:a16="http://schemas.microsoft.com/office/drawing/2014/main" id="{D8B4A6E6-DCF5-F874-76B8-4F1B9DC50935}"/>
              </a:ext>
            </a:extLst>
          </p:cNvPr>
          <p:cNvSpPr/>
          <p:nvPr/>
        </p:nvSpPr>
        <p:spPr>
          <a:xfrm>
            <a:off x="7412934" y="32864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8" name="Oval 3437">
            <a:extLst>
              <a:ext uri="{FF2B5EF4-FFF2-40B4-BE49-F238E27FC236}">
                <a16:creationId xmlns:a16="http://schemas.microsoft.com/office/drawing/2014/main" id="{04FE094B-BDBC-8AFB-DB12-85909A7A7C7B}"/>
              </a:ext>
            </a:extLst>
          </p:cNvPr>
          <p:cNvSpPr/>
          <p:nvPr/>
        </p:nvSpPr>
        <p:spPr>
          <a:xfrm>
            <a:off x="7445259" y="329750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9" name="Oval 3438">
            <a:extLst>
              <a:ext uri="{FF2B5EF4-FFF2-40B4-BE49-F238E27FC236}">
                <a16:creationId xmlns:a16="http://schemas.microsoft.com/office/drawing/2014/main" id="{9B2F084D-E5E0-3BE8-1CBB-0A404426B0F3}"/>
              </a:ext>
            </a:extLst>
          </p:cNvPr>
          <p:cNvSpPr/>
          <p:nvPr/>
        </p:nvSpPr>
        <p:spPr>
          <a:xfrm>
            <a:off x="7471679" y="329813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0" name="Oval 3439">
            <a:extLst>
              <a:ext uri="{FF2B5EF4-FFF2-40B4-BE49-F238E27FC236}">
                <a16:creationId xmlns:a16="http://schemas.microsoft.com/office/drawing/2014/main" id="{5626061D-C8E4-EF54-5CAF-02E660406BAF}"/>
              </a:ext>
            </a:extLst>
          </p:cNvPr>
          <p:cNvSpPr/>
          <p:nvPr/>
        </p:nvSpPr>
        <p:spPr>
          <a:xfrm>
            <a:off x="7359675" y="32886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1" name="Oval 3440">
            <a:extLst>
              <a:ext uri="{FF2B5EF4-FFF2-40B4-BE49-F238E27FC236}">
                <a16:creationId xmlns:a16="http://schemas.microsoft.com/office/drawing/2014/main" id="{CA10CB4E-D387-320D-0113-976D9C7AC185}"/>
              </a:ext>
            </a:extLst>
          </p:cNvPr>
          <p:cNvSpPr/>
          <p:nvPr/>
        </p:nvSpPr>
        <p:spPr>
          <a:xfrm>
            <a:off x="7392506" y="32727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2" name="Oval 3441">
            <a:extLst>
              <a:ext uri="{FF2B5EF4-FFF2-40B4-BE49-F238E27FC236}">
                <a16:creationId xmlns:a16="http://schemas.microsoft.com/office/drawing/2014/main" id="{B8A27E33-7C89-E709-0B18-97A1DA2D3D81}"/>
              </a:ext>
            </a:extLst>
          </p:cNvPr>
          <p:cNvSpPr/>
          <p:nvPr/>
        </p:nvSpPr>
        <p:spPr>
          <a:xfrm>
            <a:off x="7545780" y="329750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3" name="Oval 3442">
            <a:extLst>
              <a:ext uri="{FF2B5EF4-FFF2-40B4-BE49-F238E27FC236}">
                <a16:creationId xmlns:a16="http://schemas.microsoft.com/office/drawing/2014/main" id="{F56D32A8-ADC2-6AFE-0E26-489CB124466B}"/>
              </a:ext>
            </a:extLst>
          </p:cNvPr>
          <p:cNvSpPr/>
          <p:nvPr/>
        </p:nvSpPr>
        <p:spPr>
          <a:xfrm>
            <a:off x="7583392" y="329051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4" name="Oval 3443">
            <a:extLst>
              <a:ext uri="{FF2B5EF4-FFF2-40B4-BE49-F238E27FC236}">
                <a16:creationId xmlns:a16="http://schemas.microsoft.com/office/drawing/2014/main" id="{1A78E009-A6F4-7614-12CC-0D1528968F65}"/>
              </a:ext>
            </a:extLst>
          </p:cNvPr>
          <p:cNvSpPr/>
          <p:nvPr/>
        </p:nvSpPr>
        <p:spPr>
          <a:xfrm>
            <a:off x="7518742" y="32942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6" name="Oval 3445">
            <a:extLst>
              <a:ext uri="{FF2B5EF4-FFF2-40B4-BE49-F238E27FC236}">
                <a16:creationId xmlns:a16="http://schemas.microsoft.com/office/drawing/2014/main" id="{B4E4BA67-4DA3-AA26-8E86-6BFB3986B0F0}"/>
              </a:ext>
            </a:extLst>
          </p:cNvPr>
          <p:cNvSpPr/>
          <p:nvPr/>
        </p:nvSpPr>
        <p:spPr>
          <a:xfrm rot="10800000">
            <a:off x="8002545" y="32866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7" name="Oval 3446">
            <a:extLst>
              <a:ext uri="{FF2B5EF4-FFF2-40B4-BE49-F238E27FC236}">
                <a16:creationId xmlns:a16="http://schemas.microsoft.com/office/drawing/2014/main" id="{BF7AD3E2-418B-C5DD-4662-A91FAAF625D5}"/>
              </a:ext>
            </a:extLst>
          </p:cNvPr>
          <p:cNvSpPr/>
          <p:nvPr/>
        </p:nvSpPr>
        <p:spPr>
          <a:xfrm rot="10800000">
            <a:off x="7970220" y="32748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8" name="Oval 3447">
            <a:extLst>
              <a:ext uri="{FF2B5EF4-FFF2-40B4-BE49-F238E27FC236}">
                <a16:creationId xmlns:a16="http://schemas.microsoft.com/office/drawing/2014/main" id="{3CC49FD9-188A-6273-4887-0814DAA9E689}"/>
              </a:ext>
            </a:extLst>
          </p:cNvPr>
          <p:cNvSpPr/>
          <p:nvPr/>
        </p:nvSpPr>
        <p:spPr>
          <a:xfrm rot="10800000">
            <a:off x="7943800" y="32741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9" name="Oval 3448">
            <a:extLst>
              <a:ext uri="{FF2B5EF4-FFF2-40B4-BE49-F238E27FC236}">
                <a16:creationId xmlns:a16="http://schemas.microsoft.com/office/drawing/2014/main" id="{A59393AA-45A4-7159-5795-3A5A1E17350F}"/>
              </a:ext>
            </a:extLst>
          </p:cNvPr>
          <p:cNvSpPr/>
          <p:nvPr/>
        </p:nvSpPr>
        <p:spPr>
          <a:xfrm rot="10800000">
            <a:off x="8055804" y="3284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0" name="Oval 3449">
            <a:extLst>
              <a:ext uri="{FF2B5EF4-FFF2-40B4-BE49-F238E27FC236}">
                <a16:creationId xmlns:a16="http://schemas.microsoft.com/office/drawing/2014/main" id="{2C52FD3E-9997-F0F3-662C-27673E7BEDE1}"/>
              </a:ext>
            </a:extLst>
          </p:cNvPr>
          <p:cNvSpPr/>
          <p:nvPr/>
        </p:nvSpPr>
        <p:spPr>
          <a:xfrm rot="10800000">
            <a:off x="8022973" y="3301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1" name="Oval 3450">
            <a:extLst>
              <a:ext uri="{FF2B5EF4-FFF2-40B4-BE49-F238E27FC236}">
                <a16:creationId xmlns:a16="http://schemas.microsoft.com/office/drawing/2014/main" id="{23C6D0F5-A9E2-1EC5-BEF3-8DDBB3C09E45}"/>
              </a:ext>
            </a:extLst>
          </p:cNvPr>
          <p:cNvSpPr/>
          <p:nvPr/>
        </p:nvSpPr>
        <p:spPr>
          <a:xfrm rot="10800000">
            <a:off x="7869699" y="32748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2" name="Oval 3451">
            <a:extLst>
              <a:ext uri="{FF2B5EF4-FFF2-40B4-BE49-F238E27FC236}">
                <a16:creationId xmlns:a16="http://schemas.microsoft.com/office/drawing/2014/main" id="{498E2B88-6320-2AAB-6608-1B49845E294E}"/>
              </a:ext>
            </a:extLst>
          </p:cNvPr>
          <p:cNvSpPr/>
          <p:nvPr/>
        </p:nvSpPr>
        <p:spPr>
          <a:xfrm rot="10800000">
            <a:off x="7832087" y="32822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3" name="Oval 3452">
            <a:extLst>
              <a:ext uri="{FF2B5EF4-FFF2-40B4-BE49-F238E27FC236}">
                <a16:creationId xmlns:a16="http://schemas.microsoft.com/office/drawing/2014/main" id="{05CF8D99-8EA5-BF13-01E3-FAD54F5E8455}"/>
              </a:ext>
            </a:extLst>
          </p:cNvPr>
          <p:cNvSpPr/>
          <p:nvPr/>
        </p:nvSpPr>
        <p:spPr>
          <a:xfrm rot="10800000">
            <a:off x="7896737" y="32783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5" name="Oval 3454">
            <a:extLst>
              <a:ext uri="{FF2B5EF4-FFF2-40B4-BE49-F238E27FC236}">
                <a16:creationId xmlns:a16="http://schemas.microsoft.com/office/drawing/2014/main" id="{86AC904B-08E4-0B6A-DBEE-E22A3EE295E0}"/>
              </a:ext>
            </a:extLst>
          </p:cNvPr>
          <p:cNvSpPr/>
          <p:nvPr/>
        </p:nvSpPr>
        <p:spPr>
          <a:xfrm>
            <a:off x="7814189" y="328863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6" name="Oval 3455">
            <a:extLst>
              <a:ext uri="{FF2B5EF4-FFF2-40B4-BE49-F238E27FC236}">
                <a16:creationId xmlns:a16="http://schemas.microsoft.com/office/drawing/2014/main" id="{5E76B2A1-D951-274E-3E76-FB5866A9B6FF}"/>
              </a:ext>
            </a:extLst>
          </p:cNvPr>
          <p:cNvSpPr/>
          <p:nvPr/>
        </p:nvSpPr>
        <p:spPr>
          <a:xfrm>
            <a:off x="7846514" y="329971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7" name="Oval 3456">
            <a:extLst>
              <a:ext uri="{FF2B5EF4-FFF2-40B4-BE49-F238E27FC236}">
                <a16:creationId xmlns:a16="http://schemas.microsoft.com/office/drawing/2014/main" id="{045CAE4E-16DC-470E-08F1-191DB1C17E2D}"/>
              </a:ext>
            </a:extLst>
          </p:cNvPr>
          <p:cNvSpPr/>
          <p:nvPr/>
        </p:nvSpPr>
        <p:spPr>
          <a:xfrm>
            <a:off x="7872934" y="33003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8" name="Oval 3457">
            <a:extLst>
              <a:ext uri="{FF2B5EF4-FFF2-40B4-BE49-F238E27FC236}">
                <a16:creationId xmlns:a16="http://schemas.microsoft.com/office/drawing/2014/main" id="{A55D605D-3C17-8010-9A4F-B6ED5093715B}"/>
              </a:ext>
            </a:extLst>
          </p:cNvPr>
          <p:cNvSpPr/>
          <p:nvPr/>
        </p:nvSpPr>
        <p:spPr>
          <a:xfrm>
            <a:off x="7760930" y="329084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9" name="Oval 3458">
            <a:extLst>
              <a:ext uri="{FF2B5EF4-FFF2-40B4-BE49-F238E27FC236}">
                <a16:creationId xmlns:a16="http://schemas.microsoft.com/office/drawing/2014/main" id="{127B71D4-48B9-8F7C-8414-E0B913AEE9FD}"/>
              </a:ext>
            </a:extLst>
          </p:cNvPr>
          <p:cNvSpPr/>
          <p:nvPr/>
        </p:nvSpPr>
        <p:spPr>
          <a:xfrm>
            <a:off x="7793761" y="327495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0" name="Oval 3459">
            <a:extLst>
              <a:ext uri="{FF2B5EF4-FFF2-40B4-BE49-F238E27FC236}">
                <a16:creationId xmlns:a16="http://schemas.microsoft.com/office/drawing/2014/main" id="{EE4EA42B-631D-87E5-5387-A0DEBD255F9C}"/>
              </a:ext>
            </a:extLst>
          </p:cNvPr>
          <p:cNvSpPr/>
          <p:nvPr/>
        </p:nvSpPr>
        <p:spPr>
          <a:xfrm>
            <a:off x="7947035" y="32997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1" name="Oval 3460">
            <a:extLst>
              <a:ext uri="{FF2B5EF4-FFF2-40B4-BE49-F238E27FC236}">
                <a16:creationId xmlns:a16="http://schemas.microsoft.com/office/drawing/2014/main" id="{2D353D29-1E35-C6FE-82C2-B5B8731C4F45}"/>
              </a:ext>
            </a:extLst>
          </p:cNvPr>
          <p:cNvSpPr/>
          <p:nvPr/>
        </p:nvSpPr>
        <p:spPr>
          <a:xfrm>
            <a:off x="7984647" y="32927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2" name="Oval 3461">
            <a:extLst>
              <a:ext uri="{FF2B5EF4-FFF2-40B4-BE49-F238E27FC236}">
                <a16:creationId xmlns:a16="http://schemas.microsoft.com/office/drawing/2014/main" id="{27590208-85D0-E629-C2A5-D01832DE7C4A}"/>
              </a:ext>
            </a:extLst>
          </p:cNvPr>
          <p:cNvSpPr/>
          <p:nvPr/>
        </p:nvSpPr>
        <p:spPr>
          <a:xfrm>
            <a:off x="7919997" y="32964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4" name="Oval 3463">
            <a:extLst>
              <a:ext uri="{FF2B5EF4-FFF2-40B4-BE49-F238E27FC236}">
                <a16:creationId xmlns:a16="http://schemas.microsoft.com/office/drawing/2014/main" id="{B0260757-CAB1-8EEC-343A-1906EE4C81F1}"/>
              </a:ext>
            </a:extLst>
          </p:cNvPr>
          <p:cNvSpPr/>
          <p:nvPr/>
        </p:nvSpPr>
        <p:spPr>
          <a:xfrm rot="10800000">
            <a:off x="8396635"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5" name="Oval 3464">
            <a:extLst>
              <a:ext uri="{FF2B5EF4-FFF2-40B4-BE49-F238E27FC236}">
                <a16:creationId xmlns:a16="http://schemas.microsoft.com/office/drawing/2014/main" id="{2C5EB8EB-7B21-E768-600F-98B3A9ACB6AF}"/>
              </a:ext>
            </a:extLst>
          </p:cNvPr>
          <p:cNvSpPr/>
          <p:nvPr/>
        </p:nvSpPr>
        <p:spPr>
          <a:xfrm rot="10800000">
            <a:off x="8364310"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6" name="Oval 3465">
            <a:extLst>
              <a:ext uri="{FF2B5EF4-FFF2-40B4-BE49-F238E27FC236}">
                <a16:creationId xmlns:a16="http://schemas.microsoft.com/office/drawing/2014/main" id="{588D12C0-A9DA-E468-7687-46E5E17C46E8}"/>
              </a:ext>
            </a:extLst>
          </p:cNvPr>
          <p:cNvSpPr/>
          <p:nvPr/>
        </p:nvSpPr>
        <p:spPr>
          <a:xfrm rot="10800000">
            <a:off x="8337890"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7" name="Oval 3466">
            <a:extLst>
              <a:ext uri="{FF2B5EF4-FFF2-40B4-BE49-F238E27FC236}">
                <a16:creationId xmlns:a16="http://schemas.microsoft.com/office/drawing/2014/main" id="{30D70E27-6428-3697-09D5-38606F7E8D1E}"/>
              </a:ext>
            </a:extLst>
          </p:cNvPr>
          <p:cNvSpPr/>
          <p:nvPr/>
        </p:nvSpPr>
        <p:spPr>
          <a:xfrm rot="10800000">
            <a:off x="8449894"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8" name="Oval 3467">
            <a:extLst>
              <a:ext uri="{FF2B5EF4-FFF2-40B4-BE49-F238E27FC236}">
                <a16:creationId xmlns:a16="http://schemas.microsoft.com/office/drawing/2014/main" id="{75CB8022-AA6F-D77B-5903-BE1E0A28CD97}"/>
              </a:ext>
            </a:extLst>
          </p:cNvPr>
          <p:cNvSpPr/>
          <p:nvPr/>
        </p:nvSpPr>
        <p:spPr>
          <a:xfrm rot="10800000">
            <a:off x="8417063"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9" name="Oval 3468">
            <a:extLst>
              <a:ext uri="{FF2B5EF4-FFF2-40B4-BE49-F238E27FC236}">
                <a16:creationId xmlns:a16="http://schemas.microsoft.com/office/drawing/2014/main" id="{1FFF90F6-720B-67A6-B97D-632016F3D62F}"/>
              </a:ext>
            </a:extLst>
          </p:cNvPr>
          <p:cNvSpPr/>
          <p:nvPr/>
        </p:nvSpPr>
        <p:spPr>
          <a:xfrm rot="10800000">
            <a:off x="8263789"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0" name="Oval 3469">
            <a:extLst>
              <a:ext uri="{FF2B5EF4-FFF2-40B4-BE49-F238E27FC236}">
                <a16:creationId xmlns:a16="http://schemas.microsoft.com/office/drawing/2014/main" id="{7AE8E9EB-FBBE-C574-E455-CF303E1082CF}"/>
              </a:ext>
            </a:extLst>
          </p:cNvPr>
          <p:cNvSpPr/>
          <p:nvPr/>
        </p:nvSpPr>
        <p:spPr>
          <a:xfrm rot="10800000">
            <a:off x="8226177"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1" name="Oval 3470">
            <a:extLst>
              <a:ext uri="{FF2B5EF4-FFF2-40B4-BE49-F238E27FC236}">
                <a16:creationId xmlns:a16="http://schemas.microsoft.com/office/drawing/2014/main" id="{2488E0DF-4166-E4BA-7D88-1244E0D2C434}"/>
              </a:ext>
            </a:extLst>
          </p:cNvPr>
          <p:cNvSpPr/>
          <p:nvPr/>
        </p:nvSpPr>
        <p:spPr>
          <a:xfrm rot="10800000">
            <a:off x="8290827"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3" name="Oval 3472">
            <a:extLst>
              <a:ext uri="{FF2B5EF4-FFF2-40B4-BE49-F238E27FC236}">
                <a16:creationId xmlns:a16="http://schemas.microsoft.com/office/drawing/2014/main" id="{C8C4E628-34F1-12DA-547C-E590FDF6528B}"/>
              </a:ext>
            </a:extLst>
          </p:cNvPr>
          <p:cNvSpPr/>
          <p:nvPr/>
        </p:nvSpPr>
        <p:spPr>
          <a:xfrm>
            <a:off x="8208279"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4" name="Oval 3473">
            <a:extLst>
              <a:ext uri="{FF2B5EF4-FFF2-40B4-BE49-F238E27FC236}">
                <a16:creationId xmlns:a16="http://schemas.microsoft.com/office/drawing/2014/main" id="{24B77EAC-8AE3-A6FB-650E-BE96832E9882}"/>
              </a:ext>
            </a:extLst>
          </p:cNvPr>
          <p:cNvSpPr/>
          <p:nvPr/>
        </p:nvSpPr>
        <p:spPr>
          <a:xfrm>
            <a:off x="8240604"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5" name="Oval 3474">
            <a:extLst>
              <a:ext uri="{FF2B5EF4-FFF2-40B4-BE49-F238E27FC236}">
                <a16:creationId xmlns:a16="http://schemas.microsoft.com/office/drawing/2014/main" id="{14B28693-C3D2-8BA5-7865-DA6E0A98FA63}"/>
              </a:ext>
            </a:extLst>
          </p:cNvPr>
          <p:cNvSpPr/>
          <p:nvPr/>
        </p:nvSpPr>
        <p:spPr>
          <a:xfrm>
            <a:off x="8267024"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6" name="Oval 3475">
            <a:extLst>
              <a:ext uri="{FF2B5EF4-FFF2-40B4-BE49-F238E27FC236}">
                <a16:creationId xmlns:a16="http://schemas.microsoft.com/office/drawing/2014/main" id="{CCA60A6F-7188-7ADA-59E2-FFAB941D27BB}"/>
              </a:ext>
            </a:extLst>
          </p:cNvPr>
          <p:cNvSpPr/>
          <p:nvPr/>
        </p:nvSpPr>
        <p:spPr>
          <a:xfrm>
            <a:off x="8155020"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7" name="Oval 3476">
            <a:extLst>
              <a:ext uri="{FF2B5EF4-FFF2-40B4-BE49-F238E27FC236}">
                <a16:creationId xmlns:a16="http://schemas.microsoft.com/office/drawing/2014/main" id="{CD6C4AB6-93B9-6611-72AF-37C0D81E2895}"/>
              </a:ext>
            </a:extLst>
          </p:cNvPr>
          <p:cNvSpPr/>
          <p:nvPr/>
        </p:nvSpPr>
        <p:spPr>
          <a:xfrm>
            <a:off x="8187851"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8" name="Oval 3477">
            <a:extLst>
              <a:ext uri="{FF2B5EF4-FFF2-40B4-BE49-F238E27FC236}">
                <a16:creationId xmlns:a16="http://schemas.microsoft.com/office/drawing/2014/main" id="{5E29D1BF-D9FD-D03B-FB43-681BB3884854}"/>
              </a:ext>
            </a:extLst>
          </p:cNvPr>
          <p:cNvSpPr/>
          <p:nvPr/>
        </p:nvSpPr>
        <p:spPr>
          <a:xfrm>
            <a:off x="8341125"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9" name="Oval 3478">
            <a:extLst>
              <a:ext uri="{FF2B5EF4-FFF2-40B4-BE49-F238E27FC236}">
                <a16:creationId xmlns:a16="http://schemas.microsoft.com/office/drawing/2014/main" id="{D87BDDF4-18EE-CE22-49AA-9FEE397C4D7D}"/>
              </a:ext>
            </a:extLst>
          </p:cNvPr>
          <p:cNvSpPr/>
          <p:nvPr/>
        </p:nvSpPr>
        <p:spPr>
          <a:xfrm>
            <a:off x="8378737"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0" name="Oval 3479">
            <a:extLst>
              <a:ext uri="{FF2B5EF4-FFF2-40B4-BE49-F238E27FC236}">
                <a16:creationId xmlns:a16="http://schemas.microsoft.com/office/drawing/2014/main" id="{7C621038-E837-1593-A342-255638520A48}"/>
              </a:ext>
            </a:extLst>
          </p:cNvPr>
          <p:cNvSpPr/>
          <p:nvPr/>
        </p:nvSpPr>
        <p:spPr>
          <a:xfrm>
            <a:off x="8314087"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2" name="Oval 3481">
            <a:extLst>
              <a:ext uri="{FF2B5EF4-FFF2-40B4-BE49-F238E27FC236}">
                <a16:creationId xmlns:a16="http://schemas.microsoft.com/office/drawing/2014/main" id="{B70C2C5B-1F16-D9E3-1747-BC6C80EA5404}"/>
              </a:ext>
            </a:extLst>
          </p:cNvPr>
          <p:cNvSpPr/>
          <p:nvPr/>
        </p:nvSpPr>
        <p:spPr>
          <a:xfrm rot="10800000">
            <a:off x="8504696" y="346411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3" name="Oval 3482">
            <a:extLst>
              <a:ext uri="{FF2B5EF4-FFF2-40B4-BE49-F238E27FC236}">
                <a16:creationId xmlns:a16="http://schemas.microsoft.com/office/drawing/2014/main" id="{89105779-FFA9-1679-384D-71DDB2F44C0E}"/>
              </a:ext>
            </a:extLst>
          </p:cNvPr>
          <p:cNvSpPr/>
          <p:nvPr/>
        </p:nvSpPr>
        <p:spPr>
          <a:xfrm rot="10800000">
            <a:off x="8472371" y="3452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4" name="Oval 3483">
            <a:extLst>
              <a:ext uri="{FF2B5EF4-FFF2-40B4-BE49-F238E27FC236}">
                <a16:creationId xmlns:a16="http://schemas.microsoft.com/office/drawing/2014/main" id="{F1661FAA-0E12-9CCE-BE12-28848C9E5167}"/>
              </a:ext>
            </a:extLst>
          </p:cNvPr>
          <p:cNvSpPr/>
          <p:nvPr/>
        </p:nvSpPr>
        <p:spPr>
          <a:xfrm rot="10800000">
            <a:off x="8445951" y="34515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5" name="Oval 3484">
            <a:extLst>
              <a:ext uri="{FF2B5EF4-FFF2-40B4-BE49-F238E27FC236}">
                <a16:creationId xmlns:a16="http://schemas.microsoft.com/office/drawing/2014/main" id="{12AE5BD6-0875-E27F-92A2-019D3E22F11B}"/>
              </a:ext>
            </a:extLst>
          </p:cNvPr>
          <p:cNvSpPr/>
          <p:nvPr/>
        </p:nvSpPr>
        <p:spPr>
          <a:xfrm rot="10800000">
            <a:off x="8557955" y="3461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6" name="Oval 3485">
            <a:extLst>
              <a:ext uri="{FF2B5EF4-FFF2-40B4-BE49-F238E27FC236}">
                <a16:creationId xmlns:a16="http://schemas.microsoft.com/office/drawing/2014/main" id="{416D316A-4F0D-C2B7-198C-3DE7350CA85C}"/>
              </a:ext>
            </a:extLst>
          </p:cNvPr>
          <p:cNvSpPr/>
          <p:nvPr/>
        </p:nvSpPr>
        <p:spPr>
          <a:xfrm rot="10800000">
            <a:off x="8525124" y="3478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7" name="Oval 3486">
            <a:extLst>
              <a:ext uri="{FF2B5EF4-FFF2-40B4-BE49-F238E27FC236}">
                <a16:creationId xmlns:a16="http://schemas.microsoft.com/office/drawing/2014/main" id="{012C1D13-E7CB-39D7-4EA4-347716087C6A}"/>
              </a:ext>
            </a:extLst>
          </p:cNvPr>
          <p:cNvSpPr/>
          <p:nvPr/>
        </p:nvSpPr>
        <p:spPr>
          <a:xfrm rot="10800000">
            <a:off x="8371850" y="34522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8" name="Oval 3487">
            <a:extLst>
              <a:ext uri="{FF2B5EF4-FFF2-40B4-BE49-F238E27FC236}">
                <a16:creationId xmlns:a16="http://schemas.microsoft.com/office/drawing/2014/main" id="{08E6BB9E-96F1-E9A6-F8BB-BF9C30FD4BD4}"/>
              </a:ext>
            </a:extLst>
          </p:cNvPr>
          <p:cNvSpPr/>
          <p:nvPr/>
        </p:nvSpPr>
        <p:spPr>
          <a:xfrm rot="10800000">
            <a:off x="8334238" y="34597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9" name="Oval 3488">
            <a:extLst>
              <a:ext uri="{FF2B5EF4-FFF2-40B4-BE49-F238E27FC236}">
                <a16:creationId xmlns:a16="http://schemas.microsoft.com/office/drawing/2014/main" id="{1D76AE74-BC58-F72F-EB3C-DB34133E9411}"/>
              </a:ext>
            </a:extLst>
          </p:cNvPr>
          <p:cNvSpPr/>
          <p:nvPr/>
        </p:nvSpPr>
        <p:spPr>
          <a:xfrm rot="10800000">
            <a:off x="8398888" y="34557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1" name="Oval 3490">
            <a:extLst>
              <a:ext uri="{FF2B5EF4-FFF2-40B4-BE49-F238E27FC236}">
                <a16:creationId xmlns:a16="http://schemas.microsoft.com/office/drawing/2014/main" id="{F7435E2B-8051-88B3-CED2-A0F0A4FB34C8}"/>
              </a:ext>
            </a:extLst>
          </p:cNvPr>
          <p:cNvSpPr/>
          <p:nvPr/>
        </p:nvSpPr>
        <p:spPr>
          <a:xfrm>
            <a:off x="8316340" y="34660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2" name="Oval 3491">
            <a:extLst>
              <a:ext uri="{FF2B5EF4-FFF2-40B4-BE49-F238E27FC236}">
                <a16:creationId xmlns:a16="http://schemas.microsoft.com/office/drawing/2014/main" id="{F6F9A985-98E8-C549-6FC5-64BD1EEB6FF1}"/>
              </a:ext>
            </a:extLst>
          </p:cNvPr>
          <p:cNvSpPr/>
          <p:nvPr/>
        </p:nvSpPr>
        <p:spPr>
          <a:xfrm>
            <a:off x="8348665" y="34771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3" name="Oval 3492">
            <a:extLst>
              <a:ext uri="{FF2B5EF4-FFF2-40B4-BE49-F238E27FC236}">
                <a16:creationId xmlns:a16="http://schemas.microsoft.com/office/drawing/2014/main" id="{DE831E72-2AE1-141D-F254-74E90D899595}"/>
              </a:ext>
            </a:extLst>
          </p:cNvPr>
          <p:cNvSpPr/>
          <p:nvPr/>
        </p:nvSpPr>
        <p:spPr>
          <a:xfrm>
            <a:off x="8375085" y="347778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4" name="Oval 3493">
            <a:extLst>
              <a:ext uri="{FF2B5EF4-FFF2-40B4-BE49-F238E27FC236}">
                <a16:creationId xmlns:a16="http://schemas.microsoft.com/office/drawing/2014/main" id="{34559104-4A5F-4526-E91C-58AA056C4B24}"/>
              </a:ext>
            </a:extLst>
          </p:cNvPr>
          <p:cNvSpPr/>
          <p:nvPr/>
        </p:nvSpPr>
        <p:spPr>
          <a:xfrm>
            <a:off x="8263081" y="3468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5" name="Oval 3494">
            <a:extLst>
              <a:ext uri="{FF2B5EF4-FFF2-40B4-BE49-F238E27FC236}">
                <a16:creationId xmlns:a16="http://schemas.microsoft.com/office/drawing/2014/main" id="{25734A34-DCF7-D285-E0DF-A72BD66C197C}"/>
              </a:ext>
            </a:extLst>
          </p:cNvPr>
          <p:cNvSpPr/>
          <p:nvPr/>
        </p:nvSpPr>
        <p:spPr>
          <a:xfrm>
            <a:off x="8295912" y="34523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6" name="Oval 3495">
            <a:extLst>
              <a:ext uri="{FF2B5EF4-FFF2-40B4-BE49-F238E27FC236}">
                <a16:creationId xmlns:a16="http://schemas.microsoft.com/office/drawing/2014/main" id="{B1787D78-C198-639A-D006-048546B4B8A3}"/>
              </a:ext>
            </a:extLst>
          </p:cNvPr>
          <p:cNvSpPr/>
          <p:nvPr/>
        </p:nvSpPr>
        <p:spPr>
          <a:xfrm>
            <a:off x="8449186" y="3477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7" name="Oval 3496">
            <a:extLst>
              <a:ext uri="{FF2B5EF4-FFF2-40B4-BE49-F238E27FC236}">
                <a16:creationId xmlns:a16="http://schemas.microsoft.com/office/drawing/2014/main" id="{490BC937-15A3-3727-CB10-E9158AC463DA}"/>
              </a:ext>
            </a:extLst>
          </p:cNvPr>
          <p:cNvSpPr/>
          <p:nvPr/>
        </p:nvSpPr>
        <p:spPr>
          <a:xfrm>
            <a:off x="8486798" y="34701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8" name="Oval 3497">
            <a:extLst>
              <a:ext uri="{FF2B5EF4-FFF2-40B4-BE49-F238E27FC236}">
                <a16:creationId xmlns:a16="http://schemas.microsoft.com/office/drawing/2014/main" id="{2D169BF7-3BDC-D19D-105A-F848EBE0FCF4}"/>
              </a:ext>
            </a:extLst>
          </p:cNvPr>
          <p:cNvSpPr/>
          <p:nvPr/>
        </p:nvSpPr>
        <p:spPr>
          <a:xfrm>
            <a:off x="8422148" y="34738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0" name="Oval 3499">
            <a:extLst>
              <a:ext uri="{FF2B5EF4-FFF2-40B4-BE49-F238E27FC236}">
                <a16:creationId xmlns:a16="http://schemas.microsoft.com/office/drawing/2014/main" id="{5A4B04C9-9C06-8C79-3B95-C810E0292CF9}"/>
              </a:ext>
            </a:extLst>
          </p:cNvPr>
          <p:cNvSpPr/>
          <p:nvPr/>
        </p:nvSpPr>
        <p:spPr>
          <a:xfrm rot="10800000">
            <a:off x="8047516" y="34517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1" name="Oval 3500">
            <a:extLst>
              <a:ext uri="{FF2B5EF4-FFF2-40B4-BE49-F238E27FC236}">
                <a16:creationId xmlns:a16="http://schemas.microsoft.com/office/drawing/2014/main" id="{6C2875BE-A338-AC78-7980-9F10F41ED2CD}"/>
              </a:ext>
            </a:extLst>
          </p:cNvPr>
          <p:cNvSpPr/>
          <p:nvPr/>
        </p:nvSpPr>
        <p:spPr>
          <a:xfrm rot="10800000">
            <a:off x="8015191" y="34399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2" name="Oval 3501">
            <a:extLst>
              <a:ext uri="{FF2B5EF4-FFF2-40B4-BE49-F238E27FC236}">
                <a16:creationId xmlns:a16="http://schemas.microsoft.com/office/drawing/2014/main" id="{8FB4756B-010E-B9BB-E018-78D2DB1228D2}"/>
              </a:ext>
            </a:extLst>
          </p:cNvPr>
          <p:cNvSpPr/>
          <p:nvPr/>
        </p:nvSpPr>
        <p:spPr>
          <a:xfrm rot="10800000">
            <a:off x="7988771" y="34392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3" name="Oval 3502">
            <a:extLst>
              <a:ext uri="{FF2B5EF4-FFF2-40B4-BE49-F238E27FC236}">
                <a16:creationId xmlns:a16="http://schemas.microsoft.com/office/drawing/2014/main" id="{749599BC-564B-E51A-30E3-0ECCC79649DF}"/>
              </a:ext>
            </a:extLst>
          </p:cNvPr>
          <p:cNvSpPr/>
          <p:nvPr/>
        </p:nvSpPr>
        <p:spPr>
          <a:xfrm rot="10800000">
            <a:off x="8100775" y="3449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4" name="Oval 3503">
            <a:extLst>
              <a:ext uri="{FF2B5EF4-FFF2-40B4-BE49-F238E27FC236}">
                <a16:creationId xmlns:a16="http://schemas.microsoft.com/office/drawing/2014/main" id="{F6115820-4DB5-C27E-5DA2-4A6C40808BEF}"/>
              </a:ext>
            </a:extLst>
          </p:cNvPr>
          <p:cNvSpPr/>
          <p:nvPr/>
        </p:nvSpPr>
        <p:spPr>
          <a:xfrm rot="10800000">
            <a:off x="8067944" y="3466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5" name="Oval 3504">
            <a:extLst>
              <a:ext uri="{FF2B5EF4-FFF2-40B4-BE49-F238E27FC236}">
                <a16:creationId xmlns:a16="http://schemas.microsoft.com/office/drawing/2014/main" id="{DDE2F29D-2E0E-7B94-DFF1-4D2160F25EAE}"/>
              </a:ext>
            </a:extLst>
          </p:cNvPr>
          <p:cNvSpPr/>
          <p:nvPr/>
        </p:nvSpPr>
        <p:spPr>
          <a:xfrm rot="10800000">
            <a:off x="7914670" y="34399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6" name="Oval 3505">
            <a:extLst>
              <a:ext uri="{FF2B5EF4-FFF2-40B4-BE49-F238E27FC236}">
                <a16:creationId xmlns:a16="http://schemas.microsoft.com/office/drawing/2014/main" id="{FDE63C96-BB25-D15D-B229-4F927B255DF4}"/>
              </a:ext>
            </a:extLst>
          </p:cNvPr>
          <p:cNvSpPr/>
          <p:nvPr/>
        </p:nvSpPr>
        <p:spPr>
          <a:xfrm rot="10800000">
            <a:off x="7877058" y="34473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7" name="Oval 3506">
            <a:extLst>
              <a:ext uri="{FF2B5EF4-FFF2-40B4-BE49-F238E27FC236}">
                <a16:creationId xmlns:a16="http://schemas.microsoft.com/office/drawing/2014/main" id="{06CEE8F4-966A-81C1-4A4C-DEEAF84BABF2}"/>
              </a:ext>
            </a:extLst>
          </p:cNvPr>
          <p:cNvSpPr/>
          <p:nvPr/>
        </p:nvSpPr>
        <p:spPr>
          <a:xfrm rot="10800000">
            <a:off x="7941708" y="34434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9" name="Oval 3508">
            <a:extLst>
              <a:ext uri="{FF2B5EF4-FFF2-40B4-BE49-F238E27FC236}">
                <a16:creationId xmlns:a16="http://schemas.microsoft.com/office/drawing/2014/main" id="{4279584B-9CC6-C3D3-97AA-28AEFFF78CD8}"/>
              </a:ext>
            </a:extLst>
          </p:cNvPr>
          <p:cNvSpPr/>
          <p:nvPr/>
        </p:nvSpPr>
        <p:spPr>
          <a:xfrm>
            <a:off x="7859160" y="34537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0" name="Oval 3509">
            <a:extLst>
              <a:ext uri="{FF2B5EF4-FFF2-40B4-BE49-F238E27FC236}">
                <a16:creationId xmlns:a16="http://schemas.microsoft.com/office/drawing/2014/main" id="{A7DDC020-9A9B-51DD-AA6E-45B3AA4CE162}"/>
              </a:ext>
            </a:extLst>
          </p:cNvPr>
          <p:cNvSpPr/>
          <p:nvPr/>
        </p:nvSpPr>
        <p:spPr>
          <a:xfrm>
            <a:off x="7891485" y="34648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1" name="Oval 3510">
            <a:extLst>
              <a:ext uri="{FF2B5EF4-FFF2-40B4-BE49-F238E27FC236}">
                <a16:creationId xmlns:a16="http://schemas.microsoft.com/office/drawing/2014/main" id="{24921B4F-2FCE-B4D9-30B7-9EF4E59653A0}"/>
              </a:ext>
            </a:extLst>
          </p:cNvPr>
          <p:cNvSpPr/>
          <p:nvPr/>
        </p:nvSpPr>
        <p:spPr>
          <a:xfrm>
            <a:off x="7917905" y="34654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2" name="Oval 3511">
            <a:extLst>
              <a:ext uri="{FF2B5EF4-FFF2-40B4-BE49-F238E27FC236}">
                <a16:creationId xmlns:a16="http://schemas.microsoft.com/office/drawing/2014/main" id="{021F3742-F042-46B1-B36B-7B4AAE1BE1C0}"/>
              </a:ext>
            </a:extLst>
          </p:cNvPr>
          <p:cNvSpPr/>
          <p:nvPr/>
        </p:nvSpPr>
        <p:spPr>
          <a:xfrm>
            <a:off x="7805901" y="34559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3" name="Oval 3512">
            <a:extLst>
              <a:ext uri="{FF2B5EF4-FFF2-40B4-BE49-F238E27FC236}">
                <a16:creationId xmlns:a16="http://schemas.microsoft.com/office/drawing/2014/main" id="{C85DDC7D-B500-5330-9294-829BE70FCF2A}"/>
              </a:ext>
            </a:extLst>
          </p:cNvPr>
          <p:cNvSpPr/>
          <p:nvPr/>
        </p:nvSpPr>
        <p:spPr>
          <a:xfrm>
            <a:off x="7838732" y="344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4" name="Oval 3513">
            <a:extLst>
              <a:ext uri="{FF2B5EF4-FFF2-40B4-BE49-F238E27FC236}">
                <a16:creationId xmlns:a16="http://schemas.microsoft.com/office/drawing/2014/main" id="{6E3C23AD-1CEB-F6FC-990B-C2D971693BAD}"/>
              </a:ext>
            </a:extLst>
          </p:cNvPr>
          <p:cNvSpPr/>
          <p:nvPr/>
        </p:nvSpPr>
        <p:spPr>
          <a:xfrm>
            <a:off x="7992006" y="346481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5" name="Oval 3514">
            <a:extLst>
              <a:ext uri="{FF2B5EF4-FFF2-40B4-BE49-F238E27FC236}">
                <a16:creationId xmlns:a16="http://schemas.microsoft.com/office/drawing/2014/main" id="{FBDC8CF3-BCD1-297E-0E27-704B6E49FF86}"/>
              </a:ext>
            </a:extLst>
          </p:cNvPr>
          <p:cNvSpPr/>
          <p:nvPr/>
        </p:nvSpPr>
        <p:spPr>
          <a:xfrm>
            <a:off x="8029618" y="3457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6" name="Oval 3515">
            <a:extLst>
              <a:ext uri="{FF2B5EF4-FFF2-40B4-BE49-F238E27FC236}">
                <a16:creationId xmlns:a16="http://schemas.microsoft.com/office/drawing/2014/main" id="{2D084F2F-E53E-CCBA-1AFE-1914AD028112}"/>
              </a:ext>
            </a:extLst>
          </p:cNvPr>
          <p:cNvSpPr/>
          <p:nvPr/>
        </p:nvSpPr>
        <p:spPr>
          <a:xfrm>
            <a:off x="7964968" y="34615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8" name="Oval 3517">
            <a:extLst>
              <a:ext uri="{FF2B5EF4-FFF2-40B4-BE49-F238E27FC236}">
                <a16:creationId xmlns:a16="http://schemas.microsoft.com/office/drawing/2014/main" id="{FA197684-07FC-D42B-6FFE-C14754E0F1C2}"/>
              </a:ext>
            </a:extLst>
          </p:cNvPr>
          <p:cNvSpPr/>
          <p:nvPr/>
        </p:nvSpPr>
        <p:spPr>
          <a:xfrm rot="10800000">
            <a:off x="7155331" y="3299141"/>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9" name="Oval 3518">
            <a:extLst>
              <a:ext uri="{FF2B5EF4-FFF2-40B4-BE49-F238E27FC236}">
                <a16:creationId xmlns:a16="http://schemas.microsoft.com/office/drawing/2014/main" id="{79EC787C-7A66-E6B6-DAB4-C3E766777909}"/>
              </a:ext>
            </a:extLst>
          </p:cNvPr>
          <p:cNvSpPr/>
          <p:nvPr/>
        </p:nvSpPr>
        <p:spPr>
          <a:xfrm rot="10800000">
            <a:off x="7136384" y="3277795"/>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0" name="Oval 3519">
            <a:extLst>
              <a:ext uri="{FF2B5EF4-FFF2-40B4-BE49-F238E27FC236}">
                <a16:creationId xmlns:a16="http://schemas.microsoft.com/office/drawing/2014/main" id="{E1680BFD-A0AF-35FF-38FE-7FCABAFE976D}"/>
              </a:ext>
            </a:extLst>
          </p:cNvPr>
          <p:cNvSpPr/>
          <p:nvPr/>
        </p:nvSpPr>
        <p:spPr>
          <a:xfrm rot="10800000">
            <a:off x="7120898" y="3276574"/>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1" name="Oval 3520">
            <a:extLst>
              <a:ext uri="{FF2B5EF4-FFF2-40B4-BE49-F238E27FC236}">
                <a16:creationId xmlns:a16="http://schemas.microsoft.com/office/drawing/2014/main" id="{A2D952C9-C1A9-C796-48C5-B10DCFCBBBEF}"/>
              </a:ext>
            </a:extLst>
          </p:cNvPr>
          <p:cNvSpPr/>
          <p:nvPr/>
        </p:nvSpPr>
        <p:spPr>
          <a:xfrm rot="10800000">
            <a:off x="7186549" y="3294872"/>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2" name="Oval 3521">
            <a:extLst>
              <a:ext uri="{FF2B5EF4-FFF2-40B4-BE49-F238E27FC236}">
                <a16:creationId xmlns:a16="http://schemas.microsoft.com/office/drawing/2014/main" id="{94AB8511-4F84-B2D5-D9CB-11B759C348B8}"/>
              </a:ext>
            </a:extLst>
          </p:cNvPr>
          <p:cNvSpPr/>
          <p:nvPr/>
        </p:nvSpPr>
        <p:spPr>
          <a:xfrm rot="10800000">
            <a:off x="7167305" y="3325489"/>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3" name="Oval 3522">
            <a:extLst>
              <a:ext uri="{FF2B5EF4-FFF2-40B4-BE49-F238E27FC236}">
                <a16:creationId xmlns:a16="http://schemas.microsoft.com/office/drawing/2014/main" id="{D3549E6D-9B32-E490-39A6-CE05F461CC05}"/>
              </a:ext>
            </a:extLst>
          </p:cNvPr>
          <p:cNvSpPr/>
          <p:nvPr/>
        </p:nvSpPr>
        <p:spPr>
          <a:xfrm rot="10800000">
            <a:off x="7077463" y="3277797"/>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4" name="Oval 3523">
            <a:extLst>
              <a:ext uri="{FF2B5EF4-FFF2-40B4-BE49-F238E27FC236}">
                <a16:creationId xmlns:a16="http://schemas.microsoft.com/office/drawing/2014/main" id="{195015A2-B8B4-9CFB-A311-7B848212B81D}"/>
              </a:ext>
            </a:extLst>
          </p:cNvPr>
          <p:cNvSpPr/>
          <p:nvPr/>
        </p:nvSpPr>
        <p:spPr>
          <a:xfrm rot="10800000">
            <a:off x="7055417" y="3291260"/>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5" name="Oval 3524">
            <a:extLst>
              <a:ext uri="{FF2B5EF4-FFF2-40B4-BE49-F238E27FC236}">
                <a16:creationId xmlns:a16="http://schemas.microsoft.com/office/drawing/2014/main" id="{16FFA388-6581-731E-A805-ED82618F3CDC}"/>
              </a:ext>
            </a:extLst>
          </p:cNvPr>
          <p:cNvSpPr/>
          <p:nvPr/>
        </p:nvSpPr>
        <p:spPr>
          <a:xfrm rot="10800000">
            <a:off x="7093312" y="3284138"/>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7" name="Oval 3526">
            <a:extLst>
              <a:ext uri="{FF2B5EF4-FFF2-40B4-BE49-F238E27FC236}">
                <a16:creationId xmlns:a16="http://schemas.microsoft.com/office/drawing/2014/main" id="{5FEE99CE-F627-937D-4731-2DB6E022F566}"/>
              </a:ext>
            </a:extLst>
          </p:cNvPr>
          <p:cNvSpPr/>
          <p:nvPr/>
        </p:nvSpPr>
        <p:spPr>
          <a:xfrm rot="10800000">
            <a:off x="7244242" y="368147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8" name="Oval 3527">
            <a:extLst>
              <a:ext uri="{FF2B5EF4-FFF2-40B4-BE49-F238E27FC236}">
                <a16:creationId xmlns:a16="http://schemas.microsoft.com/office/drawing/2014/main" id="{D2215673-1B01-5EEF-BBF3-AA0E93B196A7}"/>
              </a:ext>
            </a:extLst>
          </p:cNvPr>
          <p:cNvSpPr/>
          <p:nvPr/>
        </p:nvSpPr>
        <p:spPr>
          <a:xfrm rot="10800000">
            <a:off x="7211917" y="366053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9" name="Oval 3528">
            <a:extLst>
              <a:ext uri="{FF2B5EF4-FFF2-40B4-BE49-F238E27FC236}">
                <a16:creationId xmlns:a16="http://schemas.microsoft.com/office/drawing/2014/main" id="{745A9FD4-6BA5-E3AF-E1A9-DC8E0DB3BA65}"/>
              </a:ext>
            </a:extLst>
          </p:cNvPr>
          <p:cNvSpPr/>
          <p:nvPr/>
        </p:nvSpPr>
        <p:spPr>
          <a:xfrm rot="10800000">
            <a:off x="7185497" y="36593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0" name="Oval 3529">
            <a:extLst>
              <a:ext uri="{FF2B5EF4-FFF2-40B4-BE49-F238E27FC236}">
                <a16:creationId xmlns:a16="http://schemas.microsoft.com/office/drawing/2014/main" id="{5F9BD27C-4133-2BBC-15EB-047C41B5E7DC}"/>
              </a:ext>
            </a:extLst>
          </p:cNvPr>
          <p:cNvSpPr/>
          <p:nvPr/>
        </p:nvSpPr>
        <p:spPr>
          <a:xfrm rot="10800000">
            <a:off x="7297501" y="367728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1" name="Oval 3530">
            <a:extLst>
              <a:ext uri="{FF2B5EF4-FFF2-40B4-BE49-F238E27FC236}">
                <a16:creationId xmlns:a16="http://schemas.microsoft.com/office/drawing/2014/main" id="{C041CA1C-D72D-6A60-AF9B-C964ECD19864}"/>
              </a:ext>
            </a:extLst>
          </p:cNvPr>
          <p:cNvSpPr/>
          <p:nvPr/>
        </p:nvSpPr>
        <p:spPr>
          <a:xfrm rot="10800000">
            <a:off x="7264670" y="3707326"/>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2" name="Oval 3531">
            <a:extLst>
              <a:ext uri="{FF2B5EF4-FFF2-40B4-BE49-F238E27FC236}">
                <a16:creationId xmlns:a16="http://schemas.microsoft.com/office/drawing/2014/main" id="{42433AA9-34C3-6D08-5E82-13FB7C9928B7}"/>
              </a:ext>
            </a:extLst>
          </p:cNvPr>
          <p:cNvSpPr/>
          <p:nvPr/>
        </p:nvSpPr>
        <p:spPr>
          <a:xfrm rot="10800000">
            <a:off x="7111396" y="36605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3" name="Oval 3532">
            <a:extLst>
              <a:ext uri="{FF2B5EF4-FFF2-40B4-BE49-F238E27FC236}">
                <a16:creationId xmlns:a16="http://schemas.microsoft.com/office/drawing/2014/main" id="{913B5AFB-B2C4-E65C-5694-F20D4D310835}"/>
              </a:ext>
            </a:extLst>
          </p:cNvPr>
          <p:cNvSpPr/>
          <p:nvPr/>
        </p:nvSpPr>
        <p:spPr>
          <a:xfrm rot="10800000">
            <a:off x="7073784" y="367374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4" name="Oval 3533">
            <a:extLst>
              <a:ext uri="{FF2B5EF4-FFF2-40B4-BE49-F238E27FC236}">
                <a16:creationId xmlns:a16="http://schemas.microsoft.com/office/drawing/2014/main" id="{04DF7025-C0F9-13D5-A17B-801E0E40CA23}"/>
              </a:ext>
            </a:extLst>
          </p:cNvPr>
          <p:cNvSpPr/>
          <p:nvPr/>
        </p:nvSpPr>
        <p:spPr>
          <a:xfrm rot="10800000">
            <a:off x="7138434" y="366675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6" name="Oval 3535">
            <a:extLst>
              <a:ext uri="{FF2B5EF4-FFF2-40B4-BE49-F238E27FC236}">
                <a16:creationId xmlns:a16="http://schemas.microsoft.com/office/drawing/2014/main" id="{C4D7E81C-123A-BF95-1AF1-12240F9E1A7F}"/>
              </a:ext>
            </a:extLst>
          </p:cNvPr>
          <p:cNvSpPr/>
          <p:nvPr/>
        </p:nvSpPr>
        <p:spPr>
          <a:xfrm>
            <a:off x="7055887" y="368431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7" name="Oval 3536">
            <a:extLst>
              <a:ext uri="{FF2B5EF4-FFF2-40B4-BE49-F238E27FC236}">
                <a16:creationId xmlns:a16="http://schemas.microsoft.com/office/drawing/2014/main" id="{C269D6D2-A27B-4C87-9CF0-B9ECF1E3F17A}"/>
              </a:ext>
            </a:extLst>
          </p:cNvPr>
          <p:cNvSpPr/>
          <p:nvPr/>
        </p:nvSpPr>
        <p:spPr>
          <a:xfrm>
            <a:off x="7088212" y="370389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8" name="Oval 3537">
            <a:extLst>
              <a:ext uri="{FF2B5EF4-FFF2-40B4-BE49-F238E27FC236}">
                <a16:creationId xmlns:a16="http://schemas.microsoft.com/office/drawing/2014/main" id="{A7DD975F-0F36-607E-700A-614E40521D55}"/>
              </a:ext>
            </a:extLst>
          </p:cNvPr>
          <p:cNvSpPr/>
          <p:nvPr/>
        </p:nvSpPr>
        <p:spPr>
          <a:xfrm>
            <a:off x="7114632" y="370501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9" name="Oval 3538">
            <a:extLst>
              <a:ext uri="{FF2B5EF4-FFF2-40B4-BE49-F238E27FC236}">
                <a16:creationId xmlns:a16="http://schemas.microsoft.com/office/drawing/2014/main" id="{22C31F1A-46D1-CAAE-20BA-B28EEE70EEFB}"/>
              </a:ext>
            </a:extLst>
          </p:cNvPr>
          <p:cNvSpPr/>
          <p:nvPr/>
        </p:nvSpPr>
        <p:spPr>
          <a:xfrm>
            <a:off x="7002628" y="368823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0" name="Oval 3539">
            <a:extLst>
              <a:ext uri="{FF2B5EF4-FFF2-40B4-BE49-F238E27FC236}">
                <a16:creationId xmlns:a16="http://schemas.microsoft.com/office/drawing/2014/main" id="{FA3C4D57-A316-89D6-6583-A51486DFCBE9}"/>
              </a:ext>
            </a:extLst>
          </p:cNvPr>
          <p:cNvSpPr/>
          <p:nvPr/>
        </p:nvSpPr>
        <p:spPr>
          <a:xfrm>
            <a:off x="7035459" y="366015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1" name="Oval 3540">
            <a:extLst>
              <a:ext uri="{FF2B5EF4-FFF2-40B4-BE49-F238E27FC236}">
                <a16:creationId xmlns:a16="http://schemas.microsoft.com/office/drawing/2014/main" id="{E1FEF885-8352-2CDE-6630-79ACAC15F434}"/>
              </a:ext>
            </a:extLst>
          </p:cNvPr>
          <p:cNvSpPr/>
          <p:nvPr/>
        </p:nvSpPr>
        <p:spPr>
          <a:xfrm>
            <a:off x="7188733" y="370389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2" name="Oval 3541">
            <a:extLst>
              <a:ext uri="{FF2B5EF4-FFF2-40B4-BE49-F238E27FC236}">
                <a16:creationId xmlns:a16="http://schemas.microsoft.com/office/drawing/2014/main" id="{0771BF7B-0D02-F90B-2E1D-EA78D12F6346}"/>
              </a:ext>
            </a:extLst>
          </p:cNvPr>
          <p:cNvSpPr/>
          <p:nvPr/>
        </p:nvSpPr>
        <p:spPr>
          <a:xfrm>
            <a:off x="7226345" y="3691546"/>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3" name="Oval 3542">
            <a:extLst>
              <a:ext uri="{FF2B5EF4-FFF2-40B4-BE49-F238E27FC236}">
                <a16:creationId xmlns:a16="http://schemas.microsoft.com/office/drawing/2014/main" id="{B167FA8A-64F9-C1C2-EEA8-7124C4F9DA17}"/>
              </a:ext>
            </a:extLst>
          </p:cNvPr>
          <p:cNvSpPr/>
          <p:nvPr/>
        </p:nvSpPr>
        <p:spPr>
          <a:xfrm>
            <a:off x="7161695" y="3698078"/>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5" name="Oval 3544">
            <a:extLst>
              <a:ext uri="{FF2B5EF4-FFF2-40B4-BE49-F238E27FC236}">
                <a16:creationId xmlns:a16="http://schemas.microsoft.com/office/drawing/2014/main" id="{E93CE71C-1C3E-34A5-FD11-E7948B507A29}"/>
              </a:ext>
            </a:extLst>
          </p:cNvPr>
          <p:cNvSpPr/>
          <p:nvPr/>
        </p:nvSpPr>
        <p:spPr>
          <a:xfrm rot="10800000">
            <a:off x="7837830" y="309587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6" name="Oval 3545">
            <a:extLst>
              <a:ext uri="{FF2B5EF4-FFF2-40B4-BE49-F238E27FC236}">
                <a16:creationId xmlns:a16="http://schemas.microsoft.com/office/drawing/2014/main" id="{23B80D11-63EB-4B4E-12DA-CFE62BB6C93C}"/>
              </a:ext>
            </a:extLst>
          </p:cNvPr>
          <p:cNvSpPr/>
          <p:nvPr/>
        </p:nvSpPr>
        <p:spPr>
          <a:xfrm rot="10800000">
            <a:off x="7805505" y="308402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7" name="Oval 3546">
            <a:extLst>
              <a:ext uri="{FF2B5EF4-FFF2-40B4-BE49-F238E27FC236}">
                <a16:creationId xmlns:a16="http://schemas.microsoft.com/office/drawing/2014/main" id="{338B14CB-C1DA-DB37-8A99-41C19AF03882}"/>
              </a:ext>
            </a:extLst>
          </p:cNvPr>
          <p:cNvSpPr/>
          <p:nvPr/>
        </p:nvSpPr>
        <p:spPr>
          <a:xfrm rot="10800000">
            <a:off x="7779085" y="3083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8" name="Oval 3547">
            <a:extLst>
              <a:ext uri="{FF2B5EF4-FFF2-40B4-BE49-F238E27FC236}">
                <a16:creationId xmlns:a16="http://schemas.microsoft.com/office/drawing/2014/main" id="{A6B56F3B-2346-9385-8C3B-39B16AE3A5C1}"/>
              </a:ext>
            </a:extLst>
          </p:cNvPr>
          <p:cNvSpPr/>
          <p:nvPr/>
        </p:nvSpPr>
        <p:spPr>
          <a:xfrm rot="10800000">
            <a:off x="7891089" y="3093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9" name="Oval 3548">
            <a:extLst>
              <a:ext uri="{FF2B5EF4-FFF2-40B4-BE49-F238E27FC236}">
                <a16:creationId xmlns:a16="http://schemas.microsoft.com/office/drawing/2014/main" id="{11CB8D9D-9B56-A2B4-3ECC-CE4975130F86}"/>
              </a:ext>
            </a:extLst>
          </p:cNvPr>
          <p:cNvSpPr/>
          <p:nvPr/>
        </p:nvSpPr>
        <p:spPr>
          <a:xfrm rot="10800000">
            <a:off x="7858258" y="3110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0" name="Oval 3549">
            <a:extLst>
              <a:ext uri="{FF2B5EF4-FFF2-40B4-BE49-F238E27FC236}">
                <a16:creationId xmlns:a16="http://schemas.microsoft.com/office/drawing/2014/main" id="{B58BF7F4-B68B-461C-40A1-BF22EE012D66}"/>
              </a:ext>
            </a:extLst>
          </p:cNvPr>
          <p:cNvSpPr/>
          <p:nvPr/>
        </p:nvSpPr>
        <p:spPr>
          <a:xfrm rot="10800000">
            <a:off x="7704984" y="308402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1" name="Oval 3550">
            <a:extLst>
              <a:ext uri="{FF2B5EF4-FFF2-40B4-BE49-F238E27FC236}">
                <a16:creationId xmlns:a16="http://schemas.microsoft.com/office/drawing/2014/main" id="{F74F8369-4D7F-6F97-780E-98142CD74539}"/>
              </a:ext>
            </a:extLst>
          </p:cNvPr>
          <p:cNvSpPr/>
          <p:nvPr/>
        </p:nvSpPr>
        <p:spPr>
          <a:xfrm rot="10800000">
            <a:off x="7667372" y="30915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2" name="Oval 3551">
            <a:extLst>
              <a:ext uri="{FF2B5EF4-FFF2-40B4-BE49-F238E27FC236}">
                <a16:creationId xmlns:a16="http://schemas.microsoft.com/office/drawing/2014/main" id="{2A461B00-49E8-18C0-43AD-DE269E80F250}"/>
              </a:ext>
            </a:extLst>
          </p:cNvPr>
          <p:cNvSpPr/>
          <p:nvPr/>
        </p:nvSpPr>
        <p:spPr>
          <a:xfrm rot="10800000">
            <a:off x="7732022" y="30875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4" name="Oval 3553">
            <a:extLst>
              <a:ext uri="{FF2B5EF4-FFF2-40B4-BE49-F238E27FC236}">
                <a16:creationId xmlns:a16="http://schemas.microsoft.com/office/drawing/2014/main" id="{B7A7EA34-C7E2-F9B4-B7EA-1687CEBFF057}"/>
              </a:ext>
            </a:extLst>
          </p:cNvPr>
          <p:cNvSpPr/>
          <p:nvPr/>
        </p:nvSpPr>
        <p:spPr>
          <a:xfrm>
            <a:off x="7649474" y="30978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5" name="Oval 3554">
            <a:extLst>
              <a:ext uri="{FF2B5EF4-FFF2-40B4-BE49-F238E27FC236}">
                <a16:creationId xmlns:a16="http://schemas.microsoft.com/office/drawing/2014/main" id="{40DDE338-CA5C-6896-2D2E-84145D91713E}"/>
              </a:ext>
            </a:extLst>
          </p:cNvPr>
          <p:cNvSpPr/>
          <p:nvPr/>
        </p:nvSpPr>
        <p:spPr>
          <a:xfrm>
            <a:off x="7681799" y="31089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6" name="Oval 3555">
            <a:extLst>
              <a:ext uri="{FF2B5EF4-FFF2-40B4-BE49-F238E27FC236}">
                <a16:creationId xmlns:a16="http://schemas.microsoft.com/office/drawing/2014/main" id="{477CCE23-F65F-91A3-0DB3-EAC4EB1A0640}"/>
              </a:ext>
            </a:extLst>
          </p:cNvPr>
          <p:cNvSpPr/>
          <p:nvPr/>
        </p:nvSpPr>
        <p:spPr>
          <a:xfrm>
            <a:off x="7708219" y="31095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7" name="Oval 3556">
            <a:extLst>
              <a:ext uri="{FF2B5EF4-FFF2-40B4-BE49-F238E27FC236}">
                <a16:creationId xmlns:a16="http://schemas.microsoft.com/office/drawing/2014/main" id="{FB679453-AB48-06D2-A4A1-5FEE327154B4}"/>
              </a:ext>
            </a:extLst>
          </p:cNvPr>
          <p:cNvSpPr/>
          <p:nvPr/>
        </p:nvSpPr>
        <p:spPr>
          <a:xfrm>
            <a:off x="7596215" y="310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8" name="Oval 3557">
            <a:extLst>
              <a:ext uri="{FF2B5EF4-FFF2-40B4-BE49-F238E27FC236}">
                <a16:creationId xmlns:a16="http://schemas.microsoft.com/office/drawing/2014/main" id="{E7B326D2-C50B-A011-5360-19624EA72BF2}"/>
              </a:ext>
            </a:extLst>
          </p:cNvPr>
          <p:cNvSpPr/>
          <p:nvPr/>
        </p:nvSpPr>
        <p:spPr>
          <a:xfrm>
            <a:off x="7629046" y="30841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9" name="Oval 3558">
            <a:extLst>
              <a:ext uri="{FF2B5EF4-FFF2-40B4-BE49-F238E27FC236}">
                <a16:creationId xmlns:a16="http://schemas.microsoft.com/office/drawing/2014/main" id="{0158C4F0-5AFE-1C58-6F52-374DF2819DFC}"/>
              </a:ext>
            </a:extLst>
          </p:cNvPr>
          <p:cNvSpPr/>
          <p:nvPr/>
        </p:nvSpPr>
        <p:spPr>
          <a:xfrm>
            <a:off x="7782320" y="31089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0" name="Oval 3559">
            <a:extLst>
              <a:ext uri="{FF2B5EF4-FFF2-40B4-BE49-F238E27FC236}">
                <a16:creationId xmlns:a16="http://schemas.microsoft.com/office/drawing/2014/main" id="{A704FF46-B03E-5A6C-2B93-0F5EB80758C2}"/>
              </a:ext>
            </a:extLst>
          </p:cNvPr>
          <p:cNvSpPr/>
          <p:nvPr/>
        </p:nvSpPr>
        <p:spPr>
          <a:xfrm>
            <a:off x="7819932" y="31019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1" name="Oval 3560">
            <a:extLst>
              <a:ext uri="{FF2B5EF4-FFF2-40B4-BE49-F238E27FC236}">
                <a16:creationId xmlns:a16="http://schemas.microsoft.com/office/drawing/2014/main" id="{798A1971-4609-DAA1-630F-5117B9AD1A00}"/>
              </a:ext>
            </a:extLst>
          </p:cNvPr>
          <p:cNvSpPr/>
          <p:nvPr/>
        </p:nvSpPr>
        <p:spPr>
          <a:xfrm>
            <a:off x="7755282" y="310562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62" name="Group 3561">
            <a:extLst>
              <a:ext uri="{FF2B5EF4-FFF2-40B4-BE49-F238E27FC236}">
                <a16:creationId xmlns:a16="http://schemas.microsoft.com/office/drawing/2014/main" id="{B7F271A1-08A1-30AA-B5E3-4B6091ACC3B4}"/>
              </a:ext>
            </a:extLst>
          </p:cNvPr>
          <p:cNvGrpSpPr/>
          <p:nvPr/>
        </p:nvGrpSpPr>
        <p:grpSpPr>
          <a:xfrm rot="13181925">
            <a:off x="7238331" y="3730687"/>
            <a:ext cx="242005" cy="46723"/>
            <a:chOff x="7979724" y="3580291"/>
            <a:chExt cx="242005" cy="43678"/>
          </a:xfrm>
        </p:grpSpPr>
        <p:sp>
          <p:nvSpPr>
            <p:cNvPr id="3563" name="Oval 3562">
              <a:extLst>
                <a:ext uri="{FF2B5EF4-FFF2-40B4-BE49-F238E27FC236}">
                  <a16:creationId xmlns:a16="http://schemas.microsoft.com/office/drawing/2014/main" id="{744E8EFB-C04A-4FEC-CD1E-0BEBED3221E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4" name="Oval 3563">
              <a:extLst>
                <a:ext uri="{FF2B5EF4-FFF2-40B4-BE49-F238E27FC236}">
                  <a16:creationId xmlns:a16="http://schemas.microsoft.com/office/drawing/2014/main" id="{4F832480-F8AB-3539-AE01-9A846F010C9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5" name="Oval 3564">
              <a:extLst>
                <a:ext uri="{FF2B5EF4-FFF2-40B4-BE49-F238E27FC236}">
                  <a16:creationId xmlns:a16="http://schemas.microsoft.com/office/drawing/2014/main" id="{853F5A5D-2F5A-F255-F3A0-3160ED03852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6" name="Oval 3565">
              <a:extLst>
                <a:ext uri="{FF2B5EF4-FFF2-40B4-BE49-F238E27FC236}">
                  <a16:creationId xmlns:a16="http://schemas.microsoft.com/office/drawing/2014/main" id="{42646B36-7124-5B47-CA2F-BF2603AFF30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7" name="Oval 3566">
              <a:extLst>
                <a:ext uri="{FF2B5EF4-FFF2-40B4-BE49-F238E27FC236}">
                  <a16:creationId xmlns:a16="http://schemas.microsoft.com/office/drawing/2014/main" id="{06C064CA-DC51-8AC9-03CF-15E635B42C6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8" name="Oval 3567">
              <a:extLst>
                <a:ext uri="{FF2B5EF4-FFF2-40B4-BE49-F238E27FC236}">
                  <a16:creationId xmlns:a16="http://schemas.microsoft.com/office/drawing/2014/main" id="{6C5DD1BB-8AB8-5F0A-171E-F12206C4418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9" name="Oval 3568">
              <a:extLst>
                <a:ext uri="{FF2B5EF4-FFF2-40B4-BE49-F238E27FC236}">
                  <a16:creationId xmlns:a16="http://schemas.microsoft.com/office/drawing/2014/main" id="{FD014429-4168-FD55-5188-E01FC9F735D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0" name="Oval 3569">
              <a:extLst>
                <a:ext uri="{FF2B5EF4-FFF2-40B4-BE49-F238E27FC236}">
                  <a16:creationId xmlns:a16="http://schemas.microsoft.com/office/drawing/2014/main" id="{7238A407-FA7F-620C-24A2-90D8A7A0D3E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572" name="Oval 3571">
            <a:extLst>
              <a:ext uri="{FF2B5EF4-FFF2-40B4-BE49-F238E27FC236}">
                <a16:creationId xmlns:a16="http://schemas.microsoft.com/office/drawing/2014/main" id="{EC218A44-951C-BD9B-114E-37C36DFC0947}"/>
              </a:ext>
            </a:extLst>
          </p:cNvPr>
          <p:cNvSpPr/>
          <p:nvPr/>
        </p:nvSpPr>
        <p:spPr>
          <a:xfrm rot="13181925">
            <a:off x="7583384" y="309426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3" name="Oval 3572">
            <a:extLst>
              <a:ext uri="{FF2B5EF4-FFF2-40B4-BE49-F238E27FC236}">
                <a16:creationId xmlns:a16="http://schemas.microsoft.com/office/drawing/2014/main" id="{CFBDE2B9-F4E6-40E2-725D-7A3E7B640F9B}"/>
              </a:ext>
            </a:extLst>
          </p:cNvPr>
          <p:cNvSpPr/>
          <p:nvPr/>
        </p:nvSpPr>
        <p:spPr>
          <a:xfrm rot="13181925">
            <a:off x="7574236" y="3068709"/>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4" name="Oval 3573">
            <a:extLst>
              <a:ext uri="{FF2B5EF4-FFF2-40B4-BE49-F238E27FC236}">
                <a16:creationId xmlns:a16="http://schemas.microsoft.com/office/drawing/2014/main" id="{180A7A09-308C-511C-5F9F-4EC66AFB4670}"/>
              </a:ext>
            </a:extLst>
          </p:cNvPr>
          <p:cNvSpPr/>
          <p:nvPr/>
        </p:nvSpPr>
        <p:spPr>
          <a:xfrm rot="13181925">
            <a:off x="7560048" y="305590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5" name="Oval 3574">
            <a:extLst>
              <a:ext uri="{FF2B5EF4-FFF2-40B4-BE49-F238E27FC236}">
                <a16:creationId xmlns:a16="http://schemas.microsoft.com/office/drawing/2014/main" id="{E92525CD-4BEF-F11B-771D-9F597171B990}"/>
              </a:ext>
            </a:extLst>
          </p:cNvPr>
          <p:cNvSpPr/>
          <p:nvPr/>
        </p:nvSpPr>
        <p:spPr>
          <a:xfrm rot="13181925">
            <a:off x="7614768" y="311672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6" name="Oval 3575">
            <a:extLst>
              <a:ext uri="{FF2B5EF4-FFF2-40B4-BE49-F238E27FC236}">
                <a16:creationId xmlns:a16="http://schemas.microsoft.com/office/drawing/2014/main" id="{537059E7-B5F9-EC65-20AD-A418C66FCC54}"/>
              </a:ext>
            </a:extLst>
          </p:cNvPr>
          <p:cNvSpPr/>
          <p:nvPr/>
        </p:nvSpPr>
        <p:spPr>
          <a:xfrm rot="13181925">
            <a:off x="7583849" y="311682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7" name="Oval 3576">
            <a:extLst>
              <a:ext uri="{FF2B5EF4-FFF2-40B4-BE49-F238E27FC236}">
                <a16:creationId xmlns:a16="http://schemas.microsoft.com/office/drawing/2014/main" id="{18EA4AE4-B56A-3B3B-07E4-5C8605ABBF12}"/>
              </a:ext>
            </a:extLst>
          </p:cNvPr>
          <p:cNvSpPr/>
          <p:nvPr/>
        </p:nvSpPr>
        <p:spPr>
          <a:xfrm rot="13181925">
            <a:off x="7518334" y="302230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8" name="Oval 3577">
            <a:extLst>
              <a:ext uri="{FF2B5EF4-FFF2-40B4-BE49-F238E27FC236}">
                <a16:creationId xmlns:a16="http://schemas.microsoft.com/office/drawing/2014/main" id="{1DB75D0E-4185-A8E2-473C-74CB83FE5993}"/>
              </a:ext>
            </a:extLst>
          </p:cNvPr>
          <p:cNvSpPr/>
          <p:nvPr/>
        </p:nvSpPr>
        <p:spPr>
          <a:xfrm rot="13181925">
            <a:off x="7491850" y="3011644"/>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9" name="Oval 3578">
            <a:extLst>
              <a:ext uri="{FF2B5EF4-FFF2-40B4-BE49-F238E27FC236}">
                <a16:creationId xmlns:a16="http://schemas.microsoft.com/office/drawing/2014/main" id="{B712504E-CBDE-7C0C-D590-03106BA7FFD6}"/>
              </a:ext>
            </a:extLst>
          </p:cNvPr>
          <p:cNvSpPr/>
          <p:nvPr/>
        </p:nvSpPr>
        <p:spPr>
          <a:xfrm rot="13181925">
            <a:off x="7530748" y="303794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1" name="Oval 3580">
            <a:extLst>
              <a:ext uri="{FF2B5EF4-FFF2-40B4-BE49-F238E27FC236}">
                <a16:creationId xmlns:a16="http://schemas.microsoft.com/office/drawing/2014/main" id="{D1635CFE-E39C-E53E-6EBC-AE2641AE1E8F}"/>
              </a:ext>
            </a:extLst>
          </p:cNvPr>
          <p:cNvSpPr/>
          <p:nvPr/>
        </p:nvSpPr>
        <p:spPr>
          <a:xfrm rot="8224268">
            <a:off x="7006108" y="3697563"/>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2" name="Oval 3581">
            <a:extLst>
              <a:ext uri="{FF2B5EF4-FFF2-40B4-BE49-F238E27FC236}">
                <a16:creationId xmlns:a16="http://schemas.microsoft.com/office/drawing/2014/main" id="{C1A5B0BF-D22B-D3E0-296F-CFCA1AD02CA7}"/>
              </a:ext>
            </a:extLst>
          </p:cNvPr>
          <p:cNvSpPr/>
          <p:nvPr/>
        </p:nvSpPr>
        <p:spPr>
          <a:xfrm rot="8224268">
            <a:off x="6978240" y="369561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3" name="Oval 3582">
            <a:extLst>
              <a:ext uri="{FF2B5EF4-FFF2-40B4-BE49-F238E27FC236}">
                <a16:creationId xmlns:a16="http://schemas.microsoft.com/office/drawing/2014/main" id="{4477EB5E-3E55-077E-E56F-7950D9FCC7B9}"/>
              </a:ext>
            </a:extLst>
          </p:cNvPr>
          <p:cNvSpPr/>
          <p:nvPr/>
        </p:nvSpPr>
        <p:spPr>
          <a:xfrm rot="8224268">
            <a:off x="6966029" y="370537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4" name="Oval 3583">
            <a:extLst>
              <a:ext uri="{FF2B5EF4-FFF2-40B4-BE49-F238E27FC236}">
                <a16:creationId xmlns:a16="http://schemas.microsoft.com/office/drawing/2014/main" id="{20443DC5-3058-47DB-C8B5-F694BFEFC079}"/>
              </a:ext>
            </a:extLst>
          </p:cNvPr>
          <p:cNvSpPr/>
          <p:nvPr/>
        </p:nvSpPr>
        <p:spPr>
          <a:xfrm rot="8224268">
            <a:off x="7026341" y="367316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5" name="Oval 3584">
            <a:extLst>
              <a:ext uri="{FF2B5EF4-FFF2-40B4-BE49-F238E27FC236}">
                <a16:creationId xmlns:a16="http://schemas.microsoft.com/office/drawing/2014/main" id="{DE280E40-D8CC-2ECD-88C5-F17C16763790}"/>
              </a:ext>
            </a:extLst>
          </p:cNvPr>
          <p:cNvSpPr/>
          <p:nvPr/>
        </p:nvSpPr>
        <p:spPr>
          <a:xfrm rot="8224268">
            <a:off x="7032093" y="370779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6" name="Oval 3585">
            <a:extLst>
              <a:ext uri="{FF2B5EF4-FFF2-40B4-BE49-F238E27FC236}">
                <a16:creationId xmlns:a16="http://schemas.microsoft.com/office/drawing/2014/main" id="{23C87CF7-CA59-87E7-4E58-F544556C4C00}"/>
              </a:ext>
            </a:extLst>
          </p:cNvPr>
          <p:cNvSpPr/>
          <p:nvPr/>
        </p:nvSpPr>
        <p:spPr>
          <a:xfrm rot="8224268">
            <a:off x="6934807" y="373601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7" name="Oval 3586">
            <a:extLst>
              <a:ext uri="{FF2B5EF4-FFF2-40B4-BE49-F238E27FC236}">
                <a16:creationId xmlns:a16="http://schemas.microsoft.com/office/drawing/2014/main" id="{A5E5C158-029B-E970-1AC2-3A313EDC491E}"/>
              </a:ext>
            </a:extLst>
          </p:cNvPr>
          <p:cNvSpPr/>
          <p:nvPr/>
        </p:nvSpPr>
        <p:spPr>
          <a:xfrm rot="8224268">
            <a:off x="6927322" y="376055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8" name="Oval 3587">
            <a:extLst>
              <a:ext uri="{FF2B5EF4-FFF2-40B4-BE49-F238E27FC236}">
                <a16:creationId xmlns:a16="http://schemas.microsoft.com/office/drawing/2014/main" id="{9D175574-0F71-52E2-0D38-186490758087}"/>
              </a:ext>
            </a:extLst>
          </p:cNvPr>
          <p:cNvSpPr/>
          <p:nvPr/>
        </p:nvSpPr>
        <p:spPr>
          <a:xfrm rot="8224268">
            <a:off x="6950618" y="3729587"/>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90" name="Group 3589">
            <a:extLst>
              <a:ext uri="{FF2B5EF4-FFF2-40B4-BE49-F238E27FC236}">
                <a16:creationId xmlns:a16="http://schemas.microsoft.com/office/drawing/2014/main" id="{6F0E566B-DFAF-6BD0-688D-D7323356798F}"/>
              </a:ext>
            </a:extLst>
          </p:cNvPr>
          <p:cNvGrpSpPr/>
          <p:nvPr/>
        </p:nvGrpSpPr>
        <p:grpSpPr>
          <a:xfrm rot="10800000">
            <a:off x="7389400" y="3658380"/>
            <a:ext cx="242005" cy="46723"/>
            <a:chOff x="7979724" y="3580291"/>
            <a:chExt cx="242005" cy="43678"/>
          </a:xfrm>
        </p:grpSpPr>
        <p:sp>
          <p:nvSpPr>
            <p:cNvPr id="3654" name="Oval 3653">
              <a:extLst>
                <a:ext uri="{FF2B5EF4-FFF2-40B4-BE49-F238E27FC236}">
                  <a16:creationId xmlns:a16="http://schemas.microsoft.com/office/drawing/2014/main" id="{205FD730-44BD-BA2F-5A8F-3903DA16833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5" name="Oval 3654">
              <a:extLst>
                <a:ext uri="{FF2B5EF4-FFF2-40B4-BE49-F238E27FC236}">
                  <a16:creationId xmlns:a16="http://schemas.microsoft.com/office/drawing/2014/main" id="{19700D6E-0A2B-893E-85A8-CD41B61AE0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6" name="Oval 3655">
              <a:extLst>
                <a:ext uri="{FF2B5EF4-FFF2-40B4-BE49-F238E27FC236}">
                  <a16:creationId xmlns:a16="http://schemas.microsoft.com/office/drawing/2014/main" id="{B264CF16-C2E9-44DE-32C4-CB1A2236589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7" name="Oval 3656">
              <a:extLst>
                <a:ext uri="{FF2B5EF4-FFF2-40B4-BE49-F238E27FC236}">
                  <a16:creationId xmlns:a16="http://schemas.microsoft.com/office/drawing/2014/main" id="{ACA8192C-5F8E-A98B-E93A-F063777B33C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8" name="Oval 3657">
              <a:extLst>
                <a:ext uri="{FF2B5EF4-FFF2-40B4-BE49-F238E27FC236}">
                  <a16:creationId xmlns:a16="http://schemas.microsoft.com/office/drawing/2014/main" id="{A151CCBD-D078-ABFA-AB44-AB03157AE2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9" name="Oval 3658">
              <a:extLst>
                <a:ext uri="{FF2B5EF4-FFF2-40B4-BE49-F238E27FC236}">
                  <a16:creationId xmlns:a16="http://schemas.microsoft.com/office/drawing/2014/main" id="{2AA378E5-5B98-F14A-5D8F-6E8ADB07CB0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0" name="Oval 3659">
              <a:extLst>
                <a:ext uri="{FF2B5EF4-FFF2-40B4-BE49-F238E27FC236}">
                  <a16:creationId xmlns:a16="http://schemas.microsoft.com/office/drawing/2014/main" id="{2C49F8E1-D0A7-3655-A5C1-337F8DEA2C9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1" name="Oval 3660">
              <a:extLst>
                <a:ext uri="{FF2B5EF4-FFF2-40B4-BE49-F238E27FC236}">
                  <a16:creationId xmlns:a16="http://schemas.microsoft.com/office/drawing/2014/main" id="{60F9BD6F-E776-A261-2136-8E6DE553A58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1" name="Group 3590">
            <a:extLst>
              <a:ext uri="{FF2B5EF4-FFF2-40B4-BE49-F238E27FC236}">
                <a16:creationId xmlns:a16="http://schemas.microsoft.com/office/drawing/2014/main" id="{973CFEAF-A6FF-D054-3E52-462FE87CCA5B}"/>
              </a:ext>
            </a:extLst>
          </p:cNvPr>
          <p:cNvGrpSpPr/>
          <p:nvPr/>
        </p:nvGrpSpPr>
        <p:grpSpPr>
          <a:xfrm>
            <a:off x="7318243" y="3659196"/>
            <a:ext cx="242005" cy="43678"/>
            <a:chOff x="7979724" y="3580291"/>
            <a:chExt cx="242005" cy="43678"/>
          </a:xfrm>
        </p:grpSpPr>
        <p:sp>
          <p:nvSpPr>
            <p:cNvPr id="3646" name="Oval 3645">
              <a:extLst>
                <a:ext uri="{FF2B5EF4-FFF2-40B4-BE49-F238E27FC236}">
                  <a16:creationId xmlns:a16="http://schemas.microsoft.com/office/drawing/2014/main" id="{493B6B74-6047-EAC6-942C-6089ED3974F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7" name="Oval 3646">
              <a:extLst>
                <a:ext uri="{FF2B5EF4-FFF2-40B4-BE49-F238E27FC236}">
                  <a16:creationId xmlns:a16="http://schemas.microsoft.com/office/drawing/2014/main" id="{22564A6C-295B-A774-8FD4-EBD904CCF7D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8" name="Oval 3647">
              <a:extLst>
                <a:ext uri="{FF2B5EF4-FFF2-40B4-BE49-F238E27FC236}">
                  <a16:creationId xmlns:a16="http://schemas.microsoft.com/office/drawing/2014/main" id="{F60F4F7B-CA44-726D-5BA6-E8D5F1B67EE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9" name="Oval 3648">
              <a:extLst>
                <a:ext uri="{FF2B5EF4-FFF2-40B4-BE49-F238E27FC236}">
                  <a16:creationId xmlns:a16="http://schemas.microsoft.com/office/drawing/2014/main" id="{577F40A2-1D64-4271-CE21-00D315DB0D5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0" name="Oval 3649">
              <a:extLst>
                <a:ext uri="{FF2B5EF4-FFF2-40B4-BE49-F238E27FC236}">
                  <a16:creationId xmlns:a16="http://schemas.microsoft.com/office/drawing/2014/main" id="{320207D7-4490-FE74-93BE-1FA7CCE188F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1" name="Oval 3650">
              <a:extLst>
                <a:ext uri="{FF2B5EF4-FFF2-40B4-BE49-F238E27FC236}">
                  <a16:creationId xmlns:a16="http://schemas.microsoft.com/office/drawing/2014/main" id="{078A5BFE-AA84-6B02-16E2-AC7858F7375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2" name="Oval 3651">
              <a:extLst>
                <a:ext uri="{FF2B5EF4-FFF2-40B4-BE49-F238E27FC236}">
                  <a16:creationId xmlns:a16="http://schemas.microsoft.com/office/drawing/2014/main" id="{3FD19657-F077-60E2-54AB-3517288DBF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3" name="Oval 3652">
              <a:extLst>
                <a:ext uri="{FF2B5EF4-FFF2-40B4-BE49-F238E27FC236}">
                  <a16:creationId xmlns:a16="http://schemas.microsoft.com/office/drawing/2014/main" id="{7E5517E0-27F5-4CE9-4B2E-1D9F1BA6A7B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2" name="Group 3591">
            <a:extLst>
              <a:ext uri="{FF2B5EF4-FFF2-40B4-BE49-F238E27FC236}">
                <a16:creationId xmlns:a16="http://schemas.microsoft.com/office/drawing/2014/main" id="{8BFFCBFF-4525-0D71-2A09-F9B525985E65}"/>
              </a:ext>
            </a:extLst>
          </p:cNvPr>
          <p:cNvGrpSpPr/>
          <p:nvPr/>
        </p:nvGrpSpPr>
        <p:grpSpPr>
          <a:xfrm rot="10800000">
            <a:off x="7630443" y="3661556"/>
            <a:ext cx="242005" cy="46723"/>
            <a:chOff x="7979724" y="3580291"/>
            <a:chExt cx="242005" cy="43678"/>
          </a:xfrm>
        </p:grpSpPr>
        <p:sp>
          <p:nvSpPr>
            <p:cNvPr id="3638" name="Oval 3637">
              <a:extLst>
                <a:ext uri="{FF2B5EF4-FFF2-40B4-BE49-F238E27FC236}">
                  <a16:creationId xmlns:a16="http://schemas.microsoft.com/office/drawing/2014/main" id="{C11EADE0-4195-FAF2-00F6-8B5A2984E4A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9" name="Oval 3638">
              <a:extLst>
                <a:ext uri="{FF2B5EF4-FFF2-40B4-BE49-F238E27FC236}">
                  <a16:creationId xmlns:a16="http://schemas.microsoft.com/office/drawing/2014/main" id="{35312C2C-0D7D-80B6-D462-5369F12297E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0" name="Oval 3639">
              <a:extLst>
                <a:ext uri="{FF2B5EF4-FFF2-40B4-BE49-F238E27FC236}">
                  <a16:creationId xmlns:a16="http://schemas.microsoft.com/office/drawing/2014/main" id="{DA2439A8-9A7A-DE92-1C44-AE8D511599D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1" name="Oval 3640">
              <a:extLst>
                <a:ext uri="{FF2B5EF4-FFF2-40B4-BE49-F238E27FC236}">
                  <a16:creationId xmlns:a16="http://schemas.microsoft.com/office/drawing/2014/main" id="{575706E2-B917-8443-ED95-3AD66B59497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2" name="Oval 3641">
              <a:extLst>
                <a:ext uri="{FF2B5EF4-FFF2-40B4-BE49-F238E27FC236}">
                  <a16:creationId xmlns:a16="http://schemas.microsoft.com/office/drawing/2014/main" id="{DCDF5433-0978-30C6-A87F-85C955356A7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3" name="Oval 3642">
              <a:extLst>
                <a:ext uri="{FF2B5EF4-FFF2-40B4-BE49-F238E27FC236}">
                  <a16:creationId xmlns:a16="http://schemas.microsoft.com/office/drawing/2014/main" id="{736C160B-3F95-7AC7-F950-BF5609B6B1E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4" name="Oval 3643">
              <a:extLst>
                <a:ext uri="{FF2B5EF4-FFF2-40B4-BE49-F238E27FC236}">
                  <a16:creationId xmlns:a16="http://schemas.microsoft.com/office/drawing/2014/main" id="{ED327C12-E50A-95BB-FFCF-885238A25AC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5" name="Oval 3644">
              <a:extLst>
                <a:ext uri="{FF2B5EF4-FFF2-40B4-BE49-F238E27FC236}">
                  <a16:creationId xmlns:a16="http://schemas.microsoft.com/office/drawing/2014/main" id="{A16E198E-C324-72D7-E77E-5FE4ECC18CA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3" name="Group 3592">
            <a:extLst>
              <a:ext uri="{FF2B5EF4-FFF2-40B4-BE49-F238E27FC236}">
                <a16:creationId xmlns:a16="http://schemas.microsoft.com/office/drawing/2014/main" id="{99D6126F-C448-45D0-FC92-830A7FE7939F}"/>
              </a:ext>
            </a:extLst>
          </p:cNvPr>
          <p:cNvGrpSpPr/>
          <p:nvPr/>
        </p:nvGrpSpPr>
        <p:grpSpPr>
          <a:xfrm rot="11689693">
            <a:off x="7559286" y="3662372"/>
            <a:ext cx="242005" cy="43678"/>
            <a:chOff x="7979724" y="3580291"/>
            <a:chExt cx="242005" cy="43678"/>
          </a:xfrm>
        </p:grpSpPr>
        <p:sp>
          <p:nvSpPr>
            <p:cNvPr id="3630" name="Oval 3629">
              <a:extLst>
                <a:ext uri="{FF2B5EF4-FFF2-40B4-BE49-F238E27FC236}">
                  <a16:creationId xmlns:a16="http://schemas.microsoft.com/office/drawing/2014/main" id="{5DBC2C7E-85FE-08FF-8549-609A58EB377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1" name="Oval 3630">
              <a:extLst>
                <a:ext uri="{FF2B5EF4-FFF2-40B4-BE49-F238E27FC236}">
                  <a16:creationId xmlns:a16="http://schemas.microsoft.com/office/drawing/2014/main" id="{923EB20D-9ADF-F7F4-9365-7A4D3FEF093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2" name="Oval 3631">
              <a:extLst>
                <a:ext uri="{FF2B5EF4-FFF2-40B4-BE49-F238E27FC236}">
                  <a16:creationId xmlns:a16="http://schemas.microsoft.com/office/drawing/2014/main" id="{916C1030-04B5-2ED3-11AB-D17CCDD8575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3" name="Oval 3632">
              <a:extLst>
                <a:ext uri="{FF2B5EF4-FFF2-40B4-BE49-F238E27FC236}">
                  <a16:creationId xmlns:a16="http://schemas.microsoft.com/office/drawing/2014/main" id="{0D40EEC4-7110-8643-9457-22FF91BDD58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4" name="Oval 3633">
              <a:extLst>
                <a:ext uri="{FF2B5EF4-FFF2-40B4-BE49-F238E27FC236}">
                  <a16:creationId xmlns:a16="http://schemas.microsoft.com/office/drawing/2014/main" id="{6BEF8788-00E5-D69C-5A6D-D910E323507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5" name="Oval 3634">
              <a:extLst>
                <a:ext uri="{FF2B5EF4-FFF2-40B4-BE49-F238E27FC236}">
                  <a16:creationId xmlns:a16="http://schemas.microsoft.com/office/drawing/2014/main" id="{D3A134E6-621A-09E5-E884-62148A63CE4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6" name="Oval 3635">
              <a:extLst>
                <a:ext uri="{FF2B5EF4-FFF2-40B4-BE49-F238E27FC236}">
                  <a16:creationId xmlns:a16="http://schemas.microsoft.com/office/drawing/2014/main" id="{8763D5E7-EDC9-C192-46EE-418E2CF469B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7" name="Oval 3636">
              <a:extLst>
                <a:ext uri="{FF2B5EF4-FFF2-40B4-BE49-F238E27FC236}">
                  <a16:creationId xmlns:a16="http://schemas.microsoft.com/office/drawing/2014/main" id="{03F79A44-7FD1-F3CA-E851-C8B5A1E704F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4" name="Group 3593">
            <a:extLst>
              <a:ext uri="{FF2B5EF4-FFF2-40B4-BE49-F238E27FC236}">
                <a16:creationId xmlns:a16="http://schemas.microsoft.com/office/drawing/2014/main" id="{A732F1C2-0468-4FA7-7A78-21FFE9A4C64D}"/>
              </a:ext>
            </a:extLst>
          </p:cNvPr>
          <p:cNvGrpSpPr/>
          <p:nvPr/>
        </p:nvGrpSpPr>
        <p:grpSpPr>
          <a:xfrm rot="21292958">
            <a:off x="7806740" y="3662396"/>
            <a:ext cx="242005" cy="46723"/>
            <a:chOff x="7979724" y="3580291"/>
            <a:chExt cx="242005" cy="43678"/>
          </a:xfrm>
        </p:grpSpPr>
        <p:sp>
          <p:nvSpPr>
            <p:cNvPr id="3622" name="Oval 3621">
              <a:extLst>
                <a:ext uri="{FF2B5EF4-FFF2-40B4-BE49-F238E27FC236}">
                  <a16:creationId xmlns:a16="http://schemas.microsoft.com/office/drawing/2014/main" id="{A0F573C3-A0F8-E905-83C4-64C35EE235E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3" name="Oval 3622">
              <a:extLst>
                <a:ext uri="{FF2B5EF4-FFF2-40B4-BE49-F238E27FC236}">
                  <a16:creationId xmlns:a16="http://schemas.microsoft.com/office/drawing/2014/main" id="{6A6CBD10-1D4B-43EB-8260-8BB4A40653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4" name="Oval 3623">
              <a:extLst>
                <a:ext uri="{FF2B5EF4-FFF2-40B4-BE49-F238E27FC236}">
                  <a16:creationId xmlns:a16="http://schemas.microsoft.com/office/drawing/2014/main" id="{E7668736-83EE-8E70-B423-396A0932A8B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5" name="Oval 3624">
              <a:extLst>
                <a:ext uri="{FF2B5EF4-FFF2-40B4-BE49-F238E27FC236}">
                  <a16:creationId xmlns:a16="http://schemas.microsoft.com/office/drawing/2014/main" id="{1941E8E2-1D7D-59A7-18E0-4DC441782B0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6" name="Oval 3625">
              <a:extLst>
                <a:ext uri="{FF2B5EF4-FFF2-40B4-BE49-F238E27FC236}">
                  <a16:creationId xmlns:a16="http://schemas.microsoft.com/office/drawing/2014/main" id="{247B4092-A428-B842-D5E7-88D7B02B4FA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7" name="Oval 3626">
              <a:extLst>
                <a:ext uri="{FF2B5EF4-FFF2-40B4-BE49-F238E27FC236}">
                  <a16:creationId xmlns:a16="http://schemas.microsoft.com/office/drawing/2014/main" id="{7E3F7EDF-9598-1227-FD12-0DBAF8CC9E7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8" name="Oval 3627">
              <a:extLst>
                <a:ext uri="{FF2B5EF4-FFF2-40B4-BE49-F238E27FC236}">
                  <a16:creationId xmlns:a16="http://schemas.microsoft.com/office/drawing/2014/main" id="{5D15FFE3-B910-3C22-5F88-2851FB80A16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9" name="Oval 3628">
              <a:extLst>
                <a:ext uri="{FF2B5EF4-FFF2-40B4-BE49-F238E27FC236}">
                  <a16:creationId xmlns:a16="http://schemas.microsoft.com/office/drawing/2014/main" id="{34AEE55B-B0AC-167B-D6D3-150427E5F3B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5" name="Group 3594">
            <a:extLst>
              <a:ext uri="{FF2B5EF4-FFF2-40B4-BE49-F238E27FC236}">
                <a16:creationId xmlns:a16="http://schemas.microsoft.com/office/drawing/2014/main" id="{8975DA7A-258C-29A4-378B-A10E86728BEC}"/>
              </a:ext>
            </a:extLst>
          </p:cNvPr>
          <p:cNvGrpSpPr/>
          <p:nvPr/>
        </p:nvGrpSpPr>
        <p:grpSpPr>
          <a:xfrm>
            <a:off x="7735583" y="3663212"/>
            <a:ext cx="242005" cy="43678"/>
            <a:chOff x="7979724" y="3580291"/>
            <a:chExt cx="242005" cy="43678"/>
          </a:xfrm>
        </p:grpSpPr>
        <p:sp>
          <p:nvSpPr>
            <p:cNvPr id="3614" name="Oval 3613">
              <a:extLst>
                <a:ext uri="{FF2B5EF4-FFF2-40B4-BE49-F238E27FC236}">
                  <a16:creationId xmlns:a16="http://schemas.microsoft.com/office/drawing/2014/main" id="{CDEBC1A0-7DB6-491A-62A8-5A7C3381616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5" name="Oval 3614">
              <a:extLst>
                <a:ext uri="{FF2B5EF4-FFF2-40B4-BE49-F238E27FC236}">
                  <a16:creationId xmlns:a16="http://schemas.microsoft.com/office/drawing/2014/main" id="{B9554DA9-F6A1-6613-3933-8E7E82D3DF5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6" name="Oval 3615">
              <a:extLst>
                <a:ext uri="{FF2B5EF4-FFF2-40B4-BE49-F238E27FC236}">
                  <a16:creationId xmlns:a16="http://schemas.microsoft.com/office/drawing/2014/main" id="{C04B0B1E-2507-3344-3D5E-B8BCECBA6C2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7" name="Oval 3616">
              <a:extLst>
                <a:ext uri="{FF2B5EF4-FFF2-40B4-BE49-F238E27FC236}">
                  <a16:creationId xmlns:a16="http://schemas.microsoft.com/office/drawing/2014/main" id="{1B087899-3439-CFEE-0C0B-4941AC67E34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8" name="Oval 3617">
              <a:extLst>
                <a:ext uri="{FF2B5EF4-FFF2-40B4-BE49-F238E27FC236}">
                  <a16:creationId xmlns:a16="http://schemas.microsoft.com/office/drawing/2014/main" id="{F43481C8-B3A5-52E9-73BD-BA79AD8F98A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9" name="Oval 3618">
              <a:extLst>
                <a:ext uri="{FF2B5EF4-FFF2-40B4-BE49-F238E27FC236}">
                  <a16:creationId xmlns:a16="http://schemas.microsoft.com/office/drawing/2014/main" id="{69DA5345-6697-6BF9-964E-72E80037374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0" name="Oval 3619">
              <a:extLst>
                <a:ext uri="{FF2B5EF4-FFF2-40B4-BE49-F238E27FC236}">
                  <a16:creationId xmlns:a16="http://schemas.microsoft.com/office/drawing/2014/main" id="{70D4CB60-4FCE-FCF6-1512-DEA989B92E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1" name="Oval 3620">
              <a:extLst>
                <a:ext uri="{FF2B5EF4-FFF2-40B4-BE49-F238E27FC236}">
                  <a16:creationId xmlns:a16="http://schemas.microsoft.com/office/drawing/2014/main" id="{96472876-9C62-DDBB-BB4D-76EB02560C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6" name="Group 3595">
            <a:extLst>
              <a:ext uri="{FF2B5EF4-FFF2-40B4-BE49-F238E27FC236}">
                <a16:creationId xmlns:a16="http://schemas.microsoft.com/office/drawing/2014/main" id="{08863BB1-AC05-E266-42EC-BD8817F4D7C8}"/>
              </a:ext>
            </a:extLst>
          </p:cNvPr>
          <p:cNvGrpSpPr/>
          <p:nvPr/>
        </p:nvGrpSpPr>
        <p:grpSpPr>
          <a:xfrm rot="10800000">
            <a:off x="8047783" y="3665572"/>
            <a:ext cx="242005" cy="46723"/>
            <a:chOff x="7979724" y="3580291"/>
            <a:chExt cx="242005" cy="43678"/>
          </a:xfrm>
        </p:grpSpPr>
        <p:sp>
          <p:nvSpPr>
            <p:cNvPr id="3606" name="Oval 3605">
              <a:extLst>
                <a:ext uri="{FF2B5EF4-FFF2-40B4-BE49-F238E27FC236}">
                  <a16:creationId xmlns:a16="http://schemas.microsoft.com/office/drawing/2014/main" id="{FBE6759F-662E-966C-1D37-DD20EFC9EF4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7" name="Oval 3606">
              <a:extLst>
                <a:ext uri="{FF2B5EF4-FFF2-40B4-BE49-F238E27FC236}">
                  <a16:creationId xmlns:a16="http://schemas.microsoft.com/office/drawing/2014/main" id="{1DE9C4CA-A52F-9B79-46CD-C2D8596E120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8" name="Oval 3607">
              <a:extLst>
                <a:ext uri="{FF2B5EF4-FFF2-40B4-BE49-F238E27FC236}">
                  <a16:creationId xmlns:a16="http://schemas.microsoft.com/office/drawing/2014/main" id="{3CC763B2-E46B-7764-3136-6198426D12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9" name="Oval 3608">
              <a:extLst>
                <a:ext uri="{FF2B5EF4-FFF2-40B4-BE49-F238E27FC236}">
                  <a16:creationId xmlns:a16="http://schemas.microsoft.com/office/drawing/2014/main" id="{B74C80E6-5073-748C-7CC4-5A95FE779F6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0" name="Oval 3609">
              <a:extLst>
                <a:ext uri="{FF2B5EF4-FFF2-40B4-BE49-F238E27FC236}">
                  <a16:creationId xmlns:a16="http://schemas.microsoft.com/office/drawing/2014/main" id="{F8935DA1-67A3-2C4E-6D19-A205632583D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1" name="Oval 3610">
              <a:extLst>
                <a:ext uri="{FF2B5EF4-FFF2-40B4-BE49-F238E27FC236}">
                  <a16:creationId xmlns:a16="http://schemas.microsoft.com/office/drawing/2014/main" id="{A6D78C2B-FB39-A46B-684C-84193215FE9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2" name="Oval 3611">
              <a:extLst>
                <a:ext uri="{FF2B5EF4-FFF2-40B4-BE49-F238E27FC236}">
                  <a16:creationId xmlns:a16="http://schemas.microsoft.com/office/drawing/2014/main" id="{CB46B2DC-763F-6D7F-FECE-897B9D65D20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3" name="Oval 3612">
              <a:extLst>
                <a:ext uri="{FF2B5EF4-FFF2-40B4-BE49-F238E27FC236}">
                  <a16:creationId xmlns:a16="http://schemas.microsoft.com/office/drawing/2014/main" id="{6713270B-F5BA-3E15-71C1-4C5819115AA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97" name="Group 3596">
            <a:extLst>
              <a:ext uri="{FF2B5EF4-FFF2-40B4-BE49-F238E27FC236}">
                <a16:creationId xmlns:a16="http://schemas.microsoft.com/office/drawing/2014/main" id="{CF912B2C-7212-FD2B-C6B5-C7044CBC67EF}"/>
              </a:ext>
            </a:extLst>
          </p:cNvPr>
          <p:cNvGrpSpPr/>
          <p:nvPr/>
        </p:nvGrpSpPr>
        <p:grpSpPr>
          <a:xfrm>
            <a:off x="7976626" y="3666388"/>
            <a:ext cx="242005" cy="43678"/>
            <a:chOff x="7979724" y="3580291"/>
            <a:chExt cx="242005" cy="43678"/>
          </a:xfrm>
        </p:grpSpPr>
        <p:sp>
          <p:nvSpPr>
            <p:cNvPr id="3598" name="Oval 3597">
              <a:extLst>
                <a:ext uri="{FF2B5EF4-FFF2-40B4-BE49-F238E27FC236}">
                  <a16:creationId xmlns:a16="http://schemas.microsoft.com/office/drawing/2014/main" id="{DBF4AEE0-17D3-DD39-6EBD-4960DCD8731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9" name="Oval 3598">
              <a:extLst>
                <a:ext uri="{FF2B5EF4-FFF2-40B4-BE49-F238E27FC236}">
                  <a16:creationId xmlns:a16="http://schemas.microsoft.com/office/drawing/2014/main" id="{74F17717-526F-B45C-5C21-16533E13BA7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0" name="Oval 3599">
              <a:extLst>
                <a:ext uri="{FF2B5EF4-FFF2-40B4-BE49-F238E27FC236}">
                  <a16:creationId xmlns:a16="http://schemas.microsoft.com/office/drawing/2014/main" id="{07D64A88-9250-E4E6-0521-86AA871363B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1" name="Oval 3600">
              <a:extLst>
                <a:ext uri="{FF2B5EF4-FFF2-40B4-BE49-F238E27FC236}">
                  <a16:creationId xmlns:a16="http://schemas.microsoft.com/office/drawing/2014/main" id="{DD6BB0F2-E239-6A08-CB6B-D4A541753E1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2" name="Oval 3601">
              <a:extLst>
                <a:ext uri="{FF2B5EF4-FFF2-40B4-BE49-F238E27FC236}">
                  <a16:creationId xmlns:a16="http://schemas.microsoft.com/office/drawing/2014/main" id="{5914DBAA-7D78-BEB9-20B0-EE03DB42258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3" name="Oval 3602">
              <a:extLst>
                <a:ext uri="{FF2B5EF4-FFF2-40B4-BE49-F238E27FC236}">
                  <a16:creationId xmlns:a16="http://schemas.microsoft.com/office/drawing/2014/main" id="{EC1DB73B-F481-3494-4448-6EDA1803C60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4" name="Oval 3603">
              <a:extLst>
                <a:ext uri="{FF2B5EF4-FFF2-40B4-BE49-F238E27FC236}">
                  <a16:creationId xmlns:a16="http://schemas.microsoft.com/office/drawing/2014/main" id="{AF02E73C-A15D-4EC9-9134-96F5F98FB05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5" name="Oval 3604">
              <a:extLst>
                <a:ext uri="{FF2B5EF4-FFF2-40B4-BE49-F238E27FC236}">
                  <a16:creationId xmlns:a16="http://schemas.microsoft.com/office/drawing/2014/main" id="{F1BF18D7-44C3-6FC5-A641-6187B2381ED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2" name="Group 3661">
            <a:extLst>
              <a:ext uri="{FF2B5EF4-FFF2-40B4-BE49-F238E27FC236}">
                <a16:creationId xmlns:a16="http://schemas.microsoft.com/office/drawing/2014/main" id="{185EE801-3A18-9204-FFF8-AD76785EBB83}"/>
              </a:ext>
            </a:extLst>
          </p:cNvPr>
          <p:cNvGrpSpPr/>
          <p:nvPr/>
        </p:nvGrpSpPr>
        <p:grpSpPr>
          <a:xfrm>
            <a:off x="6637489" y="3640726"/>
            <a:ext cx="971545" cy="53915"/>
            <a:chOff x="5754694" y="6008041"/>
            <a:chExt cx="971545" cy="53915"/>
          </a:xfrm>
        </p:grpSpPr>
        <p:grpSp>
          <p:nvGrpSpPr>
            <p:cNvPr id="3663" name="Group 3662">
              <a:extLst>
                <a:ext uri="{FF2B5EF4-FFF2-40B4-BE49-F238E27FC236}">
                  <a16:creationId xmlns:a16="http://schemas.microsoft.com/office/drawing/2014/main" id="{A30EB802-FF38-6131-F4F8-5AFAC46D6176}"/>
                </a:ext>
              </a:extLst>
            </p:cNvPr>
            <p:cNvGrpSpPr/>
            <p:nvPr/>
          </p:nvGrpSpPr>
          <p:grpSpPr>
            <a:xfrm rot="10800000">
              <a:off x="5825851" y="6008041"/>
              <a:ext cx="242005" cy="46723"/>
              <a:chOff x="7979724" y="3580291"/>
              <a:chExt cx="242005" cy="43678"/>
            </a:xfrm>
          </p:grpSpPr>
          <p:sp>
            <p:nvSpPr>
              <p:cNvPr id="3727" name="Oval 3726">
                <a:extLst>
                  <a:ext uri="{FF2B5EF4-FFF2-40B4-BE49-F238E27FC236}">
                    <a16:creationId xmlns:a16="http://schemas.microsoft.com/office/drawing/2014/main" id="{53E8B906-1627-C87B-E530-E1011A2A7E7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8" name="Oval 3727">
                <a:extLst>
                  <a:ext uri="{FF2B5EF4-FFF2-40B4-BE49-F238E27FC236}">
                    <a16:creationId xmlns:a16="http://schemas.microsoft.com/office/drawing/2014/main" id="{B25124EB-0091-C5E5-29DA-D615C36C8B2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9" name="Oval 3728">
                <a:extLst>
                  <a:ext uri="{FF2B5EF4-FFF2-40B4-BE49-F238E27FC236}">
                    <a16:creationId xmlns:a16="http://schemas.microsoft.com/office/drawing/2014/main" id="{7A530D3B-7E52-4E75-AD90-4AA276CE00F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0" name="Oval 3729">
                <a:extLst>
                  <a:ext uri="{FF2B5EF4-FFF2-40B4-BE49-F238E27FC236}">
                    <a16:creationId xmlns:a16="http://schemas.microsoft.com/office/drawing/2014/main" id="{ECA7415C-B636-0979-9840-09F8FC3A35D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1" name="Oval 3730">
                <a:extLst>
                  <a:ext uri="{FF2B5EF4-FFF2-40B4-BE49-F238E27FC236}">
                    <a16:creationId xmlns:a16="http://schemas.microsoft.com/office/drawing/2014/main" id="{7EE8FCD1-628C-87F9-7934-B93678469D2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2" name="Oval 3731">
                <a:extLst>
                  <a:ext uri="{FF2B5EF4-FFF2-40B4-BE49-F238E27FC236}">
                    <a16:creationId xmlns:a16="http://schemas.microsoft.com/office/drawing/2014/main" id="{79CC979C-8C42-C6B3-6D7A-B81715BED91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3" name="Oval 3732">
                <a:extLst>
                  <a:ext uri="{FF2B5EF4-FFF2-40B4-BE49-F238E27FC236}">
                    <a16:creationId xmlns:a16="http://schemas.microsoft.com/office/drawing/2014/main" id="{9A06DE30-E728-C3E2-76AC-CA15D4DBD17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4" name="Oval 3733">
                <a:extLst>
                  <a:ext uri="{FF2B5EF4-FFF2-40B4-BE49-F238E27FC236}">
                    <a16:creationId xmlns:a16="http://schemas.microsoft.com/office/drawing/2014/main" id="{FA4BD44C-43E5-A7C6-2FAE-C1ED42F71A8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4" name="Group 3663">
              <a:extLst>
                <a:ext uri="{FF2B5EF4-FFF2-40B4-BE49-F238E27FC236}">
                  <a16:creationId xmlns:a16="http://schemas.microsoft.com/office/drawing/2014/main" id="{BBF62714-8D6D-6F67-F95C-0F977ED7D9CF}"/>
                </a:ext>
              </a:extLst>
            </p:cNvPr>
            <p:cNvGrpSpPr/>
            <p:nvPr/>
          </p:nvGrpSpPr>
          <p:grpSpPr>
            <a:xfrm>
              <a:off x="5754694" y="6008857"/>
              <a:ext cx="242005" cy="43678"/>
              <a:chOff x="7979724" y="3580291"/>
              <a:chExt cx="242005" cy="43678"/>
            </a:xfrm>
          </p:grpSpPr>
          <p:sp>
            <p:nvSpPr>
              <p:cNvPr id="3719" name="Oval 3718">
                <a:extLst>
                  <a:ext uri="{FF2B5EF4-FFF2-40B4-BE49-F238E27FC236}">
                    <a16:creationId xmlns:a16="http://schemas.microsoft.com/office/drawing/2014/main" id="{137F23C7-FEDA-57D5-6CB8-DE0DD84A3EF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0" name="Oval 3719">
                <a:extLst>
                  <a:ext uri="{FF2B5EF4-FFF2-40B4-BE49-F238E27FC236}">
                    <a16:creationId xmlns:a16="http://schemas.microsoft.com/office/drawing/2014/main" id="{82B67680-2577-C361-C72A-220707785F5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1" name="Oval 3720">
                <a:extLst>
                  <a:ext uri="{FF2B5EF4-FFF2-40B4-BE49-F238E27FC236}">
                    <a16:creationId xmlns:a16="http://schemas.microsoft.com/office/drawing/2014/main" id="{6F5A0617-E59D-19A6-275C-1F7E0A95D3E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2" name="Oval 3721">
                <a:extLst>
                  <a:ext uri="{FF2B5EF4-FFF2-40B4-BE49-F238E27FC236}">
                    <a16:creationId xmlns:a16="http://schemas.microsoft.com/office/drawing/2014/main" id="{F85E7062-9DC9-0EF6-4A88-393192B1922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3" name="Oval 3722">
                <a:extLst>
                  <a:ext uri="{FF2B5EF4-FFF2-40B4-BE49-F238E27FC236}">
                    <a16:creationId xmlns:a16="http://schemas.microsoft.com/office/drawing/2014/main" id="{74043576-923D-0A6F-7F74-C278BBE5962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4" name="Oval 3723">
                <a:extLst>
                  <a:ext uri="{FF2B5EF4-FFF2-40B4-BE49-F238E27FC236}">
                    <a16:creationId xmlns:a16="http://schemas.microsoft.com/office/drawing/2014/main" id="{85DC3BF6-1E1F-FC39-9BCD-27323077294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5" name="Oval 3724">
                <a:extLst>
                  <a:ext uri="{FF2B5EF4-FFF2-40B4-BE49-F238E27FC236}">
                    <a16:creationId xmlns:a16="http://schemas.microsoft.com/office/drawing/2014/main" id="{22E9F7A0-CCAC-E994-3137-5754F3C0CCE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6" name="Oval 3725">
                <a:extLst>
                  <a:ext uri="{FF2B5EF4-FFF2-40B4-BE49-F238E27FC236}">
                    <a16:creationId xmlns:a16="http://schemas.microsoft.com/office/drawing/2014/main" id="{21954250-0F09-406C-E5CF-24EA86A3056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5" name="Group 3664">
              <a:extLst>
                <a:ext uri="{FF2B5EF4-FFF2-40B4-BE49-F238E27FC236}">
                  <a16:creationId xmlns:a16="http://schemas.microsoft.com/office/drawing/2014/main" id="{DDD75856-C2E9-0056-2389-1269B02D36CA}"/>
                </a:ext>
              </a:extLst>
            </p:cNvPr>
            <p:cNvGrpSpPr/>
            <p:nvPr/>
          </p:nvGrpSpPr>
          <p:grpSpPr>
            <a:xfrm rot="10800000">
              <a:off x="6066894" y="6011217"/>
              <a:ext cx="242005" cy="46723"/>
              <a:chOff x="7979724" y="3580291"/>
              <a:chExt cx="242005" cy="43678"/>
            </a:xfrm>
          </p:grpSpPr>
          <p:sp>
            <p:nvSpPr>
              <p:cNvPr id="3711" name="Oval 3710">
                <a:extLst>
                  <a:ext uri="{FF2B5EF4-FFF2-40B4-BE49-F238E27FC236}">
                    <a16:creationId xmlns:a16="http://schemas.microsoft.com/office/drawing/2014/main" id="{2F29BC61-F021-6D61-A199-BFB25E4914E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2" name="Oval 3711">
                <a:extLst>
                  <a:ext uri="{FF2B5EF4-FFF2-40B4-BE49-F238E27FC236}">
                    <a16:creationId xmlns:a16="http://schemas.microsoft.com/office/drawing/2014/main" id="{4038099A-4A36-4066-1DBE-6290D4D6097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3" name="Oval 3712">
                <a:extLst>
                  <a:ext uri="{FF2B5EF4-FFF2-40B4-BE49-F238E27FC236}">
                    <a16:creationId xmlns:a16="http://schemas.microsoft.com/office/drawing/2014/main" id="{A93BC7E2-2384-01C0-6607-02EA5BC5024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4" name="Oval 3713">
                <a:extLst>
                  <a:ext uri="{FF2B5EF4-FFF2-40B4-BE49-F238E27FC236}">
                    <a16:creationId xmlns:a16="http://schemas.microsoft.com/office/drawing/2014/main" id="{79A1F88A-1CBE-C19D-C0E0-969A83C6B49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5" name="Oval 3714">
                <a:extLst>
                  <a:ext uri="{FF2B5EF4-FFF2-40B4-BE49-F238E27FC236}">
                    <a16:creationId xmlns:a16="http://schemas.microsoft.com/office/drawing/2014/main" id="{7B3FF2DE-7CB6-2C55-17CF-7C746A4DCAB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6" name="Oval 3715">
                <a:extLst>
                  <a:ext uri="{FF2B5EF4-FFF2-40B4-BE49-F238E27FC236}">
                    <a16:creationId xmlns:a16="http://schemas.microsoft.com/office/drawing/2014/main" id="{3DFA2F7F-27AE-5423-23FC-342DD923AEF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7" name="Oval 3716">
                <a:extLst>
                  <a:ext uri="{FF2B5EF4-FFF2-40B4-BE49-F238E27FC236}">
                    <a16:creationId xmlns:a16="http://schemas.microsoft.com/office/drawing/2014/main" id="{B9F3A988-6CAC-CDD9-D0DD-999E013311F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8" name="Oval 3717">
                <a:extLst>
                  <a:ext uri="{FF2B5EF4-FFF2-40B4-BE49-F238E27FC236}">
                    <a16:creationId xmlns:a16="http://schemas.microsoft.com/office/drawing/2014/main" id="{626E0C4B-4978-5956-7FE9-626B2E8807F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6" name="Group 3665">
              <a:extLst>
                <a:ext uri="{FF2B5EF4-FFF2-40B4-BE49-F238E27FC236}">
                  <a16:creationId xmlns:a16="http://schemas.microsoft.com/office/drawing/2014/main" id="{9B4ECB35-0B20-0A55-73C5-A29EACD29C6D}"/>
                </a:ext>
              </a:extLst>
            </p:cNvPr>
            <p:cNvGrpSpPr/>
            <p:nvPr/>
          </p:nvGrpSpPr>
          <p:grpSpPr>
            <a:xfrm rot="11689693">
              <a:off x="5995737" y="6012033"/>
              <a:ext cx="242005" cy="43678"/>
              <a:chOff x="7979724" y="3580291"/>
              <a:chExt cx="242005" cy="43678"/>
            </a:xfrm>
          </p:grpSpPr>
          <p:sp>
            <p:nvSpPr>
              <p:cNvPr id="3703" name="Oval 3702">
                <a:extLst>
                  <a:ext uri="{FF2B5EF4-FFF2-40B4-BE49-F238E27FC236}">
                    <a16:creationId xmlns:a16="http://schemas.microsoft.com/office/drawing/2014/main" id="{A6EF3A1D-9E76-D977-9491-ED7C9F0348A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4" name="Oval 3703">
                <a:extLst>
                  <a:ext uri="{FF2B5EF4-FFF2-40B4-BE49-F238E27FC236}">
                    <a16:creationId xmlns:a16="http://schemas.microsoft.com/office/drawing/2014/main" id="{38EA9959-78F2-196F-34C2-7C5E72134F3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5" name="Oval 3704">
                <a:extLst>
                  <a:ext uri="{FF2B5EF4-FFF2-40B4-BE49-F238E27FC236}">
                    <a16:creationId xmlns:a16="http://schemas.microsoft.com/office/drawing/2014/main" id="{0879123E-F881-4FC8-D0ED-B2514B784A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6" name="Oval 3705">
                <a:extLst>
                  <a:ext uri="{FF2B5EF4-FFF2-40B4-BE49-F238E27FC236}">
                    <a16:creationId xmlns:a16="http://schemas.microsoft.com/office/drawing/2014/main" id="{1571238B-E207-4C64-D838-E16230E0962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7" name="Oval 3706">
                <a:extLst>
                  <a:ext uri="{FF2B5EF4-FFF2-40B4-BE49-F238E27FC236}">
                    <a16:creationId xmlns:a16="http://schemas.microsoft.com/office/drawing/2014/main" id="{2E65A5BF-46D3-51FE-D811-1D50C9B9661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8" name="Oval 3707">
                <a:extLst>
                  <a:ext uri="{FF2B5EF4-FFF2-40B4-BE49-F238E27FC236}">
                    <a16:creationId xmlns:a16="http://schemas.microsoft.com/office/drawing/2014/main" id="{9147D851-8270-6A1E-9CDF-A0996EFB183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9" name="Oval 3708">
                <a:extLst>
                  <a:ext uri="{FF2B5EF4-FFF2-40B4-BE49-F238E27FC236}">
                    <a16:creationId xmlns:a16="http://schemas.microsoft.com/office/drawing/2014/main" id="{5D2A5394-BAD9-15A5-2684-9618E5021D8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0" name="Oval 3709">
                <a:extLst>
                  <a:ext uri="{FF2B5EF4-FFF2-40B4-BE49-F238E27FC236}">
                    <a16:creationId xmlns:a16="http://schemas.microsoft.com/office/drawing/2014/main" id="{1CC213DA-6294-8C89-3D1C-1B81250D428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7" name="Group 3666">
              <a:extLst>
                <a:ext uri="{FF2B5EF4-FFF2-40B4-BE49-F238E27FC236}">
                  <a16:creationId xmlns:a16="http://schemas.microsoft.com/office/drawing/2014/main" id="{E8F29F34-749D-09E2-9969-9886115173DF}"/>
                </a:ext>
              </a:extLst>
            </p:cNvPr>
            <p:cNvGrpSpPr/>
            <p:nvPr/>
          </p:nvGrpSpPr>
          <p:grpSpPr>
            <a:xfrm rot="21292958">
              <a:off x="6243191" y="6012057"/>
              <a:ext cx="242005" cy="46723"/>
              <a:chOff x="7979724" y="3580291"/>
              <a:chExt cx="242005" cy="43678"/>
            </a:xfrm>
          </p:grpSpPr>
          <p:sp>
            <p:nvSpPr>
              <p:cNvPr id="3695" name="Oval 3694">
                <a:extLst>
                  <a:ext uri="{FF2B5EF4-FFF2-40B4-BE49-F238E27FC236}">
                    <a16:creationId xmlns:a16="http://schemas.microsoft.com/office/drawing/2014/main" id="{B8A5FF81-BD28-43C9-AD8B-5ED578E8B38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6" name="Oval 3695">
                <a:extLst>
                  <a:ext uri="{FF2B5EF4-FFF2-40B4-BE49-F238E27FC236}">
                    <a16:creationId xmlns:a16="http://schemas.microsoft.com/office/drawing/2014/main" id="{8FE2C686-FCD3-7020-6CB2-81FF4909D43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7" name="Oval 3696">
                <a:extLst>
                  <a:ext uri="{FF2B5EF4-FFF2-40B4-BE49-F238E27FC236}">
                    <a16:creationId xmlns:a16="http://schemas.microsoft.com/office/drawing/2014/main" id="{F7E68B3B-0FF3-FACA-2A36-192448863F3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8" name="Oval 3697">
                <a:extLst>
                  <a:ext uri="{FF2B5EF4-FFF2-40B4-BE49-F238E27FC236}">
                    <a16:creationId xmlns:a16="http://schemas.microsoft.com/office/drawing/2014/main" id="{0B5C96DA-122A-BA81-70BE-F9588F0AB00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9" name="Oval 3698">
                <a:extLst>
                  <a:ext uri="{FF2B5EF4-FFF2-40B4-BE49-F238E27FC236}">
                    <a16:creationId xmlns:a16="http://schemas.microsoft.com/office/drawing/2014/main" id="{CCBF0391-E1CB-7C54-47D5-F0DCB970F68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0" name="Oval 3699">
                <a:extLst>
                  <a:ext uri="{FF2B5EF4-FFF2-40B4-BE49-F238E27FC236}">
                    <a16:creationId xmlns:a16="http://schemas.microsoft.com/office/drawing/2014/main" id="{22877303-ECE7-2827-CC20-648A7A89B52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1" name="Oval 3700">
                <a:extLst>
                  <a:ext uri="{FF2B5EF4-FFF2-40B4-BE49-F238E27FC236}">
                    <a16:creationId xmlns:a16="http://schemas.microsoft.com/office/drawing/2014/main" id="{CCAA2322-5DE7-3AAD-EA7A-83065F0BE54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2" name="Oval 3701">
                <a:extLst>
                  <a:ext uri="{FF2B5EF4-FFF2-40B4-BE49-F238E27FC236}">
                    <a16:creationId xmlns:a16="http://schemas.microsoft.com/office/drawing/2014/main" id="{E7661927-19F4-F951-A67D-2FABEF018F9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8" name="Group 3667">
              <a:extLst>
                <a:ext uri="{FF2B5EF4-FFF2-40B4-BE49-F238E27FC236}">
                  <a16:creationId xmlns:a16="http://schemas.microsoft.com/office/drawing/2014/main" id="{312A739D-F50C-40DB-852E-13BABE616647}"/>
                </a:ext>
              </a:extLst>
            </p:cNvPr>
            <p:cNvGrpSpPr/>
            <p:nvPr/>
          </p:nvGrpSpPr>
          <p:grpSpPr>
            <a:xfrm>
              <a:off x="6172034" y="6012873"/>
              <a:ext cx="242005" cy="43678"/>
              <a:chOff x="7979724" y="3580291"/>
              <a:chExt cx="242005" cy="43678"/>
            </a:xfrm>
          </p:grpSpPr>
          <p:sp>
            <p:nvSpPr>
              <p:cNvPr id="3687" name="Oval 3686">
                <a:extLst>
                  <a:ext uri="{FF2B5EF4-FFF2-40B4-BE49-F238E27FC236}">
                    <a16:creationId xmlns:a16="http://schemas.microsoft.com/office/drawing/2014/main" id="{8EF1B44C-5D07-C7FF-C5B3-5590252EB7D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8" name="Oval 3687">
                <a:extLst>
                  <a:ext uri="{FF2B5EF4-FFF2-40B4-BE49-F238E27FC236}">
                    <a16:creationId xmlns:a16="http://schemas.microsoft.com/office/drawing/2014/main" id="{69A049B4-78C8-73AF-6467-069E610AE34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9" name="Oval 3688">
                <a:extLst>
                  <a:ext uri="{FF2B5EF4-FFF2-40B4-BE49-F238E27FC236}">
                    <a16:creationId xmlns:a16="http://schemas.microsoft.com/office/drawing/2014/main" id="{CC195134-D792-0966-AF75-084CCAC6079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0" name="Oval 3689">
                <a:extLst>
                  <a:ext uri="{FF2B5EF4-FFF2-40B4-BE49-F238E27FC236}">
                    <a16:creationId xmlns:a16="http://schemas.microsoft.com/office/drawing/2014/main" id="{DC40BEA4-672F-5D83-BB8F-C444482B5B9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1" name="Oval 3690">
                <a:extLst>
                  <a:ext uri="{FF2B5EF4-FFF2-40B4-BE49-F238E27FC236}">
                    <a16:creationId xmlns:a16="http://schemas.microsoft.com/office/drawing/2014/main" id="{0D070548-BEC7-FFDC-F7FC-061123A7E99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2" name="Oval 3691">
                <a:extLst>
                  <a:ext uri="{FF2B5EF4-FFF2-40B4-BE49-F238E27FC236}">
                    <a16:creationId xmlns:a16="http://schemas.microsoft.com/office/drawing/2014/main" id="{C2E0130F-0258-5EE4-7477-601F791D05D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3" name="Oval 3692">
                <a:extLst>
                  <a:ext uri="{FF2B5EF4-FFF2-40B4-BE49-F238E27FC236}">
                    <a16:creationId xmlns:a16="http://schemas.microsoft.com/office/drawing/2014/main" id="{2C0EDDE9-EB69-3AEE-987B-B9B221972A8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4" name="Oval 3693">
                <a:extLst>
                  <a:ext uri="{FF2B5EF4-FFF2-40B4-BE49-F238E27FC236}">
                    <a16:creationId xmlns:a16="http://schemas.microsoft.com/office/drawing/2014/main" id="{874574F1-35B7-FDB9-AF71-E25BCF928A2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69" name="Group 3668">
              <a:extLst>
                <a:ext uri="{FF2B5EF4-FFF2-40B4-BE49-F238E27FC236}">
                  <a16:creationId xmlns:a16="http://schemas.microsoft.com/office/drawing/2014/main" id="{B00DB229-611F-E069-864E-B1D57534F10A}"/>
                </a:ext>
              </a:extLst>
            </p:cNvPr>
            <p:cNvGrpSpPr/>
            <p:nvPr/>
          </p:nvGrpSpPr>
          <p:grpSpPr>
            <a:xfrm rot="10800000">
              <a:off x="6484234" y="6015233"/>
              <a:ext cx="242005" cy="46723"/>
              <a:chOff x="7979724" y="3580291"/>
              <a:chExt cx="242005" cy="43678"/>
            </a:xfrm>
          </p:grpSpPr>
          <p:sp>
            <p:nvSpPr>
              <p:cNvPr id="3679" name="Oval 3678">
                <a:extLst>
                  <a:ext uri="{FF2B5EF4-FFF2-40B4-BE49-F238E27FC236}">
                    <a16:creationId xmlns:a16="http://schemas.microsoft.com/office/drawing/2014/main" id="{02E8C75E-C254-69B0-1A83-0B597B6A430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0" name="Oval 3679">
                <a:extLst>
                  <a:ext uri="{FF2B5EF4-FFF2-40B4-BE49-F238E27FC236}">
                    <a16:creationId xmlns:a16="http://schemas.microsoft.com/office/drawing/2014/main" id="{45B47594-A28E-2470-7B59-813FFF787D6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1" name="Oval 3680">
                <a:extLst>
                  <a:ext uri="{FF2B5EF4-FFF2-40B4-BE49-F238E27FC236}">
                    <a16:creationId xmlns:a16="http://schemas.microsoft.com/office/drawing/2014/main" id="{EAE4886A-2B5A-198C-919C-EF151B4C017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2" name="Oval 3681">
                <a:extLst>
                  <a:ext uri="{FF2B5EF4-FFF2-40B4-BE49-F238E27FC236}">
                    <a16:creationId xmlns:a16="http://schemas.microsoft.com/office/drawing/2014/main" id="{25C6F7AB-C558-9962-8919-B9EDB78180E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3" name="Oval 3682">
                <a:extLst>
                  <a:ext uri="{FF2B5EF4-FFF2-40B4-BE49-F238E27FC236}">
                    <a16:creationId xmlns:a16="http://schemas.microsoft.com/office/drawing/2014/main" id="{E0CB8B5F-6AF0-5AFD-AF16-065DF66BD03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4" name="Oval 3683">
                <a:extLst>
                  <a:ext uri="{FF2B5EF4-FFF2-40B4-BE49-F238E27FC236}">
                    <a16:creationId xmlns:a16="http://schemas.microsoft.com/office/drawing/2014/main" id="{D6A9C3BB-9FBD-9788-02C8-EF82C3C47C6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5" name="Oval 3684">
                <a:extLst>
                  <a:ext uri="{FF2B5EF4-FFF2-40B4-BE49-F238E27FC236}">
                    <a16:creationId xmlns:a16="http://schemas.microsoft.com/office/drawing/2014/main" id="{BE2473D0-0FB5-FC46-343B-759406C17AE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6" name="Oval 3685">
                <a:extLst>
                  <a:ext uri="{FF2B5EF4-FFF2-40B4-BE49-F238E27FC236}">
                    <a16:creationId xmlns:a16="http://schemas.microsoft.com/office/drawing/2014/main" id="{BFC91C3C-59E4-C3CF-4C8B-D84CAA12A7C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70" name="Group 3669">
              <a:extLst>
                <a:ext uri="{FF2B5EF4-FFF2-40B4-BE49-F238E27FC236}">
                  <a16:creationId xmlns:a16="http://schemas.microsoft.com/office/drawing/2014/main" id="{8AC9237A-5D08-FD98-F614-92B04D306ED8}"/>
                </a:ext>
              </a:extLst>
            </p:cNvPr>
            <p:cNvGrpSpPr/>
            <p:nvPr/>
          </p:nvGrpSpPr>
          <p:grpSpPr>
            <a:xfrm>
              <a:off x="6413077" y="6016049"/>
              <a:ext cx="242005" cy="43678"/>
              <a:chOff x="7979724" y="3580291"/>
              <a:chExt cx="242005" cy="43678"/>
            </a:xfrm>
          </p:grpSpPr>
          <p:sp>
            <p:nvSpPr>
              <p:cNvPr id="3671" name="Oval 3670">
                <a:extLst>
                  <a:ext uri="{FF2B5EF4-FFF2-40B4-BE49-F238E27FC236}">
                    <a16:creationId xmlns:a16="http://schemas.microsoft.com/office/drawing/2014/main" id="{79A939D8-C8DE-15D9-7E5A-2C9D21A6F81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2" name="Oval 3671">
                <a:extLst>
                  <a:ext uri="{FF2B5EF4-FFF2-40B4-BE49-F238E27FC236}">
                    <a16:creationId xmlns:a16="http://schemas.microsoft.com/office/drawing/2014/main" id="{57CE8880-8BFE-61F2-4E85-D412E1CF5A5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3" name="Oval 3672">
                <a:extLst>
                  <a:ext uri="{FF2B5EF4-FFF2-40B4-BE49-F238E27FC236}">
                    <a16:creationId xmlns:a16="http://schemas.microsoft.com/office/drawing/2014/main" id="{2B2BF979-075A-DBAA-F8E3-7239F237F6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4" name="Oval 3673">
                <a:extLst>
                  <a:ext uri="{FF2B5EF4-FFF2-40B4-BE49-F238E27FC236}">
                    <a16:creationId xmlns:a16="http://schemas.microsoft.com/office/drawing/2014/main" id="{08EF24B7-2DC0-9C55-E6B4-A0C87A80872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5" name="Oval 3674">
                <a:extLst>
                  <a:ext uri="{FF2B5EF4-FFF2-40B4-BE49-F238E27FC236}">
                    <a16:creationId xmlns:a16="http://schemas.microsoft.com/office/drawing/2014/main" id="{750114D4-21CA-AE59-77A0-B0E79200250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6" name="Oval 3675">
                <a:extLst>
                  <a:ext uri="{FF2B5EF4-FFF2-40B4-BE49-F238E27FC236}">
                    <a16:creationId xmlns:a16="http://schemas.microsoft.com/office/drawing/2014/main" id="{4F665BE8-B5F6-2F3E-8D71-04E42D0429E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7" name="Oval 3676">
                <a:extLst>
                  <a:ext uri="{FF2B5EF4-FFF2-40B4-BE49-F238E27FC236}">
                    <a16:creationId xmlns:a16="http://schemas.microsoft.com/office/drawing/2014/main" id="{FFAD033F-5435-75B9-08F8-DED600EB8A7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8" name="Oval 3677">
                <a:extLst>
                  <a:ext uri="{FF2B5EF4-FFF2-40B4-BE49-F238E27FC236}">
                    <a16:creationId xmlns:a16="http://schemas.microsoft.com/office/drawing/2014/main" id="{B3870F49-68BE-FE67-C23A-025E51E415E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735" name="TextBox 3734">
            <a:extLst>
              <a:ext uri="{FF2B5EF4-FFF2-40B4-BE49-F238E27FC236}">
                <a16:creationId xmlns:a16="http://schemas.microsoft.com/office/drawing/2014/main" id="{AE4145DC-F486-BCF9-6EE5-AF63B200111D}"/>
              </a:ext>
            </a:extLst>
          </p:cNvPr>
          <p:cNvSpPr txBox="1"/>
          <p:nvPr/>
        </p:nvSpPr>
        <p:spPr>
          <a:xfrm>
            <a:off x="9901505" y="3814840"/>
            <a:ext cx="994183"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Traces and objects</a:t>
            </a:r>
          </a:p>
          <a:p>
            <a:pPr algn="l"/>
            <a:r>
              <a:rPr lang="en-US" sz="750" dirty="0">
                <a:ln/>
                <a:solidFill>
                  <a:srgbClr val="000000"/>
                </a:solidFill>
                <a:latin typeface="Helvetica"/>
                <a:cs typeface="Helvetica"/>
                <a:sym typeface="Helvetica"/>
                <a:rtl val="0"/>
              </a:rPr>
              <a:t>clustered</a:t>
            </a:r>
            <a:endParaRPr lang="en-US" sz="750" spc="0" baseline="0" dirty="0">
              <a:ln/>
              <a:solidFill>
                <a:srgbClr val="000000"/>
              </a:solidFill>
              <a:latin typeface="Helvetica"/>
              <a:cs typeface="Helvetica"/>
              <a:sym typeface="Helvetica"/>
              <a:rtl val="0"/>
            </a:endParaRPr>
          </a:p>
        </p:txBody>
      </p:sp>
      <p:sp>
        <p:nvSpPr>
          <p:cNvPr id="3738" name="TextBox 3737">
            <a:extLst>
              <a:ext uri="{FF2B5EF4-FFF2-40B4-BE49-F238E27FC236}">
                <a16:creationId xmlns:a16="http://schemas.microsoft.com/office/drawing/2014/main" id="{E884B44C-F731-0626-3EE6-288B4F676ABF}"/>
              </a:ext>
            </a:extLst>
          </p:cNvPr>
          <p:cNvSpPr txBox="1"/>
          <p:nvPr/>
        </p:nvSpPr>
        <p:spPr>
          <a:xfrm>
            <a:off x="9872905" y="4452906"/>
            <a:ext cx="81144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elements</a:t>
            </a:r>
          </a:p>
        </p:txBody>
      </p:sp>
      <p:sp>
        <p:nvSpPr>
          <p:cNvPr id="3739" name="TextBox 3738">
            <a:extLst>
              <a:ext uri="{FF2B5EF4-FFF2-40B4-BE49-F238E27FC236}">
                <a16:creationId xmlns:a16="http://schemas.microsoft.com/office/drawing/2014/main" id="{3AF9509A-F214-C131-21DD-08AADA909DE1}"/>
              </a:ext>
            </a:extLst>
          </p:cNvPr>
          <p:cNvSpPr txBox="1"/>
          <p:nvPr/>
        </p:nvSpPr>
        <p:spPr>
          <a:xfrm>
            <a:off x="9869730" y="5102608"/>
            <a:ext cx="77457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sections</a:t>
            </a:r>
          </a:p>
        </p:txBody>
      </p:sp>
      <p:sp>
        <p:nvSpPr>
          <p:cNvPr id="3740" name="TextBox 3739">
            <a:extLst>
              <a:ext uri="{FF2B5EF4-FFF2-40B4-BE49-F238E27FC236}">
                <a16:creationId xmlns:a16="http://schemas.microsoft.com/office/drawing/2014/main" id="{8D1E3690-66A7-DA09-1F51-6E6EE59A1239}"/>
              </a:ext>
            </a:extLst>
          </p:cNvPr>
          <p:cNvSpPr txBox="1"/>
          <p:nvPr/>
        </p:nvSpPr>
        <p:spPr>
          <a:xfrm>
            <a:off x="9649436" y="5767552"/>
            <a:ext cx="1077539"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Roads and Junctions</a:t>
            </a:r>
          </a:p>
        </p:txBody>
      </p:sp>
      <p:grpSp>
        <p:nvGrpSpPr>
          <p:cNvPr id="3777" name="Group 3776">
            <a:extLst>
              <a:ext uri="{FF2B5EF4-FFF2-40B4-BE49-F238E27FC236}">
                <a16:creationId xmlns:a16="http://schemas.microsoft.com/office/drawing/2014/main" id="{E9BBC188-0812-F7CC-D468-FFE836DA145C}"/>
              </a:ext>
            </a:extLst>
          </p:cNvPr>
          <p:cNvGrpSpPr/>
          <p:nvPr/>
        </p:nvGrpSpPr>
        <p:grpSpPr>
          <a:xfrm>
            <a:off x="6744631" y="3068775"/>
            <a:ext cx="3016472" cy="676275"/>
            <a:chOff x="7611511" y="5020299"/>
            <a:chExt cx="3016472" cy="676275"/>
          </a:xfrm>
        </p:grpSpPr>
        <p:grpSp>
          <p:nvGrpSpPr>
            <p:cNvPr id="3778" name="Group 3777">
              <a:extLst>
                <a:ext uri="{FF2B5EF4-FFF2-40B4-BE49-F238E27FC236}">
                  <a16:creationId xmlns:a16="http://schemas.microsoft.com/office/drawing/2014/main" id="{E83D022D-978E-4BE5-6092-0D2BBFB2602E}"/>
                </a:ext>
              </a:extLst>
            </p:cNvPr>
            <p:cNvGrpSpPr/>
            <p:nvPr/>
          </p:nvGrpSpPr>
          <p:grpSpPr>
            <a:xfrm>
              <a:off x="7782696" y="5020299"/>
              <a:ext cx="2826257" cy="676275"/>
              <a:chOff x="7782696" y="5020299"/>
              <a:chExt cx="2826257" cy="676275"/>
            </a:xfrm>
          </p:grpSpPr>
          <p:sp>
            <p:nvSpPr>
              <p:cNvPr id="3780" name="Freeform: Shape 3779">
                <a:extLst>
                  <a:ext uri="{FF2B5EF4-FFF2-40B4-BE49-F238E27FC236}">
                    <a16:creationId xmlns:a16="http://schemas.microsoft.com/office/drawing/2014/main" id="{03048B87-FDCD-C77D-0F66-B8CB4BB048D3}"/>
                  </a:ext>
                </a:extLst>
              </p:cNvPr>
              <p:cNvSpPr/>
              <p:nvPr/>
            </p:nvSpPr>
            <p:spPr>
              <a:xfrm>
                <a:off x="8163791" y="5114406"/>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chemeClr val="tx1"/>
                </a:solidFill>
                <a:prstDash val="solid"/>
                <a:miter/>
              </a:ln>
            </p:spPr>
            <p:txBody>
              <a:bodyPr rtlCol="0" anchor="ctr"/>
              <a:lstStyle/>
              <a:p>
                <a:endParaRPr lang="en-US"/>
              </a:p>
            </p:txBody>
          </p:sp>
          <p:sp>
            <p:nvSpPr>
              <p:cNvPr id="3781" name="Freeform: Shape 3780">
                <a:extLst>
                  <a:ext uri="{FF2B5EF4-FFF2-40B4-BE49-F238E27FC236}">
                    <a16:creationId xmlns:a16="http://schemas.microsoft.com/office/drawing/2014/main" id="{DF74F445-39E0-7A55-9F25-82F4BC8D5B11}"/>
                  </a:ext>
                </a:extLst>
              </p:cNvPr>
              <p:cNvSpPr/>
              <p:nvPr/>
            </p:nvSpPr>
            <p:spPr>
              <a:xfrm>
                <a:off x="7910712" y="5257852"/>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tx1"/>
                </a:solidFill>
                <a:custDash>
                  <a:ds d="675000" sp="675000"/>
                </a:custDash>
                <a:miter/>
              </a:ln>
            </p:spPr>
            <p:txBody>
              <a:bodyPr rtlCol="0" anchor="ctr"/>
              <a:lstStyle/>
              <a:p>
                <a:endParaRPr lang="en-US"/>
              </a:p>
            </p:txBody>
          </p:sp>
          <p:sp>
            <p:nvSpPr>
              <p:cNvPr id="3782" name="Freeform: Shape 3781">
                <a:extLst>
                  <a:ext uri="{FF2B5EF4-FFF2-40B4-BE49-F238E27FC236}">
                    <a16:creationId xmlns:a16="http://schemas.microsoft.com/office/drawing/2014/main" id="{44D930A1-F7CE-1DAD-2EFF-3263F3421978}"/>
                  </a:ext>
                </a:extLst>
              </p:cNvPr>
              <p:cNvSpPr/>
              <p:nvPr/>
            </p:nvSpPr>
            <p:spPr>
              <a:xfrm>
                <a:off x="7782696" y="5401299"/>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chemeClr val="tx1"/>
                </a:solidFill>
                <a:prstDash val="solid"/>
                <a:miter/>
              </a:ln>
            </p:spPr>
            <p:txBody>
              <a:bodyPr rtlCol="0" anchor="ctr"/>
              <a:lstStyle/>
              <a:p>
                <a:endParaRPr lang="en-US"/>
              </a:p>
            </p:txBody>
          </p:sp>
          <p:sp>
            <p:nvSpPr>
              <p:cNvPr id="3783" name="Freeform: Shape 3782">
                <a:extLst>
                  <a:ext uri="{FF2B5EF4-FFF2-40B4-BE49-F238E27FC236}">
                    <a16:creationId xmlns:a16="http://schemas.microsoft.com/office/drawing/2014/main" id="{F65D0709-2BC0-BCBE-E143-0C14DC3BE45E}"/>
                  </a:ext>
                </a:extLst>
              </p:cNvPr>
              <p:cNvSpPr/>
              <p:nvPr/>
            </p:nvSpPr>
            <p:spPr>
              <a:xfrm>
                <a:off x="8960462" y="5557795"/>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chemeClr val="tx1"/>
                </a:solidFill>
                <a:prstDash val="solid"/>
                <a:miter/>
              </a:ln>
            </p:spPr>
            <p:txBody>
              <a:bodyPr rtlCol="0" anchor="ctr"/>
              <a:lstStyle/>
              <a:p>
                <a:endParaRPr lang="en-US"/>
              </a:p>
            </p:txBody>
          </p:sp>
          <p:sp>
            <p:nvSpPr>
              <p:cNvPr id="3784" name="Freeform: Shape 3783">
                <a:extLst>
                  <a:ext uri="{FF2B5EF4-FFF2-40B4-BE49-F238E27FC236}">
                    <a16:creationId xmlns:a16="http://schemas.microsoft.com/office/drawing/2014/main" id="{83565187-CC1A-E0FB-C489-DA09C07B5696}"/>
                  </a:ext>
                </a:extLst>
              </p:cNvPr>
              <p:cNvSpPr/>
              <p:nvPr/>
            </p:nvSpPr>
            <p:spPr>
              <a:xfrm>
                <a:off x="8651757" y="5401299"/>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chemeClr val="tx1"/>
                </a:solidFill>
                <a:prstDash val="solid"/>
                <a:miter/>
              </a:ln>
            </p:spPr>
            <p:txBody>
              <a:bodyPr rtlCol="0" anchor="ctr"/>
              <a:lstStyle/>
              <a:p>
                <a:endParaRPr lang="en-US"/>
              </a:p>
            </p:txBody>
          </p:sp>
          <p:sp>
            <p:nvSpPr>
              <p:cNvPr id="3785" name="Freeform: Shape 3784">
                <a:extLst>
                  <a:ext uri="{FF2B5EF4-FFF2-40B4-BE49-F238E27FC236}">
                    <a16:creationId xmlns:a16="http://schemas.microsoft.com/office/drawing/2014/main" id="{03E3B2FD-4B96-FB1B-FE4D-F9A310245AAC}"/>
                  </a:ext>
                </a:extLst>
              </p:cNvPr>
              <p:cNvSpPr/>
              <p:nvPr/>
            </p:nvSpPr>
            <p:spPr>
              <a:xfrm>
                <a:off x="8739863" y="5407776"/>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chemeClr val="tx1"/>
                </a:solidFill>
                <a:custDash>
                  <a:ds d="675000" sp="675000"/>
                </a:custDash>
                <a:miter/>
              </a:ln>
            </p:spPr>
            <p:txBody>
              <a:bodyPr rtlCol="0" anchor="ctr"/>
              <a:lstStyle/>
              <a:p>
                <a:endParaRPr lang="en-US"/>
              </a:p>
            </p:txBody>
          </p:sp>
          <p:sp>
            <p:nvSpPr>
              <p:cNvPr id="3786" name="Freeform: Shape 3785">
                <a:extLst>
                  <a:ext uri="{FF2B5EF4-FFF2-40B4-BE49-F238E27FC236}">
                    <a16:creationId xmlns:a16="http://schemas.microsoft.com/office/drawing/2014/main" id="{816C9497-7CCB-2D86-1B48-450404D4D884}"/>
                  </a:ext>
                </a:extLst>
              </p:cNvPr>
              <p:cNvSpPr/>
              <p:nvPr/>
            </p:nvSpPr>
            <p:spPr>
              <a:xfrm>
                <a:off x="9539391" y="5407776"/>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chemeClr val="tx1"/>
                </a:solidFill>
                <a:prstDash val="solid"/>
                <a:miter/>
              </a:ln>
            </p:spPr>
            <p:txBody>
              <a:bodyPr rtlCol="0" anchor="ctr"/>
              <a:lstStyle/>
              <a:p>
                <a:endParaRPr lang="en-US"/>
              </a:p>
            </p:txBody>
          </p:sp>
          <p:sp>
            <p:nvSpPr>
              <p:cNvPr id="3787" name="Freeform: Shape 3786">
                <a:extLst>
                  <a:ext uri="{FF2B5EF4-FFF2-40B4-BE49-F238E27FC236}">
                    <a16:creationId xmlns:a16="http://schemas.microsoft.com/office/drawing/2014/main" id="{F5FA554B-BD31-5936-E73B-6C15EC39179A}"/>
                  </a:ext>
                </a:extLst>
              </p:cNvPr>
              <p:cNvSpPr/>
              <p:nvPr/>
            </p:nvSpPr>
            <p:spPr>
              <a:xfrm>
                <a:off x="9709222" y="5407966"/>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tx1"/>
                </a:solidFill>
                <a:prstDash val="solid"/>
                <a:miter/>
              </a:ln>
            </p:spPr>
            <p:txBody>
              <a:bodyPr rtlCol="0" anchor="ctr"/>
              <a:lstStyle/>
              <a:p>
                <a:endParaRPr lang="en-US"/>
              </a:p>
            </p:txBody>
          </p:sp>
          <p:sp>
            <p:nvSpPr>
              <p:cNvPr id="3788" name="Freeform: Shape 3787">
                <a:extLst>
                  <a:ext uri="{FF2B5EF4-FFF2-40B4-BE49-F238E27FC236}">
                    <a16:creationId xmlns:a16="http://schemas.microsoft.com/office/drawing/2014/main" id="{14998130-BE65-7692-75E4-FAA2200B451F}"/>
                  </a:ext>
                </a:extLst>
              </p:cNvPr>
              <p:cNvSpPr/>
              <p:nvPr/>
            </p:nvSpPr>
            <p:spPr>
              <a:xfrm>
                <a:off x="9539391" y="5563224"/>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chemeClr val="tx1"/>
                </a:solidFill>
                <a:prstDash val="solid"/>
                <a:miter/>
              </a:ln>
            </p:spPr>
            <p:txBody>
              <a:bodyPr rtlCol="0" anchor="ctr"/>
              <a:lstStyle/>
              <a:p>
                <a:endParaRPr lang="en-US"/>
              </a:p>
            </p:txBody>
          </p:sp>
          <p:sp>
            <p:nvSpPr>
              <p:cNvPr id="3789" name="Freeform: Shape 3788">
                <a:extLst>
                  <a:ext uri="{FF2B5EF4-FFF2-40B4-BE49-F238E27FC236}">
                    <a16:creationId xmlns:a16="http://schemas.microsoft.com/office/drawing/2014/main" id="{2E550FAA-E298-2A5E-9D49-DC1781CD7810}"/>
                  </a:ext>
                </a:extLst>
              </p:cNvPr>
              <p:cNvSpPr/>
              <p:nvPr/>
            </p:nvSpPr>
            <p:spPr>
              <a:xfrm>
                <a:off x="9686076" y="5257852"/>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tx1"/>
                </a:solidFill>
                <a:prstDash val="solid"/>
                <a:miter/>
              </a:ln>
            </p:spPr>
            <p:txBody>
              <a:bodyPr rtlCol="0" anchor="ctr"/>
              <a:lstStyle/>
              <a:p>
                <a:endParaRPr lang="en-US"/>
              </a:p>
            </p:txBody>
          </p:sp>
          <p:sp>
            <p:nvSpPr>
              <p:cNvPr id="3790" name="Freeform: Shape 3789">
                <a:extLst>
                  <a:ext uri="{FF2B5EF4-FFF2-40B4-BE49-F238E27FC236}">
                    <a16:creationId xmlns:a16="http://schemas.microsoft.com/office/drawing/2014/main" id="{E861CC2B-6437-E7B1-0461-4E27E84A0001}"/>
                  </a:ext>
                </a:extLst>
              </p:cNvPr>
              <p:cNvSpPr/>
              <p:nvPr/>
            </p:nvSpPr>
            <p:spPr>
              <a:xfrm>
                <a:off x="7870135" y="5620374"/>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chemeClr val="tx1"/>
                </a:solidFill>
                <a:prstDash val="solid"/>
                <a:miter/>
              </a:ln>
            </p:spPr>
            <p:txBody>
              <a:bodyPr rtlCol="0" anchor="ctr"/>
              <a:lstStyle/>
              <a:p>
                <a:endParaRPr lang="en-US"/>
              </a:p>
            </p:txBody>
          </p:sp>
          <p:sp>
            <p:nvSpPr>
              <p:cNvPr id="3791" name="Freeform: Shape 3790">
                <a:extLst>
                  <a:ext uri="{FF2B5EF4-FFF2-40B4-BE49-F238E27FC236}">
                    <a16:creationId xmlns:a16="http://schemas.microsoft.com/office/drawing/2014/main" id="{EEAE8FCF-1CC7-BDA7-3D1D-5472CD14FB6A}"/>
                  </a:ext>
                </a:extLst>
              </p:cNvPr>
              <p:cNvSpPr/>
              <p:nvPr/>
            </p:nvSpPr>
            <p:spPr>
              <a:xfrm>
                <a:off x="8404583" y="5020299"/>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chemeClr val="tx1"/>
                </a:solidFill>
                <a:prstDash val="solid"/>
                <a:miter/>
              </a:ln>
            </p:spPr>
            <p:txBody>
              <a:bodyPr rtlCol="0" anchor="ctr"/>
              <a:lstStyle/>
              <a:p>
                <a:endParaRPr lang="en-US"/>
              </a:p>
            </p:txBody>
          </p:sp>
        </p:grpSp>
        <p:sp>
          <p:nvSpPr>
            <p:cNvPr id="3779" name="Freeform: Shape 3778">
              <a:extLst>
                <a:ext uri="{FF2B5EF4-FFF2-40B4-BE49-F238E27FC236}">
                  <a16:creationId xmlns:a16="http://schemas.microsoft.com/office/drawing/2014/main" id="{AD1F377B-3077-849C-468A-D842CD46D252}"/>
                </a:ext>
              </a:extLst>
            </p:cNvPr>
            <p:cNvSpPr/>
            <p:nvPr/>
          </p:nvSpPr>
          <p:spPr>
            <a:xfrm>
              <a:off x="7611511" y="5096285"/>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alpha val="60000"/>
              </a:srgbClr>
            </a:solidFill>
            <a:ln w="9525" cap="flat">
              <a:noFill/>
              <a:prstDash val="solid"/>
              <a:miter/>
            </a:ln>
          </p:spPr>
          <p:txBody>
            <a:bodyPr rtlCol="0" anchor="ctr"/>
            <a:lstStyle/>
            <a:p>
              <a:endParaRPr lang="en-US"/>
            </a:p>
          </p:txBody>
        </p:sp>
      </p:grpSp>
      <p:grpSp>
        <p:nvGrpSpPr>
          <p:cNvPr id="3792" name="Group 3791">
            <a:extLst>
              <a:ext uri="{FF2B5EF4-FFF2-40B4-BE49-F238E27FC236}">
                <a16:creationId xmlns:a16="http://schemas.microsoft.com/office/drawing/2014/main" id="{434CE05C-A770-6B8A-2E60-DAD55510C7DE}"/>
              </a:ext>
            </a:extLst>
          </p:cNvPr>
          <p:cNvGrpSpPr/>
          <p:nvPr/>
        </p:nvGrpSpPr>
        <p:grpSpPr>
          <a:xfrm>
            <a:off x="6882783" y="3843953"/>
            <a:ext cx="2826257" cy="676275"/>
            <a:chOff x="8799528" y="2667824"/>
            <a:chExt cx="2826257" cy="676275"/>
          </a:xfrm>
        </p:grpSpPr>
        <p:sp>
          <p:nvSpPr>
            <p:cNvPr id="3793" name="Freeform: Shape 3792">
              <a:extLst>
                <a:ext uri="{FF2B5EF4-FFF2-40B4-BE49-F238E27FC236}">
                  <a16:creationId xmlns:a16="http://schemas.microsoft.com/office/drawing/2014/main" id="{077F2C87-AD8F-1F04-34A4-59381FB8EC7A}"/>
                </a:ext>
              </a:extLst>
            </p:cNvPr>
            <p:cNvSpPr/>
            <p:nvPr/>
          </p:nvSpPr>
          <p:spPr>
            <a:xfrm>
              <a:off x="9180623" y="2761931"/>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0070C0"/>
              </a:solidFill>
              <a:prstDash val="solid"/>
              <a:miter/>
            </a:ln>
          </p:spPr>
          <p:txBody>
            <a:bodyPr rtlCol="0" anchor="ctr"/>
            <a:lstStyle/>
            <a:p>
              <a:endParaRPr lang="en-US"/>
            </a:p>
          </p:txBody>
        </p:sp>
        <p:sp>
          <p:nvSpPr>
            <p:cNvPr id="3794" name="Freeform: Shape 3793">
              <a:extLst>
                <a:ext uri="{FF2B5EF4-FFF2-40B4-BE49-F238E27FC236}">
                  <a16:creationId xmlns:a16="http://schemas.microsoft.com/office/drawing/2014/main" id="{080558EA-F93F-FA42-6C4C-A7897FE6AE98}"/>
                </a:ext>
              </a:extLst>
            </p:cNvPr>
            <p:cNvSpPr/>
            <p:nvPr/>
          </p:nvSpPr>
          <p:spPr>
            <a:xfrm>
              <a:off x="8927544" y="2905377"/>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accent2">
                  <a:lumMod val="50000"/>
                </a:schemeClr>
              </a:solidFill>
              <a:custDash>
                <a:ds d="675000" sp="675000"/>
              </a:custDash>
              <a:miter/>
            </a:ln>
          </p:spPr>
          <p:txBody>
            <a:bodyPr rtlCol="0" anchor="ctr"/>
            <a:lstStyle/>
            <a:p>
              <a:endParaRPr lang="en-US"/>
            </a:p>
          </p:txBody>
        </p:sp>
        <p:sp>
          <p:nvSpPr>
            <p:cNvPr id="3795" name="Freeform: Shape 3794">
              <a:extLst>
                <a:ext uri="{FF2B5EF4-FFF2-40B4-BE49-F238E27FC236}">
                  <a16:creationId xmlns:a16="http://schemas.microsoft.com/office/drawing/2014/main" id="{F8E27BB8-F86D-6E88-EFB7-6EBF99320DEF}"/>
                </a:ext>
              </a:extLst>
            </p:cNvPr>
            <p:cNvSpPr/>
            <p:nvPr/>
          </p:nvSpPr>
          <p:spPr>
            <a:xfrm>
              <a:off x="8799528" y="3048824"/>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7030A0"/>
              </a:solidFill>
              <a:prstDash val="solid"/>
              <a:miter/>
            </a:ln>
          </p:spPr>
          <p:txBody>
            <a:bodyPr rtlCol="0" anchor="ctr"/>
            <a:lstStyle/>
            <a:p>
              <a:endParaRPr lang="en-US"/>
            </a:p>
          </p:txBody>
        </p:sp>
        <p:sp>
          <p:nvSpPr>
            <p:cNvPr id="3796" name="Freeform: Shape 3795">
              <a:extLst>
                <a:ext uri="{FF2B5EF4-FFF2-40B4-BE49-F238E27FC236}">
                  <a16:creationId xmlns:a16="http://schemas.microsoft.com/office/drawing/2014/main" id="{F5B346B8-6DD8-736E-6FA1-C78481FC3359}"/>
                </a:ext>
              </a:extLst>
            </p:cNvPr>
            <p:cNvSpPr/>
            <p:nvPr/>
          </p:nvSpPr>
          <p:spPr>
            <a:xfrm>
              <a:off x="9977294" y="3205320"/>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7030A0"/>
              </a:solidFill>
              <a:prstDash val="solid"/>
              <a:miter/>
            </a:ln>
          </p:spPr>
          <p:txBody>
            <a:bodyPr rtlCol="0" anchor="ctr"/>
            <a:lstStyle/>
            <a:p>
              <a:endParaRPr lang="en-US"/>
            </a:p>
          </p:txBody>
        </p:sp>
        <p:sp>
          <p:nvSpPr>
            <p:cNvPr id="3797" name="Freeform: Shape 3796">
              <a:extLst>
                <a:ext uri="{FF2B5EF4-FFF2-40B4-BE49-F238E27FC236}">
                  <a16:creationId xmlns:a16="http://schemas.microsoft.com/office/drawing/2014/main" id="{70130986-AC7B-8B23-396C-74BC4AC2DB06}"/>
                </a:ext>
              </a:extLst>
            </p:cNvPr>
            <p:cNvSpPr/>
            <p:nvPr/>
          </p:nvSpPr>
          <p:spPr>
            <a:xfrm>
              <a:off x="9668589" y="3048824"/>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7030A0"/>
              </a:solidFill>
              <a:prstDash val="solid"/>
              <a:miter/>
            </a:ln>
          </p:spPr>
          <p:txBody>
            <a:bodyPr rtlCol="0" anchor="ctr"/>
            <a:lstStyle/>
            <a:p>
              <a:endParaRPr lang="en-US"/>
            </a:p>
          </p:txBody>
        </p:sp>
        <p:sp>
          <p:nvSpPr>
            <p:cNvPr id="3798" name="Freeform: Shape 3797">
              <a:extLst>
                <a:ext uri="{FF2B5EF4-FFF2-40B4-BE49-F238E27FC236}">
                  <a16:creationId xmlns:a16="http://schemas.microsoft.com/office/drawing/2014/main" id="{AAC6F00F-4A86-C19C-5C35-64921F1B86CB}"/>
                </a:ext>
              </a:extLst>
            </p:cNvPr>
            <p:cNvSpPr/>
            <p:nvPr/>
          </p:nvSpPr>
          <p:spPr>
            <a:xfrm>
              <a:off x="9756695" y="3055301"/>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00B050"/>
              </a:solidFill>
              <a:custDash>
                <a:ds d="675000" sp="675000"/>
              </a:custDash>
              <a:miter/>
            </a:ln>
          </p:spPr>
          <p:txBody>
            <a:bodyPr rtlCol="0" anchor="ctr"/>
            <a:lstStyle/>
            <a:p>
              <a:endParaRPr lang="en-US"/>
            </a:p>
          </p:txBody>
        </p:sp>
        <p:sp>
          <p:nvSpPr>
            <p:cNvPr id="3799" name="Freeform: Shape 3798">
              <a:extLst>
                <a:ext uri="{FF2B5EF4-FFF2-40B4-BE49-F238E27FC236}">
                  <a16:creationId xmlns:a16="http://schemas.microsoft.com/office/drawing/2014/main" id="{E2DD3A71-42EF-384E-8071-2C53DB5097AD}"/>
                </a:ext>
              </a:extLst>
            </p:cNvPr>
            <p:cNvSpPr/>
            <p:nvPr/>
          </p:nvSpPr>
          <p:spPr>
            <a:xfrm>
              <a:off x="10556223" y="3055301"/>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C000"/>
              </a:solidFill>
              <a:prstDash val="solid"/>
              <a:miter/>
            </a:ln>
          </p:spPr>
          <p:txBody>
            <a:bodyPr rtlCol="0" anchor="ctr"/>
            <a:lstStyle/>
            <a:p>
              <a:endParaRPr lang="en-US"/>
            </a:p>
          </p:txBody>
        </p:sp>
        <p:sp>
          <p:nvSpPr>
            <p:cNvPr id="3800" name="Freeform: Shape 3799">
              <a:extLst>
                <a:ext uri="{FF2B5EF4-FFF2-40B4-BE49-F238E27FC236}">
                  <a16:creationId xmlns:a16="http://schemas.microsoft.com/office/drawing/2014/main" id="{DC9EA9F5-2286-CDBB-952F-06218C4D0FF9}"/>
                </a:ext>
              </a:extLst>
            </p:cNvPr>
            <p:cNvSpPr/>
            <p:nvPr/>
          </p:nvSpPr>
          <p:spPr>
            <a:xfrm>
              <a:off x="10726054" y="3055491"/>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accent4">
                  <a:lumMod val="75000"/>
                </a:schemeClr>
              </a:solidFill>
              <a:prstDash val="solid"/>
              <a:miter/>
            </a:ln>
          </p:spPr>
          <p:txBody>
            <a:bodyPr rtlCol="0" anchor="ctr"/>
            <a:lstStyle/>
            <a:p>
              <a:endParaRPr lang="en-US"/>
            </a:p>
          </p:txBody>
        </p:sp>
        <p:sp>
          <p:nvSpPr>
            <p:cNvPr id="3801" name="Freeform: Shape 3800">
              <a:extLst>
                <a:ext uri="{FF2B5EF4-FFF2-40B4-BE49-F238E27FC236}">
                  <a16:creationId xmlns:a16="http://schemas.microsoft.com/office/drawing/2014/main" id="{92475BD4-2626-964F-A1D7-00B7D00C0BCE}"/>
                </a:ext>
              </a:extLst>
            </p:cNvPr>
            <p:cNvSpPr/>
            <p:nvPr/>
          </p:nvSpPr>
          <p:spPr>
            <a:xfrm>
              <a:off x="10556223" y="3210749"/>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7030A0"/>
              </a:solidFill>
              <a:prstDash val="solid"/>
              <a:miter/>
            </a:ln>
          </p:spPr>
          <p:txBody>
            <a:bodyPr rtlCol="0" anchor="ctr"/>
            <a:lstStyle/>
            <a:p>
              <a:endParaRPr lang="en-US"/>
            </a:p>
          </p:txBody>
        </p:sp>
        <p:sp>
          <p:nvSpPr>
            <p:cNvPr id="3802" name="Freeform: Shape 3801">
              <a:extLst>
                <a:ext uri="{FF2B5EF4-FFF2-40B4-BE49-F238E27FC236}">
                  <a16:creationId xmlns:a16="http://schemas.microsoft.com/office/drawing/2014/main" id="{ADF3F7A3-EDD9-5D77-FF6E-FF582151C84B}"/>
                </a:ext>
              </a:extLst>
            </p:cNvPr>
            <p:cNvSpPr/>
            <p:nvPr/>
          </p:nvSpPr>
          <p:spPr>
            <a:xfrm>
              <a:off x="10702908" y="2905377"/>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accent6">
                  <a:lumMod val="50000"/>
                </a:schemeClr>
              </a:solidFill>
              <a:prstDash val="solid"/>
              <a:miter/>
            </a:ln>
          </p:spPr>
          <p:txBody>
            <a:bodyPr rtlCol="0" anchor="ctr"/>
            <a:lstStyle/>
            <a:p>
              <a:endParaRPr lang="en-US"/>
            </a:p>
          </p:txBody>
        </p:sp>
        <p:sp>
          <p:nvSpPr>
            <p:cNvPr id="3803" name="Freeform: Shape 3802">
              <a:extLst>
                <a:ext uri="{FF2B5EF4-FFF2-40B4-BE49-F238E27FC236}">
                  <a16:creationId xmlns:a16="http://schemas.microsoft.com/office/drawing/2014/main" id="{1BCCC350-B926-DF1D-7E47-6500BA37F457}"/>
                </a:ext>
              </a:extLst>
            </p:cNvPr>
            <p:cNvSpPr/>
            <p:nvPr/>
          </p:nvSpPr>
          <p:spPr>
            <a:xfrm>
              <a:off x="8886967" y="3267899"/>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FF0000"/>
              </a:solidFill>
              <a:prstDash val="solid"/>
              <a:miter/>
            </a:ln>
          </p:spPr>
          <p:txBody>
            <a:bodyPr rtlCol="0" anchor="ctr"/>
            <a:lstStyle/>
            <a:p>
              <a:endParaRPr lang="en-US"/>
            </a:p>
          </p:txBody>
        </p:sp>
        <p:sp>
          <p:nvSpPr>
            <p:cNvPr id="3804" name="Freeform: Shape 3803">
              <a:extLst>
                <a:ext uri="{FF2B5EF4-FFF2-40B4-BE49-F238E27FC236}">
                  <a16:creationId xmlns:a16="http://schemas.microsoft.com/office/drawing/2014/main" id="{73C59049-D019-8C13-FF55-815EC352CB79}"/>
                </a:ext>
              </a:extLst>
            </p:cNvPr>
            <p:cNvSpPr/>
            <p:nvPr/>
          </p:nvSpPr>
          <p:spPr>
            <a:xfrm>
              <a:off x="9421415" y="2667824"/>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FF0000"/>
              </a:solidFill>
              <a:prstDash val="solid"/>
              <a:miter/>
            </a:ln>
          </p:spPr>
          <p:txBody>
            <a:bodyPr rtlCol="0" anchor="ctr"/>
            <a:lstStyle/>
            <a:p>
              <a:endParaRPr lang="en-US"/>
            </a:p>
          </p:txBody>
        </p:sp>
      </p:grpSp>
      <p:grpSp>
        <p:nvGrpSpPr>
          <p:cNvPr id="3834" name="Group 3833">
            <a:extLst>
              <a:ext uri="{FF2B5EF4-FFF2-40B4-BE49-F238E27FC236}">
                <a16:creationId xmlns:a16="http://schemas.microsoft.com/office/drawing/2014/main" id="{3DFF9DE7-35F5-92BD-B5D6-282A2A7C71FE}"/>
              </a:ext>
            </a:extLst>
          </p:cNvPr>
          <p:cNvGrpSpPr/>
          <p:nvPr/>
        </p:nvGrpSpPr>
        <p:grpSpPr>
          <a:xfrm>
            <a:off x="6311661" y="5531809"/>
            <a:ext cx="3167370" cy="858107"/>
            <a:chOff x="4014110" y="4950936"/>
            <a:chExt cx="3167370" cy="858107"/>
          </a:xfrm>
        </p:grpSpPr>
        <p:sp>
          <p:nvSpPr>
            <p:cNvPr id="3835" name="Freeform: Shape 3834">
              <a:extLst>
                <a:ext uri="{FF2B5EF4-FFF2-40B4-BE49-F238E27FC236}">
                  <a16:creationId xmlns:a16="http://schemas.microsoft.com/office/drawing/2014/main" id="{6ABFAC3D-88B7-9A31-5986-6711132B5D9E}"/>
                </a:ext>
              </a:extLst>
            </p:cNvPr>
            <p:cNvSpPr/>
            <p:nvPr/>
          </p:nvSpPr>
          <p:spPr>
            <a:xfrm>
              <a:off x="4014110" y="4974368"/>
              <a:ext cx="3167370" cy="721423"/>
            </a:xfrm>
            <a:custGeom>
              <a:avLst/>
              <a:gdLst>
                <a:gd name="connsiteX0" fmla="*/ 1173871 w 3167370"/>
                <a:gd name="connsiteY0" fmla="*/ 721423 h 721423"/>
                <a:gd name="connsiteX1" fmla="*/ 54398 w 3167370"/>
                <a:gd name="connsiteY1" fmla="*/ 721423 h 721423"/>
                <a:gd name="connsiteX2" fmla="*/ 30680 w 3167370"/>
                <a:gd name="connsiteY2" fmla="*/ 658463 h 721423"/>
                <a:gd name="connsiteX3" fmla="*/ 707337 w 3167370"/>
                <a:gd name="connsiteY3" fmla="*/ 62960 h 721423"/>
                <a:gd name="connsiteX4" fmla="*/ 874119 w 3167370"/>
                <a:gd name="connsiteY4" fmla="*/ 0 h 721423"/>
                <a:gd name="connsiteX5" fmla="*/ 3112971 w 3167370"/>
                <a:gd name="connsiteY5" fmla="*/ 0 h 721423"/>
                <a:gd name="connsiteX6" fmla="*/ 3136688 w 3167370"/>
                <a:gd name="connsiteY6" fmla="*/ 62960 h 721423"/>
                <a:gd name="connsiteX7" fmla="*/ 2460032 w 3167370"/>
                <a:gd name="connsiteY7" fmla="*/ 658463 h 721423"/>
                <a:gd name="connsiteX8" fmla="*/ 2293249 w 3167370"/>
                <a:gd name="connsiteY8" fmla="*/ 721423 h 72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70" h="721423">
                  <a:moveTo>
                    <a:pt x="1173871" y="721423"/>
                  </a:moveTo>
                  <a:lnTo>
                    <a:pt x="54398" y="721423"/>
                  </a:lnTo>
                  <a:cubicBezTo>
                    <a:pt x="-9103" y="721423"/>
                    <a:pt x="-17008" y="700440"/>
                    <a:pt x="30680" y="658463"/>
                  </a:cubicBezTo>
                  <a:lnTo>
                    <a:pt x="707337" y="62960"/>
                  </a:lnTo>
                  <a:cubicBezTo>
                    <a:pt x="755028" y="20984"/>
                    <a:pt x="810616" y="0"/>
                    <a:pt x="874119" y="0"/>
                  </a:cubicBezTo>
                  <a:lnTo>
                    <a:pt x="3112971" y="0"/>
                  </a:lnTo>
                  <a:cubicBezTo>
                    <a:pt x="3176474" y="0"/>
                    <a:pt x="3184380" y="20984"/>
                    <a:pt x="3136688" y="62960"/>
                  </a:cubicBezTo>
                  <a:lnTo>
                    <a:pt x="2460032" y="658463"/>
                  </a:lnTo>
                  <a:cubicBezTo>
                    <a:pt x="2412340" y="700440"/>
                    <a:pt x="2356752" y="721423"/>
                    <a:pt x="2293249" y="721423"/>
                  </a:cubicBezTo>
                  <a:close/>
                </a:path>
              </a:pathLst>
            </a:custGeom>
            <a:solidFill>
              <a:srgbClr val="CDEB8B"/>
            </a:solidFill>
            <a:ln w="9525" cap="flat">
              <a:solidFill>
                <a:srgbClr val="36393D"/>
              </a:solidFill>
              <a:prstDash val="solid"/>
              <a:miter/>
            </a:ln>
          </p:spPr>
          <p:txBody>
            <a:bodyPr rtlCol="0" anchor="ctr"/>
            <a:lstStyle/>
            <a:p>
              <a:endParaRPr lang="en-US"/>
            </a:p>
          </p:txBody>
        </p:sp>
        <p:sp>
          <p:nvSpPr>
            <p:cNvPr id="3836" name="Freeform: Shape 3835">
              <a:extLst>
                <a:ext uri="{FF2B5EF4-FFF2-40B4-BE49-F238E27FC236}">
                  <a16:creationId xmlns:a16="http://schemas.microsoft.com/office/drawing/2014/main" id="{FE2E1A0A-CF84-C026-DD66-455BA0BAF1EE}"/>
                </a:ext>
              </a:extLst>
            </p:cNvPr>
            <p:cNvSpPr/>
            <p:nvPr/>
          </p:nvSpPr>
          <p:spPr>
            <a:xfrm>
              <a:off x="4088605" y="5084858"/>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solidFill>
            <a:ln w="9525" cap="flat">
              <a:noFill/>
              <a:prstDash val="solid"/>
              <a:miter/>
            </a:ln>
          </p:spPr>
          <p:txBody>
            <a:bodyPr rtlCol="0" anchor="ctr"/>
            <a:lstStyle/>
            <a:p>
              <a:endParaRPr lang="en-US"/>
            </a:p>
          </p:txBody>
        </p:sp>
        <p:sp>
          <p:nvSpPr>
            <p:cNvPr id="3837" name="Freeform: Shape 3836">
              <a:extLst>
                <a:ext uri="{FF2B5EF4-FFF2-40B4-BE49-F238E27FC236}">
                  <a16:creationId xmlns:a16="http://schemas.microsoft.com/office/drawing/2014/main" id="{689ECF5C-0EC2-D34E-0302-3ADE96E35554}"/>
                </a:ext>
              </a:extLst>
            </p:cNvPr>
            <p:cNvSpPr/>
            <p:nvPr/>
          </p:nvSpPr>
          <p:spPr>
            <a:xfrm>
              <a:off x="4650390" y="5091430"/>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FF9933"/>
              </a:solidFill>
              <a:prstDash val="solid"/>
              <a:miter/>
            </a:ln>
          </p:spPr>
          <p:txBody>
            <a:bodyPr rtlCol="0" anchor="ctr"/>
            <a:lstStyle/>
            <a:p>
              <a:endParaRPr lang="en-US"/>
            </a:p>
          </p:txBody>
        </p:sp>
        <p:sp>
          <p:nvSpPr>
            <p:cNvPr id="3838" name="Freeform: Shape 3837">
              <a:extLst>
                <a:ext uri="{FF2B5EF4-FFF2-40B4-BE49-F238E27FC236}">
                  <a16:creationId xmlns:a16="http://schemas.microsoft.com/office/drawing/2014/main" id="{2CD4000A-322C-52CE-6661-059B78AC25F8}"/>
                </a:ext>
              </a:extLst>
            </p:cNvPr>
            <p:cNvSpPr/>
            <p:nvPr/>
          </p:nvSpPr>
          <p:spPr>
            <a:xfrm>
              <a:off x="4397311" y="5234876"/>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rgbClr val="FFFFFF"/>
              </a:solidFill>
              <a:custDash>
                <a:ds d="675000" sp="675000"/>
              </a:custDash>
              <a:miter/>
            </a:ln>
          </p:spPr>
          <p:txBody>
            <a:bodyPr rtlCol="0" anchor="ctr"/>
            <a:lstStyle/>
            <a:p>
              <a:endParaRPr lang="en-US"/>
            </a:p>
          </p:txBody>
        </p:sp>
        <p:sp>
          <p:nvSpPr>
            <p:cNvPr id="3839" name="Freeform: Shape 3838">
              <a:extLst>
                <a:ext uri="{FF2B5EF4-FFF2-40B4-BE49-F238E27FC236}">
                  <a16:creationId xmlns:a16="http://schemas.microsoft.com/office/drawing/2014/main" id="{112E0CC8-A146-F048-349A-2DF20C6DEBC2}"/>
                </a:ext>
              </a:extLst>
            </p:cNvPr>
            <p:cNvSpPr/>
            <p:nvPr/>
          </p:nvSpPr>
          <p:spPr>
            <a:xfrm>
              <a:off x="4269295" y="5378323"/>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FFFFFF"/>
              </a:solidFill>
              <a:prstDash val="solid"/>
              <a:miter/>
            </a:ln>
          </p:spPr>
          <p:txBody>
            <a:bodyPr rtlCol="0" anchor="ctr"/>
            <a:lstStyle/>
            <a:p>
              <a:endParaRPr lang="en-US"/>
            </a:p>
          </p:txBody>
        </p:sp>
        <p:sp>
          <p:nvSpPr>
            <p:cNvPr id="3840" name="Freeform: Shape 3839">
              <a:extLst>
                <a:ext uri="{FF2B5EF4-FFF2-40B4-BE49-F238E27FC236}">
                  <a16:creationId xmlns:a16="http://schemas.microsoft.com/office/drawing/2014/main" id="{D41378A6-5D7F-38C0-2F4D-36DB717AF8EA}"/>
                </a:ext>
              </a:extLst>
            </p:cNvPr>
            <p:cNvSpPr/>
            <p:nvPr/>
          </p:nvSpPr>
          <p:spPr>
            <a:xfrm>
              <a:off x="5447061" y="5534819"/>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FFFFFF"/>
              </a:solidFill>
              <a:prstDash val="solid"/>
              <a:miter/>
            </a:ln>
          </p:spPr>
          <p:txBody>
            <a:bodyPr rtlCol="0" anchor="ctr"/>
            <a:lstStyle/>
            <a:p>
              <a:endParaRPr lang="en-US"/>
            </a:p>
          </p:txBody>
        </p:sp>
        <p:sp>
          <p:nvSpPr>
            <p:cNvPr id="3841" name="Freeform: Shape 3840">
              <a:extLst>
                <a:ext uri="{FF2B5EF4-FFF2-40B4-BE49-F238E27FC236}">
                  <a16:creationId xmlns:a16="http://schemas.microsoft.com/office/drawing/2014/main" id="{9B41197D-B7D4-D818-1932-94279AA7F1AD}"/>
                </a:ext>
              </a:extLst>
            </p:cNvPr>
            <p:cNvSpPr/>
            <p:nvPr/>
          </p:nvSpPr>
          <p:spPr>
            <a:xfrm>
              <a:off x="5138356" y="5378323"/>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FFFFFF"/>
              </a:solidFill>
              <a:prstDash val="solid"/>
              <a:miter/>
            </a:ln>
          </p:spPr>
          <p:txBody>
            <a:bodyPr rtlCol="0" anchor="ctr"/>
            <a:lstStyle/>
            <a:p>
              <a:endParaRPr lang="en-US"/>
            </a:p>
          </p:txBody>
        </p:sp>
        <p:sp>
          <p:nvSpPr>
            <p:cNvPr id="3842" name="Freeform: Shape 3841">
              <a:extLst>
                <a:ext uri="{FF2B5EF4-FFF2-40B4-BE49-F238E27FC236}">
                  <a16:creationId xmlns:a16="http://schemas.microsoft.com/office/drawing/2014/main" id="{012289E0-BE5A-F640-5461-97EE78D2D026}"/>
                </a:ext>
              </a:extLst>
            </p:cNvPr>
            <p:cNvSpPr/>
            <p:nvPr/>
          </p:nvSpPr>
          <p:spPr>
            <a:xfrm>
              <a:off x="5226462" y="5384800"/>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FFFFFF"/>
              </a:solidFill>
              <a:custDash>
                <a:ds d="675000" sp="675000"/>
              </a:custDash>
              <a:miter/>
            </a:ln>
          </p:spPr>
          <p:txBody>
            <a:bodyPr rtlCol="0" anchor="ctr"/>
            <a:lstStyle/>
            <a:p>
              <a:endParaRPr lang="en-US"/>
            </a:p>
          </p:txBody>
        </p:sp>
        <p:sp>
          <p:nvSpPr>
            <p:cNvPr id="3843" name="Freeform: Shape 3842">
              <a:extLst>
                <a:ext uri="{FF2B5EF4-FFF2-40B4-BE49-F238E27FC236}">
                  <a16:creationId xmlns:a16="http://schemas.microsoft.com/office/drawing/2014/main" id="{5D3FE282-18CA-D882-8BE9-4DA02D85C4A0}"/>
                </a:ext>
              </a:extLst>
            </p:cNvPr>
            <p:cNvSpPr/>
            <p:nvPr/>
          </p:nvSpPr>
          <p:spPr>
            <a:xfrm>
              <a:off x="6025990" y="5384800"/>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FFFF"/>
              </a:solidFill>
              <a:prstDash val="solid"/>
              <a:miter/>
            </a:ln>
          </p:spPr>
          <p:txBody>
            <a:bodyPr rtlCol="0" anchor="ctr"/>
            <a:lstStyle/>
            <a:p>
              <a:endParaRPr lang="en-US"/>
            </a:p>
          </p:txBody>
        </p:sp>
        <p:sp>
          <p:nvSpPr>
            <p:cNvPr id="3844" name="Freeform: Shape 3843">
              <a:extLst>
                <a:ext uri="{FF2B5EF4-FFF2-40B4-BE49-F238E27FC236}">
                  <a16:creationId xmlns:a16="http://schemas.microsoft.com/office/drawing/2014/main" id="{3E28D6E1-EBCB-BC52-DEA2-7E2673D36A88}"/>
                </a:ext>
              </a:extLst>
            </p:cNvPr>
            <p:cNvSpPr/>
            <p:nvPr/>
          </p:nvSpPr>
          <p:spPr>
            <a:xfrm>
              <a:off x="6195821" y="5384990"/>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rgbClr val="FFFFFF"/>
              </a:solidFill>
              <a:prstDash val="solid"/>
              <a:miter/>
            </a:ln>
          </p:spPr>
          <p:txBody>
            <a:bodyPr rtlCol="0" anchor="ctr"/>
            <a:lstStyle/>
            <a:p>
              <a:endParaRPr lang="en-US"/>
            </a:p>
          </p:txBody>
        </p:sp>
        <p:sp>
          <p:nvSpPr>
            <p:cNvPr id="3845" name="Freeform: Shape 3844">
              <a:extLst>
                <a:ext uri="{FF2B5EF4-FFF2-40B4-BE49-F238E27FC236}">
                  <a16:creationId xmlns:a16="http://schemas.microsoft.com/office/drawing/2014/main" id="{2DCA9A8A-ED0F-DC23-B150-047B66ACF7D5}"/>
                </a:ext>
              </a:extLst>
            </p:cNvPr>
            <p:cNvSpPr/>
            <p:nvPr/>
          </p:nvSpPr>
          <p:spPr>
            <a:xfrm>
              <a:off x="6025990" y="5540248"/>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FFFFFF"/>
              </a:solidFill>
              <a:prstDash val="solid"/>
              <a:miter/>
            </a:ln>
          </p:spPr>
          <p:txBody>
            <a:bodyPr rtlCol="0" anchor="ctr"/>
            <a:lstStyle/>
            <a:p>
              <a:endParaRPr lang="en-US"/>
            </a:p>
          </p:txBody>
        </p:sp>
        <p:sp>
          <p:nvSpPr>
            <p:cNvPr id="3846" name="Freeform: Shape 3845">
              <a:extLst>
                <a:ext uri="{FF2B5EF4-FFF2-40B4-BE49-F238E27FC236}">
                  <a16:creationId xmlns:a16="http://schemas.microsoft.com/office/drawing/2014/main" id="{115FCF75-CFD2-6688-4D8D-B0456679800E}"/>
                </a:ext>
              </a:extLst>
            </p:cNvPr>
            <p:cNvSpPr/>
            <p:nvPr/>
          </p:nvSpPr>
          <p:spPr>
            <a:xfrm>
              <a:off x="5817583" y="5302123"/>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47" name="Freeform: Shape 3846">
              <a:extLst>
                <a:ext uri="{FF2B5EF4-FFF2-40B4-BE49-F238E27FC236}">
                  <a16:creationId xmlns:a16="http://schemas.microsoft.com/office/drawing/2014/main" id="{610EC5B4-C15B-7703-6FB5-B665A1F951FD}"/>
                </a:ext>
              </a:extLst>
            </p:cNvPr>
            <p:cNvSpPr/>
            <p:nvPr/>
          </p:nvSpPr>
          <p:spPr>
            <a:xfrm>
              <a:off x="5871019" y="5292598"/>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48" name="Freeform: Shape 3847">
              <a:extLst>
                <a:ext uri="{FF2B5EF4-FFF2-40B4-BE49-F238E27FC236}">
                  <a16:creationId xmlns:a16="http://schemas.microsoft.com/office/drawing/2014/main" id="{D29BB8BE-F4F1-7C78-D10B-0D370FE8A7A8}"/>
                </a:ext>
              </a:extLst>
            </p:cNvPr>
            <p:cNvSpPr/>
            <p:nvPr/>
          </p:nvSpPr>
          <p:spPr>
            <a:xfrm>
              <a:off x="5971031" y="5158010"/>
              <a:ext cx="53340" cy="9525"/>
            </a:xfrm>
            <a:custGeom>
              <a:avLst/>
              <a:gdLst>
                <a:gd name="connsiteX0" fmla="*/ 0 w 53340"/>
                <a:gd name="connsiteY0" fmla="*/ 0 h 9525"/>
                <a:gd name="connsiteX1" fmla="*/ 53340 w 53340"/>
                <a:gd name="connsiteY1" fmla="*/ 0 h 9525"/>
              </a:gdLst>
              <a:ahLst/>
              <a:cxnLst>
                <a:cxn ang="0">
                  <a:pos x="connsiteX0" y="connsiteY0"/>
                </a:cxn>
                <a:cxn ang="0">
                  <a:pos x="connsiteX1" y="connsiteY1"/>
                </a:cxn>
              </a:cxnLst>
              <a:rect l="l" t="t" r="r" b="b"/>
              <a:pathLst>
                <a:path w="53340"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49" name="Freeform: Shape 3848">
              <a:extLst>
                <a:ext uri="{FF2B5EF4-FFF2-40B4-BE49-F238E27FC236}">
                  <a16:creationId xmlns:a16="http://schemas.microsoft.com/office/drawing/2014/main" id="{4470078C-51E0-8294-8DE2-8816DF70FFE6}"/>
                </a:ext>
              </a:extLst>
            </p:cNvPr>
            <p:cNvSpPr/>
            <p:nvPr/>
          </p:nvSpPr>
          <p:spPr>
            <a:xfrm>
              <a:off x="6024371" y="5148485"/>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0" name="Freeform: Shape 3849">
              <a:extLst>
                <a:ext uri="{FF2B5EF4-FFF2-40B4-BE49-F238E27FC236}">
                  <a16:creationId xmlns:a16="http://schemas.microsoft.com/office/drawing/2014/main" id="{21D2F567-8133-78C6-56E8-4292FBD6787B}"/>
                </a:ext>
              </a:extLst>
            </p:cNvPr>
            <p:cNvSpPr/>
            <p:nvPr/>
          </p:nvSpPr>
          <p:spPr>
            <a:xfrm>
              <a:off x="4844033" y="5300885"/>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3851" name="Freeform: Shape 3850">
              <a:extLst>
                <a:ext uri="{FF2B5EF4-FFF2-40B4-BE49-F238E27FC236}">
                  <a16:creationId xmlns:a16="http://schemas.microsoft.com/office/drawing/2014/main" id="{54B020D3-9276-B218-2896-E445507D266C}"/>
                </a:ext>
              </a:extLst>
            </p:cNvPr>
            <p:cNvSpPr/>
            <p:nvPr/>
          </p:nvSpPr>
          <p:spPr>
            <a:xfrm>
              <a:off x="4897468" y="5291360"/>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2" name="Freeform: Shape 3851">
              <a:extLst>
                <a:ext uri="{FF2B5EF4-FFF2-40B4-BE49-F238E27FC236}">
                  <a16:creationId xmlns:a16="http://schemas.microsoft.com/office/drawing/2014/main" id="{80527DCA-1E11-A1C2-8772-D388FA4162D2}"/>
                </a:ext>
              </a:extLst>
            </p:cNvPr>
            <p:cNvSpPr/>
            <p:nvPr/>
          </p:nvSpPr>
          <p:spPr>
            <a:xfrm>
              <a:off x="4974335" y="5156867"/>
              <a:ext cx="53339" cy="9525"/>
            </a:xfrm>
            <a:custGeom>
              <a:avLst/>
              <a:gdLst>
                <a:gd name="connsiteX0" fmla="*/ 0 w 53339"/>
                <a:gd name="connsiteY0" fmla="*/ 0 h 9525"/>
                <a:gd name="connsiteX1" fmla="*/ 53340 w 53339"/>
                <a:gd name="connsiteY1" fmla="*/ 0 h 9525"/>
              </a:gdLst>
              <a:ahLst/>
              <a:cxnLst>
                <a:cxn ang="0">
                  <a:pos x="connsiteX0" y="connsiteY0"/>
                </a:cxn>
                <a:cxn ang="0">
                  <a:pos x="connsiteX1" y="connsiteY1"/>
                </a:cxn>
              </a:cxnLst>
              <a:rect l="l" t="t" r="r" b="b"/>
              <a:pathLst>
                <a:path w="53339"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3853" name="Freeform: Shape 3852">
              <a:extLst>
                <a:ext uri="{FF2B5EF4-FFF2-40B4-BE49-F238E27FC236}">
                  <a16:creationId xmlns:a16="http://schemas.microsoft.com/office/drawing/2014/main" id="{DB20A97D-D470-5BE8-0901-AE2B5627D74A}"/>
                </a:ext>
              </a:extLst>
            </p:cNvPr>
            <p:cNvSpPr/>
            <p:nvPr/>
          </p:nvSpPr>
          <p:spPr>
            <a:xfrm>
              <a:off x="5027675" y="5147342"/>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3854" name="Freeform: Shape 3853">
              <a:extLst>
                <a:ext uri="{FF2B5EF4-FFF2-40B4-BE49-F238E27FC236}">
                  <a16:creationId xmlns:a16="http://schemas.microsoft.com/office/drawing/2014/main" id="{1914CEC7-DA3D-1FB1-CC9F-38F3707EDC72}"/>
                </a:ext>
              </a:extLst>
            </p:cNvPr>
            <p:cNvSpPr/>
            <p:nvPr/>
          </p:nvSpPr>
          <p:spPr>
            <a:xfrm>
              <a:off x="6172675" y="5234876"/>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rgbClr val="FFFFFF"/>
              </a:solidFill>
              <a:prstDash val="solid"/>
              <a:miter/>
            </a:ln>
          </p:spPr>
          <p:txBody>
            <a:bodyPr rtlCol="0" anchor="ctr"/>
            <a:lstStyle/>
            <a:p>
              <a:endParaRPr lang="en-US"/>
            </a:p>
          </p:txBody>
        </p:sp>
        <p:sp>
          <p:nvSpPr>
            <p:cNvPr id="3855" name="Freeform: Shape 3854">
              <a:extLst>
                <a:ext uri="{FF2B5EF4-FFF2-40B4-BE49-F238E27FC236}">
                  <a16:creationId xmlns:a16="http://schemas.microsoft.com/office/drawing/2014/main" id="{DF4031EE-9BDE-9175-6FBB-C1458ABA7526}"/>
                </a:ext>
              </a:extLst>
            </p:cNvPr>
            <p:cNvSpPr/>
            <p:nvPr/>
          </p:nvSpPr>
          <p:spPr>
            <a:xfrm>
              <a:off x="6688749" y="4982666"/>
              <a:ext cx="119424" cy="119419"/>
            </a:xfrm>
            <a:custGeom>
              <a:avLst/>
              <a:gdLst>
                <a:gd name="connsiteX0" fmla="*/ 119424 w 119424"/>
                <a:gd name="connsiteY0" fmla="*/ 59710 h 119419"/>
                <a:gd name="connsiteX1" fmla="*/ 59712 w 119424"/>
                <a:gd name="connsiteY1" fmla="*/ 119419 h 119419"/>
                <a:gd name="connsiteX2" fmla="*/ 0 w 119424"/>
                <a:gd name="connsiteY2" fmla="*/ 59710 h 119419"/>
                <a:gd name="connsiteX3" fmla="*/ 59712 w 119424"/>
                <a:gd name="connsiteY3" fmla="*/ 0 h 119419"/>
                <a:gd name="connsiteX4" fmla="*/ 119424 w 119424"/>
                <a:gd name="connsiteY4" fmla="*/ 59710 h 119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24" h="119419">
                  <a:moveTo>
                    <a:pt x="119424" y="59710"/>
                  </a:moveTo>
                  <a:cubicBezTo>
                    <a:pt x="119424" y="92686"/>
                    <a:pt x="92690" y="119419"/>
                    <a:pt x="59712" y="119419"/>
                  </a:cubicBezTo>
                  <a:cubicBezTo>
                    <a:pt x="26734" y="119419"/>
                    <a:pt x="0" y="92686"/>
                    <a:pt x="0" y="59710"/>
                  </a:cubicBezTo>
                  <a:cubicBezTo>
                    <a:pt x="0" y="26733"/>
                    <a:pt x="26734" y="0"/>
                    <a:pt x="59712" y="0"/>
                  </a:cubicBezTo>
                  <a:cubicBezTo>
                    <a:pt x="92690" y="0"/>
                    <a:pt x="119424" y="26733"/>
                    <a:pt x="119424" y="59710"/>
                  </a:cubicBezTo>
                  <a:close/>
                </a:path>
              </a:pathLst>
            </a:custGeom>
            <a:noFill/>
            <a:ln w="9525" cap="flat">
              <a:solidFill>
                <a:srgbClr val="FF0000"/>
              </a:solidFill>
              <a:prstDash val="solid"/>
              <a:miter/>
            </a:ln>
          </p:spPr>
          <p:txBody>
            <a:bodyPr rtlCol="0" anchor="ctr"/>
            <a:lstStyle/>
            <a:p>
              <a:endParaRPr lang="en-US"/>
            </a:p>
          </p:txBody>
        </p:sp>
        <p:sp>
          <p:nvSpPr>
            <p:cNvPr id="3856" name="TextBox 3855">
              <a:extLst>
                <a:ext uri="{FF2B5EF4-FFF2-40B4-BE49-F238E27FC236}">
                  <a16:creationId xmlns:a16="http://schemas.microsoft.com/office/drawing/2014/main" id="{1611447F-9B5F-FBCC-61B7-962348CED0A6}"/>
                </a:ext>
              </a:extLst>
            </p:cNvPr>
            <p:cNvSpPr txBox="1"/>
            <p:nvPr/>
          </p:nvSpPr>
          <p:spPr>
            <a:xfrm>
              <a:off x="6595109" y="4950936"/>
              <a:ext cx="2971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100</a:t>
              </a:r>
            </a:p>
          </p:txBody>
        </p:sp>
        <p:sp>
          <p:nvSpPr>
            <p:cNvPr id="3857" name="Freeform: Shape 3856">
              <a:extLst>
                <a:ext uri="{FF2B5EF4-FFF2-40B4-BE49-F238E27FC236}">
                  <a16:creationId xmlns:a16="http://schemas.microsoft.com/office/drawing/2014/main" id="{5DBD3958-1FBF-06C3-02E7-C90A01C26292}"/>
                </a:ext>
              </a:extLst>
            </p:cNvPr>
            <p:cNvSpPr/>
            <p:nvPr/>
          </p:nvSpPr>
          <p:spPr>
            <a:xfrm>
              <a:off x="4356734" y="5597398"/>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333333"/>
              </a:solidFill>
              <a:prstDash val="solid"/>
              <a:miter/>
            </a:ln>
          </p:spPr>
          <p:txBody>
            <a:bodyPr rtlCol="0" anchor="ctr"/>
            <a:lstStyle/>
            <a:p>
              <a:endParaRPr lang="en-US"/>
            </a:p>
          </p:txBody>
        </p:sp>
        <p:sp>
          <p:nvSpPr>
            <p:cNvPr id="3858" name="Freeform: Shape 3857">
              <a:extLst>
                <a:ext uri="{FF2B5EF4-FFF2-40B4-BE49-F238E27FC236}">
                  <a16:creationId xmlns:a16="http://schemas.microsoft.com/office/drawing/2014/main" id="{614A49CE-4DC4-F4CA-9804-42841DEEC5AA}"/>
                </a:ext>
              </a:extLst>
            </p:cNvPr>
            <p:cNvSpPr/>
            <p:nvPr/>
          </p:nvSpPr>
          <p:spPr>
            <a:xfrm>
              <a:off x="4891182" y="4997323"/>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333333"/>
              </a:solidFill>
              <a:prstDash val="solid"/>
              <a:miter/>
            </a:ln>
          </p:spPr>
          <p:txBody>
            <a:bodyPr rtlCol="0" anchor="ctr"/>
            <a:lstStyle/>
            <a:p>
              <a:endParaRPr lang="en-US"/>
            </a:p>
          </p:txBody>
        </p:sp>
        <p:sp>
          <p:nvSpPr>
            <p:cNvPr id="3859" name="Freeform: Shape 3858">
              <a:extLst>
                <a:ext uri="{FF2B5EF4-FFF2-40B4-BE49-F238E27FC236}">
                  <a16:creationId xmlns:a16="http://schemas.microsoft.com/office/drawing/2014/main" id="{97817D49-12D0-281A-7E4B-7E73F3569721}"/>
                </a:ext>
              </a:extLst>
            </p:cNvPr>
            <p:cNvSpPr/>
            <p:nvPr/>
          </p:nvSpPr>
          <p:spPr>
            <a:xfrm>
              <a:off x="4832413" y="5509006"/>
              <a:ext cx="332517" cy="300037"/>
            </a:xfrm>
            <a:custGeom>
              <a:avLst/>
              <a:gdLst>
                <a:gd name="connsiteX0" fmla="*/ 0 w 332517"/>
                <a:gd name="connsiteY0" fmla="*/ 0 h 300037"/>
                <a:gd name="connsiteX1" fmla="*/ 332518 w 332517"/>
                <a:gd name="connsiteY1" fmla="*/ 0 h 300037"/>
                <a:gd name="connsiteX2" fmla="*/ 332518 w 332517"/>
                <a:gd name="connsiteY2" fmla="*/ 300038 h 300037"/>
                <a:gd name="connsiteX3" fmla="*/ 0 w 332517"/>
                <a:gd name="connsiteY3" fmla="*/ 300038 h 300037"/>
              </a:gdLst>
              <a:ahLst/>
              <a:cxnLst>
                <a:cxn ang="0">
                  <a:pos x="connsiteX0" y="connsiteY0"/>
                </a:cxn>
                <a:cxn ang="0">
                  <a:pos x="connsiteX1" y="connsiteY1"/>
                </a:cxn>
                <a:cxn ang="0">
                  <a:pos x="connsiteX2" y="connsiteY2"/>
                </a:cxn>
                <a:cxn ang="0">
                  <a:pos x="connsiteX3" y="connsiteY3"/>
                </a:cxn>
              </a:cxnLst>
              <a:rect l="l" t="t" r="r" b="b"/>
              <a:pathLst>
                <a:path w="332517" h="300037">
                  <a:moveTo>
                    <a:pt x="0" y="0"/>
                  </a:moveTo>
                  <a:lnTo>
                    <a:pt x="332518" y="0"/>
                  </a:lnTo>
                  <a:lnTo>
                    <a:pt x="332518" y="300038"/>
                  </a:lnTo>
                  <a:lnTo>
                    <a:pt x="0" y="300038"/>
                  </a:lnTo>
                  <a:close/>
                </a:path>
              </a:pathLst>
            </a:custGeom>
            <a:noFill/>
            <a:ln w="9525" cap="flat">
              <a:noFill/>
              <a:prstDash val="solid"/>
              <a:miter/>
            </a:ln>
          </p:spPr>
          <p:txBody>
            <a:bodyPr rtlCol="0" anchor="ctr"/>
            <a:lstStyle/>
            <a:p>
              <a:endParaRPr lang="en-US"/>
            </a:p>
          </p:txBody>
        </p:sp>
        <p:sp>
          <p:nvSpPr>
            <p:cNvPr id="3860" name="TextBox 3859">
              <a:extLst>
                <a:ext uri="{FF2B5EF4-FFF2-40B4-BE49-F238E27FC236}">
                  <a16:creationId xmlns:a16="http://schemas.microsoft.com/office/drawing/2014/main" id="{940293C2-6C9A-4930-0A28-DE2725CEA955}"/>
                </a:ext>
              </a:extLst>
            </p:cNvPr>
            <p:cNvSpPr txBox="1"/>
            <p:nvPr/>
          </p:nvSpPr>
          <p:spPr>
            <a:xfrm>
              <a:off x="4755260" y="5525198"/>
              <a:ext cx="478155" cy="196215"/>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3861" name="Freeform: Shape 3860">
              <a:extLst>
                <a:ext uri="{FF2B5EF4-FFF2-40B4-BE49-F238E27FC236}">
                  <a16:creationId xmlns:a16="http://schemas.microsoft.com/office/drawing/2014/main" id="{D6A16668-EC27-95A3-4FEC-BD557F91D2E9}"/>
                </a:ext>
              </a:extLst>
            </p:cNvPr>
            <p:cNvSpPr/>
            <p:nvPr/>
          </p:nvSpPr>
          <p:spPr>
            <a:xfrm>
              <a:off x="6110239" y="5564003"/>
              <a:ext cx="123729" cy="123749"/>
            </a:xfrm>
            <a:custGeom>
              <a:avLst/>
              <a:gdLst>
                <a:gd name="connsiteX0" fmla="*/ 123730 w 123729"/>
                <a:gd name="connsiteY0" fmla="*/ 61875 h 123749"/>
                <a:gd name="connsiteX1" fmla="*/ 61865 w 123729"/>
                <a:gd name="connsiteY1" fmla="*/ 123750 h 123749"/>
                <a:gd name="connsiteX2" fmla="*/ 0 w 123729"/>
                <a:gd name="connsiteY2" fmla="*/ 61875 h 123749"/>
                <a:gd name="connsiteX3" fmla="*/ 61865 w 123729"/>
                <a:gd name="connsiteY3" fmla="*/ 0 h 123749"/>
                <a:gd name="connsiteX4" fmla="*/ 123730 w 123729"/>
                <a:gd name="connsiteY4" fmla="*/ 61875 h 12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9" h="123749">
                  <a:moveTo>
                    <a:pt x="123730" y="61875"/>
                  </a:moveTo>
                  <a:cubicBezTo>
                    <a:pt x="123730" y="96047"/>
                    <a:pt x="96032" y="123750"/>
                    <a:pt x="61865" y="123750"/>
                  </a:cubicBezTo>
                  <a:cubicBezTo>
                    <a:pt x="27698" y="123750"/>
                    <a:pt x="0" y="96047"/>
                    <a:pt x="0" y="61875"/>
                  </a:cubicBezTo>
                  <a:cubicBezTo>
                    <a:pt x="0" y="27702"/>
                    <a:pt x="27698" y="0"/>
                    <a:pt x="61865" y="0"/>
                  </a:cubicBezTo>
                  <a:cubicBezTo>
                    <a:pt x="96032" y="0"/>
                    <a:pt x="123730" y="27702"/>
                    <a:pt x="123730" y="61875"/>
                  </a:cubicBezTo>
                  <a:close/>
                </a:path>
              </a:pathLst>
            </a:custGeom>
            <a:noFill/>
            <a:ln w="9525" cap="flat">
              <a:solidFill>
                <a:srgbClr val="FF0000"/>
              </a:solidFill>
              <a:prstDash val="solid"/>
              <a:miter/>
            </a:ln>
          </p:spPr>
          <p:txBody>
            <a:bodyPr rtlCol="0" anchor="ctr"/>
            <a:lstStyle/>
            <a:p>
              <a:endParaRPr lang="en-US"/>
            </a:p>
          </p:txBody>
        </p:sp>
        <p:sp>
          <p:nvSpPr>
            <p:cNvPr id="3862" name="TextBox 3861">
              <a:extLst>
                <a:ext uri="{FF2B5EF4-FFF2-40B4-BE49-F238E27FC236}">
                  <a16:creationId xmlns:a16="http://schemas.microsoft.com/office/drawing/2014/main" id="{87CFFAF9-2D27-1243-DE78-547E7D537EC3}"/>
                </a:ext>
              </a:extLst>
            </p:cNvPr>
            <p:cNvSpPr txBox="1"/>
            <p:nvPr/>
          </p:nvSpPr>
          <p:spPr>
            <a:xfrm>
              <a:off x="6033134" y="5541486"/>
              <a:ext cx="2590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60</a:t>
              </a:r>
            </a:p>
          </p:txBody>
        </p:sp>
      </p:grpSp>
      <p:sp>
        <p:nvSpPr>
          <p:cNvPr id="3866" name="Freeform: Shape 3865">
            <a:extLst>
              <a:ext uri="{FF2B5EF4-FFF2-40B4-BE49-F238E27FC236}">
                <a16:creationId xmlns:a16="http://schemas.microsoft.com/office/drawing/2014/main" id="{874352D6-65F9-E640-5B78-56A06FA0D195}"/>
              </a:ext>
            </a:extLst>
          </p:cNvPr>
          <p:cNvSpPr/>
          <p:nvPr/>
        </p:nvSpPr>
        <p:spPr>
          <a:xfrm>
            <a:off x="8418956" y="4623674"/>
            <a:ext cx="367569" cy="324612"/>
          </a:xfrm>
          <a:custGeom>
            <a:avLst/>
            <a:gdLst>
              <a:gd name="connsiteX0" fmla="*/ 0 w 367569"/>
              <a:gd name="connsiteY0" fmla="*/ 324612 h 324612"/>
              <a:gd name="connsiteX1" fmla="*/ 367570 w 367569"/>
              <a:gd name="connsiteY1" fmla="*/ 0 h 324612"/>
            </a:gdLst>
            <a:ahLst/>
            <a:cxnLst>
              <a:cxn ang="0">
                <a:pos x="connsiteX0" y="connsiteY0"/>
              </a:cxn>
              <a:cxn ang="0">
                <a:pos x="connsiteX1" y="connsiteY1"/>
              </a:cxn>
            </a:cxnLst>
            <a:rect l="l" t="t" r="r" b="b"/>
            <a:pathLst>
              <a:path w="367569" h="324612">
                <a:moveTo>
                  <a:pt x="0" y="324612"/>
                </a:moveTo>
                <a:lnTo>
                  <a:pt x="367570" y="0"/>
                </a:lnTo>
              </a:path>
            </a:pathLst>
          </a:custGeom>
          <a:noFill/>
          <a:ln w="9525" cap="flat">
            <a:solidFill>
              <a:srgbClr val="666666"/>
            </a:solidFill>
            <a:prstDash val="sysDot"/>
            <a:miter/>
          </a:ln>
        </p:spPr>
        <p:txBody>
          <a:bodyPr rtlCol="0" anchor="ctr"/>
          <a:lstStyle/>
          <a:p>
            <a:endParaRPr lang="en-US"/>
          </a:p>
        </p:txBody>
      </p:sp>
      <p:sp>
        <p:nvSpPr>
          <p:cNvPr id="3867" name="Freeform: Shape 3866">
            <a:extLst>
              <a:ext uri="{FF2B5EF4-FFF2-40B4-BE49-F238E27FC236}">
                <a16:creationId xmlns:a16="http://schemas.microsoft.com/office/drawing/2014/main" id="{232B47B2-A757-6D1D-FBEC-C4D3A03ABFAA}"/>
              </a:ext>
            </a:extLst>
          </p:cNvPr>
          <p:cNvSpPr/>
          <p:nvPr/>
        </p:nvSpPr>
        <p:spPr>
          <a:xfrm>
            <a:off x="7166704" y="4622436"/>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868" name="Freeform: Shape 3867">
            <a:extLst>
              <a:ext uri="{FF2B5EF4-FFF2-40B4-BE49-F238E27FC236}">
                <a16:creationId xmlns:a16="http://schemas.microsoft.com/office/drawing/2014/main" id="{62169292-A96B-448B-DBCC-3697AE7EC28D}"/>
              </a:ext>
            </a:extLst>
          </p:cNvPr>
          <p:cNvSpPr/>
          <p:nvPr/>
        </p:nvSpPr>
        <p:spPr>
          <a:xfrm>
            <a:off x="7044880" y="4733688"/>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869" name="Freeform: Shape 3868">
            <a:extLst>
              <a:ext uri="{FF2B5EF4-FFF2-40B4-BE49-F238E27FC236}">
                <a16:creationId xmlns:a16="http://schemas.microsoft.com/office/drawing/2014/main" id="{85E0287D-0534-085D-0390-63301627C7B1}"/>
              </a:ext>
            </a:extLst>
          </p:cNvPr>
          <p:cNvSpPr/>
          <p:nvPr/>
        </p:nvSpPr>
        <p:spPr>
          <a:xfrm>
            <a:off x="6885145" y="4843702"/>
            <a:ext cx="881633" cy="9525"/>
          </a:xfrm>
          <a:custGeom>
            <a:avLst/>
            <a:gdLst>
              <a:gd name="connsiteX0" fmla="*/ 0 w 881633"/>
              <a:gd name="connsiteY0" fmla="*/ 0 h 9525"/>
              <a:gd name="connsiteX1" fmla="*/ 881634 w 881633"/>
              <a:gd name="connsiteY1" fmla="*/ 0 h 9525"/>
            </a:gdLst>
            <a:ahLst/>
            <a:cxnLst>
              <a:cxn ang="0">
                <a:pos x="connsiteX0" y="connsiteY0"/>
              </a:cxn>
              <a:cxn ang="0">
                <a:pos x="connsiteX1" y="connsiteY1"/>
              </a:cxn>
            </a:cxnLst>
            <a:rect l="l" t="t" r="r" b="b"/>
            <a:pathLst>
              <a:path w="881633" h="9525">
                <a:moveTo>
                  <a:pt x="0" y="0"/>
                </a:moveTo>
                <a:lnTo>
                  <a:pt x="881634" y="0"/>
                </a:lnTo>
              </a:path>
            </a:pathLst>
          </a:custGeom>
          <a:noFill/>
          <a:ln w="19050" cap="flat">
            <a:solidFill>
              <a:srgbClr val="0000FF"/>
            </a:solidFill>
            <a:prstDash val="sysDot"/>
            <a:miter/>
          </a:ln>
        </p:spPr>
        <p:txBody>
          <a:bodyPr rtlCol="0" anchor="ctr"/>
          <a:lstStyle/>
          <a:p>
            <a:endParaRPr lang="en-US"/>
          </a:p>
        </p:txBody>
      </p:sp>
      <p:sp>
        <p:nvSpPr>
          <p:cNvPr id="3870" name="Freeform: Shape 3869">
            <a:extLst>
              <a:ext uri="{FF2B5EF4-FFF2-40B4-BE49-F238E27FC236}">
                <a16:creationId xmlns:a16="http://schemas.microsoft.com/office/drawing/2014/main" id="{759A971B-465E-04A5-F4AE-5B0C2577B7C8}"/>
              </a:ext>
            </a:extLst>
          </p:cNvPr>
          <p:cNvSpPr/>
          <p:nvPr/>
        </p:nvSpPr>
        <p:spPr>
          <a:xfrm>
            <a:off x="8069674" y="4623770"/>
            <a:ext cx="702563" cy="9525"/>
          </a:xfrm>
          <a:custGeom>
            <a:avLst/>
            <a:gdLst>
              <a:gd name="connsiteX0" fmla="*/ 0 w 702563"/>
              <a:gd name="connsiteY0" fmla="*/ 0 h 9525"/>
              <a:gd name="connsiteX1" fmla="*/ 702564 w 702563"/>
              <a:gd name="connsiteY1" fmla="*/ 0 h 9525"/>
            </a:gdLst>
            <a:ahLst/>
            <a:cxnLst>
              <a:cxn ang="0">
                <a:pos x="connsiteX0" y="connsiteY0"/>
              </a:cxn>
              <a:cxn ang="0">
                <a:pos x="connsiteX1" y="connsiteY1"/>
              </a:cxn>
            </a:cxnLst>
            <a:rect l="l" t="t" r="r" b="b"/>
            <a:pathLst>
              <a:path w="702563" h="9525">
                <a:moveTo>
                  <a:pt x="0" y="0"/>
                </a:moveTo>
                <a:lnTo>
                  <a:pt x="702564" y="0"/>
                </a:lnTo>
              </a:path>
            </a:pathLst>
          </a:custGeom>
          <a:noFill/>
          <a:ln w="19050" cap="flat">
            <a:solidFill>
              <a:srgbClr val="0000FF"/>
            </a:solidFill>
            <a:prstDash val="sysDot"/>
            <a:miter/>
          </a:ln>
        </p:spPr>
        <p:txBody>
          <a:bodyPr rtlCol="0" anchor="ctr"/>
          <a:lstStyle/>
          <a:p>
            <a:endParaRPr lang="en-US"/>
          </a:p>
        </p:txBody>
      </p:sp>
      <p:sp>
        <p:nvSpPr>
          <p:cNvPr id="3871" name="Freeform: Shape 3870">
            <a:extLst>
              <a:ext uri="{FF2B5EF4-FFF2-40B4-BE49-F238E27FC236}">
                <a16:creationId xmlns:a16="http://schemas.microsoft.com/office/drawing/2014/main" id="{F774E500-7833-3992-9E73-272A01985561}"/>
              </a:ext>
            </a:extLst>
          </p:cNvPr>
          <p:cNvSpPr/>
          <p:nvPr/>
        </p:nvSpPr>
        <p:spPr>
          <a:xfrm>
            <a:off x="7947849" y="4735021"/>
            <a:ext cx="709707" cy="9525"/>
          </a:xfrm>
          <a:custGeom>
            <a:avLst/>
            <a:gdLst>
              <a:gd name="connsiteX0" fmla="*/ 0 w 709707"/>
              <a:gd name="connsiteY0" fmla="*/ 0 h 9525"/>
              <a:gd name="connsiteX1" fmla="*/ 709708 w 709707"/>
              <a:gd name="connsiteY1" fmla="*/ 0 h 9525"/>
            </a:gdLst>
            <a:ahLst/>
            <a:cxnLst>
              <a:cxn ang="0">
                <a:pos x="connsiteX0" y="connsiteY0"/>
              </a:cxn>
              <a:cxn ang="0">
                <a:pos x="connsiteX1" y="connsiteY1"/>
              </a:cxn>
            </a:cxnLst>
            <a:rect l="l" t="t" r="r" b="b"/>
            <a:pathLst>
              <a:path w="709707" h="9525">
                <a:moveTo>
                  <a:pt x="0" y="0"/>
                </a:moveTo>
                <a:lnTo>
                  <a:pt x="709708" y="0"/>
                </a:lnTo>
              </a:path>
            </a:pathLst>
          </a:custGeom>
          <a:noFill/>
          <a:ln w="19050" cap="flat">
            <a:solidFill>
              <a:srgbClr val="0000FF"/>
            </a:solidFill>
            <a:prstDash val="sysDot"/>
            <a:miter/>
          </a:ln>
        </p:spPr>
        <p:txBody>
          <a:bodyPr rtlCol="0" anchor="ctr"/>
          <a:lstStyle/>
          <a:p>
            <a:endParaRPr lang="en-US"/>
          </a:p>
        </p:txBody>
      </p:sp>
      <p:sp>
        <p:nvSpPr>
          <p:cNvPr id="3872" name="Freeform: Shape 3871">
            <a:extLst>
              <a:ext uri="{FF2B5EF4-FFF2-40B4-BE49-F238E27FC236}">
                <a16:creationId xmlns:a16="http://schemas.microsoft.com/office/drawing/2014/main" id="{E144636B-994D-2BCE-65DE-539EF0C88549}"/>
              </a:ext>
            </a:extLst>
          </p:cNvPr>
          <p:cNvSpPr/>
          <p:nvPr/>
        </p:nvSpPr>
        <p:spPr>
          <a:xfrm>
            <a:off x="7788210" y="4845035"/>
            <a:ext cx="740283" cy="9525"/>
          </a:xfrm>
          <a:custGeom>
            <a:avLst/>
            <a:gdLst>
              <a:gd name="connsiteX0" fmla="*/ 0 w 740283"/>
              <a:gd name="connsiteY0" fmla="*/ 0 h 9525"/>
              <a:gd name="connsiteX1" fmla="*/ 740283 w 740283"/>
              <a:gd name="connsiteY1" fmla="*/ 0 h 9525"/>
            </a:gdLst>
            <a:ahLst/>
            <a:cxnLst>
              <a:cxn ang="0">
                <a:pos x="connsiteX0" y="connsiteY0"/>
              </a:cxn>
              <a:cxn ang="0">
                <a:pos x="connsiteX1" y="connsiteY1"/>
              </a:cxn>
            </a:cxnLst>
            <a:rect l="l" t="t" r="r" b="b"/>
            <a:pathLst>
              <a:path w="740283" h="9525">
                <a:moveTo>
                  <a:pt x="0" y="0"/>
                </a:moveTo>
                <a:lnTo>
                  <a:pt x="740283" y="0"/>
                </a:lnTo>
              </a:path>
            </a:pathLst>
          </a:custGeom>
          <a:noFill/>
          <a:ln w="19050" cap="flat">
            <a:solidFill>
              <a:srgbClr val="0000FF"/>
            </a:solidFill>
            <a:prstDash val="sysDot"/>
            <a:miter/>
          </a:ln>
        </p:spPr>
        <p:txBody>
          <a:bodyPr rtlCol="0" anchor="ctr"/>
          <a:lstStyle/>
          <a:p>
            <a:endParaRPr lang="en-US"/>
          </a:p>
        </p:txBody>
      </p:sp>
      <p:sp>
        <p:nvSpPr>
          <p:cNvPr id="3873" name="Freeform: Shape 3872">
            <a:extLst>
              <a:ext uri="{FF2B5EF4-FFF2-40B4-BE49-F238E27FC236}">
                <a16:creationId xmlns:a16="http://schemas.microsoft.com/office/drawing/2014/main" id="{89204410-4EDB-574B-35AC-01AEC53B1B3C}"/>
              </a:ext>
            </a:extLst>
          </p:cNvPr>
          <p:cNvSpPr/>
          <p:nvPr/>
        </p:nvSpPr>
        <p:spPr>
          <a:xfrm>
            <a:off x="8011572" y="4952763"/>
            <a:ext cx="537495" cy="3905"/>
          </a:xfrm>
          <a:custGeom>
            <a:avLst/>
            <a:gdLst>
              <a:gd name="connsiteX0" fmla="*/ 0 w 537495"/>
              <a:gd name="connsiteY0" fmla="*/ 0 h 3905"/>
              <a:gd name="connsiteX1" fmla="*/ 537496 w 537495"/>
              <a:gd name="connsiteY1" fmla="*/ 3905 h 3905"/>
            </a:gdLst>
            <a:ahLst/>
            <a:cxnLst>
              <a:cxn ang="0">
                <a:pos x="connsiteX0" y="connsiteY0"/>
              </a:cxn>
              <a:cxn ang="0">
                <a:pos x="connsiteX1" y="connsiteY1"/>
              </a:cxn>
            </a:cxnLst>
            <a:rect l="l" t="t" r="r" b="b"/>
            <a:pathLst>
              <a:path w="537495" h="3905">
                <a:moveTo>
                  <a:pt x="0" y="0"/>
                </a:moveTo>
                <a:lnTo>
                  <a:pt x="537496" y="3905"/>
                </a:lnTo>
              </a:path>
            </a:pathLst>
          </a:custGeom>
          <a:noFill/>
          <a:ln w="19050" cap="flat">
            <a:solidFill>
              <a:srgbClr val="0000FF"/>
            </a:solidFill>
            <a:prstDash val="sysDot"/>
            <a:miter/>
          </a:ln>
        </p:spPr>
        <p:txBody>
          <a:bodyPr rtlCol="0" anchor="ctr"/>
          <a:lstStyle/>
          <a:p>
            <a:endParaRPr lang="en-US"/>
          </a:p>
        </p:txBody>
      </p:sp>
      <p:sp>
        <p:nvSpPr>
          <p:cNvPr id="3874" name="Freeform: Shape 3873">
            <a:extLst>
              <a:ext uri="{FF2B5EF4-FFF2-40B4-BE49-F238E27FC236}">
                <a16:creationId xmlns:a16="http://schemas.microsoft.com/office/drawing/2014/main" id="{9434255B-0C71-6145-C4E9-5B8AA1FB16E2}"/>
              </a:ext>
            </a:extLst>
          </p:cNvPr>
          <p:cNvSpPr/>
          <p:nvPr/>
        </p:nvSpPr>
        <p:spPr>
          <a:xfrm>
            <a:off x="7724869" y="4837987"/>
            <a:ext cx="293846" cy="114766"/>
          </a:xfrm>
          <a:custGeom>
            <a:avLst/>
            <a:gdLst>
              <a:gd name="connsiteX0" fmla="*/ 0 w 293846"/>
              <a:gd name="connsiteY0" fmla="*/ 0 h 114766"/>
              <a:gd name="connsiteX1" fmla="*/ 132588 w 293846"/>
              <a:gd name="connsiteY1" fmla="*/ 59341 h 114766"/>
              <a:gd name="connsiteX2" fmla="*/ 293846 w 293846"/>
              <a:gd name="connsiteY2" fmla="*/ 114491 h 114766"/>
            </a:gdLst>
            <a:ahLst/>
            <a:cxnLst>
              <a:cxn ang="0">
                <a:pos x="connsiteX0" y="connsiteY0"/>
              </a:cxn>
              <a:cxn ang="0">
                <a:pos x="connsiteX1" y="connsiteY1"/>
              </a:cxn>
              <a:cxn ang="0">
                <a:pos x="connsiteX2" y="connsiteY2"/>
              </a:cxn>
            </a:cxnLst>
            <a:rect l="l" t="t" r="r" b="b"/>
            <a:pathLst>
              <a:path w="293846" h="114766">
                <a:moveTo>
                  <a:pt x="0" y="0"/>
                </a:moveTo>
                <a:cubicBezTo>
                  <a:pt x="52511" y="0"/>
                  <a:pt x="96707" y="19784"/>
                  <a:pt x="132588" y="59341"/>
                </a:cubicBezTo>
                <a:cubicBezTo>
                  <a:pt x="168402" y="98898"/>
                  <a:pt x="222152" y="117281"/>
                  <a:pt x="293846" y="114491"/>
                </a:cubicBezTo>
              </a:path>
            </a:pathLst>
          </a:custGeom>
          <a:noFill/>
          <a:ln w="19050" cap="flat">
            <a:solidFill>
              <a:srgbClr val="0000FF"/>
            </a:solidFill>
            <a:prstDash val="sysDot"/>
            <a:miter/>
          </a:ln>
        </p:spPr>
        <p:txBody>
          <a:bodyPr rtlCol="0" anchor="ctr"/>
          <a:lstStyle/>
          <a:p>
            <a:endParaRPr lang="en-US"/>
          </a:p>
        </p:txBody>
      </p:sp>
      <p:sp>
        <p:nvSpPr>
          <p:cNvPr id="3875" name="Freeform: Shape 3874">
            <a:extLst>
              <a:ext uri="{FF2B5EF4-FFF2-40B4-BE49-F238E27FC236}">
                <a16:creationId xmlns:a16="http://schemas.microsoft.com/office/drawing/2014/main" id="{9A9FF775-3FE9-ACCE-010C-E43F3ABF32CD}"/>
              </a:ext>
            </a:extLst>
          </p:cNvPr>
          <p:cNvSpPr/>
          <p:nvPr/>
        </p:nvSpPr>
        <p:spPr>
          <a:xfrm>
            <a:off x="8541924" y="4842749"/>
            <a:ext cx="752570" cy="9525"/>
          </a:xfrm>
          <a:custGeom>
            <a:avLst/>
            <a:gdLst>
              <a:gd name="connsiteX0" fmla="*/ 0 w 752570"/>
              <a:gd name="connsiteY0" fmla="*/ 0 h 9525"/>
              <a:gd name="connsiteX1" fmla="*/ 752570 w 752570"/>
              <a:gd name="connsiteY1" fmla="*/ 0 h 9525"/>
            </a:gdLst>
            <a:ahLst/>
            <a:cxnLst>
              <a:cxn ang="0">
                <a:pos x="connsiteX0" y="connsiteY0"/>
              </a:cxn>
              <a:cxn ang="0">
                <a:pos x="connsiteX1" y="connsiteY1"/>
              </a:cxn>
            </a:cxnLst>
            <a:rect l="l" t="t" r="r" b="b"/>
            <a:pathLst>
              <a:path w="752570" h="9525">
                <a:moveTo>
                  <a:pt x="0" y="0"/>
                </a:moveTo>
                <a:lnTo>
                  <a:pt x="752570" y="0"/>
                </a:lnTo>
              </a:path>
            </a:pathLst>
          </a:custGeom>
          <a:noFill/>
          <a:ln w="19050" cap="flat">
            <a:solidFill>
              <a:srgbClr val="0000FF"/>
            </a:solidFill>
            <a:prstDash val="sysDot"/>
            <a:miter/>
          </a:ln>
        </p:spPr>
        <p:txBody>
          <a:bodyPr rtlCol="0" anchor="ctr"/>
          <a:lstStyle/>
          <a:p>
            <a:endParaRPr lang="en-US"/>
          </a:p>
        </p:txBody>
      </p:sp>
      <p:sp>
        <p:nvSpPr>
          <p:cNvPr id="3876" name="Freeform: Shape 3875">
            <a:extLst>
              <a:ext uri="{FF2B5EF4-FFF2-40B4-BE49-F238E27FC236}">
                <a16:creationId xmlns:a16="http://schemas.microsoft.com/office/drawing/2014/main" id="{8D3384C9-3ABE-3E80-56A4-A5E5F9465D9B}"/>
              </a:ext>
            </a:extLst>
          </p:cNvPr>
          <p:cNvSpPr/>
          <p:nvPr/>
        </p:nvSpPr>
        <p:spPr>
          <a:xfrm>
            <a:off x="8699658" y="4842940"/>
            <a:ext cx="543020" cy="29908"/>
          </a:xfrm>
          <a:custGeom>
            <a:avLst/>
            <a:gdLst>
              <a:gd name="connsiteX0" fmla="*/ 0 w 543020"/>
              <a:gd name="connsiteY0" fmla="*/ 0 h 29908"/>
              <a:gd name="connsiteX1" fmla="*/ 543020 w 543020"/>
              <a:gd name="connsiteY1" fmla="*/ 29908 h 29908"/>
            </a:gdLst>
            <a:ahLst/>
            <a:cxnLst>
              <a:cxn ang="0">
                <a:pos x="connsiteX0" y="connsiteY0"/>
              </a:cxn>
              <a:cxn ang="0">
                <a:pos x="connsiteX1" y="connsiteY1"/>
              </a:cxn>
            </a:cxnLst>
            <a:rect l="l" t="t" r="r" b="b"/>
            <a:pathLst>
              <a:path w="543020" h="29908">
                <a:moveTo>
                  <a:pt x="0" y="0"/>
                </a:moveTo>
                <a:lnTo>
                  <a:pt x="543020" y="29908"/>
                </a:lnTo>
              </a:path>
            </a:pathLst>
          </a:custGeom>
          <a:noFill/>
          <a:ln w="19050" cap="flat">
            <a:solidFill>
              <a:srgbClr val="0000FF"/>
            </a:solidFill>
            <a:prstDash val="sysDot"/>
            <a:miter/>
          </a:ln>
        </p:spPr>
        <p:txBody>
          <a:bodyPr rtlCol="0" anchor="ctr"/>
          <a:lstStyle/>
          <a:p>
            <a:endParaRPr lang="en-US"/>
          </a:p>
        </p:txBody>
      </p:sp>
      <p:sp>
        <p:nvSpPr>
          <p:cNvPr id="3877" name="Freeform: Shape 3876">
            <a:extLst>
              <a:ext uri="{FF2B5EF4-FFF2-40B4-BE49-F238E27FC236}">
                <a16:creationId xmlns:a16="http://schemas.microsoft.com/office/drawing/2014/main" id="{D719E448-72B0-498A-B52C-46BE4F1A2E60}"/>
              </a:ext>
            </a:extLst>
          </p:cNvPr>
          <p:cNvSpPr/>
          <p:nvPr/>
        </p:nvSpPr>
        <p:spPr>
          <a:xfrm>
            <a:off x="8541924" y="4956668"/>
            <a:ext cx="581882" cy="25431"/>
          </a:xfrm>
          <a:custGeom>
            <a:avLst/>
            <a:gdLst>
              <a:gd name="connsiteX0" fmla="*/ 0 w 581882"/>
              <a:gd name="connsiteY0" fmla="*/ 0 h 25431"/>
              <a:gd name="connsiteX1" fmla="*/ 581882 w 581882"/>
              <a:gd name="connsiteY1" fmla="*/ 25432 h 25431"/>
            </a:gdLst>
            <a:ahLst/>
            <a:cxnLst>
              <a:cxn ang="0">
                <a:pos x="connsiteX0" y="connsiteY0"/>
              </a:cxn>
              <a:cxn ang="0">
                <a:pos x="connsiteX1" y="connsiteY1"/>
              </a:cxn>
            </a:cxnLst>
            <a:rect l="l" t="t" r="r" b="b"/>
            <a:pathLst>
              <a:path w="581882" h="25431">
                <a:moveTo>
                  <a:pt x="0" y="0"/>
                </a:moveTo>
                <a:lnTo>
                  <a:pt x="581882" y="25432"/>
                </a:lnTo>
              </a:path>
            </a:pathLst>
          </a:custGeom>
          <a:noFill/>
          <a:ln w="19050" cap="flat">
            <a:solidFill>
              <a:srgbClr val="0000FF"/>
            </a:solidFill>
            <a:prstDash val="sysDot"/>
            <a:miter/>
          </a:ln>
        </p:spPr>
        <p:txBody>
          <a:bodyPr rtlCol="0" anchor="ctr"/>
          <a:lstStyle/>
          <a:p>
            <a:endParaRPr lang="en-US"/>
          </a:p>
        </p:txBody>
      </p:sp>
      <p:sp>
        <p:nvSpPr>
          <p:cNvPr id="3878" name="Freeform: Shape 3877">
            <a:extLst>
              <a:ext uri="{FF2B5EF4-FFF2-40B4-BE49-F238E27FC236}">
                <a16:creationId xmlns:a16="http://schemas.microsoft.com/office/drawing/2014/main" id="{1FAF8C1E-9A4B-9CFA-D7F3-EB97AB9BD4F8}"/>
              </a:ext>
            </a:extLst>
          </p:cNvPr>
          <p:cNvSpPr/>
          <p:nvPr/>
        </p:nvSpPr>
        <p:spPr>
          <a:xfrm>
            <a:off x="8678131" y="4732831"/>
            <a:ext cx="738282" cy="9525"/>
          </a:xfrm>
          <a:custGeom>
            <a:avLst/>
            <a:gdLst>
              <a:gd name="connsiteX0" fmla="*/ 0 w 738282"/>
              <a:gd name="connsiteY0" fmla="*/ 0 h 9525"/>
              <a:gd name="connsiteX1" fmla="*/ 738283 w 738282"/>
              <a:gd name="connsiteY1" fmla="*/ 0 h 9525"/>
            </a:gdLst>
            <a:ahLst/>
            <a:cxnLst>
              <a:cxn ang="0">
                <a:pos x="connsiteX0" y="connsiteY0"/>
              </a:cxn>
              <a:cxn ang="0">
                <a:pos x="connsiteX1" y="connsiteY1"/>
              </a:cxn>
            </a:cxnLst>
            <a:rect l="l" t="t" r="r" b="b"/>
            <a:pathLst>
              <a:path w="738282" h="9525">
                <a:moveTo>
                  <a:pt x="0" y="0"/>
                </a:moveTo>
                <a:lnTo>
                  <a:pt x="738283" y="0"/>
                </a:lnTo>
              </a:path>
            </a:pathLst>
          </a:custGeom>
          <a:noFill/>
          <a:ln w="19050" cap="flat">
            <a:solidFill>
              <a:srgbClr val="0000FF"/>
            </a:solidFill>
            <a:prstDash val="sysDot"/>
            <a:miter/>
          </a:ln>
        </p:spPr>
        <p:txBody>
          <a:bodyPr rtlCol="0" anchor="ctr"/>
          <a:lstStyle/>
          <a:p>
            <a:endParaRPr lang="en-US"/>
          </a:p>
        </p:txBody>
      </p:sp>
      <p:sp>
        <p:nvSpPr>
          <p:cNvPr id="3879" name="Freeform: Shape 3878">
            <a:extLst>
              <a:ext uri="{FF2B5EF4-FFF2-40B4-BE49-F238E27FC236}">
                <a16:creationId xmlns:a16="http://schemas.microsoft.com/office/drawing/2014/main" id="{3ACFB964-FB88-E3BB-8682-52749E64C010}"/>
              </a:ext>
            </a:extLst>
          </p:cNvPr>
          <p:cNvSpPr/>
          <p:nvPr/>
        </p:nvSpPr>
        <p:spPr>
          <a:xfrm>
            <a:off x="7788210" y="4622436"/>
            <a:ext cx="272319" cy="230409"/>
          </a:xfrm>
          <a:custGeom>
            <a:avLst/>
            <a:gdLst>
              <a:gd name="connsiteX0" fmla="*/ 0 w 272319"/>
              <a:gd name="connsiteY0" fmla="*/ 230410 h 230409"/>
              <a:gd name="connsiteX1" fmla="*/ 272320 w 272319"/>
              <a:gd name="connsiteY1" fmla="*/ 0 h 230409"/>
            </a:gdLst>
            <a:ahLst/>
            <a:cxnLst>
              <a:cxn ang="0">
                <a:pos x="connsiteX0" y="connsiteY0"/>
              </a:cxn>
              <a:cxn ang="0">
                <a:pos x="connsiteX1" y="connsiteY1"/>
              </a:cxn>
            </a:cxnLst>
            <a:rect l="l" t="t" r="r" b="b"/>
            <a:pathLst>
              <a:path w="272319" h="230409">
                <a:moveTo>
                  <a:pt x="0" y="230410"/>
                </a:moveTo>
                <a:lnTo>
                  <a:pt x="272320" y="0"/>
                </a:lnTo>
              </a:path>
            </a:pathLst>
          </a:custGeom>
          <a:noFill/>
          <a:ln w="9525" cap="flat">
            <a:solidFill>
              <a:srgbClr val="666666"/>
            </a:solidFill>
            <a:prstDash val="sysDot"/>
            <a:miter/>
          </a:ln>
        </p:spPr>
        <p:txBody>
          <a:bodyPr rtlCol="0" anchor="ctr"/>
          <a:lstStyle/>
          <a:p>
            <a:endParaRPr lang="en-US"/>
          </a:p>
        </p:txBody>
      </p:sp>
      <p:sp>
        <p:nvSpPr>
          <p:cNvPr id="3880" name="Freeform: Shape 3879">
            <a:extLst>
              <a:ext uri="{FF2B5EF4-FFF2-40B4-BE49-F238E27FC236}">
                <a16:creationId xmlns:a16="http://schemas.microsoft.com/office/drawing/2014/main" id="{4F796FD5-2A00-5067-8B98-86E453F9FF2D}"/>
              </a:ext>
            </a:extLst>
          </p:cNvPr>
          <p:cNvSpPr/>
          <p:nvPr/>
        </p:nvSpPr>
        <p:spPr>
          <a:xfrm>
            <a:off x="8804052" y="4622436"/>
            <a:ext cx="738187" cy="9525"/>
          </a:xfrm>
          <a:custGeom>
            <a:avLst/>
            <a:gdLst>
              <a:gd name="connsiteX0" fmla="*/ 0 w 738187"/>
              <a:gd name="connsiteY0" fmla="*/ 0 h 9525"/>
              <a:gd name="connsiteX1" fmla="*/ 738188 w 738187"/>
              <a:gd name="connsiteY1" fmla="*/ 0 h 9525"/>
            </a:gdLst>
            <a:ahLst/>
            <a:cxnLst>
              <a:cxn ang="0">
                <a:pos x="connsiteX0" y="connsiteY0"/>
              </a:cxn>
              <a:cxn ang="0">
                <a:pos x="connsiteX1" y="connsiteY1"/>
              </a:cxn>
            </a:cxnLst>
            <a:rect l="l" t="t" r="r" b="b"/>
            <a:pathLst>
              <a:path w="738187" h="9525">
                <a:moveTo>
                  <a:pt x="0" y="0"/>
                </a:moveTo>
                <a:lnTo>
                  <a:pt x="738188" y="0"/>
                </a:lnTo>
              </a:path>
            </a:pathLst>
          </a:custGeom>
          <a:noFill/>
          <a:ln w="19050" cap="flat">
            <a:solidFill>
              <a:srgbClr val="0000FF"/>
            </a:solidFill>
            <a:prstDash val="sysDot"/>
            <a:miter/>
          </a:ln>
        </p:spPr>
        <p:txBody>
          <a:bodyPr rtlCol="0" anchor="ctr"/>
          <a:lstStyle/>
          <a:p>
            <a:endParaRPr lang="en-US"/>
          </a:p>
        </p:txBody>
      </p:sp>
      <p:sp>
        <p:nvSpPr>
          <p:cNvPr id="3881" name="Freeform: Shape 3880">
            <a:extLst>
              <a:ext uri="{FF2B5EF4-FFF2-40B4-BE49-F238E27FC236}">
                <a16:creationId xmlns:a16="http://schemas.microsoft.com/office/drawing/2014/main" id="{AED6AD6F-4A2A-4BA8-EDC1-349572FAD1CE}"/>
              </a:ext>
            </a:extLst>
          </p:cNvPr>
          <p:cNvSpPr/>
          <p:nvPr/>
        </p:nvSpPr>
        <p:spPr>
          <a:xfrm>
            <a:off x="9276587" y="4615483"/>
            <a:ext cx="255174" cy="230409"/>
          </a:xfrm>
          <a:custGeom>
            <a:avLst/>
            <a:gdLst>
              <a:gd name="connsiteX0" fmla="*/ 0 w 255174"/>
              <a:gd name="connsiteY0" fmla="*/ 230410 h 230409"/>
              <a:gd name="connsiteX1" fmla="*/ 255175 w 255174"/>
              <a:gd name="connsiteY1" fmla="*/ 0 h 230409"/>
            </a:gdLst>
            <a:ahLst/>
            <a:cxnLst>
              <a:cxn ang="0">
                <a:pos x="connsiteX0" y="connsiteY0"/>
              </a:cxn>
              <a:cxn ang="0">
                <a:pos x="connsiteX1" y="connsiteY1"/>
              </a:cxn>
            </a:cxnLst>
            <a:rect l="l" t="t" r="r" b="b"/>
            <a:pathLst>
              <a:path w="255174" h="230409">
                <a:moveTo>
                  <a:pt x="0" y="230410"/>
                </a:moveTo>
                <a:lnTo>
                  <a:pt x="255175" y="0"/>
                </a:lnTo>
              </a:path>
            </a:pathLst>
          </a:custGeom>
          <a:noFill/>
          <a:ln w="9525" cap="flat">
            <a:solidFill>
              <a:srgbClr val="666666"/>
            </a:solidFill>
            <a:prstDash val="sysDot"/>
            <a:miter/>
          </a:ln>
        </p:spPr>
        <p:txBody>
          <a:bodyPr rtlCol="0" anchor="ctr"/>
          <a:lstStyle/>
          <a:p>
            <a:endParaRPr lang="en-US"/>
          </a:p>
        </p:txBody>
      </p:sp>
      <p:sp>
        <p:nvSpPr>
          <p:cNvPr id="3882" name="Freeform: Shape 3881">
            <a:extLst>
              <a:ext uri="{FF2B5EF4-FFF2-40B4-BE49-F238E27FC236}">
                <a16:creationId xmlns:a16="http://schemas.microsoft.com/office/drawing/2014/main" id="{9B232E51-8532-02AC-1A6D-B155B73F5A7B}"/>
              </a:ext>
            </a:extLst>
          </p:cNvPr>
          <p:cNvSpPr/>
          <p:nvPr/>
        </p:nvSpPr>
        <p:spPr>
          <a:xfrm>
            <a:off x="6885145" y="4622436"/>
            <a:ext cx="272415" cy="230504"/>
          </a:xfrm>
          <a:custGeom>
            <a:avLst/>
            <a:gdLst>
              <a:gd name="connsiteX0" fmla="*/ 0 w 272415"/>
              <a:gd name="connsiteY0" fmla="*/ 230505 h 230504"/>
              <a:gd name="connsiteX1" fmla="*/ 272415 w 272415"/>
              <a:gd name="connsiteY1" fmla="*/ 0 h 230504"/>
            </a:gdLst>
            <a:ahLst/>
            <a:cxnLst>
              <a:cxn ang="0">
                <a:pos x="connsiteX0" y="connsiteY0"/>
              </a:cxn>
              <a:cxn ang="0">
                <a:pos x="connsiteX1" y="connsiteY1"/>
              </a:cxn>
            </a:cxnLst>
            <a:rect l="l" t="t" r="r" b="b"/>
            <a:pathLst>
              <a:path w="272415" h="230504">
                <a:moveTo>
                  <a:pt x="0" y="230505"/>
                </a:moveTo>
                <a:lnTo>
                  <a:pt x="272415" y="0"/>
                </a:lnTo>
              </a:path>
            </a:pathLst>
          </a:custGeom>
          <a:noFill/>
          <a:ln w="9525" cap="flat">
            <a:solidFill>
              <a:srgbClr val="666666"/>
            </a:solidFill>
            <a:prstDash val="sysDot"/>
            <a:miter/>
          </a:ln>
        </p:spPr>
        <p:txBody>
          <a:bodyPr rtlCol="0" anchor="ctr"/>
          <a:lstStyle/>
          <a:p>
            <a:endParaRPr lang="en-US"/>
          </a:p>
        </p:txBody>
      </p:sp>
      <p:sp>
        <p:nvSpPr>
          <p:cNvPr id="3883" name="Freeform: Shape 3882">
            <a:extLst>
              <a:ext uri="{FF2B5EF4-FFF2-40B4-BE49-F238E27FC236}">
                <a16:creationId xmlns:a16="http://schemas.microsoft.com/office/drawing/2014/main" id="{9AC9D1BC-7769-AAC7-DF4D-D5424E1F5A10}"/>
              </a:ext>
            </a:extLst>
          </p:cNvPr>
          <p:cNvSpPr/>
          <p:nvPr/>
        </p:nvSpPr>
        <p:spPr>
          <a:xfrm>
            <a:off x="9111709" y="4870658"/>
            <a:ext cx="124015" cy="107918"/>
          </a:xfrm>
          <a:custGeom>
            <a:avLst/>
            <a:gdLst>
              <a:gd name="connsiteX0" fmla="*/ 0 w 124015"/>
              <a:gd name="connsiteY0" fmla="*/ 107918 h 107918"/>
              <a:gd name="connsiteX1" fmla="*/ 124015 w 124015"/>
              <a:gd name="connsiteY1" fmla="*/ 0 h 107918"/>
            </a:gdLst>
            <a:ahLst/>
            <a:cxnLst>
              <a:cxn ang="0">
                <a:pos x="connsiteX0" y="connsiteY0"/>
              </a:cxn>
              <a:cxn ang="0">
                <a:pos x="connsiteX1" y="connsiteY1"/>
              </a:cxn>
            </a:cxnLst>
            <a:rect l="l" t="t" r="r" b="b"/>
            <a:pathLst>
              <a:path w="124015" h="107918">
                <a:moveTo>
                  <a:pt x="0" y="107918"/>
                </a:moveTo>
                <a:lnTo>
                  <a:pt x="124015" y="0"/>
                </a:lnTo>
              </a:path>
            </a:pathLst>
          </a:custGeom>
          <a:noFill/>
          <a:ln w="9525" cap="flat">
            <a:solidFill>
              <a:srgbClr val="666666"/>
            </a:solidFill>
            <a:prstDash val="sysDot"/>
            <a:miter/>
          </a:ln>
        </p:spPr>
        <p:txBody>
          <a:bodyPr rtlCol="0" anchor="ctr"/>
          <a:lstStyle/>
          <a:p>
            <a:endParaRPr lang="en-US"/>
          </a:p>
        </p:txBody>
      </p:sp>
      <p:sp>
        <p:nvSpPr>
          <p:cNvPr id="3884" name="Freeform: Shape 3883">
            <a:extLst>
              <a:ext uri="{FF2B5EF4-FFF2-40B4-BE49-F238E27FC236}">
                <a16:creationId xmlns:a16="http://schemas.microsoft.com/office/drawing/2014/main" id="{BE5497CC-C86D-BCFF-9889-ABC94B8F5B72}"/>
              </a:ext>
            </a:extLst>
          </p:cNvPr>
          <p:cNvSpPr/>
          <p:nvPr/>
        </p:nvSpPr>
        <p:spPr>
          <a:xfrm>
            <a:off x="7557801" y="4368881"/>
            <a:ext cx="1874996" cy="224980"/>
          </a:xfrm>
          <a:custGeom>
            <a:avLst/>
            <a:gdLst>
              <a:gd name="connsiteX0" fmla="*/ 0 w 1874996"/>
              <a:gd name="connsiteY0" fmla="*/ 0 h 224980"/>
              <a:gd name="connsiteX1" fmla="*/ 1874996 w 1874996"/>
              <a:gd name="connsiteY1" fmla="*/ 0 h 224980"/>
              <a:gd name="connsiteX2" fmla="*/ 1874996 w 1874996"/>
              <a:gd name="connsiteY2" fmla="*/ 224980 h 224980"/>
              <a:gd name="connsiteX3" fmla="*/ 0 w 1874996"/>
              <a:gd name="connsiteY3" fmla="*/ 224980 h 224980"/>
            </a:gdLst>
            <a:ahLst/>
            <a:cxnLst>
              <a:cxn ang="0">
                <a:pos x="connsiteX0" y="connsiteY0"/>
              </a:cxn>
              <a:cxn ang="0">
                <a:pos x="connsiteX1" y="connsiteY1"/>
              </a:cxn>
              <a:cxn ang="0">
                <a:pos x="connsiteX2" y="connsiteY2"/>
              </a:cxn>
              <a:cxn ang="0">
                <a:pos x="connsiteX3" y="connsiteY3"/>
              </a:cxn>
            </a:cxnLst>
            <a:rect l="l" t="t" r="r" b="b"/>
            <a:pathLst>
              <a:path w="1874996" h="224980">
                <a:moveTo>
                  <a:pt x="0" y="0"/>
                </a:moveTo>
                <a:lnTo>
                  <a:pt x="1874996" y="0"/>
                </a:lnTo>
                <a:lnTo>
                  <a:pt x="1874996" y="224980"/>
                </a:lnTo>
                <a:lnTo>
                  <a:pt x="0" y="224980"/>
                </a:lnTo>
                <a:close/>
              </a:path>
            </a:pathLst>
          </a:custGeom>
          <a:noFill/>
          <a:ln w="9525" cap="flat">
            <a:noFill/>
            <a:prstDash val="solid"/>
            <a:miter/>
          </a:ln>
        </p:spPr>
        <p:txBody>
          <a:bodyPr rtlCol="0" anchor="ctr"/>
          <a:lstStyle/>
          <a:p>
            <a:endParaRPr lang="en-US"/>
          </a:p>
        </p:txBody>
      </p:sp>
      <p:sp>
        <p:nvSpPr>
          <p:cNvPr id="3886" name="Freeform: Shape 3885">
            <a:extLst>
              <a:ext uri="{FF2B5EF4-FFF2-40B4-BE49-F238E27FC236}">
                <a16:creationId xmlns:a16="http://schemas.microsoft.com/office/drawing/2014/main" id="{985184EB-2520-868E-5318-1F2EBBE66BA8}"/>
              </a:ext>
            </a:extLst>
          </p:cNvPr>
          <p:cNvSpPr/>
          <p:nvPr/>
        </p:nvSpPr>
        <p:spPr>
          <a:xfrm>
            <a:off x="7462075" y="4640248"/>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87" name="TextBox 3886">
            <a:extLst>
              <a:ext uri="{FF2B5EF4-FFF2-40B4-BE49-F238E27FC236}">
                <a16:creationId xmlns:a16="http://schemas.microsoft.com/office/drawing/2014/main" id="{FA97E42B-AF6F-2189-8574-C7F3EA9921C8}"/>
              </a:ext>
            </a:extLst>
          </p:cNvPr>
          <p:cNvSpPr txBox="1"/>
          <p:nvPr/>
        </p:nvSpPr>
        <p:spPr>
          <a:xfrm>
            <a:off x="7384541" y="4567572"/>
            <a:ext cx="259080" cy="205740"/>
          </a:xfrm>
          <a:prstGeom prst="rect">
            <a:avLst/>
          </a:prstGeom>
          <a:noFill/>
        </p:spPr>
        <p:txBody>
          <a:bodyPr wrap="none" rtlCol="0">
            <a:spAutoFit/>
          </a:bodyPr>
          <a:lstStyle/>
          <a:p>
            <a:pPr algn="l"/>
            <a:r>
              <a:rPr lang="en-US" sz="825" spc="0" baseline="0" dirty="0">
                <a:ln/>
                <a:solidFill>
                  <a:srgbClr val="000000"/>
                </a:solidFill>
                <a:latin typeface="Times New Roman"/>
                <a:cs typeface="Times New Roman"/>
                <a:sym typeface="Times New Roman"/>
                <a:rtl val="0"/>
              </a:rPr>
              <a:t>A</a:t>
            </a:r>
          </a:p>
        </p:txBody>
      </p:sp>
      <p:sp>
        <p:nvSpPr>
          <p:cNvPr id="3888" name="Freeform: Shape 3887">
            <a:extLst>
              <a:ext uri="{FF2B5EF4-FFF2-40B4-BE49-F238E27FC236}">
                <a16:creationId xmlns:a16="http://schemas.microsoft.com/office/drawing/2014/main" id="{EC44CB7F-C897-3ADA-B8E5-BF6221573975}"/>
              </a:ext>
            </a:extLst>
          </p:cNvPr>
          <p:cNvSpPr/>
          <p:nvPr/>
        </p:nvSpPr>
        <p:spPr>
          <a:xfrm>
            <a:off x="7344917" y="4721687"/>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89" name="TextBox 3888">
            <a:extLst>
              <a:ext uri="{FF2B5EF4-FFF2-40B4-BE49-F238E27FC236}">
                <a16:creationId xmlns:a16="http://schemas.microsoft.com/office/drawing/2014/main" id="{5CD3415D-3DDB-513F-9259-69242FFCDC60}"/>
              </a:ext>
            </a:extLst>
          </p:cNvPr>
          <p:cNvSpPr txBox="1"/>
          <p:nvPr/>
        </p:nvSpPr>
        <p:spPr>
          <a:xfrm>
            <a:off x="7275004" y="46818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B</a:t>
            </a:r>
          </a:p>
        </p:txBody>
      </p:sp>
      <p:sp>
        <p:nvSpPr>
          <p:cNvPr id="3890" name="Freeform: Shape 3889">
            <a:extLst>
              <a:ext uri="{FF2B5EF4-FFF2-40B4-BE49-F238E27FC236}">
                <a16:creationId xmlns:a16="http://schemas.microsoft.com/office/drawing/2014/main" id="{3C105AE8-36F2-833D-F841-9741667C5BED}"/>
              </a:ext>
            </a:extLst>
          </p:cNvPr>
          <p:cNvSpPr/>
          <p:nvPr/>
        </p:nvSpPr>
        <p:spPr>
          <a:xfrm>
            <a:off x="8254459" y="4640153"/>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1" name="TextBox 3890">
            <a:extLst>
              <a:ext uri="{FF2B5EF4-FFF2-40B4-BE49-F238E27FC236}">
                <a16:creationId xmlns:a16="http://schemas.microsoft.com/office/drawing/2014/main" id="{C60FFEB3-8A19-4EDD-7F38-DBC0A8960AAE}"/>
              </a:ext>
            </a:extLst>
          </p:cNvPr>
          <p:cNvSpPr txBox="1"/>
          <p:nvPr/>
        </p:nvSpPr>
        <p:spPr>
          <a:xfrm>
            <a:off x="8179879" y="45675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C</a:t>
            </a:r>
          </a:p>
        </p:txBody>
      </p:sp>
      <p:sp>
        <p:nvSpPr>
          <p:cNvPr id="3892" name="Freeform: Shape 3891">
            <a:extLst>
              <a:ext uri="{FF2B5EF4-FFF2-40B4-BE49-F238E27FC236}">
                <a16:creationId xmlns:a16="http://schemas.microsoft.com/office/drawing/2014/main" id="{460C8CE9-1687-E537-CEDF-19979A361FA0}"/>
              </a:ext>
            </a:extLst>
          </p:cNvPr>
          <p:cNvSpPr/>
          <p:nvPr/>
        </p:nvSpPr>
        <p:spPr>
          <a:xfrm>
            <a:off x="8137302" y="4721591"/>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893" name="TextBox 3892">
            <a:extLst>
              <a:ext uri="{FF2B5EF4-FFF2-40B4-BE49-F238E27FC236}">
                <a16:creationId xmlns:a16="http://schemas.microsoft.com/office/drawing/2014/main" id="{8824D456-E097-D478-B7FC-A3D56CC7FB22}"/>
              </a:ext>
            </a:extLst>
          </p:cNvPr>
          <p:cNvSpPr txBox="1"/>
          <p:nvPr/>
        </p:nvSpPr>
        <p:spPr>
          <a:xfrm>
            <a:off x="8060816" y="4681872"/>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D</a:t>
            </a:r>
          </a:p>
        </p:txBody>
      </p:sp>
      <p:sp>
        <p:nvSpPr>
          <p:cNvPr id="3894" name="Freeform: Shape 3893">
            <a:extLst>
              <a:ext uri="{FF2B5EF4-FFF2-40B4-BE49-F238E27FC236}">
                <a16:creationId xmlns:a16="http://schemas.microsoft.com/office/drawing/2014/main" id="{1115EBB5-CB74-345A-43DB-BEAC714493A2}"/>
              </a:ext>
            </a:extLst>
          </p:cNvPr>
          <p:cNvSpPr/>
          <p:nvPr/>
        </p:nvSpPr>
        <p:spPr>
          <a:xfrm>
            <a:off x="8033194" y="4837130"/>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95" name="TextBox 3894">
            <a:extLst>
              <a:ext uri="{FF2B5EF4-FFF2-40B4-BE49-F238E27FC236}">
                <a16:creationId xmlns:a16="http://schemas.microsoft.com/office/drawing/2014/main" id="{58122DCC-6918-22CD-951E-4D2ED1DCADCB}"/>
              </a:ext>
            </a:extLst>
          </p:cNvPr>
          <p:cNvSpPr txBox="1"/>
          <p:nvPr/>
        </p:nvSpPr>
        <p:spPr>
          <a:xfrm>
            <a:off x="7960804" y="47961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E</a:t>
            </a:r>
          </a:p>
        </p:txBody>
      </p:sp>
      <p:sp>
        <p:nvSpPr>
          <p:cNvPr id="3896" name="Freeform: Shape 3895">
            <a:extLst>
              <a:ext uri="{FF2B5EF4-FFF2-40B4-BE49-F238E27FC236}">
                <a16:creationId xmlns:a16="http://schemas.microsoft.com/office/drawing/2014/main" id="{159FFF05-3D04-22F8-2D2C-0EC2816CE884}"/>
              </a:ext>
            </a:extLst>
          </p:cNvPr>
          <p:cNvSpPr/>
          <p:nvPr/>
        </p:nvSpPr>
        <p:spPr>
          <a:xfrm>
            <a:off x="9026080" y="4637105"/>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7" name="TextBox 3896">
            <a:extLst>
              <a:ext uri="{FF2B5EF4-FFF2-40B4-BE49-F238E27FC236}">
                <a16:creationId xmlns:a16="http://schemas.microsoft.com/office/drawing/2014/main" id="{BC1E1BFB-B025-76BF-D087-B65895F58E5B}"/>
              </a:ext>
            </a:extLst>
          </p:cNvPr>
          <p:cNvSpPr txBox="1"/>
          <p:nvPr/>
        </p:nvSpPr>
        <p:spPr>
          <a:xfrm>
            <a:off x="8956166" y="4558047"/>
            <a:ext cx="24003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F</a:t>
            </a:r>
          </a:p>
        </p:txBody>
      </p:sp>
      <p:sp>
        <p:nvSpPr>
          <p:cNvPr id="3898" name="Freeform: Shape 3897">
            <a:extLst>
              <a:ext uri="{FF2B5EF4-FFF2-40B4-BE49-F238E27FC236}">
                <a16:creationId xmlns:a16="http://schemas.microsoft.com/office/drawing/2014/main" id="{A162816C-449A-E5D4-3D79-5E4455E7EB78}"/>
              </a:ext>
            </a:extLst>
          </p:cNvPr>
          <p:cNvSpPr/>
          <p:nvPr/>
        </p:nvSpPr>
        <p:spPr>
          <a:xfrm>
            <a:off x="8908922" y="4718543"/>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899" name="TextBox 3898">
            <a:extLst>
              <a:ext uri="{FF2B5EF4-FFF2-40B4-BE49-F238E27FC236}">
                <a16:creationId xmlns:a16="http://schemas.microsoft.com/office/drawing/2014/main" id="{CF68619D-0F8E-0128-136B-73C465F3B336}"/>
              </a:ext>
            </a:extLst>
          </p:cNvPr>
          <p:cNvSpPr txBox="1"/>
          <p:nvPr/>
        </p:nvSpPr>
        <p:spPr>
          <a:xfrm>
            <a:off x="8837104" y="4672347"/>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G</a:t>
            </a:r>
          </a:p>
        </p:txBody>
      </p:sp>
      <p:sp>
        <p:nvSpPr>
          <p:cNvPr id="3900" name="Freeform: Shape 3899">
            <a:extLst>
              <a:ext uri="{FF2B5EF4-FFF2-40B4-BE49-F238E27FC236}">
                <a16:creationId xmlns:a16="http://schemas.microsoft.com/office/drawing/2014/main" id="{27021C62-467E-A385-9414-C02C006D010F}"/>
              </a:ext>
            </a:extLst>
          </p:cNvPr>
          <p:cNvSpPr/>
          <p:nvPr/>
        </p:nvSpPr>
        <p:spPr>
          <a:xfrm>
            <a:off x="8804719" y="4833986"/>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901" name="TextBox 3900">
            <a:extLst>
              <a:ext uri="{FF2B5EF4-FFF2-40B4-BE49-F238E27FC236}">
                <a16:creationId xmlns:a16="http://schemas.microsoft.com/office/drawing/2014/main" id="{A2A49820-7B1D-6D70-9A8A-517AC8B6B14D}"/>
              </a:ext>
            </a:extLst>
          </p:cNvPr>
          <p:cNvSpPr txBox="1"/>
          <p:nvPr/>
        </p:nvSpPr>
        <p:spPr>
          <a:xfrm>
            <a:off x="8727566" y="4786647"/>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H</a:t>
            </a:r>
          </a:p>
        </p:txBody>
      </p:sp>
      <p:sp>
        <p:nvSpPr>
          <p:cNvPr id="3902" name="Freeform: Shape 3901">
            <a:extLst>
              <a:ext uri="{FF2B5EF4-FFF2-40B4-BE49-F238E27FC236}">
                <a16:creationId xmlns:a16="http://schemas.microsoft.com/office/drawing/2014/main" id="{B1C087EA-F863-83A7-9197-0D158B0E0610}"/>
              </a:ext>
            </a:extLst>
          </p:cNvPr>
          <p:cNvSpPr/>
          <p:nvPr/>
        </p:nvSpPr>
        <p:spPr>
          <a:xfrm>
            <a:off x="9136188" y="4178762"/>
            <a:ext cx="39147" cy="25241"/>
          </a:xfrm>
          <a:custGeom>
            <a:avLst/>
            <a:gdLst>
              <a:gd name="connsiteX0" fmla="*/ 39148 w 39147"/>
              <a:gd name="connsiteY0" fmla="*/ 16288 h 25241"/>
              <a:gd name="connsiteX1" fmla="*/ 0 w 39147"/>
              <a:gd name="connsiteY1" fmla="*/ 25241 h 25241"/>
              <a:gd name="connsiteX2" fmla="*/ 2381 w 39147"/>
              <a:gd name="connsiteY2" fmla="*/ 0 h 25241"/>
            </a:gdLst>
            <a:ahLst/>
            <a:cxnLst>
              <a:cxn ang="0">
                <a:pos x="connsiteX0" y="connsiteY0"/>
              </a:cxn>
              <a:cxn ang="0">
                <a:pos x="connsiteX1" y="connsiteY1"/>
              </a:cxn>
              <a:cxn ang="0">
                <a:pos x="connsiteX2" y="connsiteY2"/>
              </a:cxn>
            </a:cxnLst>
            <a:rect l="l" t="t" r="r" b="b"/>
            <a:pathLst>
              <a:path w="39147" h="25241">
                <a:moveTo>
                  <a:pt x="39148" y="16288"/>
                </a:moveTo>
                <a:lnTo>
                  <a:pt x="0" y="25241"/>
                </a:lnTo>
                <a:lnTo>
                  <a:pt x="2381" y="0"/>
                </a:lnTo>
                <a:close/>
              </a:path>
            </a:pathLst>
          </a:custGeom>
          <a:solidFill>
            <a:srgbClr val="1A1A1A"/>
          </a:solidFill>
          <a:ln w="9525" cap="flat">
            <a:solidFill>
              <a:srgbClr val="1A1A1A"/>
            </a:solidFill>
            <a:prstDash val="solid"/>
            <a:miter/>
          </a:ln>
        </p:spPr>
        <p:txBody>
          <a:bodyPr rtlCol="0" anchor="ctr"/>
          <a:lstStyle/>
          <a:p>
            <a:endParaRPr lang="en-US"/>
          </a:p>
        </p:txBody>
      </p:sp>
      <p:sp>
        <p:nvSpPr>
          <p:cNvPr id="3904" name="TextBox 3903">
            <a:extLst>
              <a:ext uri="{FF2B5EF4-FFF2-40B4-BE49-F238E27FC236}">
                <a16:creationId xmlns:a16="http://schemas.microsoft.com/office/drawing/2014/main" id="{E18134E5-E1D5-409F-4E5A-43842BF42E7D}"/>
              </a:ext>
            </a:extLst>
          </p:cNvPr>
          <p:cNvSpPr txBox="1"/>
          <p:nvPr/>
        </p:nvSpPr>
        <p:spPr>
          <a:xfrm>
            <a:off x="6890316" y="5292481"/>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1</a:t>
            </a:r>
            <a:endParaRPr lang="en-US" sz="825" spc="0" baseline="0" dirty="0">
              <a:ln/>
              <a:solidFill>
                <a:srgbClr val="000000"/>
              </a:solidFill>
              <a:latin typeface="Times New Roman"/>
              <a:cs typeface="Times New Roman"/>
              <a:sym typeface="Times New Roman"/>
              <a:rtl val="0"/>
            </a:endParaRPr>
          </a:p>
        </p:txBody>
      </p:sp>
      <p:sp>
        <p:nvSpPr>
          <p:cNvPr id="3905" name="TextBox 3904">
            <a:extLst>
              <a:ext uri="{FF2B5EF4-FFF2-40B4-BE49-F238E27FC236}">
                <a16:creationId xmlns:a16="http://schemas.microsoft.com/office/drawing/2014/main" id="{7534A6BB-6FE5-463A-1CA9-70A0EBB20C4E}"/>
              </a:ext>
            </a:extLst>
          </p:cNvPr>
          <p:cNvSpPr txBox="1"/>
          <p:nvPr/>
        </p:nvSpPr>
        <p:spPr>
          <a:xfrm>
            <a:off x="7672837" y="5394664"/>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2</a:t>
            </a:r>
            <a:endParaRPr lang="en-US" sz="825" spc="0" baseline="0" dirty="0">
              <a:ln/>
              <a:solidFill>
                <a:srgbClr val="000000"/>
              </a:solidFill>
              <a:latin typeface="Times New Roman"/>
              <a:cs typeface="Times New Roman"/>
              <a:sym typeface="Times New Roman"/>
              <a:rtl val="0"/>
            </a:endParaRPr>
          </a:p>
        </p:txBody>
      </p:sp>
      <p:sp>
        <p:nvSpPr>
          <p:cNvPr id="3906" name="TextBox 3905">
            <a:extLst>
              <a:ext uri="{FF2B5EF4-FFF2-40B4-BE49-F238E27FC236}">
                <a16:creationId xmlns:a16="http://schemas.microsoft.com/office/drawing/2014/main" id="{C2ABF5C5-D21E-D3A6-A3F3-4E56574C5586}"/>
              </a:ext>
            </a:extLst>
          </p:cNvPr>
          <p:cNvSpPr txBox="1"/>
          <p:nvPr/>
        </p:nvSpPr>
        <p:spPr>
          <a:xfrm>
            <a:off x="8486540" y="5385359"/>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4</a:t>
            </a:r>
            <a:endParaRPr lang="en-US" sz="825" spc="0" baseline="0" dirty="0">
              <a:ln/>
              <a:solidFill>
                <a:srgbClr val="000000"/>
              </a:solidFill>
              <a:latin typeface="Times New Roman"/>
              <a:cs typeface="Times New Roman"/>
              <a:sym typeface="Times New Roman"/>
              <a:rtl val="0"/>
            </a:endParaRPr>
          </a:p>
        </p:txBody>
      </p:sp>
      <p:sp>
        <p:nvSpPr>
          <p:cNvPr id="3907" name="TextBox 3906">
            <a:extLst>
              <a:ext uri="{FF2B5EF4-FFF2-40B4-BE49-F238E27FC236}">
                <a16:creationId xmlns:a16="http://schemas.microsoft.com/office/drawing/2014/main" id="{CFB56DC5-6568-21AA-213B-67DFABDE5FE6}"/>
              </a:ext>
            </a:extLst>
          </p:cNvPr>
          <p:cNvSpPr txBox="1"/>
          <p:nvPr/>
        </p:nvSpPr>
        <p:spPr>
          <a:xfrm>
            <a:off x="8770056" y="5096836"/>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3</a:t>
            </a:r>
            <a:endParaRPr lang="en-US" sz="825" spc="0" baseline="0" dirty="0">
              <a:ln/>
              <a:solidFill>
                <a:srgbClr val="000000"/>
              </a:solidFill>
              <a:latin typeface="Times New Roman"/>
              <a:cs typeface="Times New Roman"/>
              <a:sym typeface="Times New Roman"/>
              <a:rtl val="0"/>
            </a:endParaRPr>
          </a:p>
        </p:txBody>
      </p:sp>
      <p:sp>
        <p:nvSpPr>
          <p:cNvPr id="3912" name="Arrow: Right 3911">
            <a:extLst>
              <a:ext uri="{FF2B5EF4-FFF2-40B4-BE49-F238E27FC236}">
                <a16:creationId xmlns:a16="http://schemas.microsoft.com/office/drawing/2014/main" id="{45C2CE6F-1138-C94F-23B5-7F5EEC28207C}"/>
              </a:ext>
            </a:extLst>
          </p:cNvPr>
          <p:cNvSpPr/>
          <p:nvPr/>
        </p:nvSpPr>
        <p:spPr>
          <a:xfrm>
            <a:off x="6764867" y="5767552"/>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1</a:t>
            </a:r>
          </a:p>
        </p:txBody>
      </p:sp>
      <p:sp>
        <p:nvSpPr>
          <p:cNvPr id="3913" name="Arrow: Right 3912">
            <a:extLst>
              <a:ext uri="{FF2B5EF4-FFF2-40B4-BE49-F238E27FC236}">
                <a16:creationId xmlns:a16="http://schemas.microsoft.com/office/drawing/2014/main" id="{3F4B596B-AADB-6AE9-3FA4-61D2C5F5121E}"/>
              </a:ext>
            </a:extLst>
          </p:cNvPr>
          <p:cNvSpPr/>
          <p:nvPr/>
        </p:nvSpPr>
        <p:spPr>
          <a:xfrm>
            <a:off x="8165861" y="5726364"/>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2</a:t>
            </a:r>
          </a:p>
        </p:txBody>
      </p:sp>
      <p:sp>
        <p:nvSpPr>
          <p:cNvPr id="3914" name="Arrow: Right 3913">
            <a:extLst>
              <a:ext uri="{FF2B5EF4-FFF2-40B4-BE49-F238E27FC236}">
                <a16:creationId xmlns:a16="http://schemas.microsoft.com/office/drawing/2014/main" id="{E75FCB10-2443-5B24-A1A5-785368100096}"/>
              </a:ext>
            </a:extLst>
          </p:cNvPr>
          <p:cNvSpPr/>
          <p:nvPr/>
        </p:nvSpPr>
        <p:spPr>
          <a:xfrm>
            <a:off x="8029586" y="5979970"/>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3</a:t>
            </a:r>
          </a:p>
        </p:txBody>
      </p:sp>
      <p:sp>
        <p:nvSpPr>
          <p:cNvPr id="3973" name="Parallelogram 3972">
            <a:extLst>
              <a:ext uri="{FF2B5EF4-FFF2-40B4-BE49-F238E27FC236}">
                <a16:creationId xmlns:a16="http://schemas.microsoft.com/office/drawing/2014/main" id="{EDBCDD58-DC3F-2265-BBA7-8500DCEEB7AB}"/>
              </a:ext>
            </a:extLst>
          </p:cNvPr>
          <p:cNvSpPr/>
          <p:nvPr/>
        </p:nvSpPr>
        <p:spPr>
          <a:xfrm>
            <a:off x="7282958" y="5571589"/>
            <a:ext cx="1026157" cy="676811"/>
          </a:xfrm>
          <a:prstGeom prst="parallelogram">
            <a:avLst>
              <a:gd name="adj" fmla="val 64405"/>
            </a:avLst>
          </a:prstGeom>
          <a:solidFill>
            <a:schemeClr val="accent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Junction</a:t>
            </a:r>
          </a:p>
          <a:p>
            <a:pPr algn="ctr"/>
            <a:r>
              <a:rPr lang="en-US" sz="700" dirty="0"/>
              <a:t>1</a:t>
            </a:r>
          </a:p>
        </p:txBody>
      </p:sp>
      <p:sp>
        <p:nvSpPr>
          <p:cNvPr id="4" name="Arrow: Right 3">
            <a:extLst>
              <a:ext uri="{FF2B5EF4-FFF2-40B4-BE49-F238E27FC236}">
                <a16:creationId xmlns:a16="http://schemas.microsoft.com/office/drawing/2014/main" id="{DAAEAA0D-0C75-D6A7-2DEB-E9CEC9715A3B}"/>
              </a:ext>
            </a:extLst>
          </p:cNvPr>
          <p:cNvSpPr/>
          <p:nvPr/>
        </p:nvSpPr>
        <p:spPr>
          <a:xfrm>
            <a:off x="2915559" y="2146504"/>
            <a:ext cx="3037933" cy="17919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Last Time</a:t>
            </a:r>
          </a:p>
        </p:txBody>
      </p:sp>
      <p:sp>
        <p:nvSpPr>
          <p:cNvPr id="5" name="Left Brace 4">
            <a:extLst>
              <a:ext uri="{FF2B5EF4-FFF2-40B4-BE49-F238E27FC236}">
                <a16:creationId xmlns:a16="http://schemas.microsoft.com/office/drawing/2014/main" id="{351FD043-979B-7EBC-A402-B889A150E9D1}"/>
              </a:ext>
            </a:extLst>
          </p:cNvPr>
          <p:cNvSpPr/>
          <p:nvPr/>
        </p:nvSpPr>
        <p:spPr>
          <a:xfrm>
            <a:off x="6103868" y="2099340"/>
            <a:ext cx="212725" cy="1789369"/>
          </a:xfrm>
          <a:prstGeom prst="lef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Arrow: Right 5">
            <a:extLst>
              <a:ext uri="{FF2B5EF4-FFF2-40B4-BE49-F238E27FC236}">
                <a16:creationId xmlns:a16="http://schemas.microsoft.com/office/drawing/2014/main" id="{F491F914-654D-A305-6B9A-59709891E934}"/>
              </a:ext>
            </a:extLst>
          </p:cNvPr>
          <p:cNvSpPr/>
          <p:nvPr/>
        </p:nvSpPr>
        <p:spPr>
          <a:xfrm>
            <a:off x="2960706" y="4078285"/>
            <a:ext cx="3037933" cy="17919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presentation</a:t>
            </a:r>
          </a:p>
        </p:txBody>
      </p:sp>
      <p:sp>
        <p:nvSpPr>
          <p:cNvPr id="7" name="Left Brace 6">
            <a:extLst>
              <a:ext uri="{FF2B5EF4-FFF2-40B4-BE49-F238E27FC236}">
                <a16:creationId xmlns:a16="http://schemas.microsoft.com/office/drawing/2014/main" id="{8AEC1E79-772A-CADC-41A1-C7109F7672B7}"/>
              </a:ext>
            </a:extLst>
          </p:cNvPr>
          <p:cNvSpPr/>
          <p:nvPr/>
        </p:nvSpPr>
        <p:spPr>
          <a:xfrm>
            <a:off x="6056206" y="4064935"/>
            <a:ext cx="212725" cy="1789369"/>
          </a:xfrm>
          <a:prstGeom prst="lef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515058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660C-6E64-C70A-81D5-1A8B32BC74A3}"/>
              </a:ext>
            </a:extLst>
          </p:cNvPr>
          <p:cNvSpPr>
            <a:spLocks noGrp="1"/>
          </p:cNvSpPr>
          <p:nvPr>
            <p:ph type="title"/>
          </p:nvPr>
        </p:nvSpPr>
        <p:spPr/>
        <p:txBody>
          <a:bodyPr>
            <a:normAutofit fontScale="90000"/>
          </a:bodyPr>
          <a:lstStyle/>
          <a:p>
            <a:r>
              <a:rPr lang="en-US" dirty="0"/>
              <a:t>XML formats such as those used by OpenDRIVE and </a:t>
            </a:r>
            <a:r>
              <a:rPr lang="en-US" dirty="0" err="1"/>
              <a:t>OpenStreetMaps</a:t>
            </a:r>
            <a:r>
              <a:rPr lang="en-US" dirty="0"/>
              <a:t> mirror nested structure formats in MATLAB, allowing easy import/export.</a:t>
            </a:r>
          </a:p>
        </p:txBody>
      </p:sp>
      <p:sp>
        <p:nvSpPr>
          <p:cNvPr id="3" name="Content Placeholder 2">
            <a:extLst>
              <a:ext uri="{FF2B5EF4-FFF2-40B4-BE49-F238E27FC236}">
                <a16:creationId xmlns:a16="http://schemas.microsoft.com/office/drawing/2014/main" id="{8B81D8C3-B0CA-2A63-571E-C07675D03CFC}"/>
              </a:ext>
            </a:extLst>
          </p:cNvPr>
          <p:cNvSpPr>
            <a:spLocks noGrp="1"/>
          </p:cNvSpPr>
          <p:nvPr>
            <p:ph idx="1"/>
          </p:nvPr>
        </p:nvSpPr>
        <p:spPr/>
        <p:txBody>
          <a:bodyPr/>
          <a:lstStyle/>
          <a:p>
            <a:pPr marL="0" indent="0">
              <a:buNone/>
            </a:pPr>
            <a:r>
              <a:rPr lang="en-US" dirty="0"/>
              <a:t>But, you have to choose which one you want to use. Most lean toward XML directly after they get familiar with it.</a:t>
            </a:r>
          </a:p>
        </p:txBody>
      </p:sp>
      <p:pic>
        <p:nvPicPr>
          <p:cNvPr id="1026" name="Picture 2" descr="What is the Matrix?">
            <a:extLst>
              <a:ext uri="{FF2B5EF4-FFF2-40B4-BE49-F238E27FC236}">
                <a16:creationId xmlns:a16="http://schemas.microsoft.com/office/drawing/2014/main" id="{EBC37EA1-B84E-4B4F-B4CB-BB20AEFD3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9032" y="2958940"/>
            <a:ext cx="3533935" cy="35339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9644C82-5DF7-4322-AC2C-62894CB2D317}"/>
              </a:ext>
            </a:extLst>
          </p:cNvPr>
          <p:cNvPicPr>
            <a:picLocks noChangeAspect="1"/>
          </p:cNvPicPr>
          <p:nvPr/>
        </p:nvPicPr>
        <p:blipFill>
          <a:blip r:embed="rId3"/>
          <a:stretch>
            <a:fillRect/>
          </a:stretch>
        </p:blipFill>
        <p:spPr>
          <a:xfrm>
            <a:off x="7555256" y="3597597"/>
            <a:ext cx="3533935" cy="2579366"/>
          </a:xfrm>
          <a:prstGeom prst="rect">
            <a:avLst/>
          </a:prstGeom>
        </p:spPr>
      </p:pic>
      <p:pic>
        <p:nvPicPr>
          <p:cNvPr id="7" name="Picture 6">
            <a:extLst>
              <a:ext uri="{FF2B5EF4-FFF2-40B4-BE49-F238E27FC236}">
                <a16:creationId xmlns:a16="http://schemas.microsoft.com/office/drawing/2014/main" id="{161D0A41-C48C-4066-8E12-C935A1D84186}"/>
              </a:ext>
            </a:extLst>
          </p:cNvPr>
          <p:cNvPicPr>
            <a:picLocks noChangeAspect="1"/>
          </p:cNvPicPr>
          <p:nvPr/>
        </p:nvPicPr>
        <p:blipFill>
          <a:blip r:embed="rId4"/>
          <a:stretch>
            <a:fillRect/>
          </a:stretch>
        </p:blipFill>
        <p:spPr>
          <a:xfrm>
            <a:off x="1232665" y="4295448"/>
            <a:ext cx="3952875" cy="1057275"/>
          </a:xfrm>
          <a:prstGeom prst="rect">
            <a:avLst/>
          </a:prstGeom>
        </p:spPr>
      </p:pic>
    </p:spTree>
    <p:extLst>
      <p:ext uri="{BB962C8B-B14F-4D97-AF65-F5344CB8AC3E}">
        <p14:creationId xmlns:p14="http://schemas.microsoft.com/office/powerpoint/2010/main" val="3609625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C3C75-F975-56EF-6D6A-2C6100CF1236}"/>
              </a:ext>
            </a:extLst>
          </p:cNvPr>
          <p:cNvSpPr>
            <a:spLocks noGrp="1"/>
          </p:cNvSpPr>
          <p:nvPr>
            <p:ph type="title"/>
          </p:nvPr>
        </p:nvSpPr>
        <p:spPr/>
        <p:txBody>
          <a:bodyPr>
            <a:normAutofit fontScale="90000"/>
          </a:bodyPr>
          <a:lstStyle/>
          <a:p>
            <a:r>
              <a:rPr lang="en-US" dirty="0"/>
              <a:t>The example in the next set of slides is a one lane, one way, no shoulder straight road. It looks very boring:</a:t>
            </a:r>
          </a:p>
        </p:txBody>
      </p:sp>
      <p:pic>
        <p:nvPicPr>
          <p:cNvPr id="4" name="Picture 3">
            <a:extLst>
              <a:ext uri="{FF2B5EF4-FFF2-40B4-BE49-F238E27FC236}">
                <a16:creationId xmlns:a16="http://schemas.microsoft.com/office/drawing/2014/main" id="{403B8EFF-1DC9-EDE6-9188-0D30887AA8F9}"/>
              </a:ext>
            </a:extLst>
          </p:cNvPr>
          <p:cNvPicPr>
            <a:picLocks noChangeAspect="1"/>
          </p:cNvPicPr>
          <p:nvPr/>
        </p:nvPicPr>
        <p:blipFill>
          <a:blip r:embed="rId2"/>
          <a:stretch>
            <a:fillRect/>
          </a:stretch>
        </p:blipFill>
        <p:spPr>
          <a:xfrm>
            <a:off x="1246340" y="2485134"/>
            <a:ext cx="8668011" cy="2125783"/>
          </a:xfrm>
          <a:prstGeom prst="rect">
            <a:avLst/>
          </a:prstGeom>
        </p:spPr>
      </p:pic>
    </p:spTree>
    <p:extLst>
      <p:ext uri="{BB962C8B-B14F-4D97-AF65-F5344CB8AC3E}">
        <p14:creationId xmlns:p14="http://schemas.microsoft.com/office/powerpoint/2010/main" val="3813537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48459-C0CB-78C6-0FB4-6374ADCE56CA}"/>
              </a:ext>
            </a:extLst>
          </p:cNvPr>
          <p:cNvSpPr>
            <a:spLocks noGrp="1"/>
          </p:cNvSpPr>
          <p:nvPr>
            <p:ph type="title"/>
          </p:nvPr>
        </p:nvSpPr>
        <p:spPr/>
        <p:txBody>
          <a:bodyPr>
            <a:normAutofit fontScale="90000"/>
          </a:bodyPr>
          <a:lstStyle/>
          <a:p>
            <a:r>
              <a:rPr lang="en-US" dirty="0"/>
              <a:t>The following slides explain how a simple road defined in a xodr file is represented in a MATLAB struct. </a:t>
            </a:r>
          </a:p>
        </p:txBody>
      </p:sp>
      <p:sp>
        <p:nvSpPr>
          <p:cNvPr id="3" name="Content Placeholder 2">
            <a:extLst>
              <a:ext uri="{FF2B5EF4-FFF2-40B4-BE49-F238E27FC236}">
                <a16:creationId xmlns:a16="http://schemas.microsoft.com/office/drawing/2014/main" id="{B4A6CC1E-1CEA-B3DE-65FC-29A5C47ECBBC}"/>
              </a:ext>
            </a:extLst>
          </p:cNvPr>
          <p:cNvSpPr>
            <a:spLocks noGrp="1"/>
          </p:cNvSpPr>
          <p:nvPr>
            <p:ph idx="1"/>
          </p:nvPr>
        </p:nvSpPr>
        <p:spPr/>
        <p:txBody>
          <a:bodyPr/>
          <a:lstStyle/>
          <a:p>
            <a:r>
              <a:rPr lang="en-US" dirty="0"/>
              <a:t>The example in this presentation is a one lane, one way, no shoulder straight road. See </a:t>
            </a:r>
            <a:r>
              <a:rPr lang="en-US" sz="2000" dirty="0">
                <a:hlinkClick r:id="rId2"/>
              </a:rPr>
              <a:t>https://github.com/ivsg-psu/PathPlanning_MapTools_ParseXODR/blob/main/Data/XODRExport/XODRExport/MATLAB/01CreatedInMATLAB/testXODR_23-03-21T15-02-19_100mLine_oneLane_noShoulder.xodr</a:t>
            </a:r>
            <a:endParaRPr lang="en-US" sz="2000" dirty="0"/>
          </a:p>
          <a:p>
            <a:r>
              <a:rPr lang="en-US" sz="2000" dirty="0"/>
              <a:t>Example MATLAB struct can </a:t>
            </a:r>
            <a:r>
              <a:rPr lang="en-US" sz="2000"/>
              <a:t>be found here: https://github.com/ivsg-psu/PathPlanning_MapTools_ParseXODR/tree/main/Data/MatlabStructForTestingSimpleRoads</a:t>
            </a:r>
            <a:endParaRPr lang="en-US" dirty="0"/>
          </a:p>
        </p:txBody>
      </p:sp>
    </p:spTree>
    <p:extLst>
      <p:ext uri="{BB962C8B-B14F-4D97-AF65-F5344CB8AC3E}">
        <p14:creationId xmlns:p14="http://schemas.microsoft.com/office/powerpoint/2010/main" val="1849428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44F83-CFAC-B5BC-2482-481BE62AB606}"/>
              </a:ext>
            </a:extLst>
          </p:cNvPr>
          <p:cNvSpPr>
            <a:spLocks noGrp="1"/>
          </p:cNvSpPr>
          <p:nvPr>
            <p:ph type="title"/>
          </p:nvPr>
        </p:nvSpPr>
        <p:spPr>
          <a:xfrm>
            <a:off x="838200" y="246128"/>
            <a:ext cx="10515600" cy="1325563"/>
          </a:xfrm>
        </p:spPr>
        <p:txBody>
          <a:bodyPr>
            <a:normAutofit fontScale="90000"/>
          </a:bodyPr>
          <a:lstStyle/>
          <a:p>
            <a:r>
              <a:rPr lang="en-US" dirty="0"/>
              <a:t>The entire XODR file, wrapped by the lv1 element &lt;OpenDRIVE&gt;, corresponds to the (second) top-most struct in MATLAB.</a:t>
            </a:r>
          </a:p>
        </p:txBody>
      </p:sp>
      <p:pic>
        <p:nvPicPr>
          <p:cNvPr id="4" name="Picture 3">
            <a:extLst>
              <a:ext uri="{FF2B5EF4-FFF2-40B4-BE49-F238E27FC236}">
                <a16:creationId xmlns:a16="http://schemas.microsoft.com/office/drawing/2014/main" id="{9AC52FBC-590A-7396-5C98-D30D355D7354}"/>
              </a:ext>
            </a:extLst>
          </p:cNvPr>
          <p:cNvPicPr>
            <a:picLocks noChangeAspect="1"/>
          </p:cNvPicPr>
          <p:nvPr/>
        </p:nvPicPr>
        <p:blipFill>
          <a:blip r:embed="rId2"/>
          <a:stretch>
            <a:fillRect/>
          </a:stretch>
        </p:blipFill>
        <p:spPr>
          <a:xfrm>
            <a:off x="368083" y="1866378"/>
            <a:ext cx="4782646" cy="3490782"/>
          </a:xfrm>
          <a:prstGeom prst="rect">
            <a:avLst/>
          </a:prstGeom>
        </p:spPr>
      </p:pic>
      <p:pic>
        <p:nvPicPr>
          <p:cNvPr id="5" name="Picture 4">
            <a:extLst>
              <a:ext uri="{FF2B5EF4-FFF2-40B4-BE49-F238E27FC236}">
                <a16:creationId xmlns:a16="http://schemas.microsoft.com/office/drawing/2014/main" id="{C8A390D0-0E88-AB64-4933-F3AB0BD86C0C}"/>
              </a:ext>
            </a:extLst>
          </p:cNvPr>
          <p:cNvPicPr>
            <a:picLocks noChangeAspect="1"/>
          </p:cNvPicPr>
          <p:nvPr/>
        </p:nvPicPr>
        <p:blipFill>
          <a:blip r:embed="rId3"/>
          <a:stretch>
            <a:fillRect/>
          </a:stretch>
        </p:blipFill>
        <p:spPr>
          <a:xfrm>
            <a:off x="6157014" y="3076575"/>
            <a:ext cx="3971925" cy="352425"/>
          </a:xfrm>
          <a:prstGeom prst="rect">
            <a:avLst/>
          </a:prstGeom>
        </p:spPr>
      </p:pic>
      <p:sp>
        <p:nvSpPr>
          <p:cNvPr id="6" name="TextBox 5">
            <a:extLst>
              <a:ext uri="{FF2B5EF4-FFF2-40B4-BE49-F238E27FC236}">
                <a16:creationId xmlns:a16="http://schemas.microsoft.com/office/drawing/2014/main" id="{1F87D423-4F99-8C42-58B3-0E92C8ECB4CF}"/>
              </a:ext>
            </a:extLst>
          </p:cNvPr>
          <p:cNvSpPr txBox="1"/>
          <p:nvPr/>
        </p:nvSpPr>
        <p:spPr>
          <a:xfrm>
            <a:off x="995819" y="5357160"/>
            <a:ext cx="3087666" cy="369332"/>
          </a:xfrm>
          <a:prstGeom prst="rect">
            <a:avLst/>
          </a:prstGeom>
          <a:noFill/>
        </p:spPr>
        <p:txBody>
          <a:bodyPr wrap="square" rtlCol="0">
            <a:spAutoFit/>
          </a:bodyPr>
          <a:lstStyle/>
          <a:p>
            <a:r>
              <a:rPr lang="en-US" dirty="0"/>
              <a:t>Xodr content</a:t>
            </a:r>
          </a:p>
        </p:txBody>
      </p:sp>
      <p:sp>
        <p:nvSpPr>
          <p:cNvPr id="9" name="TextBox 8">
            <a:extLst>
              <a:ext uri="{FF2B5EF4-FFF2-40B4-BE49-F238E27FC236}">
                <a16:creationId xmlns:a16="http://schemas.microsoft.com/office/drawing/2014/main" id="{BB1FB718-3102-EE30-016E-CC4DE3E6B318}"/>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
        <p:nvSpPr>
          <p:cNvPr id="10" name="Rectangle 9">
            <a:extLst>
              <a:ext uri="{FF2B5EF4-FFF2-40B4-BE49-F238E27FC236}">
                <a16:creationId xmlns:a16="http://schemas.microsoft.com/office/drawing/2014/main" id="{18EC50C0-4AD8-8399-F73D-E8B12D101EBA}"/>
              </a:ext>
            </a:extLst>
          </p:cNvPr>
          <p:cNvSpPr/>
          <p:nvPr/>
        </p:nvSpPr>
        <p:spPr>
          <a:xfrm>
            <a:off x="444674" y="1985375"/>
            <a:ext cx="814192" cy="1691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3486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99C8D-9C9A-5649-0CA8-689D063B23A9}"/>
              </a:ext>
            </a:extLst>
          </p:cNvPr>
          <p:cNvSpPr>
            <a:spLocks noGrp="1"/>
          </p:cNvSpPr>
          <p:nvPr>
            <p:ph type="title"/>
          </p:nvPr>
        </p:nvSpPr>
        <p:spPr/>
        <p:txBody>
          <a:bodyPr>
            <a:normAutofit fontScale="90000"/>
          </a:bodyPr>
          <a:lstStyle/>
          <a:p>
            <a:r>
              <a:rPr lang="en-US" dirty="0"/>
              <a:t>The lv2 elements are &lt;header&gt; and &lt;road&gt;, where &lt;header&gt; is a struct, and &lt;road&gt; is a cell.  </a:t>
            </a:r>
          </a:p>
        </p:txBody>
      </p:sp>
      <p:pic>
        <p:nvPicPr>
          <p:cNvPr id="4" name="Picture 3">
            <a:extLst>
              <a:ext uri="{FF2B5EF4-FFF2-40B4-BE49-F238E27FC236}">
                <a16:creationId xmlns:a16="http://schemas.microsoft.com/office/drawing/2014/main" id="{A4659E28-5001-B671-1F45-085777CDFF3E}"/>
              </a:ext>
            </a:extLst>
          </p:cNvPr>
          <p:cNvPicPr>
            <a:picLocks noChangeAspect="1"/>
          </p:cNvPicPr>
          <p:nvPr/>
        </p:nvPicPr>
        <p:blipFill>
          <a:blip r:embed="rId2"/>
          <a:stretch>
            <a:fillRect/>
          </a:stretch>
        </p:blipFill>
        <p:spPr>
          <a:xfrm>
            <a:off x="368083" y="1866378"/>
            <a:ext cx="4782646" cy="3490782"/>
          </a:xfrm>
          <a:prstGeom prst="rect">
            <a:avLst/>
          </a:prstGeom>
        </p:spPr>
      </p:pic>
      <p:sp>
        <p:nvSpPr>
          <p:cNvPr id="5" name="TextBox 4">
            <a:extLst>
              <a:ext uri="{FF2B5EF4-FFF2-40B4-BE49-F238E27FC236}">
                <a16:creationId xmlns:a16="http://schemas.microsoft.com/office/drawing/2014/main" id="{51D600A2-3BA7-6EDB-617D-593538FDD7BD}"/>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0F4D3E66-DC3E-2B5C-BFFD-19755023424E}"/>
              </a:ext>
            </a:extLst>
          </p:cNvPr>
          <p:cNvSpPr/>
          <p:nvPr/>
        </p:nvSpPr>
        <p:spPr>
          <a:xfrm>
            <a:off x="563672" y="2123161"/>
            <a:ext cx="457200" cy="1317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32B394C-13AA-E9A5-8483-0D7FA2939765}"/>
              </a:ext>
            </a:extLst>
          </p:cNvPr>
          <p:cNvSpPr/>
          <p:nvPr/>
        </p:nvSpPr>
        <p:spPr>
          <a:xfrm>
            <a:off x="594986" y="2624202"/>
            <a:ext cx="350729" cy="1691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73D00F5-D1E7-0722-1A92-F0B1321C9899}"/>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pic>
        <p:nvPicPr>
          <p:cNvPr id="10" name="Picture 9">
            <a:extLst>
              <a:ext uri="{FF2B5EF4-FFF2-40B4-BE49-F238E27FC236}">
                <a16:creationId xmlns:a16="http://schemas.microsoft.com/office/drawing/2014/main" id="{054946E6-B7BB-B783-1E99-1A42CDD6A02D}"/>
              </a:ext>
            </a:extLst>
          </p:cNvPr>
          <p:cNvPicPr>
            <a:picLocks noChangeAspect="1"/>
          </p:cNvPicPr>
          <p:nvPr/>
        </p:nvPicPr>
        <p:blipFill>
          <a:blip r:embed="rId3"/>
          <a:stretch>
            <a:fillRect/>
          </a:stretch>
        </p:blipFill>
        <p:spPr>
          <a:xfrm>
            <a:off x="6349196" y="2466648"/>
            <a:ext cx="3952875" cy="1057275"/>
          </a:xfrm>
          <a:prstGeom prst="rect">
            <a:avLst/>
          </a:prstGeom>
        </p:spPr>
      </p:pic>
    </p:spTree>
    <p:extLst>
      <p:ext uri="{BB962C8B-B14F-4D97-AF65-F5344CB8AC3E}">
        <p14:creationId xmlns:p14="http://schemas.microsoft.com/office/powerpoint/2010/main" val="4072091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C7566-D990-F11F-EB73-A2BBECC2D207}"/>
              </a:ext>
            </a:extLst>
          </p:cNvPr>
          <p:cNvSpPr>
            <a:spLocks noGrp="1"/>
          </p:cNvSpPr>
          <p:nvPr>
            <p:ph type="title"/>
          </p:nvPr>
        </p:nvSpPr>
        <p:spPr>
          <a:xfrm>
            <a:off x="262003" y="114604"/>
            <a:ext cx="10515600" cy="1325563"/>
          </a:xfrm>
        </p:spPr>
        <p:txBody>
          <a:bodyPr/>
          <a:lstStyle/>
          <a:p>
            <a:r>
              <a:rPr lang="en-US" dirty="0"/>
              <a:t>The contents in &lt;header&gt; are represented by a “Attributes” struct in MATLAB </a:t>
            </a:r>
          </a:p>
        </p:txBody>
      </p:sp>
      <p:pic>
        <p:nvPicPr>
          <p:cNvPr id="4" name="Picture 3">
            <a:extLst>
              <a:ext uri="{FF2B5EF4-FFF2-40B4-BE49-F238E27FC236}">
                <a16:creationId xmlns:a16="http://schemas.microsoft.com/office/drawing/2014/main" id="{6C85DE21-EEDB-F01F-B527-3DBD795352B3}"/>
              </a:ext>
            </a:extLst>
          </p:cNvPr>
          <p:cNvPicPr>
            <a:picLocks noChangeAspect="1"/>
          </p:cNvPicPr>
          <p:nvPr/>
        </p:nvPicPr>
        <p:blipFill>
          <a:blip r:embed="rId2"/>
          <a:stretch>
            <a:fillRect/>
          </a:stretch>
        </p:blipFill>
        <p:spPr>
          <a:xfrm>
            <a:off x="368083" y="1866378"/>
            <a:ext cx="4782646" cy="3490782"/>
          </a:xfrm>
          <a:prstGeom prst="rect">
            <a:avLst/>
          </a:prstGeom>
        </p:spPr>
      </p:pic>
      <p:sp>
        <p:nvSpPr>
          <p:cNvPr id="5" name="TextBox 4">
            <a:extLst>
              <a:ext uri="{FF2B5EF4-FFF2-40B4-BE49-F238E27FC236}">
                <a16:creationId xmlns:a16="http://schemas.microsoft.com/office/drawing/2014/main" id="{D51E3A20-3964-A011-0802-61A93E1D8DF9}"/>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20743ADC-5CC1-E69C-0311-68CCD89742E8}"/>
              </a:ext>
            </a:extLst>
          </p:cNvPr>
          <p:cNvSpPr/>
          <p:nvPr/>
        </p:nvSpPr>
        <p:spPr>
          <a:xfrm>
            <a:off x="989557" y="2123160"/>
            <a:ext cx="4161172" cy="5260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F1FD9B1-6803-DED4-1BF8-121E1DA50C25}"/>
              </a:ext>
            </a:extLst>
          </p:cNvPr>
          <p:cNvPicPr>
            <a:picLocks noChangeAspect="1"/>
          </p:cNvPicPr>
          <p:nvPr/>
        </p:nvPicPr>
        <p:blipFill>
          <a:blip r:embed="rId3"/>
          <a:stretch>
            <a:fillRect/>
          </a:stretch>
        </p:blipFill>
        <p:spPr>
          <a:xfrm>
            <a:off x="6741534" y="1432158"/>
            <a:ext cx="3333390" cy="756857"/>
          </a:xfrm>
          <a:prstGeom prst="rect">
            <a:avLst/>
          </a:prstGeom>
        </p:spPr>
      </p:pic>
      <p:pic>
        <p:nvPicPr>
          <p:cNvPr id="10" name="Picture 9">
            <a:extLst>
              <a:ext uri="{FF2B5EF4-FFF2-40B4-BE49-F238E27FC236}">
                <a16:creationId xmlns:a16="http://schemas.microsoft.com/office/drawing/2014/main" id="{26F743C0-F16E-961A-5394-A6E4C774FE93}"/>
              </a:ext>
            </a:extLst>
          </p:cNvPr>
          <p:cNvPicPr>
            <a:picLocks noChangeAspect="1"/>
          </p:cNvPicPr>
          <p:nvPr/>
        </p:nvPicPr>
        <p:blipFill>
          <a:blip r:embed="rId4"/>
          <a:stretch>
            <a:fillRect/>
          </a:stretch>
        </p:blipFill>
        <p:spPr>
          <a:xfrm>
            <a:off x="6741534" y="3239529"/>
            <a:ext cx="3785110" cy="1965036"/>
          </a:xfrm>
          <a:prstGeom prst="rect">
            <a:avLst/>
          </a:prstGeom>
        </p:spPr>
      </p:pic>
      <p:cxnSp>
        <p:nvCxnSpPr>
          <p:cNvPr id="12" name="Straight Arrow Connector 11">
            <a:extLst>
              <a:ext uri="{FF2B5EF4-FFF2-40B4-BE49-F238E27FC236}">
                <a16:creationId xmlns:a16="http://schemas.microsoft.com/office/drawing/2014/main" id="{6A18E6C7-C3DA-4FAB-BD24-C182959A56C8}"/>
              </a:ext>
            </a:extLst>
          </p:cNvPr>
          <p:cNvCxnSpPr>
            <a:cxnSpLocks/>
            <a:stCxn id="6" idx="3"/>
          </p:cNvCxnSpPr>
          <p:nvPr/>
        </p:nvCxnSpPr>
        <p:spPr>
          <a:xfrm flipV="1">
            <a:off x="5150729" y="2054268"/>
            <a:ext cx="1590805" cy="33194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A635872-D6F9-F50D-F652-366F3B0AF127}"/>
              </a:ext>
            </a:extLst>
          </p:cNvPr>
          <p:cNvCxnSpPr>
            <a:cxnSpLocks/>
          </p:cNvCxnSpPr>
          <p:nvPr/>
        </p:nvCxnSpPr>
        <p:spPr>
          <a:xfrm>
            <a:off x="7041273" y="2123160"/>
            <a:ext cx="0" cy="111636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41E4389-A446-05B4-FC2C-FC3EEC2BD282}"/>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3276886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93FED-CD96-582A-5E3B-487D999AE1DE}"/>
              </a:ext>
            </a:extLst>
          </p:cNvPr>
          <p:cNvSpPr>
            <a:spLocks noGrp="1"/>
          </p:cNvSpPr>
          <p:nvPr>
            <p:ph type="title"/>
          </p:nvPr>
        </p:nvSpPr>
        <p:spPr>
          <a:xfrm>
            <a:off x="838200" y="365125"/>
            <a:ext cx="11018178" cy="1325563"/>
          </a:xfrm>
        </p:spPr>
        <p:txBody>
          <a:bodyPr>
            <a:normAutofit fontScale="90000"/>
          </a:bodyPr>
          <a:lstStyle/>
          <a:p>
            <a:r>
              <a:rPr lang="en-US" dirty="0"/>
              <a:t>Some elements are cell arrays to allow multiples (roads, lanes, </a:t>
            </a:r>
            <a:r>
              <a:rPr lang="en-US" dirty="0" err="1"/>
              <a:t>etc</a:t>
            </a:r>
            <a:r>
              <a:rPr lang="en-US" dirty="0"/>
              <a:t>). Here, &lt;road&gt; is described as cell in MATLAB, and each cell element is a struct. </a:t>
            </a:r>
          </a:p>
        </p:txBody>
      </p:sp>
      <p:pic>
        <p:nvPicPr>
          <p:cNvPr id="4" name="Picture 3">
            <a:extLst>
              <a:ext uri="{FF2B5EF4-FFF2-40B4-BE49-F238E27FC236}">
                <a16:creationId xmlns:a16="http://schemas.microsoft.com/office/drawing/2014/main" id="{C6A87934-A46F-8E58-6B5C-3E139FA74EA4}"/>
              </a:ext>
            </a:extLst>
          </p:cNvPr>
          <p:cNvPicPr>
            <a:picLocks noChangeAspect="1"/>
          </p:cNvPicPr>
          <p:nvPr/>
        </p:nvPicPr>
        <p:blipFill>
          <a:blip r:embed="rId2"/>
          <a:stretch>
            <a:fillRect/>
          </a:stretch>
        </p:blipFill>
        <p:spPr>
          <a:xfrm>
            <a:off x="6774754" y="2955294"/>
            <a:ext cx="2400300" cy="809625"/>
          </a:xfrm>
          <a:prstGeom prst="rect">
            <a:avLst/>
          </a:prstGeom>
        </p:spPr>
      </p:pic>
      <p:pic>
        <p:nvPicPr>
          <p:cNvPr id="5" name="Picture 4">
            <a:extLst>
              <a:ext uri="{FF2B5EF4-FFF2-40B4-BE49-F238E27FC236}">
                <a16:creationId xmlns:a16="http://schemas.microsoft.com/office/drawing/2014/main" id="{D067D1F8-749A-72F3-0D56-4D823AD9287B}"/>
              </a:ext>
            </a:extLst>
          </p:cNvPr>
          <p:cNvPicPr>
            <a:picLocks noChangeAspect="1"/>
          </p:cNvPicPr>
          <p:nvPr/>
        </p:nvPicPr>
        <p:blipFill>
          <a:blip r:embed="rId3"/>
          <a:stretch>
            <a:fillRect/>
          </a:stretch>
        </p:blipFill>
        <p:spPr>
          <a:xfrm>
            <a:off x="368083" y="1866378"/>
            <a:ext cx="4782646" cy="3490782"/>
          </a:xfrm>
          <a:prstGeom prst="rect">
            <a:avLst/>
          </a:prstGeom>
        </p:spPr>
      </p:pic>
      <p:sp>
        <p:nvSpPr>
          <p:cNvPr id="6" name="TextBox 5">
            <a:extLst>
              <a:ext uri="{FF2B5EF4-FFF2-40B4-BE49-F238E27FC236}">
                <a16:creationId xmlns:a16="http://schemas.microsoft.com/office/drawing/2014/main" id="{BCA7C801-FC85-749A-31D3-03796FF445E0}"/>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9" name="Rectangle 8">
            <a:extLst>
              <a:ext uri="{FF2B5EF4-FFF2-40B4-BE49-F238E27FC236}">
                <a16:creationId xmlns:a16="http://schemas.microsoft.com/office/drawing/2014/main" id="{AADDFFF8-2518-414B-7060-BC569A7D4CF9}"/>
              </a:ext>
            </a:extLst>
          </p:cNvPr>
          <p:cNvSpPr/>
          <p:nvPr/>
        </p:nvSpPr>
        <p:spPr>
          <a:xfrm>
            <a:off x="601249" y="2642992"/>
            <a:ext cx="350729" cy="1691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8E2C3B2-B577-FAA3-006D-45B4A495BAD1}"/>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2564868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AAC54-847E-A26F-E9DD-F3FC4B5CBB5F}"/>
              </a:ext>
            </a:extLst>
          </p:cNvPr>
          <p:cNvSpPr>
            <a:spLocks noGrp="1"/>
          </p:cNvSpPr>
          <p:nvPr>
            <p:ph type="title"/>
          </p:nvPr>
        </p:nvSpPr>
        <p:spPr>
          <a:xfrm>
            <a:off x="246580" y="365125"/>
            <a:ext cx="11774184" cy="1325563"/>
          </a:xfrm>
        </p:spPr>
        <p:txBody>
          <a:bodyPr>
            <a:noAutofit/>
          </a:bodyPr>
          <a:lstStyle/>
          <a:p>
            <a:r>
              <a:rPr lang="en-US" sz="3600" dirty="0"/>
              <a:t>The attributes of &lt;road&gt;,i.e., id, length, s, are represented by a “Attributes”  struct in MATLAB. All “Attributes” fields are special: in MATLAB, these are reserved to be inside the field</a:t>
            </a:r>
          </a:p>
        </p:txBody>
      </p:sp>
      <p:pic>
        <p:nvPicPr>
          <p:cNvPr id="4" name="Picture 3">
            <a:extLst>
              <a:ext uri="{FF2B5EF4-FFF2-40B4-BE49-F238E27FC236}">
                <a16:creationId xmlns:a16="http://schemas.microsoft.com/office/drawing/2014/main" id="{59235662-63C1-4879-0626-807A528A7873}"/>
              </a:ext>
            </a:extLst>
          </p:cNvPr>
          <p:cNvPicPr>
            <a:picLocks noChangeAspect="1"/>
          </p:cNvPicPr>
          <p:nvPr/>
        </p:nvPicPr>
        <p:blipFill>
          <a:blip r:embed="rId2"/>
          <a:stretch>
            <a:fillRect/>
          </a:stretch>
        </p:blipFill>
        <p:spPr>
          <a:xfrm>
            <a:off x="368083" y="1866378"/>
            <a:ext cx="4782646" cy="3490782"/>
          </a:xfrm>
          <a:prstGeom prst="rect">
            <a:avLst/>
          </a:prstGeom>
        </p:spPr>
      </p:pic>
      <p:sp>
        <p:nvSpPr>
          <p:cNvPr id="5" name="TextBox 4">
            <a:extLst>
              <a:ext uri="{FF2B5EF4-FFF2-40B4-BE49-F238E27FC236}">
                <a16:creationId xmlns:a16="http://schemas.microsoft.com/office/drawing/2014/main" id="{D72305C3-57E0-FCC3-BEFD-1EE559756191}"/>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158D8889-6014-6F3C-DFF9-FD4F2D531E4D}"/>
              </a:ext>
            </a:extLst>
          </p:cNvPr>
          <p:cNvSpPr/>
          <p:nvPr/>
        </p:nvSpPr>
        <p:spPr>
          <a:xfrm>
            <a:off x="970767" y="2655518"/>
            <a:ext cx="1427967" cy="1440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030B6C1-22EC-28A0-2AC4-7E6034FF9CBD}"/>
              </a:ext>
            </a:extLst>
          </p:cNvPr>
          <p:cNvPicPr>
            <a:picLocks noChangeAspect="1"/>
          </p:cNvPicPr>
          <p:nvPr/>
        </p:nvPicPr>
        <p:blipFill>
          <a:blip r:embed="rId3"/>
          <a:stretch>
            <a:fillRect/>
          </a:stretch>
        </p:blipFill>
        <p:spPr>
          <a:xfrm>
            <a:off x="6477389" y="4106449"/>
            <a:ext cx="3638550" cy="1323975"/>
          </a:xfrm>
          <a:prstGeom prst="rect">
            <a:avLst/>
          </a:prstGeom>
        </p:spPr>
      </p:pic>
      <p:pic>
        <p:nvPicPr>
          <p:cNvPr id="8" name="Picture 7">
            <a:extLst>
              <a:ext uri="{FF2B5EF4-FFF2-40B4-BE49-F238E27FC236}">
                <a16:creationId xmlns:a16="http://schemas.microsoft.com/office/drawing/2014/main" id="{6ABA5134-CCAC-A17E-6555-4F84404ABAA8}"/>
              </a:ext>
            </a:extLst>
          </p:cNvPr>
          <p:cNvPicPr>
            <a:picLocks noChangeAspect="1"/>
          </p:cNvPicPr>
          <p:nvPr/>
        </p:nvPicPr>
        <p:blipFill>
          <a:blip r:embed="rId4"/>
          <a:stretch>
            <a:fillRect/>
          </a:stretch>
        </p:blipFill>
        <p:spPr>
          <a:xfrm>
            <a:off x="6396298" y="1961954"/>
            <a:ext cx="3933825" cy="1362075"/>
          </a:xfrm>
          <a:prstGeom prst="rect">
            <a:avLst/>
          </a:prstGeom>
        </p:spPr>
      </p:pic>
      <p:cxnSp>
        <p:nvCxnSpPr>
          <p:cNvPr id="9" name="Straight Arrow Connector 8">
            <a:extLst>
              <a:ext uri="{FF2B5EF4-FFF2-40B4-BE49-F238E27FC236}">
                <a16:creationId xmlns:a16="http://schemas.microsoft.com/office/drawing/2014/main" id="{734A4611-2D6A-98F9-5153-711DFFAA157F}"/>
              </a:ext>
            </a:extLst>
          </p:cNvPr>
          <p:cNvCxnSpPr>
            <a:cxnSpLocks/>
            <a:stCxn id="6" idx="3"/>
          </p:cNvCxnSpPr>
          <p:nvPr/>
        </p:nvCxnSpPr>
        <p:spPr>
          <a:xfrm>
            <a:off x="2398734" y="2727543"/>
            <a:ext cx="3997564" cy="39770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0798157-1C75-D3C8-B72B-9BAE3B129CAF}"/>
              </a:ext>
            </a:extLst>
          </p:cNvPr>
          <p:cNvCxnSpPr>
            <a:cxnSpLocks/>
          </p:cNvCxnSpPr>
          <p:nvPr/>
        </p:nvCxnSpPr>
        <p:spPr>
          <a:xfrm>
            <a:off x="6945682" y="3224571"/>
            <a:ext cx="0" cy="9606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5A168C75-34A9-5478-C4EA-C4FA25DB5D86}"/>
              </a:ext>
            </a:extLst>
          </p:cNvPr>
          <p:cNvSpPr/>
          <p:nvPr/>
        </p:nvSpPr>
        <p:spPr>
          <a:xfrm>
            <a:off x="6396298" y="3008563"/>
            <a:ext cx="1025374" cy="2160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F143B85-D99A-73E7-5FB3-9DD6435E38FC}"/>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312846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2736-1DE5-41DA-F2A3-9666B32FF9CC}"/>
              </a:ext>
            </a:extLst>
          </p:cNvPr>
          <p:cNvSpPr>
            <a:spLocks noGrp="1"/>
          </p:cNvSpPr>
          <p:nvPr>
            <p:ph type="title"/>
          </p:nvPr>
        </p:nvSpPr>
        <p:spPr/>
        <p:txBody>
          <a:bodyPr>
            <a:normAutofit fontScale="90000"/>
          </a:bodyPr>
          <a:lstStyle/>
          <a:p>
            <a:r>
              <a:rPr lang="en-US" dirty="0"/>
              <a:t>Lv3 elements under &lt;road&gt;, aka &lt;</a:t>
            </a:r>
            <a:r>
              <a:rPr lang="en-US" dirty="0" err="1"/>
              <a:t>planView</a:t>
            </a:r>
            <a:r>
              <a:rPr lang="en-US" dirty="0"/>
              <a:t>&gt; and &lt;lanes&gt;, are described as struct in MATLAB.</a:t>
            </a:r>
          </a:p>
        </p:txBody>
      </p:sp>
      <p:pic>
        <p:nvPicPr>
          <p:cNvPr id="4" name="Picture 3">
            <a:extLst>
              <a:ext uri="{FF2B5EF4-FFF2-40B4-BE49-F238E27FC236}">
                <a16:creationId xmlns:a16="http://schemas.microsoft.com/office/drawing/2014/main" id="{B46F4C50-D3CE-F6D5-DAF9-BB6522704213}"/>
              </a:ext>
            </a:extLst>
          </p:cNvPr>
          <p:cNvPicPr>
            <a:picLocks noChangeAspect="1"/>
          </p:cNvPicPr>
          <p:nvPr/>
        </p:nvPicPr>
        <p:blipFill>
          <a:blip r:embed="rId2"/>
          <a:stretch>
            <a:fillRect/>
          </a:stretch>
        </p:blipFill>
        <p:spPr>
          <a:xfrm>
            <a:off x="7202205" y="2184291"/>
            <a:ext cx="4000500" cy="1362075"/>
          </a:xfrm>
          <a:prstGeom prst="rect">
            <a:avLst/>
          </a:prstGeom>
        </p:spPr>
      </p:pic>
      <p:pic>
        <p:nvPicPr>
          <p:cNvPr id="5" name="Picture 4">
            <a:extLst>
              <a:ext uri="{FF2B5EF4-FFF2-40B4-BE49-F238E27FC236}">
                <a16:creationId xmlns:a16="http://schemas.microsoft.com/office/drawing/2014/main" id="{58800A22-B6B0-03EF-735C-E4EFB0AB043D}"/>
              </a:ext>
            </a:extLst>
          </p:cNvPr>
          <p:cNvPicPr>
            <a:picLocks noChangeAspect="1"/>
          </p:cNvPicPr>
          <p:nvPr/>
        </p:nvPicPr>
        <p:blipFill>
          <a:blip r:embed="rId3"/>
          <a:stretch>
            <a:fillRect/>
          </a:stretch>
        </p:blipFill>
        <p:spPr>
          <a:xfrm>
            <a:off x="368083" y="1866378"/>
            <a:ext cx="4782646" cy="3490782"/>
          </a:xfrm>
          <a:prstGeom prst="rect">
            <a:avLst/>
          </a:prstGeom>
        </p:spPr>
      </p:pic>
      <p:sp>
        <p:nvSpPr>
          <p:cNvPr id="6" name="TextBox 5">
            <a:extLst>
              <a:ext uri="{FF2B5EF4-FFF2-40B4-BE49-F238E27FC236}">
                <a16:creationId xmlns:a16="http://schemas.microsoft.com/office/drawing/2014/main" id="{3F92809A-2573-755A-3596-BC1BD9708A73}"/>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7" name="Rectangle 6">
            <a:extLst>
              <a:ext uri="{FF2B5EF4-FFF2-40B4-BE49-F238E27FC236}">
                <a16:creationId xmlns:a16="http://schemas.microsoft.com/office/drawing/2014/main" id="{A3EEFFDF-3179-32E4-8F65-08FF0178E06C}"/>
              </a:ext>
            </a:extLst>
          </p:cNvPr>
          <p:cNvSpPr/>
          <p:nvPr/>
        </p:nvSpPr>
        <p:spPr>
          <a:xfrm>
            <a:off x="745299" y="2793304"/>
            <a:ext cx="626301" cy="1315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158938F-34D3-1964-768D-2416C0AAC863}"/>
              </a:ext>
            </a:extLst>
          </p:cNvPr>
          <p:cNvSpPr/>
          <p:nvPr/>
        </p:nvSpPr>
        <p:spPr>
          <a:xfrm>
            <a:off x="745299" y="3429000"/>
            <a:ext cx="626301" cy="1315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7C4DE9-056E-EEC7-840A-780D7A772556}"/>
              </a:ext>
            </a:extLst>
          </p:cNvPr>
          <p:cNvSpPr txBox="1"/>
          <p:nvPr/>
        </p:nvSpPr>
        <p:spPr>
          <a:xfrm>
            <a:off x="7658622" y="4511653"/>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4093119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7E1A7-CA8E-7DE4-5E24-6FBFBE03628D}"/>
              </a:ext>
            </a:extLst>
          </p:cNvPr>
          <p:cNvSpPr>
            <a:spLocks noGrp="1"/>
          </p:cNvSpPr>
          <p:nvPr>
            <p:ph type="title"/>
          </p:nvPr>
        </p:nvSpPr>
        <p:spPr>
          <a:xfrm>
            <a:off x="368083" y="159347"/>
            <a:ext cx="10515600" cy="1325563"/>
          </a:xfrm>
        </p:spPr>
        <p:txBody>
          <a:bodyPr>
            <a:normAutofit fontScale="90000"/>
          </a:bodyPr>
          <a:lstStyle/>
          <a:p>
            <a:r>
              <a:rPr lang="en-US" dirty="0"/>
              <a:t>&lt;</a:t>
            </a:r>
            <a:r>
              <a:rPr lang="en-US" dirty="0" err="1"/>
              <a:t>planView</a:t>
            </a:r>
            <a:r>
              <a:rPr lang="en-US" dirty="0"/>
              <a:t>&gt; contains &lt;geometry&gt;, which is a cell in MATLAB. Each of the cell element is a struct. </a:t>
            </a:r>
          </a:p>
        </p:txBody>
      </p:sp>
      <p:pic>
        <p:nvPicPr>
          <p:cNvPr id="4" name="Picture 3">
            <a:extLst>
              <a:ext uri="{FF2B5EF4-FFF2-40B4-BE49-F238E27FC236}">
                <a16:creationId xmlns:a16="http://schemas.microsoft.com/office/drawing/2014/main" id="{09399879-9621-C50F-AE2A-0C65704B818D}"/>
              </a:ext>
            </a:extLst>
          </p:cNvPr>
          <p:cNvPicPr>
            <a:picLocks noChangeAspect="1"/>
          </p:cNvPicPr>
          <p:nvPr/>
        </p:nvPicPr>
        <p:blipFill>
          <a:blip r:embed="rId2"/>
          <a:stretch>
            <a:fillRect/>
          </a:stretch>
        </p:blipFill>
        <p:spPr>
          <a:xfrm>
            <a:off x="368083" y="1866378"/>
            <a:ext cx="4782646" cy="3490782"/>
          </a:xfrm>
          <a:prstGeom prst="rect">
            <a:avLst/>
          </a:prstGeom>
        </p:spPr>
      </p:pic>
      <p:sp>
        <p:nvSpPr>
          <p:cNvPr id="5" name="TextBox 4">
            <a:extLst>
              <a:ext uri="{FF2B5EF4-FFF2-40B4-BE49-F238E27FC236}">
                <a16:creationId xmlns:a16="http://schemas.microsoft.com/office/drawing/2014/main" id="{6A8E30BF-77B8-9B7E-A658-26D17A4375F8}"/>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063D2562-2FB1-BD0A-BF8C-2C2764A111D9}"/>
              </a:ext>
            </a:extLst>
          </p:cNvPr>
          <p:cNvSpPr/>
          <p:nvPr/>
        </p:nvSpPr>
        <p:spPr>
          <a:xfrm>
            <a:off x="908138" y="2924828"/>
            <a:ext cx="569934" cy="1377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A038DDF-82EA-14F9-7522-4A38E8C462CC}"/>
              </a:ext>
            </a:extLst>
          </p:cNvPr>
          <p:cNvPicPr>
            <a:picLocks noChangeAspect="1"/>
          </p:cNvPicPr>
          <p:nvPr/>
        </p:nvPicPr>
        <p:blipFill>
          <a:blip r:embed="rId3"/>
          <a:stretch>
            <a:fillRect/>
          </a:stretch>
        </p:blipFill>
        <p:spPr>
          <a:xfrm>
            <a:off x="5943664" y="2676916"/>
            <a:ext cx="3724275" cy="990600"/>
          </a:xfrm>
          <a:prstGeom prst="rect">
            <a:avLst/>
          </a:prstGeom>
        </p:spPr>
      </p:pic>
      <p:pic>
        <p:nvPicPr>
          <p:cNvPr id="9" name="Picture 8">
            <a:extLst>
              <a:ext uri="{FF2B5EF4-FFF2-40B4-BE49-F238E27FC236}">
                <a16:creationId xmlns:a16="http://schemas.microsoft.com/office/drawing/2014/main" id="{1A454940-6610-BB7F-B6C5-4182C7115F63}"/>
              </a:ext>
            </a:extLst>
          </p:cNvPr>
          <p:cNvPicPr>
            <a:picLocks noChangeAspect="1"/>
          </p:cNvPicPr>
          <p:nvPr/>
        </p:nvPicPr>
        <p:blipFill rotWithShape="1">
          <a:blip r:embed="rId4"/>
          <a:srcRect t="15077"/>
          <a:stretch/>
        </p:blipFill>
        <p:spPr>
          <a:xfrm>
            <a:off x="5943664" y="4507651"/>
            <a:ext cx="4067175" cy="703741"/>
          </a:xfrm>
          <a:prstGeom prst="rect">
            <a:avLst/>
          </a:prstGeom>
        </p:spPr>
      </p:pic>
      <p:cxnSp>
        <p:nvCxnSpPr>
          <p:cNvPr id="11" name="Straight Arrow Connector 10">
            <a:extLst>
              <a:ext uri="{FF2B5EF4-FFF2-40B4-BE49-F238E27FC236}">
                <a16:creationId xmlns:a16="http://schemas.microsoft.com/office/drawing/2014/main" id="{90032D27-E8FA-1D56-A87B-EF4E968F0126}"/>
              </a:ext>
            </a:extLst>
          </p:cNvPr>
          <p:cNvCxnSpPr>
            <a:cxnSpLocks/>
            <a:stCxn id="6" idx="3"/>
          </p:cNvCxnSpPr>
          <p:nvPr/>
        </p:nvCxnSpPr>
        <p:spPr>
          <a:xfrm>
            <a:off x="1478072" y="2993721"/>
            <a:ext cx="4465592" cy="45036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944A299-73E1-F8E9-AC03-21641C45C5EA}"/>
              </a:ext>
            </a:extLst>
          </p:cNvPr>
          <p:cNvCxnSpPr>
            <a:cxnSpLocks/>
          </p:cNvCxnSpPr>
          <p:nvPr/>
        </p:nvCxnSpPr>
        <p:spPr>
          <a:xfrm>
            <a:off x="6388274" y="3512975"/>
            <a:ext cx="0" cy="9946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FCD0733-0F79-5BCD-9A32-9AF824CE96C3}"/>
              </a:ext>
            </a:extLst>
          </p:cNvPr>
          <p:cNvSpPr txBox="1"/>
          <p:nvPr/>
        </p:nvSpPr>
        <p:spPr>
          <a:xfrm>
            <a:off x="6790752"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544182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B900-2272-824F-760C-E2F903B7B054}"/>
              </a:ext>
            </a:extLst>
          </p:cNvPr>
          <p:cNvSpPr>
            <a:spLocks noGrp="1"/>
          </p:cNvSpPr>
          <p:nvPr>
            <p:ph type="title"/>
          </p:nvPr>
        </p:nvSpPr>
        <p:spPr>
          <a:xfrm>
            <a:off x="368083" y="74754"/>
            <a:ext cx="10515600" cy="1325563"/>
          </a:xfrm>
        </p:spPr>
        <p:txBody>
          <a:bodyPr>
            <a:normAutofit fontScale="90000"/>
          </a:bodyPr>
          <a:lstStyle/>
          <a:p>
            <a:r>
              <a:rPr lang="en-US" dirty="0"/>
              <a:t>The attributes of &lt;geometry&gt;, aka </a:t>
            </a:r>
            <a:r>
              <a:rPr lang="en-US" dirty="0" err="1"/>
              <a:t>hdg</a:t>
            </a:r>
            <a:r>
              <a:rPr lang="en-US" dirty="0"/>
              <a:t>, length, s, x and y are contained in a “Attributes” struct.</a:t>
            </a:r>
          </a:p>
        </p:txBody>
      </p:sp>
      <p:pic>
        <p:nvPicPr>
          <p:cNvPr id="4" name="Picture 3">
            <a:extLst>
              <a:ext uri="{FF2B5EF4-FFF2-40B4-BE49-F238E27FC236}">
                <a16:creationId xmlns:a16="http://schemas.microsoft.com/office/drawing/2014/main" id="{88254441-0175-B45F-531B-AB8C84C38F75}"/>
              </a:ext>
            </a:extLst>
          </p:cNvPr>
          <p:cNvPicPr>
            <a:picLocks noChangeAspect="1"/>
          </p:cNvPicPr>
          <p:nvPr/>
        </p:nvPicPr>
        <p:blipFill>
          <a:blip r:embed="rId2"/>
          <a:stretch>
            <a:fillRect/>
          </a:stretch>
        </p:blipFill>
        <p:spPr>
          <a:xfrm>
            <a:off x="368083" y="1866378"/>
            <a:ext cx="4782646" cy="3490782"/>
          </a:xfrm>
          <a:prstGeom prst="rect">
            <a:avLst/>
          </a:prstGeom>
        </p:spPr>
      </p:pic>
      <p:sp>
        <p:nvSpPr>
          <p:cNvPr id="5" name="TextBox 4">
            <a:extLst>
              <a:ext uri="{FF2B5EF4-FFF2-40B4-BE49-F238E27FC236}">
                <a16:creationId xmlns:a16="http://schemas.microsoft.com/office/drawing/2014/main" id="{D5B7B70E-C411-5826-777F-00F14B98AC34}"/>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4B868EE3-2E87-C282-6B32-DB5CB937F65B}"/>
              </a:ext>
            </a:extLst>
          </p:cNvPr>
          <p:cNvSpPr/>
          <p:nvPr/>
        </p:nvSpPr>
        <p:spPr>
          <a:xfrm>
            <a:off x="1484334" y="2924828"/>
            <a:ext cx="2073057" cy="2015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D4660AF7-2B4F-ABBC-B9AA-96F9ACB1FEC0}"/>
              </a:ext>
            </a:extLst>
          </p:cNvPr>
          <p:cNvPicPr>
            <a:picLocks noChangeAspect="1"/>
          </p:cNvPicPr>
          <p:nvPr/>
        </p:nvPicPr>
        <p:blipFill>
          <a:blip r:embed="rId3"/>
          <a:stretch>
            <a:fillRect/>
          </a:stretch>
        </p:blipFill>
        <p:spPr>
          <a:xfrm>
            <a:off x="5772411" y="3611769"/>
            <a:ext cx="4981575" cy="1714500"/>
          </a:xfrm>
          <a:prstGeom prst="rect">
            <a:avLst/>
          </a:prstGeom>
        </p:spPr>
      </p:pic>
      <p:pic>
        <p:nvPicPr>
          <p:cNvPr id="8" name="Picture 7">
            <a:extLst>
              <a:ext uri="{FF2B5EF4-FFF2-40B4-BE49-F238E27FC236}">
                <a16:creationId xmlns:a16="http://schemas.microsoft.com/office/drawing/2014/main" id="{1541A7A8-03B8-9571-3BE1-EDD5B45A28AB}"/>
              </a:ext>
            </a:extLst>
          </p:cNvPr>
          <p:cNvPicPr>
            <a:picLocks noChangeAspect="1"/>
          </p:cNvPicPr>
          <p:nvPr/>
        </p:nvPicPr>
        <p:blipFill>
          <a:blip r:embed="rId4"/>
          <a:stretch>
            <a:fillRect/>
          </a:stretch>
        </p:blipFill>
        <p:spPr>
          <a:xfrm>
            <a:off x="5772411" y="2040568"/>
            <a:ext cx="4267200" cy="1085850"/>
          </a:xfrm>
          <a:prstGeom prst="rect">
            <a:avLst/>
          </a:prstGeom>
        </p:spPr>
      </p:pic>
      <p:cxnSp>
        <p:nvCxnSpPr>
          <p:cNvPr id="9" name="Straight Arrow Connector 8">
            <a:extLst>
              <a:ext uri="{FF2B5EF4-FFF2-40B4-BE49-F238E27FC236}">
                <a16:creationId xmlns:a16="http://schemas.microsoft.com/office/drawing/2014/main" id="{6990D8B5-535C-AD25-A62C-F2F042286EE2}"/>
              </a:ext>
            </a:extLst>
          </p:cNvPr>
          <p:cNvCxnSpPr>
            <a:cxnSpLocks/>
          </p:cNvCxnSpPr>
          <p:nvPr/>
        </p:nvCxnSpPr>
        <p:spPr>
          <a:xfrm>
            <a:off x="6285098" y="3062614"/>
            <a:ext cx="0" cy="96062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5E0358D8-377C-4F17-A17D-B48A1BF50DB9}"/>
              </a:ext>
            </a:extLst>
          </p:cNvPr>
          <p:cNvSpPr/>
          <p:nvPr/>
        </p:nvSpPr>
        <p:spPr>
          <a:xfrm>
            <a:off x="5772411" y="2850928"/>
            <a:ext cx="1025374" cy="21600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AAC03595-C4CF-71A1-5B5A-369B51A44D6E}"/>
              </a:ext>
            </a:extLst>
          </p:cNvPr>
          <p:cNvCxnSpPr>
            <a:cxnSpLocks/>
            <a:endCxn id="10" idx="1"/>
          </p:cNvCxnSpPr>
          <p:nvPr/>
        </p:nvCxnSpPr>
        <p:spPr>
          <a:xfrm flipV="1">
            <a:off x="3557391" y="2958932"/>
            <a:ext cx="2215020" cy="10368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06639AE-8825-81AF-3344-60483D78ECC5}"/>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1370105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4CD1D-A821-1D90-BDDD-533ADBB7894C}"/>
              </a:ext>
            </a:extLst>
          </p:cNvPr>
          <p:cNvSpPr>
            <a:spLocks noGrp="1"/>
          </p:cNvSpPr>
          <p:nvPr>
            <p:ph type="title"/>
          </p:nvPr>
        </p:nvSpPr>
        <p:spPr/>
        <p:txBody>
          <a:bodyPr/>
          <a:lstStyle/>
          <a:p>
            <a:r>
              <a:rPr lang="en-US" dirty="0"/>
              <a:t>The &lt;line&gt; under &lt;geometry&gt; is an empty struct in MATLAB. </a:t>
            </a:r>
          </a:p>
        </p:txBody>
      </p:sp>
      <p:pic>
        <p:nvPicPr>
          <p:cNvPr id="4" name="Picture 3">
            <a:extLst>
              <a:ext uri="{FF2B5EF4-FFF2-40B4-BE49-F238E27FC236}">
                <a16:creationId xmlns:a16="http://schemas.microsoft.com/office/drawing/2014/main" id="{299949BB-0140-C047-013D-D32FE2407F25}"/>
              </a:ext>
            </a:extLst>
          </p:cNvPr>
          <p:cNvPicPr>
            <a:picLocks noChangeAspect="1"/>
          </p:cNvPicPr>
          <p:nvPr/>
        </p:nvPicPr>
        <p:blipFill>
          <a:blip r:embed="rId2"/>
          <a:stretch>
            <a:fillRect/>
          </a:stretch>
        </p:blipFill>
        <p:spPr>
          <a:xfrm>
            <a:off x="368083" y="1866378"/>
            <a:ext cx="4782646" cy="3490782"/>
          </a:xfrm>
          <a:prstGeom prst="rect">
            <a:avLst/>
          </a:prstGeom>
        </p:spPr>
      </p:pic>
      <p:sp>
        <p:nvSpPr>
          <p:cNvPr id="5" name="TextBox 4">
            <a:extLst>
              <a:ext uri="{FF2B5EF4-FFF2-40B4-BE49-F238E27FC236}">
                <a16:creationId xmlns:a16="http://schemas.microsoft.com/office/drawing/2014/main" id="{43A3042C-C2ED-697D-5DAD-B2EA1D15C7CD}"/>
              </a:ext>
            </a:extLst>
          </p:cNvPr>
          <p:cNvSpPr txBox="1"/>
          <p:nvPr/>
        </p:nvSpPr>
        <p:spPr>
          <a:xfrm>
            <a:off x="1878903" y="5357160"/>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70177FB8-0F91-0268-0BA8-69A6CBD40296}"/>
              </a:ext>
            </a:extLst>
          </p:cNvPr>
          <p:cNvSpPr/>
          <p:nvPr/>
        </p:nvSpPr>
        <p:spPr>
          <a:xfrm>
            <a:off x="1064713" y="3059725"/>
            <a:ext cx="507304" cy="1036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79827916-C120-25B4-EA79-77D7D8D70731}"/>
              </a:ext>
            </a:extLst>
          </p:cNvPr>
          <p:cNvCxnSpPr>
            <a:cxnSpLocks/>
          </p:cNvCxnSpPr>
          <p:nvPr/>
        </p:nvCxnSpPr>
        <p:spPr>
          <a:xfrm flipV="1">
            <a:off x="1615858" y="2787041"/>
            <a:ext cx="3883068" cy="33194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3F3B7EB-6E4A-75C7-3AE1-19B29254C336}"/>
              </a:ext>
            </a:extLst>
          </p:cNvPr>
          <p:cNvPicPr>
            <a:picLocks noChangeAspect="1"/>
          </p:cNvPicPr>
          <p:nvPr/>
        </p:nvPicPr>
        <p:blipFill>
          <a:blip r:embed="rId3"/>
          <a:stretch>
            <a:fillRect/>
          </a:stretch>
        </p:blipFill>
        <p:spPr>
          <a:xfrm>
            <a:off x="5498926" y="2048680"/>
            <a:ext cx="4267200" cy="1104900"/>
          </a:xfrm>
          <a:prstGeom prst="rect">
            <a:avLst/>
          </a:prstGeom>
        </p:spPr>
      </p:pic>
      <p:pic>
        <p:nvPicPr>
          <p:cNvPr id="11" name="Picture 10">
            <a:extLst>
              <a:ext uri="{FF2B5EF4-FFF2-40B4-BE49-F238E27FC236}">
                <a16:creationId xmlns:a16="http://schemas.microsoft.com/office/drawing/2014/main" id="{C0F92C11-90B3-8EBB-CC62-3FA5F978385B}"/>
              </a:ext>
            </a:extLst>
          </p:cNvPr>
          <p:cNvPicPr>
            <a:picLocks noChangeAspect="1"/>
          </p:cNvPicPr>
          <p:nvPr/>
        </p:nvPicPr>
        <p:blipFill>
          <a:blip r:embed="rId4"/>
          <a:stretch>
            <a:fillRect/>
          </a:stretch>
        </p:blipFill>
        <p:spPr>
          <a:xfrm>
            <a:off x="5498926" y="3857342"/>
            <a:ext cx="4543425" cy="1038225"/>
          </a:xfrm>
          <a:prstGeom prst="rect">
            <a:avLst/>
          </a:prstGeom>
        </p:spPr>
      </p:pic>
      <p:sp>
        <p:nvSpPr>
          <p:cNvPr id="12" name="Rectangle 11">
            <a:extLst>
              <a:ext uri="{FF2B5EF4-FFF2-40B4-BE49-F238E27FC236}">
                <a16:creationId xmlns:a16="http://schemas.microsoft.com/office/drawing/2014/main" id="{A9FEB9DC-9F18-C738-3F94-916525CFDF35}"/>
              </a:ext>
            </a:extLst>
          </p:cNvPr>
          <p:cNvSpPr/>
          <p:nvPr/>
        </p:nvSpPr>
        <p:spPr>
          <a:xfrm>
            <a:off x="5473874" y="2670331"/>
            <a:ext cx="622126" cy="22944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B7BAA96-305B-466E-4D1E-238DD4C2422C}"/>
              </a:ext>
            </a:extLst>
          </p:cNvPr>
          <p:cNvCxnSpPr>
            <a:cxnSpLocks/>
            <a:stCxn id="12" idx="2"/>
          </p:cNvCxnSpPr>
          <p:nvPr/>
        </p:nvCxnSpPr>
        <p:spPr>
          <a:xfrm>
            <a:off x="5784937" y="2899775"/>
            <a:ext cx="0" cy="9206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3133823-12BF-C7C6-C695-14F0E94AD2C4}"/>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1946900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DCC6-8421-3F00-B468-75940CDEBF84}"/>
              </a:ext>
            </a:extLst>
          </p:cNvPr>
          <p:cNvSpPr>
            <a:spLocks noGrp="1"/>
          </p:cNvSpPr>
          <p:nvPr>
            <p:ph type="title"/>
          </p:nvPr>
        </p:nvSpPr>
        <p:spPr/>
        <p:txBody>
          <a:bodyPr/>
          <a:lstStyle/>
          <a:p>
            <a:r>
              <a:rPr lang="en-US" dirty="0"/>
              <a:t>&lt;lanes&gt; contains &lt;</a:t>
            </a:r>
            <a:r>
              <a:rPr lang="en-US" dirty="0" err="1"/>
              <a:t>laneSection</a:t>
            </a:r>
            <a:r>
              <a:rPr lang="en-US" dirty="0"/>
              <a:t>&gt; as cell in MATLAB, and each cell element is a struct.</a:t>
            </a:r>
          </a:p>
        </p:txBody>
      </p:sp>
      <p:pic>
        <p:nvPicPr>
          <p:cNvPr id="4" name="Picture 3">
            <a:extLst>
              <a:ext uri="{FF2B5EF4-FFF2-40B4-BE49-F238E27FC236}">
                <a16:creationId xmlns:a16="http://schemas.microsoft.com/office/drawing/2014/main" id="{AAD3C1C6-4AD3-DC03-DC94-6EE16A0C6BC8}"/>
              </a:ext>
            </a:extLst>
          </p:cNvPr>
          <p:cNvPicPr>
            <a:picLocks noChangeAspect="1"/>
          </p:cNvPicPr>
          <p:nvPr/>
        </p:nvPicPr>
        <p:blipFill>
          <a:blip r:embed="rId2"/>
          <a:stretch>
            <a:fillRect/>
          </a:stretch>
        </p:blipFill>
        <p:spPr>
          <a:xfrm>
            <a:off x="6899426" y="2492027"/>
            <a:ext cx="3762375" cy="1009650"/>
          </a:xfrm>
          <a:prstGeom prst="rect">
            <a:avLst/>
          </a:prstGeom>
        </p:spPr>
      </p:pic>
      <p:pic>
        <p:nvPicPr>
          <p:cNvPr id="5" name="Picture 4">
            <a:extLst>
              <a:ext uri="{FF2B5EF4-FFF2-40B4-BE49-F238E27FC236}">
                <a16:creationId xmlns:a16="http://schemas.microsoft.com/office/drawing/2014/main" id="{198029D5-A3B3-36B5-66F9-D9BFFC4ED698}"/>
              </a:ext>
            </a:extLst>
          </p:cNvPr>
          <p:cNvPicPr>
            <a:picLocks noChangeAspect="1"/>
          </p:cNvPicPr>
          <p:nvPr/>
        </p:nvPicPr>
        <p:blipFill>
          <a:blip r:embed="rId3"/>
          <a:stretch>
            <a:fillRect/>
          </a:stretch>
        </p:blipFill>
        <p:spPr>
          <a:xfrm>
            <a:off x="6903602" y="4087856"/>
            <a:ext cx="3848100" cy="962025"/>
          </a:xfrm>
          <a:prstGeom prst="rect">
            <a:avLst/>
          </a:prstGeom>
        </p:spPr>
      </p:pic>
      <p:pic>
        <p:nvPicPr>
          <p:cNvPr id="6" name="Picture 5">
            <a:extLst>
              <a:ext uri="{FF2B5EF4-FFF2-40B4-BE49-F238E27FC236}">
                <a16:creationId xmlns:a16="http://schemas.microsoft.com/office/drawing/2014/main" id="{0C807E4A-6A14-74CB-477D-BE3255A50E31}"/>
              </a:ext>
            </a:extLst>
          </p:cNvPr>
          <p:cNvPicPr>
            <a:picLocks noChangeAspect="1"/>
          </p:cNvPicPr>
          <p:nvPr/>
        </p:nvPicPr>
        <p:blipFill>
          <a:blip r:embed="rId4"/>
          <a:stretch>
            <a:fillRect/>
          </a:stretch>
        </p:blipFill>
        <p:spPr>
          <a:xfrm>
            <a:off x="838200" y="1885167"/>
            <a:ext cx="4782646" cy="3490782"/>
          </a:xfrm>
          <a:prstGeom prst="rect">
            <a:avLst/>
          </a:prstGeom>
        </p:spPr>
      </p:pic>
      <p:sp>
        <p:nvSpPr>
          <p:cNvPr id="7" name="TextBox 6">
            <a:extLst>
              <a:ext uri="{FF2B5EF4-FFF2-40B4-BE49-F238E27FC236}">
                <a16:creationId xmlns:a16="http://schemas.microsoft.com/office/drawing/2014/main" id="{0CF70220-1D79-DD52-E89A-BCE08F71D475}"/>
              </a:ext>
            </a:extLst>
          </p:cNvPr>
          <p:cNvSpPr txBox="1"/>
          <p:nvPr/>
        </p:nvSpPr>
        <p:spPr>
          <a:xfrm>
            <a:off x="2349020" y="5375949"/>
            <a:ext cx="3087666" cy="369332"/>
          </a:xfrm>
          <a:prstGeom prst="rect">
            <a:avLst/>
          </a:prstGeom>
          <a:noFill/>
        </p:spPr>
        <p:txBody>
          <a:bodyPr wrap="square" rtlCol="0">
            <a:spAutoFit/>
          </a:bodyPr>
          <a:lstStyle/>
          <a:p>
            <a:r>
              <a:rPr lang="en-US" dirty="0"/>
              <a:t>Xodr content</a:t>
            </a:r>
          </a:p>
        </p:txBody>
      </p:sp>
      <p:sp>
        <p:nvSpPr>
          <p:cNvPr id="8" name="Rectangle 7">
            <a:extLst>
              <a:ext uri="{FF2B5EF4-FFF2-40B4-BE49-F238E27FC236}">
                <a16:creationId xmlns:a16="http://schemas.microsoft.com/office/drawing/2014/main" id="{44C80BA8-51A0-E1D9-053B-D86A7CB1507C}"/>
              </a:ext>
            </a:extLst>
          </p:cNvPr>
          <p:cNvSpPr/>
          <p:nvPr/>
        </p:nvSpPr>
        <p:spPr>
          <a:xfrm>
            <a:off x="1397043" y="3578716"/>
            <a:ext cx="688931" cy="166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DCCC915D-B19E-B345-23EA-ED6ECD1B0F3D}"/>
              </a:ext>
            </a:extLst>
          </p:cNvPr>
          <p:cNvCxnSpPr>
            <a:cxnSpLocks/>
            <a:stCxn id="8" idx="3"/>
            <a:endCxn id="10" idx="1"/>
          </p:cNvCxnSpPr>
          <p:nvPr/>
        </p:nvCxnSpPr>
        <p:spPr>
          <a:xfrm flipV="1">
            <a:off x="2085974" y="3268871"/>
            <a:ext cx="4819779" cy="39312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EEE1CAA-2B87-2641-B05E-176BA366594E}"/>
              </a:ext>
            </a:extLst>
          </p:cNvPr>
          <p:cNvSpPr/>
          <p:nvPr/>
        </p:nvSpPr>
        <p:spPr>
          <a:xfrm>
            <a:off x="6905753" y="3108742"/>
            <a:ext cx="1060799" cy="3202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E3AEEE3E-010E-BD94-611E-F2E21D09A5ED}"/>
              </a:ext>
            </a:extLst>
          </p:cNvPr>
          <p:cNvCxnSpPr>
            <a:cxnSpLocks/>
          </p:cNvCxnSpPr>
          <p:nvPr/>
        </p:nvCxnSpPr>
        <p:spPr>
          <a:xfrm>
            <a:off x="7462521" y="3429000"/>
            <a:ext cx="0" cy="6893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D954C08-FE85-3F37-7320-AAED87863EF2}"/>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3007360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D82F640-0031-F96F-221F-FC5FA813E69B}"/>
              </a:ext>
            </a:extLst>
          </p:cNvPr>
          <p:cNvPicPr>
            <a:picLocks noChangeAspect="1"/>
          </p:cNvPicPr>
          <p:nvPr/>
        </p:nvPicPr>
        <p:blipFill>
          <a:blip r:embed="rId2"/>
          <a:stretch>
            <a:fillRect/>
          </a:stretch>
        </p:blipFill>
        <p:spPr>
          <a:xfrm>
            <a:off x="6339670" y="4326696"/>
            <a:ext cx="4886325" cy="1076325"/>
          </a:xfrm>
          <a:prstGeom prst="rect">
            <a:avLst/>
          </a:prstGeom>
        </p:spPr>
      </p:pic>
      <p:pic>
        <p:nvPicPr>
          <p:cNvPr id="11" name="Picture 10">
            <a:extLst>
              <a:ext uri="{FF2B5EF4-FFF2-40B4-BE49-F238E27FC236}">
                <a16:creationId xmlns:a16="http://schemas.microsoft.com/office/drawing/2014/main" id="{34F83A09-E124-7E4F-53E8-6024C8B997A3}"/>
              </a:ext>
            </a:extLst>
          </p:cNvPr>
          <p:cNvPicPr>
            <a:picLocks noChangeAspect="1"/>
          </p:cNvPicPr>
          <p:nvPr/>
        </p:nvPicPr>
        <p:blipFill>
          <a:blip r:embed="rId3"/>
          <a:stretch>
            <a:fillRect/>
          </a:stretch>
        </p:blipFill>
        <p:spPr>
          <a:xfrm>
            <a:off x="6309777" y="2215056"/>
            <a:ext cx="4171950" cy="1371600"/>
          </a:xfrm>
          <a:prstGeom prst="rect">
            <a:avLst/>
          </a:prstGeom>
        </p:spPr>
      </p:pic>
      <p:sp>
        <p:nvSpPr>
          <p:cNvPr id="2" name="Title 1">
            <a:extLst>
              <a:ext uri="{FF2B5EF4-FFF2-40B4-BE49-F238E27FC236}">
                <a16:creationId xmlns:a16="http://schemas.microsoft.com/office/drawing/2014/main" id="{C9CBBA6C-1842-2B17-A1BF-9743C95C613D}"/>
              </a:ext>
            </a:extLst>
          </p:cNvPr>
          <p:cNvSpPr>
            <a:spLocks noGrp="1"/>
          </p:cNvSpPr>
          <p:nvPr>
            <p:ph type="title"/>
          </p:nvPr>
        </p:nvSpPr>
        <p:spPr>
          <a:xfrm>
            <a:off x="318370" y="202286"/>
            <a:ext cx="10515600" cy="1325563"/>
          </a:xfrm>
        </p:spPr>
        <p:txBody>
          <a:bodyPr>
            <a:normAutofit/>
          </a:bodyPr>
          <a:lstStyle/>
          <a:p>
            <a:r>
              <a:rPr lang="en-US" dirty="0"/>
              <a:t>Attributes of &lt;</a:t>
            </a:r>
            <a:r>
              <a:rPr lang="en-US" dirty="0" err="1"/>
              <a:t>laneSection</a:t>
            </a:r>
            <a:r>
              <a:rPr lang="en-US" dirty="0"/>
              <a:t>&gt; are a struct “Attributes” in MATLAB. </a:t>
            </a:r>
          </a:p>
        </p:txBody>
      </p:sp>
      <p:pic>
        <p:nvPicPr>
          <p:cNvPr id="4" name="Picture 3">
            <a:extLst>
              <a:ext uri="{FF2B5EF4-FFF2-40B4-BE49-F238E27FC236}">
                <a16:creationId xmlns:a16="http://schemas.microsoft.com/office/drawing/2014/main" id="{130B2E6E-E036-13C7-8144-2C4E52BFBDF3}"/>
              </a:ext>
            </a:extLst>
          </p:cNvPr>
          <p:cNvPicPr>
            <a:picLocks noChangeAspect="1"/>
          </p:cNvPicPr>
          <p:nvPr/>
        </p:nvPicPr>
        <p:blipFill>
          <a:blip r:embed="rId4"/>
          <a:stretch>
            <a:fillRect/>
          </a:stretch>
        </p:blipFill>
        <p:spPr>
          <a:xfrm>
            <a:off x="838200" y="1885167"/>
            <a:ext cx="4782646" cy="3490782"/>
          </a:xfrm>
          <a:prstGeom prst="rect">
            <a:avLst/>
          </a:prstGeom>
        </p:spPr>
      </p:pic>
      <p:sp>
        <p:nvSpPr>
          <p:cNvPr id="5" name="TextBox 4">
            <a:extLst>
              <a:ext uri="{FF2B5EF4-FFF2-40B4-BE49-F238E27FC236}">
                <a16:creationId xmlns:a16="http://schemas.microsoft.com/office/drawing/2014/main" id="{0848F41E-1DEE-911E-6658-E6725286A855}"/>
              </a:ext>
            </a:extLst>
          </p:cNvPr>
          <p:cNvSpPr txBox="1"/>
          <p:nvPr/>
        </p:nvSpPr>
        <p:spPr>
          <a:xfrm>
            <a:off x="2349020" y="5375949"/>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9BA35278-A4DA-8929-A47E-6EB21D08D3FA}"/>
              </a:ext>
            </a:extLst>
          </p:cNvPr>
          <p:cNvSpPr/>
          <p:nvPr/>
        </p:nvSpPr>
        <p:spPr>
          <a:xfrm>
            <a:off x="2066795" y="3578716"/>
            <a:ext cx="350728" cy="1665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B9636F0-33B8-C5E0-1E61-2A242251E655}"/>
              </a:ext>
            </a:extLst>
          </p:cNvPr>
          <p:cNvCxnSpPr>
            <a:cxnSpLocks/>
            <a:stCxn id="6" idx="3"/>
          </p:cNvCxnSpPr>
          <p:nvPr/>
        </p:nvCxnSpPr>
        <p:spPr>
          <a:xfrm flipV="1">
            <a:off x="2417523" y="3417102"/>
            <a:ext cx="3892254" cy="24489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0D1AC8E-DBCA-B278-ACB5-3547257EEBBF}"/>
              </a:ext>
            </a:extLst>
          </p:cNvPr>
          <p:cNvSpPr/>
          <p:nvPr/>
        </p:nvSpPr>
        <p:spPr>
          <a:xfrm>
            <a:off x="6355749" y="3250740"/>
            <a:ext cx="1060799" cy="32025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557E9065-C4C7-F901-90D5-B96DA0BB931A}"/>
              </a:ext>
            </a:extLst>
          </p:cNvPr>
          <p:cNvCxnSpPr>
            <a:cxnSpLocks/>
          </p:cNvCxnSpPr>
          <p:nvPr/>
        </p:nvCxnSpPr>
        <p:spPr>
          <a:xfrm>
            <a:off x="6936428" y="3578716"/>
            <a:ext cx="0" cy="6893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BDC2D37-1AF7-7532-5449-E97302179DC7}"/>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19495421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E44A7-55A6-AB8C-3549-E3DC4D1B6AF7}"/>
              </a:ext>
            </a:extLst>
          </p:cNvPr>
          <p:cNvSpPr>
            <a:spLocks noGrp="1"/>
          </p:cNvSpPr>
          <p:nvPr>
            <p:ph type="title"/>
          </p:nvPr>
        </p:nvSpPr>
        <p:spPr>
          <a:xfrm>
            <a:off x="299581" y="171217"/>
            <a:ext cx="10515600" cy="951652"/>
          </a:xfrm>
        </p:spPr>
        <p:txBody>
          <a:bodyPr/>
          <a:lstStyle/>
          <a:p>
            <a:r>
              <a:rPr lang="en-US" dirty="0"/>
              <a:t>&lt;center&gt; and &lt;right&gt; are struct in MATLAB.</a:t>
            </a:r>
          </a:p>
        </p:txBody>
      </p:sp>
      <p:pic>
        <p:nvPicPr>
          <p:cNvPr id="4" name="Picture 3">
            <a:extLst>
              <a:ext uri="{FF2B5EF4-FFF2-40B4-BE49-F238E27FC236}">
                <a16:creationId xmlns:a16="http://schemas.microsoft.com/office/drawing/2014/main" id="{8F9ABFA8-238A-5D89-C6D3-F7C562508DD1}"/>
              </a:ext>
            </a:extLst>
          </p:cNvPr>
          <p:cNvPicPr>
            <a:picLocks noChangeAspect="1"/>
          </p:cNvPicPr>
          <p:nvPr/>
        </p:nvPicPr>
        <p:blipFill>
          <a:blip r:embed="rId2"/>
          <a:stretch>
            <a:fillRect/>
          </a:stretch>
        </p:blipFill>
        <p:spPr>
          <a:xfrm>
            <a:off x="838200" y="1885167"/>
            <a:ext cx="4782646" cy="3490782"/>
          </a:xfrm>
          <a:prstGeom prst="rect">
            <a:avLst/>
          </a:prstGeom>
        </p:spPr>
      </p:pic>
      <p:pic>
        <p:nvPicPr>
          <p:cNvPr id="12" name="Picture 11">
            <a:extLst>
              <a:ext uri="{FF2B5EF4-FFF2-40B4-BE49-F238E27FC236}">
                <a16:creationId xmlns:a16="http://schemas.microsoft.com/office/drawing/2014/main" id="{8518A256-2B4D-1E82-DF5A-BCF75A1E5339}"/>
              </a:ext>
            </a:extLst>
          </p:cNvPr>
          <p:cNvPicPr>
            <a:picLocks noChangeAspect="1"/>
          </p:cNvPicPr>
          <p:nvPr/>
        </p:nvPicPr>
        <p:blipFill>
          <a:blip r:embed="rId3"/>
          <a:stretch>
            <a:fillRect/>
          </a:stretch>
        </p:blipFill>
        <p:spPr>
          <a:xfrm>
            <a:off x="6309777" y="2215056"/>
            <a:ext cx="4171950" cy="1371600"/>
          </a:xfrm>
          <a:prstGeom prst="rect">
            <a:avLst/>
          </a:prstGeom>
        </p:spPr>
      </p:pic>
      <p:sp>
        <p:nvSpPr>
          <p:cNvPr id="5" name="TextBox 4">
            <a:extLst>
              <a:ext uri="{FF2B5EF4-FFF2-40B4-BE49-F238E27FC236}">
                <a16:creationId xmlns:a16="http://schemas.microsoft.com/office/drawing/2014/main" id="{C6B8B401-34D7-C2BF-48E2-7D1DF38B301D}"/>
              </a:ext>
            </a:extLst>
          </p:cNvPr>
          <p:cNvSpPr txBox="1"/>
          <p:nvPr/>
        </p:nvSpPr>
        <p:spPr>
          <a:xfrm>
            <a:off x="2349020" y="5375949"/>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F6C98664-C9B0-1EFC-63B8-E94AB52059A6}"/>
              </a:ext>
            </a:extLst>
          </p:cNvPr>
          <p:cNvSpPr/>
          <p:nvPr/>
        </p:nvSpPr>
        <p:spPr>
          <a:xfrm>
            <a:off x="1540701" y="3732612"/>
            <a:ext cx="482251" cy="119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6E860ACE-4197-D926-6A5B-7033FEA5C110}"/>
              </a:ext>
            </a:extLst>
          </p:cNvPr>
          <p:cNvCxnSpPr>
            <a:cxnSpLocks/>
            <a:stCxn id="6" idx="3"/>
          </p:cNvCxnSpPr>
          <p:nvPr/>
        </p:nvCxnSpPr>
        <p:spPr>
          <a:xfrm flipV="1">
            <a:off x="2022952" y="3102791"/>
            <a:ext cx="4339060" cy="6893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16B962E-AD77-15C6-2C86-470C5262417B}"/>
              </a:ext>
            </a:extLst>
          </p:cNvPr>
          <p:cNvSpPr/>
          <p:nvPr/>
        </p:nvSpPr>
        <p:spPr>
          <a:xfrm>
            <a:off x="6362012" y="2849671"/>
            <a:ext cx="1060799" cy="42984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2B86642-B05A-9921-1E4B-A6B41D298D71}"/>
              </a:ext>
            </a:extLst>
          </p:cNvPr>
          <p:cNvSpPr/>
          <p:nvPr/>
        </p:nvSpPr>
        <p:spPr>
          <a:xfrm>
            <a:off x="1540701" y="4114547"/>
            <a:ext cx="482251" cy="1191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4CF15D7-952E-D7C8-9D43-3D439614048F}"/>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617451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171AA-DA91-C890-F2B0-978CE9C03E5E}"/>
              </a:ext>
            </a:extLst>
          </p:cNvPr>
          <p:cNvSpPr>
            <a:spLocks noGrp="1"/>
          </p:cNvSpPr>
          <p:nvPr>
            <p:ph type="title"/>
          </p:nvPr>
        </p:nvSpPr>
        <p:spPr/>
        <p:txBody>
          <a:bodyPr>
            <a:normAutofit fontScale="90000"/>
          </a:bodyPr>
          <a:lstStyle/>
          <a:p>
            <a:r>
              <a:rPr lang="en-US" dirty="0"/>
              <a:t>The &lt;lane&gt; under &lt;center&gt; is a struct. And the attributes of &lt;lane&gt; are a “Attributes” struct in MATLAB.</a:t>
            </a:r>
          </a:p>
        </p:txBody>
      </p:sp>
      <p:pic>
        <p:nvPicPr>
          <p:cNvPr id="4" name="Picture 3">
            <a:extLst>
              <a:ext uri="{FF2B5EF4-FFF2-40B4-BE49-F238E27FC236}">
                <a16:creationId xmlns:a16="http://schemas.microsoft.com/office/drawing/2014/main" id="{8C628216-34E3-A8AE-06B7-BF062A310333}"/>
              </a:ext>
            </a:extLst>
          </p:cNvPr>
          <p:cNvPicPr>
            <a:picLocks noChangeAspect="1"/>
          </p:cNvPicPr>
          <p:nvPr/>
        </p:nvPicPr>
        <p:blipFill>
          <a:blip r:embed="rId2"/>
          <a:stretch>
            <a:fillRect/>
          </a:stretch>
        </p:blipFill>
        <p:spPr>
          <a:xfrm>
            <a:off x="6187400" y="1814121"/>
            <a:ext cx="4498046" cy="954131"/>
          </a:xfrm>
          <a:prstGeom prst="rect">
            <a:avLst/>
          </a:prstGeom>
        </p:spPr>
      </p:pic>
      <p:pic>
        <p:nvPicPr>
          <p:cNvPr id="5" name="Picture 4">
            <a:extLst>
              <a:ext uri="{FF2B5EF4-FFF2-40B4-BE49-F238E27FC236}">
                <a16:creationId xmlns:a16="http://schemas.microsoft.com/office/drawing/2014/main" id="{C46526AD-D111-A458-688A-0FFC160F4AD4}"/>
              </a:ext>
            </a:extLst>
          </p:cNvPr>
          <p:cNvPicPr>
            <a:picLocks noChangeAspect="1"/>
          </p:cNvPicPr>
          <p:nvPr/>
        </p:nvPicPr>
        <p:blipFill>
          <a:blip r:embed="rId3"/>
          <a:stretch>
            <a:fillRect/>
          </a:stretch>
        </p:blipFill>
        <p:spPr>
          <a:xfrm>
            <a:off x="6187400" y="3287560"/>
            <a:ext cx="4895850" cy="1009650"/>
          </a:xfrm>
          <a:prstGeom prst="rect">
            <a:avLst/>
          </a:prstGeom>
        </p:spPr>
      </p:pic>
      <p:pic>
        <p:nvPicPr>
          <p:cNvPr id="6" name="Picture 5">
            <a:extLst>
              <a:ext uri="{FF2B5EF4-FFF2-40B4-BE49-F238E27FC236}">
                <a16:creationId xmlns:a16="http://schemas.microsoft.com/office/drawing/2014/main" id="{4B06E3E7-B9BE-3426-5EAB-70F090C74A2F}"/>
              </a:ext>
            </a:extLst>
          </p:cNvPr>
          <p:cNvPicPr>
            <a:picLocks noChangeAspect="1"/>
          </p:cNvPicPr>
          <p:nvPr/>
        </p:nvPicPr>
        <p:blipFill>
          <a:blip r:embed="rId4"/>
          <a:stretch>
            <a:fillRect/>
          </a:stretch>
        </p:blipFill>
        <p:spPr>
          <a:xfrm>
            <a:off x="6187400" y="4816518"/>
            <a:ext cx="5543550" cy="1333500"/>
          </a:xfrm>
          <a:prstGeom prst="rect">
            <a:avLst/>
          </a:prstGeom>
        </p:spPr>
      </p:pic>
      <p:pic>
        <p:nvPicPr>
          <p:cNvPr id="7" name="Picture 6">
            <a:extLst>
              <a:ext uri="{FF2B5EF4-FFF2-40B4-BE49-F238E27FC236}">
                <a16:creationId xmlns:a16="http://schemas.microsoft.com/office/drawing/2014/main" id="{A5DDEA62-6393-F698-C4EE-652EB16798D1}"/>
              </a:ext>
            </a:extLst>
          </p:cNvPr>
          <p:cNvPicPr>
            <a:picLocks noChangeAspect="1"/>
          </p:cNvPicPr>
          <p:nvPr/>
        </p:nvPicPr>
        <p:blipFill>
          <a:blip r:embed="rId5"/>
          <a:stretch>
            <a:fillRect/>
          </a:stretch>
        </p:blipFill>
        <p:spPr>
          <a:xfrm>
            <a:off x="531312" y="1872641"/>
            <a:ext cx="4782646" cy="3490782"/>
          </a:xfrm>
          <a:prstGeom prst="rect">
            <a:avLst/>
          </a:prstGeom>
        </p:spPr>
      </p:pic>
      <p:sp>
        <p:nvSpPr>
          <p:cNvPr id="8" name="TextBox 7">
            <a:extLst>
              <a:ext uri="{FF2B5EF4-FFF2-40B4-BE49-F238E27FC236}">
                <a16:creationId xmlns:a16="http://schemas.microsoft.com/office/drawing/2014/main" id="{84D0A08C-B1CE-7F4E-37E1-C3EC74E462F8}"/>
              </a:ext>
            </a:extLst>
          </p:cNvPr>
          <p:cNvSpPr txBox="1"/>
          <p:nvPr/>
        </p:nvSpPr>
        <p:spPr>
          <a:xfrm>
            <a:off x="1622511" y="5545376"/>
            <a:ext cx="3087666" cy="369332"/>
          </a:xfrm>
          <a:prstGeom prst="rect">
            <a:avLst/>
          </a:prstGeom>
          <a:noFill/>
        </p:spPr>
        <p:txBody>
          <a:bodyPr wrap="square" rtlCol="0">
            <a:spAutoFit/>
          </a:bodyPr>
          <a:lstStyle/>
          <a:p>
            <a:r>
              <a:rPr lang="en-US" dirty="0"/>
              <a:t>Xodr content</a:t>
            </a:r>
          </a:p>
        </p:txBody>
      </p:sp>
      <p:sp>
        <p:nvSpPr>
          <p:cNvPr id="9" name="Rectangle 8">
            <a:extLst>
              <a:ext uri="{FF2B5EF4-FFF2-40B4-BE49-F238E27FC236}">
                <a16:creationId xmlns:a16="http://schemas.microsoft.com/office/drawing/2014/main" id="{F733709E-BCB7-4274-26EB-F6C7EE720074}"/>
              </a:ext>
            </a:extLst>
          </p:cNvPr>
          <p:cNvSpPr/>
          <p:nvPr/>
        </p:nvSpPr>
        <p:spPr>
          <a:xfrm>
            <a:off x="1381385" y="3855138"/>
            <a:ext cx="2182270" cy="1218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CC1179C-BB52-4421-F998-F59B9C54BB5A}"/>
              </a:ext>
            </a:extLst>
          </p:cNvPr>
          <p:cNvCxnSpPr>
            <a:cxnSpLocks/>
            <a:stCxn id="9" idx="3"/>
          </p:cNvCxnSpPr>
          <p:nvPr/>
        </p:nvCxnSpPr>
        <p:spPr>
          <a:xfrm flipV="1">
            <a:off x="3563655" y="2582576"/>
            <a:ext cx="2639041" cy="13335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DC8048F-DE99-D587-5100-E23CCE9AD6FA}"/>
              </a:ext>
            </a:extLst>
          </p:cNvPr>
          <p:cNvSpPr/>
          <p:nvPr/>
        </p:nvSpPr>
        <p:spPr>
          <a:xfrm>
            <a:off x="6202696" y="2383132"/>
            <a:ext cx="1006033" cy="322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C696BFCC-1183-717F-5AFD-9BE3B92B4B37}"/>
              </a:ext>
            </a:extLst>
          </p:cNvPr>
          <p:cNvCxnSpPr>
            <a:cxnSpLocks/>
            <a:stCxn id="11" idx="2"/>
          </p:cNvCxnSpPr>
          <p:nvPr/>
        </p:nvCxnSpPr>
        <p:spPr>
          <a:xfrm>
            <a:off x="6705713" y="2706009"/>
            <a:ext cx="0" cy="581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DD32E43-9112-6953-34F8-347497B77F05}"/>
              </a:ext>
            </a:extLst>
          </p:cNvPr>
          <p:cNvCxnSpPr>
            <a:cxnSpLocks/>
          </p:cNvCxnSpPr>
          <p:nvPr/>
        </p:nvCxnSpPr>
        <p:spPr>
          <a:xfrm>
            <a:off x="6705712" y="4089748"/>
            <a:ext cx="0" cy="72677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24B7601-C573-B3E1-FB72-0AA9AB2D075A}"/>
              </a:ext>
            </a:extLst>
          </p:cNvPr>
          <p:cNvSpPr txBox="1"/>
          <p:nvPr/>
        </p:nvSpPr>
        <p:spPr>
          <a:xfrm>
            <a:off x="6753175" y="6150018"/>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551886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9C24E670-F44B-2D60-3114-EC6AFB37325E}"/>
              </a:ext>
            </a:extLst>
          </p:cNvPr>
          <p:cNvPicPr>
            <a:picLocks noGrp="1" noChangeAspect="1"/>
          </p:cNvPicPr>
          <p:nvPr>
            <p:ph idx="1"/>
          </p:nvPr>
        </p:nvPicPr>
        <p:blipFill>
          <a:blip r:embed="rId2"/>
          <a:stretch>
            <a:fillRect/>
          </a:stretch>
        </p:blipFill>
        <p:spPr>
          <a:xfrm>
            <a:off x="6096000" y="3172545"/>
            <a:ext cx="4867275" cy="942975"/>
          </a:xfrm>
          <a:prstGeom prst="rect">
            <a:avLst/>
          </a:prstGeom>
        </p:spPr>
      </p:pic>
      <p:sp>
        <p:nvSpPr>
          <p:cNvPr id="2" name="Title 1">
            <a:extLst>
              <a:ext uri="{FF2B5EF4-FFF2-40B4-BE49-F238E27FC236}">
                <a16:creationId xmlns:a16="http://schemas.microsoft.com/office/drawing/2014/main" id="{D6D2AC8F-3A8F-C5A0-38BA-B82663BA64B5}"/>
              </a:ext>
            </a:extLst>
          </p:cNvPr>
          <p:cNvSpPr>
            <a:spLocks noGrp="1"/>
          </p:cNvSpPr>
          <p:nvPr>
            <p:ph type="title"/>
          </p:nvPr>
        </p:nvSpPr>
        <p:spPr>
          <a:xfrm>
            <a:off x="431104" y="233134"/>
            <a:ext cx="10515600" cy="754903"/>
          </a:xfrm>
        </p:spPr>
        <p:txBody>
          <a:bodyPr>
            <a:normAutofit fontScale="90000"/>
          </a:bodyPr>
          <a:lstStyle/>
          <a:p>
            <a:r>
              <a:rPr lang="en-US" dirty="0"/>
              <a:t>&lt;right&gt; is a struct in MATLAB, which contains cells. And each cell element is a struct. </a:t>
            </a:r>
          </a:p>
        </p:txBody>
      </p:sp>
      <p:pic>
        <p:nvPicPr>
          <p:cNvPr id="4" name="Picture 3">
            <a:extLst>
              <a:ext uri="{FF2B5EF4-FFF2-40B4-BE49-F238E27FC236}">
                <a16:creationId xmlns:a16="http://schemas.microsoft.com/office/drawing/2014/main" id="{33379C81-5FDF-037C-B7ED-4C9B183602FF}"/>
              </a:ext>
            </a:extLst>
          </p:cNvPr>
          <p:cNvPicPr>
            <a:picLocks noChangeAspect="1"/>
          </p:cNvPicPr>
          <p:nvPr/>
        </p:nvPicPr>
        <p:blipFill>
          <a:blip r:embed="rId3"/>
          <a:stretch>
            <a:fillRect/>
          </a:stretch>
        </p:blipFill>
        <p:spPr>
          <a:xfrm>
            <a:off x="531312" y="1872641"/>
            <a:ext cx="4782646" cy="3490782"/>
          </a:xfrm>
          <a:prstGeom prst="rect">
            <a:avLst/>
          </a:prstGeom>
        </p:spPr>
      </p:pic>
      <p:sp>
        <p:nvSpPr>
          <p:cNvPr id="5" name="TextBox 4">
            <a:extLst>
              <a:ext uri="{FF2B5EF4-FFF2-40B4-BE49-F238E27FC236}">
                <a16:creationId xmlns:a16="http://schemas.microsoft.com/office/drawing/2014/main" id="{C7AF7CDB-D3E6-5D90-4FAA-A61829B30634}"/>
              </a:ext>
            </a:extLst>
          </p:cNvPr>
          <p:cNvSpPr txBox="1"/>
          <p:nvPr/>
        </p:nvSpPr>
        <p:spPr>
          <a:xfrm>
            <a:off x="1622511" y="5545376"/>
            <a:ext cx="3087666" cy="369332"/>
          </a:xfrm>
          <a:prstGeom prst="rect">
            <a:avLst/>
          </a:prstGeom>
          <a:noFill/>
        </p:spPr>
        <p:txBody>
          <a:bodyPr wrap="square" rtlCol="0">
            <a:spAutoFit/>
          </a:bodyPr>
          <a:lstStyle/>
          <a:p>
            <a:r>
              <a:rPr lang="en-US" dirty="0"/>
              <a:t>Xodr content</a:t>
            </a:r>
          </a:p>
        </p:txBody>
      </p:sp>
      <p:pic>
        <p:nvPicPr>
          <p:cNvPr id="11" name="Picture 10">
            <a:extLst>
              <a:ext uri="{FF2B5EF4-FFF2-40B4-BE49-F238E27FC236}">
                <a16:creationId xmlns:a16="http://schemas.microsoft.com/office/drawing/2014/main" id="{6EBD1DC3-A15A-A2BB-C32E-54FADB526E97}"/>
              </a:ext>
            </a:extLst>
          </p:cNvPr>
          <p:cNvPicPr>
            <a:picLocks noChangeAspect="1"/>
          </p:cNvPicPr>
          <p:nvPr/>
        </p:nvPicPr>
        <p:blipFill>
          <a:blip r:embed="rId4"/>
          <a:stretch>
            <a:fillRect/>
          </a:stretch>
        </p:blipFill>
        <p:spPr>
          <a:xfrm>
            <a:off x="6202696" y="1915188"/>
            <a:ext cx="4113108" cy="871708"/>
          </a:xfrm>
          <a:prstGeom prst="rect">
            <a:avLst/>
          </a:prstGeom>
        </p:spPr>
      </p:pic>
      <p:sp>
        <p:nvSpPr>
          <p:cNvPr id="6" name="Rectangle 5">
            <a:extLst>
              <a:ext uri="{FF2B5EF4-FFF2-40B4-BE49-F238E27FC236}">
                <a16:creationId xmlns:a16="http://schemas.microsoft.com/office/drawing/2014/main" id="{FB3AEFCB-ECA3-677C-3648-F6CCB68CB708}"/>
              </a:ext>
            </a:extLst>
          </p:cNvPr>
          <p:cNvSpPr/>
          <p:nvPr/>
        </p:nvSpPr>
        <p:spPr>
          <a:xfrm>
            <a:off x="1274689" y="4115520"/>
            <a:ext cx="422588" cy="13706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BA87FF27-FEFD-9995-68DB-F7B35B3C6A45}"/>
              </a:ext>
            </a:extLst>
          </p:cNvPr>
          <p:cNvCxnSpPr>
            <a:cxnSpLocks/>
            <a:stCxn id="6" idx="3"/>
          </p:cNvCxnSpPr>
          <p:nvPr/>
        </p:nvCxnSpPr>
        <p:spPr>
          <a:xfrm flipV="1">
            <a:off x="1697277" y="2842958"/>
            <a:ext cx="4398723" cy="134109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8B1608D-1899-E12E-A022-140FE8044504}"/>
              </a:ext>
            </a:extLst>
          </p:cNvPr>
          <p:cNvSpPr/>
          <p:nvPr/>
        </p:nvSpPr>
        <p:spPr>
          <a:xfrm>
            <a:off x="6202696" y="2383132"/>
            <a:ext cx="1006033" cy="322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7A4110DE-6199-3745-0CF3-211BBCA0DD34}"/>
              </a:ext>
            </a:extLst>
          </p:cNvPr>
          <p:cNvCxnSpPr>
            <a:cxnSpLocks/>
            <a:stCxn id="8" idx="2"/>
          </p:cNvCxnSpPr>
          <p:nvPr/>
        </p:nvCxnSpPr>
        <p:spPr>
          <a:xfrm>
            <a:off x="6705713" y="2706009"/>
            <a:ext cx="0" cy="581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E81674F-8E73-524C-D563-F903F789C1C2}"/>
              </a:ext>
            </a:extLst>
          </p:cNvPr>
          <p:cNvSpPr txBox="1"/>
          <p:nvPr/>
        </p:nvSpPr>
        <p:spPr>
          <a:xfrm>
            <a:off x="7208729" y="4971404"/>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3637996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65062-484B-E462-B40D-1F7BFFEB47F2}"/>
              </a:ext>
            </a:extLst>
          </p:cNvPr>
          <p:cNvSpPr>
            <a:spLocks noGrp="1"/>
          </p:cNvSpPr>
          <p:nvPr>
            <p:ph type="title"/>
          </p:nvPr>
        </p:nvSpPr>
        <p:spPr/>
        <p:txBody>
          <a:bodyPr/>
          <a:lstStyle/>
          <a:p>
            <a:r>
              <a:rPr lang="en-US" dirty="0"/>
              <a:t>The attributes for &lt;lane&gt; are described as a “Attributes” struct. </a:t>
            </a:r>
          </a:p>
        </p:txBody>
      </p:sp>
      <p:pic>
        <p:nvPicPr>
          <p:cNvPr id="4" name="Picture 3">
            <a:extLst>
              <a:ext uri="{FF2B5EF4-FFF2-40B4-BE49-F238E27FC236}">
                <a16:creationId xmlns:a16="http://schemas.microsoft.com/office/drawing/2014/main" id="{DA9FCAF9-C864-DEEC-A60E-333434A4B205}"/>
              </a:ext>
            </a:extLst>
          </p:cNvPr>
          <p:cNvPicPr>
            <a:picLocks noChangeAspect="1"/>
          </p:cNvPicPr>
          <p:nvPr/>
        </p:nvPicPr>
        <p:blipFill>
          <a:blip r:embed="rId2"/>
          <a:stretch>
            <a:fillRect/>
          </a:stretch>
        </p:blipFill>
        <p:spPr>
          <a:xfrm>
            <a:off x="531312" y="1872641"/>
            <a:ext cx="4782646" cy="3490782"/>
          </a:xfrm>
          <a:prstGeom prst="rect">
            <a:avLst/>
          </a:prstGeom>
        </p:spPr>
      </p:pic>
      <p:pic>
        <p:nvPicPr>
          <p:cNvPr id="10" name="Picture 9">
            <a:extLst>
              <a:ext uri="{FF2B5EF4-FFF2-40B4-BE49-F238E27FC236}">
                <a16:creationId xmlns:a16="http://schemas.microsoft.com/office/drawing/2014/main" id="{4434842C-CBEB-B7D5-83CA-3809EF05479F}"/>
              </a:ext>
            </a:extLst>
          </p:cNvPr>
          <p:cNvPicPr>
            <a:picLocks noChangeAspect="1"/>
          </p:cNvPicPr>
          <p:nvPr/>
        </p:nvPicPr>
        <p:blipFill>
          <a:blip r:embed="rId3"/>
          <a:stretch>
            <a:fillRect/>
          </a:stretch>
        </p:blipFill>
        <p:spPr>
          <a:xfrm>
            <a:off x="6021170" y="2015838"/>
            <a:ext cx="5210175" cy="1133475"/>
          </a:xfrm>
          <a:prstGeom prst="rect">
            <a:avLst/>
          </a:prstGeom>
        </p:spPr>
      </p:pic>
      <p:sp>
        <p:nvSpPr>
          <p:cNvPr id="5" name="TextBox 4">
            <a:extLst>
              <a:ext uri="{FF2B5EF4-FFF2-40B4-BE49-F238E27FC236}">
                <a16:creationId xmlns:a16="http://schemas.microsoft.com/office/drawing/2014/main" id="{7CF3CD66-1E8A-46CB-CAB8-43DE2C053277}"/>
              </a:ext>
            </a:extLst>
          </p:cNvPr>
          <p:cNvSpPr txBox="1"/>
          <p:nvPr/>
        </p:nvSpPr>
        <p:spPr>
          <a:xfrm>
            <a:off x="1622511" y="5545376"/>
            <a:ext cx="3087666" cy="369332"/>
          </a:xfrm>
          <a:prstGeom prst="rect">
            <a:avLst/>
          </a:prstGeom>
          <a:noFill/>
        </p:spPr>
        <p:txBody>
          <a:bodyPr wrap="square" rtlCol="0">
            <a:spAutoFit/>
          </a:bodyPr>
          <a:lstStyle/>
          <a:p>
            <a:r>
              <a:rPr lang="en-US" dirty="0"/>
              <a:t>Xodr content</a:t>
            </a:r>
          </a:p>
        </p:txBody>
      </p:sp>
      <p:sp>
        <p:nvSpPr>
          <p:cNvPr id="6" name="Rectangle 5">
            <a:extLst>
              <a:ext uri="{FF2B5EF4-FFF2-40B4-BE49-F238E27FC236}">
                <a16:creationId xmlns:a16="http://schemas.microsoft.com/office/drawing/2014/main" id="{EFE43A21-CF8B-663C-81F4-881FFBB37BEF}"/>
              </a:ext>
            </a:extLst>
          </p:cNvPr>
          <p:cNvSpPr/>
          <p:nvPr/>
        </p:nvSpPr>
        <p:spPr>
          <a:xfrm>
            <a:off x="1431489" y="4218392"/>
            <a:ext cx="2282478" cy="1657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35340963-3EB8-ED51-D45C-04A4D2A4D1BC}"/>
              </a:ext>
            </a:extLst>
          </p:cNvPr>
          <p:cNvCxnSpPr>
            <a:cxnSpLocks/>
            <a:stCxn id="6" idx="3"/>
            <a:endCxn id="8" idx="1"/>
          </p:cNvCxnSpPr>
          <p:nvPr/>
        </p:nvCxnSpPr>
        <p:spPr>
          <a:xfrm flipV="1">
            <a:off x="3713967" y="2987875"/>
            <a:ext cx="2307203" cy="13133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B2AB6E5-5424-C789-73F2-BB1AF09B71C0}"/>
              </a:ext>
            </a:extLst>
          </p:cNvPr>
          <p:cNvSpPr/>
          <p:nvPr/>
        </p:nvSpPr>
        <p:spPr>
          <a:xfrm>
            <a:off x="6021170" y="2826436"/>
            <a:ext cx="1006033" cy="32287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E42FB1F-83B0-7A87-3502-BA03E1F54B3E}"/>
              </a:ext>
            </a:extLst>
          </p:cNvPr>
          <p:cNvCxnSpPr>
            <a:cxnSpLocks/>
            <a:stCxn id="8" idx="2"/>
          </p:cNvCxnSpPr>
          <p:nvPr/>
        </p:nvCxnSpPr>
        <p:spPr>
          <a:xfrm>
            <a:off x="6524187" y="3149313"/>
            <a:ext cx="0" cy="7667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AD000ABA-9684-680F-C16A-8A44B0B2EBBC}"/>
              </a:ext>
            </a:extLst>
          </p:cNvPr>
          <p:cNvPicPr>
            <a:picLocks noChangeAspect="1"/>
          </p:cNvPicPr>
          <p:nvPr/>
        </p:nvPicPr>
        <p:blipFill>
          <a:blip r:embed="rId4"/>
          <a:stretch>
            <a:fillRect/>
          </a:stretch>
        </p:blipFill>
        <p:spPr>
          <a:xfrm>
            <a:off x="6021170" y="3996812"/>
            <a:ext cx="5743575" cy="1285875"/>
          </a:xfrm>
          <a:prstGeom prst="rect">
            <a:avLst/>
          </a:prstGeom>
        </p:spPr>
      </p:pic>
      <p:sp>
        <p:nvSpPr>
          <p:cNvPr id="3" name="TextBox 2">
            <a:extLst>
              <a:ext uri="{FF2B5EF4-FFF2-40B4-BE49-F238E27FC236}">
                <a16:creationId xmlns:a16="http://schemas.microsoft.com/office/drawing/2014/main" id="{F24D2EE2-7AD0-20C0-A9A5-DA26A0C2F110}"/>
              </a:ext>
            </a:extLst>
          </p:cNvPr>
          <p:cNvSpPr txBox="1"/>
          <p:nvPr/>
        </p:nvSpPr>
        <p:spPr>
          <a:xfrm>
            <a:off x="7041273" y="5357160"/>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1347660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5C68-69BB-1346-6878-49205B1498E1}"/>
              </a:ext>
            </a:extLst>
          </p:cNvPr>
          <p:cNvSpPr>
            <a:spLocks noGrp="1"/>
          </p:cNvSpPr>
          <p:nvPr>
            <p:ph type="title"/>
          </p:nvPr>
        </p:nvSpPr>
        <p:spPr/>
        <p:txBody>
          <a:bodyPr>
            <a:normAutofit fontScale="90000"/>
          </a:bodyPr>
          <a:lstStyle/>
          <a:p>
            <a:r>
              <a:rPr lang="en-US" dirty="0"/>
              <a:t>The &lt;width&gt; under &lt;lane&gt; is a struct, with attributes described as “Attributes” struct in the next level. </a:t>
            </a:r>
          </a:p>
        </p:txBody>
      </p:sp>
      <p:pic>
        <p:nvPicPr>
          <p:cNvPr id="4" name="Picture 3">
            <a:extLst>
              <a:ext uri="{FF2B5EF4-FFF2-40B4-BE49-F238E27FC236}">
                <a16:creationId xmlns:a16="http://schemas.microsoft.com/office/drawing/2014/main" id="{A95F79F4-CFD3-2093-95BC-528293DFFC0C}"/>
              </a:ext>
            </a:extLst>
          </p:cNvPr>
          <p:cNvPicPr>
            <a:picLocks noChangeAspect="1"/>
          </p:cNvPicPr>
          <p:nvPr/>
        </p:nvPicPr>
        <p:blipFill>
          <a:blip r:embed="rId2"/>
          <a:stretch>
            <a:fillRect/>
          </a:stretch>
        </p:blipFill>
        <p:spPr>
          <a:xfrm>
            <a:off x="5503363" y="1867683"/>
            <a:ext cx="5143500" cy="1181100"/>
          </a:xfrm>
          <a:prstGeom prst="rect">
            <a:avLst/>
          </a:prstGeom>
        </p:spPr>
      </p:pic>
      <p:pic>
        <p:nvPicPr>
          <p:cNvPr id="5" name="Picture 4">
            <a:extLst>
              <a:ext uri="{FF2B5EF4-FFF2-40B4-BE49-F238E27FC236}">
                <a16:creationId xmlns:a16="http://schemas.microsoft.com/office/drawing/2014/main" id="{9D1C80C1-4840-4A62-412C-0906EA9140FD}"/>
              </a:ext>
            </a:extLst>
          </p:cNvPr>
          <p:cNvPicPr>
            <a:picLocks noChangeAspect="1"/>
          </p:cNvPicPr>
          <p:nvPr/>
        </p:nvPicPr>
        <p:blipFill>
          <a:blip r:embed="rId3"/>
          <a:stretch>
            <a:fillRect/>
          </a:stretch>
        </p:blipFill>
        <p:spPr>
          <a:xfrm>
            <a:off x="5503363" y="3532404"/>
            <a:ext cx="5543550" cy="952500"/>
          </a:xfrm>
          <a:prstGeom prst="rect">
            <a:avLst/>
          </a:prstGeom>
        </p:spPr>
      </p:pic>
      <p:pic>
        <p:nvPicPr>
          <p:cNvPr id="6" name="Picture 5">
            <a:extLst>
              <a:ext uri="{FF2B5EF4-FFF2-40B4-BE49-F238E27FC236}">
                <a16:creationId xmlns:a16="http://schemas.microsoft.com/office/drawing/2014/main" id="{26B16CF3-9C74-BCC5-7C13-0D257E47CF26}"/>
              </a:ext>
            </a:extLst>
          </p:cNvPr>
          <p:cNvPicPr>
            <a:picLocks noChangeAspect="1"/>
          </p:cNvPicPr>
          <p:nvPr/>
        </p:nvPicPr>
        <p:blipFill>
          <a:blip r:embed="rId4"/>
          <a:stretch>
            <a:fillRect/>
          </a:stretch>
        </p:blipFill>
        <p:spPr>
          <a:xfrm>
            <a:off x="5503363" y="4890499"/>
            <a:ext cx="5252255" cy="1502978"/>
          </a:xfrm>
          <a:prstGeom prst="rect">
            <a:avLst/>
          </a:prstGeom>
        </p:spPr>
      </p:pic>
      <p:pic>
        <p:nvPicPr>
          <p:cNvPr id="7" name="Picture 6">
            <a:extLst>
              <a:ext uri="{FF2B5EF4-FFF2-40B4-BE49-F238E27FC236}">
                <a16:creationId xmlns:a16="http://schemas.microsoft.com/office/drawing/2014/main" id="{A3F1E672-6FAF-ECA8-2155-277EEDA810ED}"/>
              </a:ext>
            </a:extLst>
          </p:cNvPr>
          <p:cNvPicPr>
            <a:picLocks noChangeAspect="1"/>
          </p:cNvPicPr>
          <p:nvPr/>
        </p:nvPicPr>
        <p:blipFill>
          <a:blip r:embed="rId5"/>
          <a:stretch>
            <a:fillRect/>
          </a:stretch>
        </p:blipFill>
        <p:spPr>
          <a:xfrm>
            <a:off x="424841" y="1867683"/>
            <a:ext cx="4782646" cy="3490782"/>
          </a:xfrm>
          <a:prstGeom prst="rect">
            <a:avLst/>
          </a:prstGeom>
        </p:spPr>
      </p:pic>
      <p:sp>
        <p:nvSpPr>
          <p:cNvPr id="8" name="TextBox 7">
            <a:extLst>
              <a:ext uri="{FF2B5EF4-FFF2-40B4-BE49-F238E27FC236}">
                <a16:creationId xmlns:a16="http://schemas.microsoft.com/office/drawing/2014/main" id="{AE12A1FC-A80F-C600-148D-18EC1F9DABA3}"/>
              </a:ext>
            </a:extLst>
          </p:cNvPr>
          <p:cNvSpPr txBox="1"/>
          <p:nvPr/>
        </p:nvSpPr>
        <p:spPr>
          <a:xfrm>
            <a:off x="1516040" y="5540418"/>
            <a:ext cx="3087666" cy="369332"/>
          </a:xfrm>
          <a:prstGeom prst="rect">
            <a:avLst/>
          </a:prstGeom>
          <a:noFill/>
        </p:spPr>
        <p:txBody>
          <a:bodyPr wrap="square" rtlCol="0">
            <a:spAutoFit/>
          </a:bodyPr>
          <a:lstStyle/>
          <a:p>
            <a:r>
              <a:rPr lang="en-US" dirty="0"/>
              <a:t>Xodr content</a:t>
            </a:r>
          </a:p>
        </p:txBody>
      </p:sp>
      <p:sp>
        <p:nvSpPr>
          <p:cNvPr id="9" name="Rectangle 8">
            <a:extLst>
              <a:ext uri="{FF2B5EF4-FFF2-40B4-BE49-F238E27FC236}">
                <a16:creationId xmlns:a16="http://schemas.microsoft.com/office/drawing/2014/main" id="{F779C8FA-AD9A-70E7-B3D9-FA99A733466B}"/>
              </a:ext>
            </a:extLst>
          </p:cNvPr>
          <p:cNvSpPr/>
          <p:nvPr/>
        </p:nvSpPr>
        <p:spPr>
          <a:xfrm>
            <a:off x="1516039" y="4319187"/>
            <a:ext cx="2404607" cy="16571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76BDCD69-1909-6043-1C6C-8A02A26EE589}"/>
              </a:ext>
            </a:extLst>
          </p:cNvPr>
          <p:cNvCxnSpPr>
            <a:cxnSpLocks/>
            <a:stCxn id="9" idx="3"/>
            <a:endCxn id="11" idx="1"/>
          </p:cNvCxnSpPr>
          <p:nvPr/>
        </p:nvCxnSpPr>
        <p:spPr>
          <a:xfrm flipV="1">
            <a:off x="3920646" y="2611546"/>
            <a:ext cx="1582718" cy="179050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4DAF60E-8CDD-4658-B3A3-5002FBE31E24}"/>
              </a:ext>
            </a:extLst>
          </p:cNvPr>
          <p:cNvSpPr/>
          <p:nvPr/>
        </p:nvSpPr>
        <p:spPr>
          <a:xfrm>
            <a:off x="5503364" y="2504913"/>
            <a:ext cx="790966" cy="21326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7A27C91D-1737-265B-335E-393E220FA47E}"/>
              </a:ext>
            </a:extLst>
          </p:cNvPr>
          <p:cNvCxnSpPr>
            <a:cxnSpLocks/>
            <a:stCxn id="11" idx="2"/>
          </p:cNvCxnSpPr>
          <p:nvPr/>
        </p:nvCxnSpPr>
        <p:spPr>
          <a:xfrm>
            <a:off x="5898847" y="2718178"/>
            <a:ext cx="0" cy="81422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BB969EE-3DD5-8960-8829-4D878BE5C866}"/>
              </a:ext>
            </a:extLst>
          </p:cNvPr>
          <p:cNvCxnSpPr>
            <a:cxnSpLocks/>
          </p:cNvCxnSpPr>
          <p:nvPr/>
        </p:nvCxnSpPr>
        <p:spPr>
          <a:xfrm>
            <a:off x="5898847" y="4402046"/>
            <a:ext cx="0" cy="48845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D6EFAC1-6BBB-48BA-4C7E-01A6CB36C6FC}"/>
              </a:ext>
            </a:extLst>
          </p:cNvPr>
          <p:cNvSpPr txBox="1"/>
          <p:nvPr/>
        </p:nvSpPr>
        <p:spPr>
          <a:xfrm>
            <a:off x="6531280" y="6485993"/>
            <a:ext cx="3087666" cy="369332"/>
          </a:xfrm>
          <a:prstGeom prst="rect">
            <a:avLst/>
          </a:prstGeom>
          <a:noFill/>
        </p:spPr>
        <p:txBody>
          <a:bodyPr wrap="square" rtlCol="0">
            <a:spAutoFit/>
          </a:bodyPr>
          <a:lstStyle/>
          <a:p>
            <a:r>
              <a:rPr lang="en-US" dirty="0"/>
              <a:t>MATLAB representation</a:t>
            </a:r>
          </a:p>
        </p:txBody>
      </p:sp>
    </p:spTree>
    <p:extLst>
      <p:ext uri="{BB962C8B-B14F-4D97-AF65-F5344CB8AC3E}">
        <p14:creationId xmlns:p14="http://schemas.microsoft.com/office/powerpoint/2010/main" val="2607484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A4D0C-3A77-7EF7-C148-5A586F78B3CE}"/>
              </a:ext>
            </a:extLst>
          </p:cNvPr>
          <p:cNvSpPr>
            <a:spLocks noGrp="1"/>
          </p:cNvSpPr>
          <p:nvPr>
            <p:ph type="title"/>
          </p:nvPr>
        </p:nvSpPr>
        <p:spPr>
          <a:xfrm>
            <a:off x="305844" y="77026"/>
            <a:ext cx="10515600" cy="1325563"/>
          </a:xfrm>
        </p:spPr>
        <p:txBody>
          <a:bodyPr/>
          <a:lstStyle/>
          <a:p>
            <a:r>
              <a:rPr lang="en-US" dirty="0"/>
              <a:t>The previous slides show several insights:</a:t>
            </a:r>
          </a:p>
        </p:txBody>
      </p:sp>
      <p:sp>
        <p:nvSpPr>
          <p:cNvPr id="3" name="Content Placeholder 2">
            <a:extLst>
              <a:ext uri="{FF2B5EF4-FFF2-40B4-BE49-F238E27FC236}">
                <a16:creationId xmlns:a16="http://schemas.microsoft.com/office/drawing/2014/main" id="{F769B89A-2FB4-904B-8230-ABF19EE383BD}"/>
              </a:ext>
            </a:extLst>
          </p:cNvPr>
          <p:cNvSpPr>
            <a:spLocks noGrp="1"/>
          </p:cNvSpPr>
          <p:nvPr>
            <p:ph idx="1"/>
          </p:nvPr>
        </p:nvSpPr>
        <p:spPr>
          <a:xfrm>
            <a:off x="456156" y="1402589"/>
            <a:ext cx="10515600" cy="4351338"/>
          </a:xfrm>
        </p:spPr>
        <p:txBody>
          <a:bodyPr>
            <a:normAutofit fontScale="92500" lnSpcReduction="20000"/>
          </a:bodyPr>
          <a:lstStyle/>
          <a:p>
            <a:r>
              <a:rPr lang="en-US" dirty="0"/>
              <a:t>A xodr is represented as a struct in MATLAB</a:t>
            </a:r>
          </a:p>
          <a:p>
            <a:r>
              <a:rPr lang="en-US" dirty="0"/>
              <a:t>A child element to its parent element, such as &lt;header&gt; to &lt;OpenDRIVE&gt;, is a child structure to this parent structure</a:t>
            </a:r>
          </a:p>
          <a:p>
            <a:r>
              <a:rPr lang="en-US" dirty="0"/>
              <a:t>XML fields (attributes) next to an element, such as “id” to &lt;road&gt;, are described as a “Attributes” structure</a:t>
            </a:r>
          </a:p>
          <a:p>
            <a:r>
              <a:rPr lang="en-US" dirty="0"/>
              <a:t>The “Attributes” of an element are at the same level as the children elements to this element. For example, “Attributes”, &lt;</a:t>
            </a:r>
            <a:r>
              <a:rPr lang="en-US" dirty="0" err="1"/>
              <a:t>planView</a:t>
            </a:r>
            <a:r>
              <a:rPr lang="en-US" dirty="0"/>
              <a:t>&gt; and &lt;lanes&gt; are all children structures to &lt;road&gt;</a:t>
            </a:r>
          </a:p>
          <a:p>
            <a:r>
              <a:rPr lang="en-US" dirty="0"/>
              <a:t>If an element can have repetitions (but different contents), they may be described as cell arrays in MATLAB. For example, &lt;road&gt; structures are cell arrays in MATLAB, since we may have several roads under &lt;OpenDRIVE&gt;. Also, &lt;</a:t>
            </a:r>
            <a:r>
              <a:rPr lang="en-US" dirty="0" err="1"/>
              <a:t>laneSection</a:t>
            </a:r>
            <a:r>
              <a:rPr lang="en-US" dirty="0"/>
              <a:t>&gt; are cell arrays in MATLAB, since we may have several lane sections under each &lt;road</a:t>
            </a:r>
          </a:p>
          <a:p>
            <a:endParaRPr lang="en-US" dirty="0"/>
          </a:p>
        </p:txBody>
      </p:sp>
    </p:spTree>
    <p:extLst>
      <p:ext uri="{BB962C8B-B14F-4D97-AF65-F5344CB8AC3E}">
        <p14:creationId xmlns:p14="http://schemas.microsoft.com/office/powerpoint/2010/main" val="13725019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EE9F-5369-48AD-BD9F-F5A272C2C6AD}"/>
              </a:ext>
            </a:extLst>
          </p:cNvPr>
          <p:cNvSpPr>
            <a:spLocks noGrp="1"/>
          </p:cNvSpPr>
          <p:nvPr>
            <p:ph type="title"/>
          </p:nvPr>
        </p:nvSpPr>
        <p:spPr/>
        <p:txBody>
          <a:bodyPr>
            <a:normAutofit fontScale="90000"/>
          </a:bodyPr>
          <a:lstStyle/>
          <a:p>
            <a:r>
              <a:rPr lang="en-US" dirty="0"/>
              <a:t>At this point, you should observe that XML within MATLAB is just a structure, in a structure, in a structure, in … </a:t>
            </a:r>
          </a:p>
        </p:txBody>
      </p:sp>
      <p:pic>
        <p:nvPicPr>
          <p:cNvPr id="2052" name="Picture 4" descr="Recursion, how does it work?">
            <a:extLst>
              <a:ext uri="{FF2B5EF4-FFF2-40B4-BE49-F238E27FC236}">
                <a16:creationId xmlns:a16="http://schemas.microsoft.com/office/drawing/2014/main" id="{4F3F56CA-6062-48C7-888D-DE92C5582F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2862" y="4337161"/>
            <a:ext cx="4824573" cy="252083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What Is Recursion? - Jaeheon Shim">
            <a:extLst>
              <a:ext uri="{FF2B5EF4-FFF2-40B4-BE49-F238E27FC236}">
                <a16:creationId xmlns:a16="http://schemas.microsoft.com/office/drawing/2014/main" id="{987A5DBE-D2F8-40C4-913A-19D186901F6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31857" y="2093203"/>
            <a:ext cx="7381513" cy="267159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Unbounded Recursion (wiki.secretGeek.net)">
            <a:extLst>
              <a:ext uri="{FF2B5EF4-FFF2-40B4-BE49-F238E27FC236}">
                <a16:creationId xmlns:a16="http://schemas.microsoft.com/office/drawing/2014/main" id="{5628C9C7-FAAB-4FF3-8E46-4EE908BE1B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8339" y="1343024"/>
            <a:ext cx="3362325" cy="208597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What Is Tail Recursion? – Perpetual Enigma">
            <a:extLst>
              <a:ext uri="{FF2B5EF4-FFF2-40B4-BE49-F238E27FC236}">
                <a16:creationId xmlns:a16="http://schemas.microsoft.com/office/drawing/2014/main" id="{F8BDFADE-5020-4E62-81F8-A5A55B808D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812" y="4430767"/>
            <a:ext cx="1962150"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88929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D4269-2140-41C4-81E9-A2A72FFB4B66}"/>
              </a:ext>
            </a:extLst>
          </p:cNvPr>
          <p:cNvSpPr>
            <a:spLocks noGrp="1"/>
          </p:cNvSpPr>
          <p:nvPr>
            <p:ph type="title"/>
          </p:nvPr>
        </p:nvSpPr>
        <p:spPr/>
        <p:txBody>
          <a:bodyPr>
            <a:normAutofit fontScale="90000"/>
          </a:bodyPr>
          <a:lstStyle/>
          <a:p>
            <a:r>
              <a:rPr lang="en-US" dirty="0"/>
              <a:t>The mind-boggling pain of programming XML that I am swimming in now is that none of the prior students used functional recursion</a:t>
            </a:r>
          </a:p>
        </p:txBody>
      </p:sp>
      <p:sp>
        <p:nvSpPr>
          <p:cNvPr id="3" name="Content Placeholder 2">
            <a:extLst>
              <a:ext uri="{FF2B5EF4-FFF2-40B4-BE49-F238E27FC236}">
                <a16:creationId xmlns:a16="http://schemas.microsoft.com/office/drawing/2014/main" id="{C90D8625-828C-42F5-9035-F7E2492BC3B4}"/>
              </a:ext>
            </a:extLst>
          </p:cNvPr>
          <p:cNvSpPr>
            <a:spLocks noGrp="1"/>
          </p:cNvSpPr>
          <p:nvPr>
            <p:ph idx="1"/>
          </p:nvPr>
        </p:nvSpPr>
        <p:spPr>
          <a:xfrm>
            <a:off x="838200" y="2465797"/>
            <a:ext cx="3189270" cy="3711165"/>
          </a:xfrm>
        </p:spPr>
        <p:txBody>
          <a:bodyPr/>
          <a:lstStyle/>
          <a:p>
            <a:pPr marL="0" indent="0">
              <a:buNone/>
            </a:pPr>
            <a:r>
              <a:rPr lang="en-US" dirty="0"/>
              <a:t>Absolutely everything was hard-coded, and written from the top down</a:t>
            </a:r>
          </a:p>
        </p:txBody>
      </p:sp>
      <p:pic>
        <p:nvPicPr>
          <p:cNvPr id="4" name="Picture 10" descr="Introduction to Recursion | Yagmur Cetin Tas">
            <a:extLst>
              <a:ext uri="{FF2B5EF4-FFF2-40B4-BE49-F238E27FC236}">
                <a16:creationId xmlns:a16="http://schemas.microsoft.com/office/drawing/2014/main" id="{8681FC59-BA93-4BAB-993C-E3C01FA7EE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963" y="2390649"/>
            <a:ext cx="4013771" cy="3949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5294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79C18-9F3E-4FDF-9666-13633F6470D4}"/>
              </a:ext>
            </a:extLst>
          </p:cNvPr>
          <p:cNvSpPr>
            <a:spLocks noGrp="1"/>
          </p:cNvSpPr>
          <p:nvPr>
            <p:ph type="title"/>
          </p:nvPr>
        </p:nvSpPr>
        <p:spPr/>
        <p:txBody>
          <a:bodyPr/>
          <a:lstStyle/>
          <a:p>
            <a:r>
              <a:rPr lang="en-US" dirty="0"/>
              <a:t>Here is an example of some horrific code</a:t>
            </a:r>
          </a:p>
        </p:txBody>
      </p:sp>
      <p:sp>
        <p:nvSpPr>
          <p:cNvPr id="4" name="TextBox 3">
            <a:extLst>
              <a:ext uri="{FF2B5EF4-FFF2-40B4-BE49-F238E27FC236}">
                <a16:creationId xmlns:a16="http://schemas.microsoft.com/office/drawing/2014/main" id="{D9182214-EC3A-4E26-9442-FFE8F558339A}"/>
              </a:ext>
            </a:extLst>
          </p:cNvPr>
          <p:cNvSpPr txBox="1"/>
          <p:nvPr/>
        </p:nvSpPr>
        <p:spPr>
          <a:xfrm>
            <a:off x="11784458" y="3729519"/>
            <a:ext cx="184731" cy="369332"/>
          </a:xfrm>
          <a:prstGeom prst="rect">
            <a:avLst/>
          </a:prstGeom>
          <a:noFill/>
        </p:spPr>
        <p:txBody>
          <a:bodyPr wrap="none" rtlCol="0">
            <a:spAutoFit/>
          </a:bodyPr>
          <a:lstStyle/>
          <a:p>
            <a:endParaRPr lang="en-US" dirty="0"/>
          </a:p>
        </p:txBody>
      </p:sp>
      <p:pic>
        <p:nvPicPr>
          <p:cNvPr id="5" name="Picture 4">
            <a:extLst>
              <a:ext uri="{FF2B5EF4-FFF2-40B4-BE49-F238E27FC236}">
                <a16:creationId xmlns:a16="http://schemas.microsoft.com/office/drawing/2014/main" id="{8B035D21-9BE9-4F0F-AD64-2F531AAFFAC0}"/>
              </a:ext>
            </a:extLst>
          </p:cNvPr>
          <p:cNvPicPr>
            <a:picLocks noChangeAspect="1"/>
          </p:cNvPicPr>
          <p:nvPr/>
        </p:nvPicPr>
        <p:blipFill rotWithShape="1">
          <a:blip r:embed="rId2"/>
          <a:srcRect l="25758" t="47439" r="18623" b="22509"/>
          <a:stretch/>
        </p:blipFill>
        <p:spPr>
          <a:xfrm>
            <a:off x="1006868" y="1901013"/>
            <a:ext cx="10652242" cy="3055973"/>
          </a:xfrm>
          <a:prstGeom prst="rect">
            <a:avLst/>
          </a:prstGeom>
        </p:spPr>
      </p:pic>
      <p:sp>
        <p:nvSpPr>
          <p:cNvPr id="6" name="Arrow: Down 5">
            <a:extLst>
              <a:ext uri="{FF2B5EF4-FFF2-40B4-BE49-F238E27FC236}">
                <a16:creationId xmlns:a16="http://schemas.microsoft.com/office/drawing/2014/main" id="{727907DE-72B8-4803-B5E6-2E5B1AA1C683}"/>
              </a:ext>
            </a:extLst>
          </p:cNvPr>
          <p:cNvSpPr/>
          <p:nvPr/>
        </p:nvSpPr>
        <p:spPr>
          <a:xfrm rot="10800000">
            <a:off x="2987721" y="4384055"/>
            <a:ext cx="780836" cy="11458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24B692F-BCE8-430F-BAFA-B67C08407EC2}"/>
              </a:ext>
            </a:extLst>
          </p:cNvPr>
          <p:cNvSpPr txBox="1"/>
          <p:nvPr/>
        </p:nvSpPr>
        <p:spPr>
          <a:xfrm>
            <a:off x="2146230" y="5529918"/>
            <a:ext cx="2944781" cy="646331"/>
          </a:xfrm>
          <a:prstGeom prst="rect">
            <a:avLst/>
          </a:prstGeom>
          <a:noFill/>
        </p:spPr>
        <p:txBody>
          <a:bodyPr wrap="none" rtlCol="0">
            <a:spAutoFit/>
          </a:bodyPr>
          <a:lstStyle/>
          <a:p>
            <a:r>
              <a:rPr lang="en-US" dirty="0"/>
              <a:t>Yes, it was HARD CODED</a:t>
            </a:r>
          </a:p>
          <a:p>
            <a:r>
              <a:rPr lang="en-US" dirty="0"/>
              <a:t>to only ever work with 1 road</a:t>
            </a:r>
          </a:p>
        </p:txBody>
      </p:sp>
      <p:sp>
        <p:nvSpPr>
          <p:cNvPr id="8" name="Arrow: Down 7">
            <a:extLst>
              <a:ext uri="{FF2B5EF4-FFF2-40B4-BE49-F238E27FC236}">
                <a16:creationId xmlns:a16="http://schemas.microsoft.com/office/drawing/2014/main" id="{0C0B471F-172C-4C5D-A376-31B344855C9A}"/>
              </a:ext>
            </a:extLst>
          </p:cNvPr>
          <p:cNvSpPr/>
          <p:nvPr/>
        </p:nvSpPr>
        <p:spPr>
          <a:xfrm rot="7275825">
            <a:off x="7231592" y="3395134"/>
            <a:ext cx="780836" cy="30495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9FA14BE-616F-47FD-BBCB-098A4560182E}"/>
              </a:ext>
            </a:extLst>
          </p:cNvPr>
          <p:cNvSpPr txBox="1"/>
          <p:nvPr/>
        </p:nvSpPr>
        <p:spPr>
          <a:xfrm>
            <a:off x="9048405" y="5623266"/>
            <a:ext cx="2610705" cy="1200329"/>
          </a:xfrm>
          <a:prstGeom prst="rect">
            <a:avLst/>
          </a:prstGeom>
          <a:noFill/>
        </p:spPr>
        <p:txBody>
          <a:bodyPr wrap="square" rtlCol="0">
            <a:spAutoFit/>
          </a:bodyPr>
          <a:lstStyle/>
          <a:p>
            <a:r>
              <a:rPr lang="en-US" dirty="0"/>
              <a:t>Yes, </a:t>
            </a:r>
            <a:r>
              <a:rPr lang="en-US" dirty="0" err="1"/>
              <a:t>thisis</a:t>
            </a:r>
            <a:r>
              <a:rPr lang="en-US" dirty="0"/>
              <a:t> code operating at either 5 or 7 levels deep, across 3 different structures simultaneously</a:t>
            </a:r>
          </a:p>
        </p:txBody>
      </p:sp>
      <p:sp>
        <p:nvSpPr>
          <p:cNvPr id="10" name="TextBox 9">
            <a:extLst>
              <a:ext uri="{FF2B5EF4-FFF2-40B4-BE49-F238E27FC236}">
                <a16:creationId xmlns:a16="http://schemas.microsoft.com/office/drawing/2014/main" id="{7864BE69-0C92-4610-8B8B-B169BF3ECE88}"/>
              </a:ext>
            </a:extLst>
          </p:cNvPr>
          <p:cNvSpPr txBox="1"/>
          <p:nvPr/>
        </p:nvSpPr>
        <p:spPr>
          <a:xfrm>
            <a:off x="5362537" y="5292546"/>
            <a:ext cx="2610705" cy="1200329"/>
          </a:xfrm>
          <a:prstGeom prst="rect">
            <a:avLst/>
          </a:prstGeom>
          <a:noFill/>
        </p:spPr>
        <p:txBody>
          <a:bodyPr wrap="square" rtlCol="0">
            <a:spAutoFit/>
          </a:bodyPr>
          <a:lstStyle/>
          <a:p>
            <a:r>
              <a:rPr lang="en-US" dirty="0"/>
              <a:t>Yes, the index for geometry, road, lane sections, and lanes were ALL indexed with “ii”</a:t>
            </a:r>
          </a:p>
        </p:txBody>
      </p:sp>
      <p:sp>
        <p:nvSpPr>
          <p:cNvPr id="11" name="Arrow: Down 10">
            <a:extLst>
              <a:ext uri="{FF2B5EF4-FFF2-40B4-BE49-F238E27FC236}">
                <a16:creationId xmlns:a16="http://schemas.microsoft.com/office/drawing/2014/main" id="{309AD3DF-22C4-4C6D-9BD2-9A277871FB44}"/>
              </a:ext>
            </a:extLst>
          </p:cNvPr>
          <p:cNvSpPr/>
          <p:nvPr/>
        </p:nvSpPr>
        <p:spPr>
          <a:xfrm rot="8979599">
            <a:off x="5200552" y="4218116"/>
            <a:ext cx="517851" cy="10877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3384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g">
            <a:extLst>
              <a:ext uri="{FF2B5EF4-FFF2-40B4-BE49-F238E27FC236}">
                <a16:creationId xmlns:a16="http://schemas.microsoft.com/office/drawing/2014/main" id="{07C3936B-995A-AA91-64F0-B814D5FA03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1684454"/>
            <a:ext cx="5781675" cy="4486275"/>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3">
            <a:extLst>
              <a:ext uri="{FF2B5EF4-FFF2-40B4-BE49-F238E27FC236}">
                <a16:creationId xmlns:a16="http://schemas.microsoft.com/office/drawing/2014/main" id="{FB38BFF3-2AA8-49EB-87C7-6758A7BB5DFA}"/>
              </a:ext>
            </a:extLst>
          </p:cNvPr>
          <p:cNvPicPr>
            <a:picLocks noGrp="1" noChangeAspect="1"/>
          </p:cNvPicPr>
          <p:nvPr>
            <p:ph idx="1"/>
          </p:nvPr>
        </p:nvPicPr>
        <p:blipFill rotWithShape="1">
          <a:blip r:embed="rId3"/>
          <a:srcRect l="2918" t="4377" r="28028" b="30035"/>
          <a:stretch/>
        </p:blipFill>
        <p:spPr>
          <a:xfrm>
            <a:off x="6616557" y="1276275"/>
            <a:ext cx="5106255" cy="4990961"/>
          </a:xfrm>
          <a:prstGeom prst="rect">
            <a:avLst/>
          </a:prstGeom>
        </p:spPr>
      </p:pic>
      <p:cxnSp>
        <p:nvCxnSpPr>
          <p:cNvPr id="8" name="Straight Arrow Connector 7">
            <a:extLst>
              <a:ext uri="{FF2B5EF4-FFF2-40B4-BE49-F238E27FC236}">
                <a16:creationId xmlns:a16="http://schemas.microsoft.com/office/drawing/2014/main" id="{2173B92E-74E2-4977-A28F-51F71BE73816}"/>
              </a:ext>
            </a:extLst>
          </p:cNvPr>
          <p:cNvCxnSpPr>
            <a:cxnSpLocks/>
          </p:cNvCxnSpPr>
          <p:nvPr/>
        </p:nvCxnSpPr>
        <p:spPr>
          <a:xfrm flipV="1">
            <a:off x="5791202" y="3010017"/>
            <a:ext cx="1349337" cy="493471"/>
          </a:xfrm>
          <a:prstGeom prst="straightConnector1">
            <a:avLst/>
          </a:prstGeom>
          <a:ln w="44450">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811DB937-AB0D-4AB5-9B73-BE3D39BB5605}"/>
              </a:ext>
            </a:extLst>
          </p:cNvPr>
          <p:cNvCxnSpPr>
            <a:cxnSpLocks/>
          </p:cNvCxnSpPr>
          <p:nvPr/>
        </p:nvCxnSpPr>
        <p:spPr>
          <a:xfrm flipH="1">
            <a:off x="2794571" y="3595955"/>
            <a:ext cx="1479478" cy="0"/>
          </a:xfrm>
          <a:prstGeom prst="straightConnector1">
            <a:avLst/>
          </a:prstGeom>
          <a:ln w="44450">
            <a:solidFill>
              <a:srgbClr val="00B0F0"/>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40EA45B3-B0E5-4E0D-AE93-6392C6D375DD}"/>
              </a:ext>
            </a:extLst>
          </p:cNvPr>
          <p:cNvCxnSpPr>
            <a:cxnSpLocks/>
          </p:cNvCxnSpPr>
          <p:nvPr/>
        </p:nvCxnSpPr>
        <p:spPr>
          <a:xfrm flipV="1">
            <a:off x="6096000" y="2589521"/>
            <a:ext cx="1044539" cy="574919"/>
          </a:xfrm>
          <a:prstGeom prst="straightConnector1">
            <a:avLst/>
          </a:prstGeom>
          <a:ln w="44450">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17" name="Straight Arrow Connector 16">
            <a:extLst>
              <a:ext uri="{FF2B5EF4-FFF2-40B4-BE49-F238E27FC236}">
                <a16:creationId xmlns:a16="http://schemas.microsoft.com/office/drawing/2014/main" id="{B7FE92E4-0387-4D8D-A808-2E677816BE18}"/>
              </a:ext>
            </a:extLst>
          </p:cNvPr>
          <p:cNvCxnSpPr>
            <a:cxnSpLocks/>
          </p:cNvCxnSpPr>
          <p:nvPr/>
        </p:nvCxnSpPr>
        <p:spPr>
          <a:xfrm flipH="1">
            <a:off x="2897312" y="3256752"/>
            <a:ext cx="1376737" cy="0"/>
          </a:xfrm>
          <a:prstGeom prst="straightConnector1">
            <a:avLst/>
          </a:prstGeom>
          <a:ln w="44450">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2" name="Title 1">
            <a:extLst>
              <a:ext uri="{FF2B5EF4-FFF2-40B4-BE49-F238E27FC236}">
                <a16:creationId xmlns:a16="http://schemas.microsoft.com/office/drawing/2014/main" id="{9D481314-B3C6-21C0-411A-27948048C109}"/>
              </a:ext>
            </a:extLst>
          </p:cNvPr>
          <p:cNvSpPr>
            <a:spLocks noGrp="1"/>
          </p:cNvSpPr>
          <p:nvPr>
            <p:ph type="title"/>
          </p:nvPr>
        </p:nvSpPr>
        <p:spPr>
          <a:xfrm>
            <a:off x="555302" y="128819"/>
            <a:ext cx="11331898" cy="1325563"/>
          </a:xfrm>
        </p:spPr>
        <p:txBody>
          <a:bodyPr>
            <a:normAutofit fontScale="90000"/>
          </a:bodyPr>
          <a:lstStyle/>
          <a:p>
            <a:r>
              <a:rPr lang="en-US" dirty="0"/>
              <a:t>To use the XODR XML diagrams, the most important thing to learn is what’s required. Optional items have count ranges that start with 0</a:t>
            </a:r>
          </a:p>
        </p:txBody>
      </p:sp>
    </p:spTree>
    <p:extLst>
      <p:ext uri="{BB962C8B-B14F-4D97-AF65-F5344CB8AC3E}">
        <p14:creationId xmlns:p14="http://schemas.microsoft.com/office/powerpoint/2010/main" val="1067260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446E3-CC90-9898-63DE-B58D20D53D4C}"/>
              </a:ext>
            </a:extLst>
          </p:cNvPr>
          <p:cNvSpPr>
            <a:spLocks noGrp="1"/>
          </p:cNvSpPr>
          <p:nvPr>
            <p:ph type="title"/>
          </p:nvPr>
        </p:nvSpPr>
        <p:spPr/>
        <p:txBody>
          <a:bodyPr/>
          <a:lstStyle/>
          <a:p>
            <a:r>
              <a:rPr lang="en-US" dirty="0"/>
              <a:t>Let’s practice using the root element</a:t>
            </a:r>
          </a:p>
        </p:txBody>
      </p:sp>
      <p:pic>
        <p:nvPicPr>
          <p:cNvPr id="4" name="Content Placeholder 3">
            <a:extLst>
              <a:ext uri="{FF2B5EF4-FFF2-40B4-BE49-F238E27FC236}">
                <a16:creationId xmlns:a16="http://schemas.microsoft.com/office/drawing/2014/main" id="{D1A13AE5-4E0D-5136-C9FA-AA01E4731C91}"/>
              </a:ext>
            </a:extLst>
          </p:cNvPr>
          <p:cNvPicPr>
            <a:picLocks noGrp="1" noChangeAspect="1"/>
          </p:cNvPicPr>
          <p:nvPr>
            <p:ph idx="1"/>
          </p:nvPr>
        </p:nvPicPr>
        <p:blipFill>
          <a:blip r:embed="rId2"/>
          <a:stretch>
            <a:fillRect/>
          </a:stretch>
        </p:blipFill>
        <p:spPr>
          <a:xfrm>
            <a:off x="3529738" y="1855056"/>
            <a:ext cx="4669039" cy="4804792"/>
          </a:xfrm>
          <a:prstGeom prst="rect">
            <a:avLst/>
          </a:prstGeom>
        </p:spPr>
      </p:pic>
    </p:spTree>
    <p:extLst>
      <p:ext uri="{BB962C8B-B14F-4D97-AF65-F5344CB8AC3E}">
        <p14:creationId xmlns:p14="http://schemas.microsoft.com/office/powerpoint/2010/main" val="27101067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B579C-6BC5-057D-F2F1-8450062935D4}"/>
              </a:ext>
            </a:extLst>
          </p:cNvPr>
          <p:cNvSpPr>
            <a:spLocks noGrp="1"/>
          </p:cNvSpPr>
          <p:nvPr>
            <p:ph type="title"/>
          </p:nvPr>
        </p:nvSpPr>
        <p:spPr/>
        <p:txBody>
          <a:bodyPr/>
          <a:lstStyle/>
          <a:p>
            <a:r>
              <a:rPr lang="en-US" dirty="0"/>
              <a:t>Diagrams are best understood adjacent to XML and adjacent to the resulting road image</a:t>
            </a:r>
          </a:p>
        </p:txBody>
      </p:sp>
      <p:pic>
        <p:nvPicPr>
          <p:cNvPr id="4" name="Content Placeholder 3">
            <a:extLst>
              <a:ext uri="{FF2B5EF4-FFF2-40B4-BE49-F238E27FC236}">
                <a16:creationId xmlns:a16="http://schemas.microsoft.com/office/drawing/2014/main" id="{DEEE6EBF-2FAE-13E4-A466-CA1918AD4E07}"/>
              </a:ext>
            </a:extLst>
          </p:cNvPr>
          <p:cNvPicPr>
            <a:picLocks noGrp="1" noChangeAspect="1"/>
          </p:cNvPicPr>
          <p:nvPr>
            <p:ph idx="1"/>
          </p:nvPr>
        </p:nvPicPr>
        <p:blipFill>
          <a:blip r:embed="rId2"/>
          <a:stretch>
            <a:fillRect/>
          </a:stretch>
        </p:blipFill>
        <p:spPr>
          <a:xfrm>
            <a:off x="1409608" y="2534086"/>
            <a:ext cx="3395738" cy="3160259"/>
          </a:xfrm>
          <a:prstGeom prst="rect">
            <a:avLst/>
          </a:prstGeom>
        </p:spPr>
      </p:pic>
      <p:pic>
        <p:nvPicPr>
          <p:cNvPr id="9" name="Picture 8">
            <a:extLst>
              <a:ext uri="{FF2B5EF4-FFF2-40B4-BE49-F238E27FC236}">
                <a16:creationId xmlns:a16="http://schemas.microsoft.com/office/drawing/2014/main" id="{8A993EBF-72D0-45AB-32F8-1B081FFA7043}"/>
              </a:ext>
            </a:extLst>
          </p:cNvPr>
          <p:cNvPicPr>
            <a:picLocks noChangeAspect="1"/>
          </p:cNvPicPr>
          <p:nvPr/>
        </p:nvPicPr>
        <p:blipFill rotWithShape="1">
          <a:blip r:embed="rId3"/>
          <a:srcRect l="8679" t="20477" r="67607" b="33051"/>
          <a:stretch/>
        </p:blipFill>
        <p:spPr>
          <a:xfrm>
            <a:off x="6042525" y="1897298"/>
            <a:ext cx="4106093" cy="4433837"/>
          </a:xfrm>
          <a:prstGeom prst="rect">
            <a:avLst/>
          </a:prstGeom>
        </p:spPr>
      </p:pic>
    </p:spTree>
    <p:extLst>
      <p:ext uri="{BB962C8B-B14F-4D97-AF65-F5344CB8AC3E}">
        <p14:creationId xmlns:p14="http://schemas.microsoft.com/office/powerpoint/2010/main" val="2691795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2987-35F8-5749-85AF-3BE0AB19C5D9}"/>
              </a:ext>
            </a:extLst>
          </p:cNvPr>
          <p:cNvSpPr>
            <a:spLocks noGrp="1"/>
          </p:cNvSpPr>
          <p:nvPr>
            <p:ph type="title"/>
          </p:nvPr>
        </p:nvSpPr>
        <p:spPr>
          <a:xfrm>
            <a:off x="791110" y="1"/>
            <a:ext cx="11400890" cy="914400"/>
          </a:xfrm>
        </p:spPr>
        <p:txBody>
          <a:bodyPr>
            <a:normAutofit fontScale="90000"/>
          </a:bodyPr>
          <a:lstStyle/>
          <a:p>
            <a:r>
              <a:rPr lang="en-US" dirty="0"/>
              <a:t>In full format, OpenDRIVE XODR can be hard to read</a:t>
            </a:r>
          </a:p>
        </p:txBody>
      </p:sp>
      <p:sp>
        <p:nvSpPr>
          <p:cNvPr id="3" name="Content Placeholder 2">
            <a:extLst>
              <a:ext uri="{FF2B5EF4-FFF2-40B4-BE49-F238E27FC236}">
                <a16:creationId xmlns:a16="http://schemas.microsoft.com/office/drawing/2014/main" id="{EF6B37A4-6B34-664D-B338-6337F25130BA}"/>
              </a:ext>
            </a:extLst>
          </p:cNvPr>
          <p:cNvSpPr>
            <a:spLocks noGrp="1"/>
          </p:cNvSpPr>
          <p:nvPr>
            <p:ph idx="1"/>
          </p:nvPr>
        </p:nvSpPr>
        <p:spPr>
          <a:xfrm>
            <a:off x="262002" y="1136692"/>
            <a:ext cx="11725405" cy="5552207"/>
          </a:xfrm>
        </p:spPr>
        <p:txBody>
          <a:bodyPr>
            <a:normAutofit fontScale="62500" lnSpcReduction="20000"/>
          </a:bodyPr>
          <a:lstStyle/>
          <a:p>
            <a:r>
              <a:rPr lang="en-US" dirty="0"/>
              <a:t>Roads are defined in a hierarchical XML format</a:t>
            </a:r>
          </a:p>
          <a:p>
            <a:pPr lvl="1"/>
            <a:r>
              <a:rPr lang="en-US" dirty="0" err="1"/>
              <a:t>OpenDRIVE</a:t>
            </a:r>
            <a:r>
              <a:rPr lang="en-US" dirty="0"/>
              <a:t> enclosing element</a:t>
            </a:r>
          </a:p>
          <a:p>
            <a:pPr lvl="2"/>
            <a:r>
              <a:rPr lang="en-US" dirty="0"/>
              <a:t>Header element </a:t>
            </a:r>
            <a:r>
              <a:rPr lang="en-US" dirty="0">
                <a:sym typeface="Wingdings" pitchFamily="2" charset="2"/>
              </a:rPr>
              <a:t> bounding box defined by west, east, south, north attributes</a:t>
            </a:r>
            <a:endParaRPr lang="en-US" dirty="0"/>
          </a:p>
          <a:p>
            <a:pPr lvl="2"/>
            <a:r>
              <a:rPr lang="en-US" dirty="0"/>
              <a:t>Road elements (multiple) </a:t>
            </a:r>
            <a:r>
              <a:rPr lang="en-US" dirty="0">
                <a:sym typeface="Wingdings" pitchFamily="2" charset="2"/>
              </a:rPr>
              <a:t></a:t>
            </a:r>
            <a:r>
              <a:rPr lang="en-US" dirty="0"/>
              <a:t> define the road reference line</a:t>
            </a:r>
          </a:p>
          <a:p>
            <a:pPr lvl="3"/>
            <a:r>
              <a:rPr lang="en-US" dirty="0"/>
              <a:t>Planview element (one per road)</a:t>
            </a:r>
          </a:p>
          <a:p>
            <a:pPr lvl="4"/>
            <a:r>
              <a:rPr lang="en-US" dirty="0"/>
              <a:t>Geometry elements (multiple within </a:t>
            </a:r>
            <a:r>
              <a:rPr lang="en-US" dirty="0" err="1"/>
              <a:t>planview</a:t>
            </a:r>
            <a:r>
              <a:rPr lang="en-US" dirty="0"/>
              <a:t> element)</a:t>
            </a:r>
          </a:p>
          <a:p>
            <a:pPr lvl="5"/>
            <a:r>
              <a:rPr lang="en-US" dirty="0"/>
              <a:t>Line </a:t>
            </a:r>
            <a:r>
              <a:rPr lang="en-US" dirty="0">
                <a:sym typeface="Wingdings" pitchFamily="2" charset="2"/>
              </a:rPr>
              <a:t></a:t>
            </a:r>
            <a:r>
              <a:rPr lang="en-US" dirty="0"/>
              <a:t> start point in E,N </a:t>
            </a:r>
            <a:r>
              <a:rPr lang="en-US" dirty="0" err="1"/>
              <a:t>coords</a:t>
            </a:r>
            <a:r>
              <a:rPr lang="en-US" dirty="0"/>
              <a:t>, start point in s </a:t>
            </a:r>
            <a:r>
              <a:rPr lang="en-US" dirty="0" err="1"/>
              <a:t>coord</a:t>
            </a:r>
            <a:r>
              <a:rPr lang="en-US" dirty="0"/>
              <a:t>, heading, length</a:t>
            </a:r>
          </a:p>
          <a:p>
            <a:pPr lvl="5"/>
            <a:r>
              <a:rPr lang="en-US" dirty="0"/>
              <a:t>Arc </a:t>
            </a:r>
            <a:r>
              <a:rPr lang="en-US" dirty="0">
                <a:sym typeface="Wingdings" pitchFamily="2" charset="2"/>
              </a:rPr>
              <a:t></a:t>
            </a:r>
            <a:r>
              <a:rPr lang="en-US" dirty="0"/>
              <a:t> start point in E,N </a:t>
            </a:r>
            <a:r>
              <a:rPr lang="en-US" dirty="0" err="1"/>
              <a:t>coords</a:t>
            </a:r>
            <a:r>
              <a:rPr lang="en-US" dirty="0"/>
              <a:t>, start point in s </a:t>
            </a:r>
            <a:r>
              <a:rPr lang="en-US" dirty="0" err="1"/>
              <a:t>coord</a:t>
            </a:r>
            <a:r>
              <a:rPr lang="en-US" dirty="0"/>
              <a:t>, initial heading, length, curvature</a:t>
            </a:r>
          </a:p>
          <a:p>
            <a:pPr lvl="5"/>
            <a:r>
              <a:rPr lang="en-US" dirty="0"/>
              <a:t>Spiral </a:t>
            </a:r>
            <a:r>
              <a:rPr lang="en-US" dirty="0">
                <a:sym typeface="Wingdings" pitchFamily="2" charset="2"/>
              </a:rPr>
              <a:t> start point in E,N </a:t>
            </a:r>
            <a:r>
              <a:rPr lang="en-US" dirty="0" err="1">
                <a:sym typeface="Wingdings" pitchFamily="2" charset="2"/>
              </a:rPr>
              <a:t>coords</a:t>
            </a:r>
            <a:r>
              <a:rPr lang="en-US" dirty="0">
                <a:sym typeface="Wingdings" pitchFamily="2" charset="2"/>
              </a:rPr>
              <a:t>, start point in s </a:t>
            </a:r>
            <a:r>
              <a:rPr lang="en-US" dirty="0" err="1">
                <a:sym typeface="Wingdings" pitchFamily="2" charset="2"/>
              </a:rPr>
              <a:t>coord</a:t>
            </a:r>
            <a:r>
              <a:rPr lang="en-US" dirty="0">
                <a:sym typeface="Wingdings" pitchFamily="2" charset="2"/>
              </a:rPr>
              <a:t>, initial heading, length, initial curvature, ending curvature</a:t>
            </a:r>
          </a:p>
          <a:p>
            <a:pPr lvl="5"/>
            <a:r>
              <a:rPr lang="en-US" dirty="0"/>
              <a:t>Parametric polynomial</a:t>
            </a:r>
          </a:p>
          <a:p>
            <a:pPr lvl="3"/>
            <a:r>
              <a:rPr lang="en-US" dirty="0"/>
              <a:t>Lanes</a:t>
            </a:r>
          </a:p>
          <a:p>
            <a:pPr lvl="4"/>
            <a:r>
              <a:rPr lang="en-US" dirty="0"/>
              <a:t>Lane Offset elements </a:t>
            </a:r>
            <a:r>
              <a:rPr lang="en-US" dirty="0">
                <a:sym typeface="Wingdings" pitchFamily="2" charset="2"/>
              </a:rPr>
              <a:t></a:t>
            </a:r>
            <a:r>
              <a:rPr lang="en-US" dirty="0"/>
              <a:t> shift the center lane away from the road reference line</a:t>
            </a:r>
          </a:p>
          <a:p>
            <a:pPr lvl="5"/>
            <a:r>
              <a:rPr lang="en-US" dirty="0"/>
              <a:t>Valid from the start station until the next lane offset element or the end of the road</a:t>
            </a:r>
          </a:p>
          <a:p>
            <a:pPr lvl="5"/>
            <a:r>
              <a:rPr lang="en-US" dirty="0"/>
              <a:t>A particular implication is that a constant lane offset is needed after a non-constant element to stop the lateral change</a:t>
            </a:r>
          </a:p>
          <a:p>
            <a:pPr lvl="4"/>
            <a:r>
              <a:rPr lang="en-US" dirty="0"/>
              <a:t>Lane Segment (multiple within lanes element) </a:t>
            </a:r>
            <a:r>
              <a:rPr lang="en-US" dirty="0">
                <a:sym typeface="Wingdings" pitchFamily="2" charset="2"/>
              </a:rPr>
              <a:t></a:t>
            </a:r>
            <a:r>
              <a:rPr lang="en-US" dirty="0"/>
              <a:t> break up the lanes along the s-coordinate into sections with uniform lane properties</a:t>
            </a:r>
          </a:p>
          <a:p>
            <a:pPr lvl="5"/>
            <a:r>
              <a:rPr lang="en-US" dirty="0"/>
              <a:t>Left, Center, Right </a:t>
            </a:r>
            <a:r>
              <a:rPr lang="en-US" dirty="0">
                <a:sym typeface="Wingdings" pitchFamily="2" charset="2"/>
              </a:rPr>
              <a:t></a:t>
            </a:r>
            <a:r>
              <a:rPr lang="en-US" dirty="0"/>
              <a:t> for convenience, encapsulate the multiple left and right lanes in a section into grouped elements</a:t>
            </a:r>
          </a:p>
          <a:p>
            <a:pPr lvl="6"/>
            <a:r>
              <a:rPr lang="en-US" dirty="0"/>
              <a:t>Lane (multiple) </a:t>
            </a:r>
            <a:r>
              <a:rPr lang="en-US" dirty="0">
                <a:sym typeface="Wingdings" pitchFamily="2" charset="2"/>
              </a:rPr>
              <a:t></a:t>
            </a:r>
            <a:r>
              <a:rPr lang="en-US" dirty="0"/>
              <a:t> define the width, type, etc. of the lanes</a:t>
            </a:r>
          </a:p>
          <a:p>
            <a:pPr lvl="7"/>
            <a:r>
              <a:rPr lang="en-US" dirty="0"/>
              <a:t>Width (multiple) </a:t>
            </a:r>
            <a:r>
              <a:rPr lang="en-US" dirty="0">
                <a:sym typeface="Wingdings" pitchFamily="2" charset="2"/>
              </a:rPr>
              <a:t></a:t>
            </a:r>
            <a:r>
              <a:rPr lang="en-US" dirty="0"/>
              <a:t> cubic polynomial form defining profile in </a:t>
            </a:r>
            <a:r>
              <a:rPr lang="en-US" dirty="0" err="1"/>
              <a:t>s,t</a:t>
            </a:r>
            <a:r>
              <a:rPr lang="en-US" dirty="0"/>
              <a:t> coordinates</a:t>
            </a:r>
          </a:p>
          <a:p>
            <a:pPr lvl="7"/>
            <a:r>
              <a:rPr lang="en-US" dirty="0" err="1"/>
              <a:t>RoadMark</a:t>
            </a:r>
            <a:r>
              <a:rPr lang="en-US" dirty="0"/>
              <a:t> </a:t>
            </a:r>
            <a:r>
              <a:rPr lang="en-US" dirty="0">
                <a:sym typeface="Wingdings" pitchFamily="2" charset="2"/>
              </a:rPr>
              <a:t></a:t>
            </a:r>
            <a:r>
              <a:rPr lang="en-US" dirty="0"/>
              <a:t> gives the properties of the outer marking of the lane</a:t>
            </a:r>
          </a:p>
          <a:p>
            <a:pPr lvl="3"/>
            <a:r>
              <a:rPr lang="en-US" dirty="0"/>
              <a:t>Objects</a:t>
            </a:r>
          </a:p>
          <a:p>
            <a:pPr lvl="4"/>
            <a:r>
              <a:rPr lang="en-US" dirty="0"/>
              <a:t>Object elements (multiple)</a:t>
            </a:r>
          </a:p>
          <a:p>
            <a:pPr lvl="5"/>
            <a:r>
              <a:rPr lang="en-US" dirty="0"/>
              <a:t>Location of object origin in S,T </a:t>
            </a:r>
            <a:r>
              <a:rPr lang="en-US" dirty="0" err="1"/>
              <a:t>coords</a:t>
            </a:r>
            <a:endParaRPr lang="en-US" dirty="0"/>
          </a:p>
          <a:p>
            <a:pPr lvl="5"/>
            <a:r>
              <a:rPr lang="en-US" dirty="0"/>
              <a:t>Bounding box (length, width or radius of circle in </a:t>
            </a:r>
            <a:r>
              <a:rPr lang="en-US" dirty="0" err="1"/>
              <a:t>u,v</a:t>
            </a:r>
            <a:r>
              <a:rPr lang="en-US" dirty="0"/>
              <a:t> </a:t>
            </a:r>
            <a:r>
              <a:rPr lang="en-US" dirty="0" err="1"/>
              <a:t>coords</a:t>
            </a:r>
            <a:r>
              <a:rPr lang="en-US" dirty="0"/>
              <a:t>)</a:t>
            </a:r>
          </a:p>
          <a:p>
            <a:pPr lvl="5"/>
            <a:r>
              <a:rPr lang="en-US" dirty="0"/>
              <a:t>Outline element (optional)</a:t>
            </a:r>
          </a:p>
          <a:p>
            <a:pPr lvl="6"/>
            <a:r>
              <a:rPr lang="en-US" dirty="0"/>
              <a:t>Corners in S,T </a:t>
            </a:r>
            <a:r>
              <a:rPr lang="en-US" dirty="0" err="1"/>
              <a:t>coords</a:t>
            </a:r>
            <a:r>
              <a:rPr lang="en-US" dirty="0"/>
              <a:t> or local </a:t>
            </a:r>
            <a:r>
              <a:rPr lang="en-US" dirty="0" err="1"/>
              <a:t>u,v</a:t>
            </a:r>
            <a:r>
              <a:rPr lang="en-US" dirty="0"/>
              <a:t> </a:t>
            </a:r>
            <a:r>
              <a:rPr lang="en-US" dirty="0" err="1"/>
              <a:t>coords</a:t>
            </a:r>
            <a:endParaRPr lang="en-US" dirty="0"/>
          </a:p>
          <a:p>
            <a:pPr lvl="5"/>
            <a:r>
              <a:rPr lang="en-US" dirty="0"/>
              <a:t>Repeat element to repeat objects with linearly varying parameters</a:t>
            </a:r>
          </a:p>
          <a:p>
            <a:pPr marL="0" indent="0">
              <a:buNone/>
            </a:pPr>
            <a:br>
              <a:rPr lang="en-US" dirty="0"/>
            </a:br>
            <a:r>
              <a:rPr lang="en-US" dirty="0"/>
              <a:t>NOTE: OpenDRIVE 2.0 is in development, and may break almost everything that depends on these definitions!!!</a:t>
            </a:r>
          </a:p>
        </p:txBody>
      </p:sp>
    </p:spTree>
    <p:extLst>
      <p:ext uri="{BB962C8B-B14F-4D97-AF65-F5344CB8AC3E}">
        <p14:creationId xmlns:p14="http://schemas.microsoft.com/office/powerpoint/2010/main" val="23531001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5B6FB-CA95-BA47-A2EC-C987EC6D56B7}"/>
              </a:ext>
            </a:extLst>
          </p:cNvPr>
          <p:cNvSpPr>
            <a:spLocks noGrp="1"/>
          </p:cNvSpPr>
          <p:nvPr>
            <p:ph type="title"/>
          </p:nvPr>
        </p:nvSpPr>
        <p:spPr>
          <a:xfrm>
            <a:off x="262002" y="0"/>
            <a:ext cx="11929998" cy="1880171"/>
          </a:xfrm>
        </p:spPr>
        <p:txBody>
          <a:bodyPr>
            <a:normAutofit/>
          </a:bodyPr>
          <a:lstStyle/>
          <a:p>
            <a:r>
              <a:rPr lang="en-US" sz="3600" dirty="0"/>
              <a:t>There exist several xml2struct tools that can convert the XML into a MATLAB structure that preserves the hierarchy of the OpenDRIVE road structure.</a:t>
            </a:r>
          </a:p>
        </p:txBody>
      </p:sp>
      <p:sp>
        <p:nvSpPr>
          <p:cNvPr id="6" name="TextBox 5">
            <a:extLst>
              <a:ext uri="{FF2B5EF4-FFF2-40B4-BE49-F238E27FC236}">
                <a16:creationId xmlns:a16="http://schemas.microsoft.com/office/drawing/2014/main" id="{40F417FF-E4DC-44E4-B4EA-D5AB28C7E513}"/>
              </a:ext>
            </a:extLst>
          </p:cNvPr>
          <p:cNvSpPr txBox="1"/>
          <p:nvPr/>
        </p:nvSpPr>
        <p:spPr>
          <a:xfrm>
            <a:off x="368794" y="4148848"/>
            <a:ext cx="8333416" cy="1200329"/>
          </a:xfrm>
          <a:prstGeom prst="rect">
            <a:avLst/>
          </a:prstGeom>
          <a:noFill/>
        </p:spPr>
        <p:txBody>
          <a:bodyPr wrap="square" rtlCol="0">
            <a:spAutoFit/>
          </a:bodyPr>
          <a:lstStyle/>
          <a:p>
            <a:r>
              <a:rPr lang="en-US" dirty="0">
                <a:solidFill>
                  <a:srgbClr val="008013"/>
                </a:solidFill>
                <a:latin typeface="Menlo"/>
              </a:rPr>
              <a:t>% Load an example file from a static file path</a:t>
            </a:r>
            <a:endParaRPr lang="en-US" dirty="0">
              <a:latin typeface="Menlo"/>
            </a:endParaRPr>
          </a:p>
          <a:p>
            <a:r>
              <a:rPr lang="en-US" dirty="0" err="1">
                <a:latin typeface="Menlo"/>
              </a:rPr>
              <a:t>ODRStruct</a:t>
            </a:r>
            <a:r>
              <a:rPr lang="en-US" dirty="0">
                <a:latin typeface="Menlo"/>
              </a:rPr>
              <a:t> = </a:t>
            </a:r>
            <a:r>
              <a:rPr lang="en-US" dirty="0" err="1">
                <a:latin typeface="Menlo"/>
              </a:rPr>
              <a:t>fcn_ParseXODR_convertXODRtoMATLABStruct</a:t>
            </a:r>
            <a:r>
              <a:rPr lang="en-US" dirty="0">
                <a:latin typeface="Menlo"/>
              </a:rPr>
              <a:t>(</a:t>
            </a:r>
            <a:r>
              <a:rPr lang="en-US" dirty="0">
                <a:solidFill>
                  <a:srgbClr val="A709F5"/>
                </a:solidFill>
                <a:latin typeface="Menlo"/>
              </a:rPr>
              <a:t>'</a:t>
            </a:r>
            <a:r>
              <a:rPr lang="en-US" dirty="0" err="1">
                <a:solidFill>
                  <a:srgbClr val="A709F5"/>
                </a:solidFill>
                <a:latin typeface="Menlo"/>
              </a:rPr>
              <a:t>Ex_Simple_Lane_Offset.xodr</a:t>
            </a:r>
            <a:r>
              <a:rPr lang="en-US" dirty="0">
                <a:solidFill>
                  <a:srgbClr val="A709F5"/>
                </a:solidFill>
                <a:latin typeface="Menlo"/>
              </a:rPr>
              <a:t>'</a:t>
            </a:r>
            <a:r>
              <a:rPr lang="en-US" dirty="0">
                <a:latin typeface="Menlo"/>
              </a:rPr>
              <a:t>);</a:t>
            </a:r>
          </a:p>
          <a:p>
            <a:endParaRPr lang="en-US" dirty="0"/>
          </a:p>
        </p:txBody>
      </p:sp>
      <p:sp>
        <p:nvSpPr>
          <p:cNvPr id="7" name="TextBox 6">
            <a:extLst>
              <a:ext uri="{FF2B5EF4-FFF2-40B4-BE49-F238E27FC236}">
                <a16:creationId xmlns:a16="http://schemas.microsoft.com/office/drawing/2014/main" id="{367B0050-DF95-4B10-9FFF-A62F01CB99B5}"/>
              </a:ext>
            </a:extLst>
          </p:cNvPr>
          <p:cNvSpPr txBox="1"/>
          <p:nvPr/>
        </p:nvSpPr>
        <p:spPr>
          <a:xfrm>
            <a:off x="2239766" y="5548045"/>
            <a:ext cx="9181744" cy="646331"/>
          </a:xfrm>
          <a:prstGeom prst="rect">
            <a:avLst/>
          </a:prstGeom>
          <a:noFill/>
        </p:spPr>
        <p:txBody>
          <a:bodyPr wrap="none" rtlCol="0">
            <a:spAutoFit/>
          </a:bodyPr>
          <a:lstStyle/>
          <a:p>
            <a:r>
              <a:rPr lang="en-US" dirty="0">
                <a:solidFill>
                  <a:srgbClr val="008013"/>
                </a:solidFill>
                <a:latin typeface="Menlo"/>
              </a:rPr>
              <a:t>% Convert and save the OpenDRIVE structure to an .</a:t>
            </a:r>
            <a:r>
              <a:rPr lang="en-US" dirty="0" err="1">
                <a:solidFill>
                  <a:srgbClr val="008013"/>
                </a:solidFill>
                <a:latin typeface="Menlo"/>
              </a:rPr>
              <a:t>xodr</a:t>
            </a:r>
            <a:r>
              <a:rPr lang="en-US" dirty="0">
                <a:solidFill>
                  <a:srgbClr val="008013"/>
                </a:solidFill>
                <a:latin typeface="Menlo"/>
              </a:rPr>
              <a:t> file with the specified output file name</a:t>
            </a:r>
            <a:endParaRPr lang="en-US" dirty="0">
              <a:latin typeface="Menlo"/>
            </a:endParaRPr>
          </a:p>
          <a:p>
            <a:r>
              <a:rPr lang="en-US" dirty="0" err="1">
                <a:latin typeface="Menlo"/>
              </a:rPr>
              <a:t>fcn_ParseXODR_convertODRstructToXODRFile</a:t>
            </a:r>
            <a:r>
              <a:rPr lang="en-US" dirty="0">
                <a:latin typeface="Menlo"/>
              </a:rPr>
              <a:t>(</a:t>
            </a:r>
            <a:r>
              <a:rPr lang="en-US" dirty="0" err="1">
                <a:latin typeface="Menlo"/>
              </a:rPr>
              <a:t>ODRStruct</a:t>
            </a:r>
            <a:r>
              <a:rPr lang="en-US" dirty="0">
                <a:latin typeface="Menlo"/>
              </a:rPr>
              <a:t>, </a:t>
            </a:r>
            <a:r>
              <a:rPr lang="en-US" dirty="0" err="1">
                <a:latin typeface="Menlo"/>
              </a:rPr>
              <a:t>full_filename</a:t>
            </a:r>
            <a:r>
              <a:rPr lang="en-US" dirty="0">
                <a:latin typeface="Menlo"/>
              </a:rPr>
              <a:t>, </a:t>
            </a:r>
            <a:r>
              <a:rPr lang="en-US" dirty="0" err="1">
                <a:latin typeface="Menlo"/>
              </a:rPr>
              <a:t>fig_num</a:t>
            </a:r>
            <a:r>
              <a:rPr lang="en-US" dirty="0">
                <a:latin typeface="Menlo"/>
              </a:rPr>
              <a:t>);</a:t>
            </a:r>
            <a:endParaRPr lang="en-US" dirty="0"/>
          </a:p>
        </p:txBody>
      </p:sp>
      <p:pic>
        <p:nvPicPr>
          <p:cNvPr id="9" name="Picture 8">
            <a:extLst>
              <a:ext uri="{FF2B5EF4-FFF2-40B4-BE49-F238E27FC236}">
                <a16:creationId xmlns:a16="http://schemas.microsoft.com/office/drawing/2014/main" id="{D7914819-448A-4A23-99EA-2B77639A64ED}"/>
              </a:ext>
            </a:extLst>
          </p:cNvPr>
          <p:cNvPicPr>
            <a:picLocks noChangeAspect="1"/>
          </p:cNvPicPr>
          <p:nvPr/>
        </p:nvPicPr>
        <p:blipFill>
          <a:blip r:embed="rId2"/>
          <a:stretch>
            <a:fillRect/>
          </a:stretch>
        </p:blipFill>
        <p:spPr>
          <a:xfrm>
            <a:off x="7016393" y="1585760"/>
            <a:ext cx="3810000" cy="2857500"/>
          </a:xfrm>
          <a:prstGeom prst="rect">
            <a:avLst/>
          </a:prstGeom>
        </p:spPr>
      </p:pic>
    </p:spTree>
    <p:extLst>
      <p:ext uri="{BB962C8B-B14F-4D97-AF65-F5344CB8AC3E}">
        <p14:creationId xmlns:p14="http://schemas.microsoft.com/office/powerpoint/2010/main" val="1040537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5B6FB-CA95-BA47-A2EC-C987EC6D56B7}"/>
              </a:ext>
            </a:extLst>
          </p:cNvPr>
          <p:cNvSpPr>
            <a:spLocks noGrp="1"/>
          </p:cNvSpPr>
          <p:nvPr>
            <p:ph type="title"/>
          </p:nvPr>
        </p:nvSpPr>
        <p:spPr>
          <a:xfrm>
            <a:off x="0" y="1"/>
            <a:ext cx="12192000" cy="914400"/>
          </a:xfrm>
        </p:spPr>
        <p:txBody>
          <a:bodyPr/>
          <a:lstStyle/>
          <a:p>
            <a:r>
              <a:rPr lang="en-US" dirty="0"/>
              <a:t>The structure to XML file duality is not perfect</a:t>
            </a:r>
          </a:p>
        </p:txBody>
      </p:sp>
      <p:sp>
        <p:nvSpPr>
          <p:cNvPr id="3" name="Content Placeholder 2">
            <a:extLst>
              <a:ext uri="{FF2B5EF4-FFF2-40B4-BE49-F238E27FC236}">
                <a16:creationId xmlns:a16="http://schemas.microsoft.com/office/drawing/2014/main" id="{BA6B05A8-E34C-5546-A3CE-EF0F6C979B90}"/>
              </a:ext>
            </a:extLst>
          </p:cNvPr>
          <p:cNvSpPr>
            <a:spLocks noGrp="1"/>
          </p:cNvSpPr>
          <p:nvPr>
            <p:ph idx="1"/>
          </p:nvPr>
        </p:nvSpPr>
        <p:spPr>
          <a:xfrm>
            <a:off x="262002" y="1136692"/>
            <a:ext cx="6714151" cy="5552207"/>
          </a:xfrm>
        </p:spPr>
        <p:txBody>
          <a:bodyPr>
            <a:normAutofit/>
          </a:bodyPr>
          <a:lstStyle/>
          <a:p>
            <a:r>
              <a:rPr lang="en-US" dirty="0"/>
              <a:t>Fields names match</a:t>
            </a:r>
          </a:p>
          <a:p>
            <a:r>
              <a:rPr lang="en-US" dirty="0"/>
              <a:t>Multiple fields (e.g. roads, geometry elements of a road, objects) are listed in structure arrays, which make sense</a:t>
            </a:r>
          </a:p>
          <a:p>
            <a:r>
              <a:rPr lang="en-US" dirty="0"/>
              <a:t>All data values at the lowest level “leaves” of the “tree” are represented in strings and must be converted with str2num() or str2double() for calculations in MATLAB</a:t>
            </a:r>
          </a:p>
          <a:p>
            <a:r>
              <a:rPr lang="en-US" dirty="0"/>
              <a:t>Every element has a separate “Attributes” structure rather than including the attributes in the element itself, leading to “deeper” addressing of the actual data</a:t>
            </a:r>
          </a:p>
        </p:txBody>
      </p:sp>
      <p:pic>
        <p:nvPicPr>
          <p:cNvPr id="5122" name="Picture 2" descr="OpenDRIVE – Driving Simulation in Unreal Engine – How we do it, and things  learned along the way">
            <a:extLst>
              <a:ext uri="{FF2B5EF4-FFF2-40B4-BE49-F238E27FC236}">
                <a16:creationId xmlns:a16="http://schemas.microsoft.com/office/drawing/2014/main" id="{E022BE6A-DF7C-47AA-8548-A4E7070067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0408" y="4130269"/>
            <a:ext cx="4186291" cy="2128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2767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E65D7-55F3-45C3-BB2B-9C84919C352A}"/>
              </a:ext>
            </a:extLst>
          </p:cNvPr>
          <p:cNvSpPr>
            <a:spLocks noGrp="1"/>
          </p:cNvSpPr>
          <p:nvPr>
            <p:ph type="title"/>
          </p:nvPr>
        </p:nvSpPr>
        <p:spPr/>
        <p:txBody>
          <a:bodyPr/>
          <a:lstStyle/>
          <a:p>
            <a:r>
              <a:rPr lang="en-US" dirty="0"/>
              <a:t>To this point, we have covered the following topics</a:t>
            </a:r>
          </a:p>
        </p:txBody>
      </p:sp>
      <p:sp>
        <p:nvSpPr>
          <p:cNvPr id="3" name="Content Placeholder 2">
            <a:extLst>
              <a:ext uri="{FF2B5EF4-FFF2-40B4-BE49-F238E27FC236}">
                <a16:creationId xmlns:a16="http://schemas.microsoft.com/office/drawing/2014/main" id="{6B9ECD25-C4D6-4A68-AE72-8BF5C4A13844}"/>
              </a:ext>
            </a:extLst>
          </p:cNvPr>
          <p:cNvSpPr>
            <a:spLocks noGrp="1"/>
          </p:cNvSpPr>
          <p:nvPr>
            <p:ph idx="1"/>
          </p:nvPr>
        </p:nvSpPr>
        <p:spPr>
          <a:xfrm>
            <a:off x="262003" y="1136692"/>
            <a:ext cx="2498863" cy="5552207"/>
          </a:xfrm>
        </p:spPr>
        <p:txBody>
          <a:bodyPr/>
          <a:lstStyle/>
          <a:p>
            <a:r>
              <a:rPr lang="en-US" dirty="0"/>
              <a:t>XML to Struct similarities</a:t>
            </a:r>
          </a:p>
          <a:p>
            <a:r>
              <a:rPr lang="en-US" dirty="0"/>
              <a:t>Some of the hierarchies</a:t>
            </a:r>
          </a:p>
          <a:p>
            <a:r>
              <a:rPr lang="en-US" dirty="0"/>
              <a:t>Glitches</a:t>
            </a:r>
          </a:p>
          <a:p>
            <a:endParaRPr lang="en-US" dirty="0"/>
          </a:p>
          <a:p>
            <a:endParaRPr lang="en-US" dirty="0"/>
          </a:p>
          <a:p>
            <a:pPr marL="0" indent="0">
              <a:buNone/>
            </a:pPr>
            <a:r>
              <a:rPr lang="en-US" dirty="0"/>
              <a:t>Next, we’ll cover detailed input/output codes and toolsets</a:t>
            </a:r>
          </a:p>
        </p:txBody>
      </p:sp>
      <p:sp>
        <p:nvSpPr>
          <p:cNvPr id="30" name="TextBox 29">
            <a:extLst>
              <a:ext uri="{FF2B5EF4-FFF2-40B4-BE49-F238E27FC236}">
                <a16:creationId xmlns:a16="http://schemas.microsoft.com/office/drawing/2014/main" id="{D8F26F77-560B-441A-9589-82BC8CD776D0}"/>
              </a:ext>
            </a:extLst>
          </p:cNvPr>
          <p:cNvSpPr txBox="1"/>
          <p:nvPr/>
        </p:nvSpPr>
        <p:spPr>
          <a:xfrm>
            <a:off x="6623088" y="1554048"/>
            <a:ext cx="3747949" cy="369332"/>
          </a:xfrm>
          <a:prstGeom prst="rect">
            <a:avLst/>
          </a:prstGeom>
          <a:noFill/>
        </p:spPr>
        <p:txBody>
          <a:bodyPr wrap="none" rtlCol="0">
            <a:spAutoFit/>
          </a:bodyPr>
          <a:lstStyle/>
          <a:p>
            <a:r>
              <a:rPr lang="en-US" dirty="0"/>
              <a:t>Mapping data conversion architecture</a:t>
            </a:r>
          </a:p>
        </p:txBody>
      </p:sp>
      <p:grpSp>
        <p:nvGrpSpPr>
          <p:cNvPr id="1930" name="Group 1929">
            <a:extLst>
              <a:ext uri="{FF2B5EF4-FFF2-40B4-BE49-F238E27FC236}">
                <a16:creationId xmlns:a16="http://schemas.microsoft.com/office/drawing/2014/main" id="{4A86D66A-713C-1DFE-E16D-946E7A8E7DE0}"/>
              </a:ext>
            </a:extLst>
          </p:cNvPr>
          <p:cNvGrpSpPr/>
          <p:nvPr/>
        </p:nvGrpSpPr>
        <p:grpSpPr>
          <a:xfrm>
            <a:off x="6308449" y="1980722"/>
            <a:ext cx="4766173" cy="4409194"/>
            <a:chOff x="6308449" y="1980722"/>
            <a:chExt cx="4766173" cy="4409194"/>
          </a:xfrm>
        </p:grpSpPr>
        <p:grpSp>
          <p:nvGrpSpPr>
            <p:cNvPr id="4" name="Group 3">
              <a:extLst>
                <a:ext uri="{FF2B5EF4-FFF2-40B4-BE49-F238E27FC236}">
                  <a16:creationId xmlns:a16="http://schemas.microsoft.com/office/drawing/2014/main" id="{61D20E24-FD6C-4503-9D98-EE02C36BC572}"/>
                </a:ext>
              </a:extLst>
            </p:cNvPr>
            <p:cNvGrpSpPr/>
            <p:nvPr/>
          </p:nvGrpSpPr>
          <p:grpSpPr>
            <a:xfrm>
              <a:off x="6308449" y="4978229"/>
              <a:ext cx="3591582" cy="525922"/>
              <a:chOff x="6254926" y="2452677"/>
              <a:chExt cx="3591582" cy="525922"/>
            </a:xfrm>
          </p:grpSpPr>
          <p:sp>
            <p:nvSpPr>
              <p:cNvPr id="5" name="Freeform: Shape 4">
                <a:extLst>
                  <a:ext uri="{FF2B5EF4-FFF2-40B4-BE49-F238E27FC236}">
                    <a16:creationId xmlns:a16="http://schemas.microsoft.com/office/drawing/2014/main" id="{1A2F6D2F-3603-4CE7-9605-15DF72B63562}"/>
                  </a:ext>
                </a:extLst>
              </p:cNvPr>
              <p:cNvSpPr/>
              <p:nvPr/>
            </p:nvSpPr>
            <p:spPr>
              <a:xfrm>
                <a:off x="6254926" y="2452677"/>
                <a:ext cx="3591582" cy="525922"/>
              </a:xfrm>
              <a:custGeom>
                <a:avLst/>
                <a:gdLst>
                  <a:gd name="connsiteX0" fmla="*/ 1427592 w 3591582"/>
                  <a:gd name="connsiteY0" fmla="*/ 525922 h 525922"/>
                  <a:gd name="connsiteX1" fmla="*/ 57985 w 3591582"/>
                  <a:gd name="connsiteY1" fmla="*/ 525922 h 525922"/>
                  <a:gd name="connsiteX2" fmla="*/ 38421 w 3591582"/>
                  <a:gd name="connsiteY2" fmla="*/ 464810 h 525922"/>
                  <a:gd name="connsiteX3" fmla="*/ 603472 w 3591582"/>
                  <a:gd name="connsiteY3" fmla="*/ 61112 h 525922"/>
                  <a:gd name="connsiteX4" fmla="*/ 794276 w 3591582"/>
                  <a:gd name="connsiteY4" fmla="*/ 0 h 525922"/>
                  <a:gd name="connsiteX5" fmla="*/ 3533595 w 3591582"/>
                  <a:gd name="connsiteY5" fmla="*/ 0 h 525922"/>
                  <a:gd name="connsiteX6" fmla="*/ 3553160 w 3591582"/>
                  <a:gd name="connsiteY6" fmla="*/ 61112 h 525922"/>
                  <a:gd name="connsiteX7" fmla="*/ 2988109 w 3591582"/>
                  <a:gd name="connsiteY7" fmla="*/ 464810 h 525922"/>
                  <a:gd name="connsiteX8" fmla="*/ 2797304 w 3591582"/>
                  <a:gd name="connsiteY8" fmla="*/ 525922 h 525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1582" h="525922">
                    <a:moveTo>
                      <a:pt x="1427592" y="525922"/>
                    </a:moveTo>
                    <a:lnTo>
                      <a:pt x="57985" y="525922"/>
                    </a:lnTo>
                    <a:cubicBezTo>
                      <a:pt x="-12138" y="525922"/>
                      <a:pt x="-18660" y="505551"/>
                      <a:pt x="38421" y="464810"/>
                    </a:cubicBezTo>
                    <a:lnTo>
                      <a:pt x="603472" y="61112"/>
                    </a:lnTo>
                    <a:cubicBezTo>
                      <a:pt x="660555" y="20371"/>
                      <a:pt x="724150" y="0"/>
                      <a:pt x="794276" y="0"/>
                    </a:cubicBezTo>
                    <a:lnTo>
                      <a:pt x="3533595" y="0"/>
                    </a:lnTo>
                    <a:cubicBezTo>
                      <a:pt x="3603722" y="0"/>
                      <a:pt x="3610243" y="20371"/>
                      <a:pt x="3553160" y="61112"/>
                    </a:cubicBezTo>
                    <a:lnTo>
                      <a:pt x="2988109" y="464810"/>
                    </a:lnTo>
                    <a:cubicBezTo>
                      <a:pt x="2931025" y="505551"/>
                      <a:pt x="2867431" y="525922"/>
                      <a:pt x="2797304" y="525922"/>
                    </a:cubicBezTo>
                    <a:close/>
                  </a:path>
                </a:pathLst>
              </a:custGeom>
              <a:solidFill>
                <a:srgbClr val="E6FFE6"/>
              </a:solidFill>
              <a:ln w="10515" cap="flat">
                <a:solidFill>
                  <a:srgbClr val="45FFE0"/>
                </a:solid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EC3F632-F3D8-4533-B485-D9998B317F2D}"/>
                  </a:ext>
                </a:extLst>
              </p:cNvPr>
              <p:cNvSpPr/>
              <p:nvPr/>
            </p:nvSpPr>
            <p:spPr>
              <a:xfrm>
                <a:off x="9075355" y="2815405"/>
                <a:ext cx="136844" cy="96874"/>
              </a:xfrm>
              <a:custGeom>
                <a:avLst/>
                <a:gdLst>
                  <a:gd name="connsiteX0" fmla="*/ 0 w 136844"/>
                  <a:gd name="connsiteY0" fmla="*/ 96875 h 96874"/>
                  <a:gd name="connsiteX1" fmla="*/ 136845 w 136844"/>
                  <a:gd name="connsiteY1" fmla="*/ 0 h 96874"/>
                </a:gdLst>
                <a:ahLst/>
                <a:cxnLst>
                  <a:cxn ang="0">
                    <a:pos x="connsiteX0" y="connsiteY0"/>
                  </a:cxn>
                  <a:cxn ang="0">
                    <a:pos x="connsiteX1" y="connsiteY1"/>
                  </a:cxn>
                </a:cxnLst>
                <a:rect l="l" t="t" r="r" b="b"/>
                <a:pathLst>
                  <a:path w="136844" h="96874">
                    <a:moveTo>
                      <a:pt x="0" y="96875"/>
                    </a:moveTo>
                    <a:lnTo>
                      <a:pt x="136845" y="0"/>
                    </a:lnTo>
                  </a:path>
                </a:pathLst>
              </a:custGeom>
              <a:noFill/>
              <a:ln w="10515" cap="flat">
                <a:solidFill>
                  <a:srgbClr val="666666"/>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D2566F5E-4359-4789-9631-92AF7059EA7F}"/>
                  </a:ext>
                </a:extLst>
              </p:cNvPr>
              <p:cNvSpPr/>
              <p:nvPr/>
            </p:nvSpPr>
            <p:spPr>
              <a:xfrm>
                <a:off x="8276113" y="2589783"/>
                <a:ext cx="441774" cy="299144"/>
              </a:xfrm>
              <a:custGeom>
                <a:avLst/>
                <a:gdLst>
                  <a:gd name="connsiteX0" fmla="*/ 0 w 441774"/>
                  <a:gd name="connsiteY0" fmla="*/ 299145 h 299144"/>
                  <a:gd name="connsiteX1" fmla="*/ 441775 w 441774"/>
                  <a:gd name="connsiteY1" fmla="*/ 0 h 299144"/>
                </a:gdLst>
                <a:ahLst/>
                <a:cxnLst>
                  <a:cxn ang="0">
                    <a:pos x="connsiteX0" y="connsiteY0"/>
                  </a:cxn>
                  <a:cxn ang="0">
                    <a:pos x="connsiteX1" y="connsiteY1"/>
                  </a:cxn>
                </a:cxnLst>
                <a:rect l="l" t="t" r="r" b="b"/>
                <a:pathLst>
                  <a:path w="441774" h="299144">
                    <a:moveTo>
                      <a:pt x="0" y="299145"/>
                    </a:moveTo>
                    <a:lnTo>
                      <a:pt x="441775" y="0"/>
                    </a:lnTo>
                  </a:path>
                </a:pathLst>
              </a:custGeom>
              <a:noFill/>
              <a:ln w="10515" cap="flat">
                <a:solidFill>
                  <a:srgbClr val="666666"/>
                </a:solidFill>
                <a:prstDash val="solid"/>
                <a:miter/>
              </a:ln>
            </p:spPr>
            <p:txBody>
              <a:bodyPr rtlCol="0" anchor="ctr"/>
              <a:lstStyle/>
              <a:p>
                <a:endParaRPr lang="en-US"/>
              </a:p>
            </p:txBody>
          </p:sp>
          <p:grpSp>
            <p:nvGrpSpPr>
              <p:cNvPr id="8" name="Group 7">
                <a:extLst>
                  <a:ext uri="{FF2B5EF4-FFF2-40B4-BE49-F238E27FC236}">
                    <a16:creationId xmlns:a16="http://schemas.microsoft.com/office/drawing/2014/main" id="{E3026619-95BD-46EA-93AE-A2D1A58E58C9}"/>
                  </a:ext>
                </a:extLst>
              </p:cNvPr>
              <p:cNvGrpSpPr/>
              <p:nvPr/>
            </p:nvGrpSpPr>
            <p:grpSpPr>
              <a:xfrm>
                <a:off x="6611357" y="2588077"/>
                <a:ext cx="2923707" cy="331331"/>
                <a:chOff x="6571142" y="2197947"/>
                <a:chExt cx="2923707" cy="331331"/>
              </a:xfrm>
            </p:grpSpPr>
            <p:sp>
              <p:nvSpPr>
                <p:cNvPr id="10" name="Freeform: Shape 9">
                  <a:extLst>
                    <a:ext uri="{FF2B5EF4-FFF2-40B4-BE49-F238E27FC236}">
                      <a16:creationId xmlns:a16="http://schemas.microsoft.com/office/drawing/2014/main" id="{CFA4B41D-7565-4451-9DD7-963039AAD76B}"/>
                    </a:ext>
                  </a:extLst>
                </p:cNvPr>
                <p:cNvSpPr/>
                <p:nvPr/>
              </p:nvSpPr>
              <p:spPr>
                <a:xfrm>
                  <a:off x="7520221" y="2197947"/>
                  <a:ext cx="300827" cy="206897"/>
                </a:xfrm>
                <a:custGeom>
                  <a:avLst/>
                  <a:gdLst>
                    <a:gd name="connsiteX0" fmla="*/ 0 w 300827"/>
                    <a:gd name="connsiteY0" fmla="*/ 206898 h 206897"/>
                    <a:gd name="connsiteX1" fmla="*/ 300828 w 300827"/>
                    <a:gd name="connsiteY1" fmla="*/ 0 h 206897"/>
                  </a:gdLst>
                  <a:ahLst/>
                  <a:cxnLst>
                    <a:cxn ang="0">
                      <a:pos x="connsiteX0" y="connsiteY0"/>
                    </a:cxn>
                    <a:cxn ang="0">
                      <a:pos x="connsiteX1" y="connsiteY1"/>
                    </a:cxn>
                  </a:cxnLst>
                  <a:rect l="l" t="t" r="r" b="b"/>
                  <a:pathLst>
                    <a:path w="300827" h="206897">
                      <a:moveTo>
                        <a:pt x="0" y="206898"/>
                      </a:moveTo>
                      <a:lnTo>
                        <a:pt x="300828" y="0"/>
                      </a:lnTo>
                    </a:path>
                  </a:pathLst>
                </a:custGeom>
                <a:noFill/>
                <a:ln w="10515" cap="flat">
                  <a:solidFill>
                    <a:srgbClr val="666666"/>
                  </a:solidFill>
                  <a:prstDash val="solid"/>
                  <a:miter/>
                </a:ln>
              </p:spPr>
              <p:txBody>
                <a:bodyPr rtlCol="0" anchor="ctr"/>
                <a:lstStyle/>
                <a:p>
                  <a:endParaRPr lang="en-US"/>
                </a:p>
              </p:txBody>
            </p:sp>
            <p:grpSp>
              <p:nvGrpSpPr>
                <p:cNvPr id="11" name="Group 10">
                  <a:extLst>
                    <a:ext uri="{FF2B5EF4-FFF2-40B4-BE49-F238E27FC236}">
                      <a16:creationId xmlns:a16="http://schemas.microsoft.com/office/drawing/2014/main" id="{4DD229FC-7063-43B9-A63C-C8DCEEFBB92B}"/>
                    </a:ext>
                  </a:extLst>
                </p:cNvPr>
                <p:cNvGrpSpPr/>
                <p:nvPr/>
              </p:nvGrpSpPr>
              <p:grpSpPr>
                <a:xfrm>
                  <a:off x="6571142" y="2205520"/>
                  <a:ext cx="2923707" cy="323758"/>
                  <a:chOff x="6571142" y="2205520"/>
                  <a:chExt cx="2923707" cy="323758"/>
                </a:xfrm>
              </p:grpSpPr>
              <p:sp>
                <p:nvSpPr>
                  <p:cNvPr id="12" name="Freeform: Shape 11">
                    <a:extLst>
                      <a:ext uri="{FF2B5EF4-FFF2-40B4-BE49-F238E27FC236}">
                        <a16:creationId xmlns:a16="http://schemas.microsoft.com/office/drawing/2014/main" id="{15894925-4BF3-4BD2-AE3D-CD0E9B79393A}"/>
                      </a:ext>
                    </a:extLst>
                  </p:cNvPr>
                  <p:cNvSpPr/>
                  <p:nvPr/>
                </p:nvSpPr>
                <p:spPr>
                  <a:xfrm>
                    <a:off x="7557772" y="2406212"/>
                    <a:ext cx="817598" cy="10518"/>
                  </a:xfrm>
                  <a:custGeom>
                    <a:avLst/>
                    <a:gdLst>
                      <a:gd name="connsiteX0" fmla="*/ 0 w 817598"/>
                      <a:gd name="connsiteY0" fmla="*/ 0 h 10518"/>
                      <a:gd name="connsiteX1" fmla="*/ 817599 w 817598"/>
                      <a:gd name="connsiteY1" fmla="*/ 0 h 10518"/>
                    </a:gdLst>
                    <a:ahLst/>
                    <a:cxnLst>
                      <a:cxn ang="0">
                        <a:pos x="connsiteX0" y="connsiteY0"/>
                      </a:cxn>
                      <a:cxn ang="0">
                        <a:pos x="connsiteX1" y="connsiteY1"/>
                      </a:cxn>
                    </a:cxnLst>
                    <a:rect l="l" t="t" r="r" b="b"/>
                    <a:pathLst>
                      <a:path w="817598" h="10518">
                        <a:moveTo>
                          <a:pt x="0" y="0"/>
                        </a:moveTo>
                        <a:lnTo>
                          <a:pt x="817599" y="0"/>
                        </a:lnTo>
                      </a:path>
                    </a:pathLst>
                  </a:custGeom>
                  <a:noFill/>
                  <a:ln w="10515" cap="flat">
                    <a:solidFill>
                      <a:srgbClr val="0000FF"/>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8B9483C-3128-495A-879C-15EC7E32D045}"/>
                      </a:ext>
                    </a:extLst>
                  </p:cNvPr>
                  <p:cNvSpPr/>
                  <p:nvPr/>
                </p:nvSpPr>
                <p:spPr>
                  <a:xfrm>
                    <a:off x="6871444" y="2206467"/>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10515" cap="flat">
                    <a:solidFill>
                      <a:srgbClr val="0000FF"/>
                    </a:solid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BA55F996-8A73-4E80-9623-DC3DBB536BB5}"/>
                      </a:ext>
                    </a:extLst>
                  </p:cNvPr>
                  <p:cNvSpPr/>
                  <p:nvPr/>
                </p:nvSpPr>
                <p:spPr>
                  <a:xfrm>
                    <a:off x="6713457" y="2306287"/>
                    <a:ext cx="997043" cy="10518"/>
                  </a:xfrm>
                  <a:custGeom>
                    <a:avLst/>
                    <a:gdLst>
                      <a:gd name="connsiteX0" fmla="*/ 0 w 997043"/>
                      <a:gd name="connsiteY0" fmla="*/ 0 h 10518"/>
                      <a:gd name="connsiteX1" fmla="*/ 997043 w 997043"/>
                      <a:gd name="connsiteY1" fmla="*/ 0 h 10518"/>
                    </a:gdLst>
                    <a:ahLst/>
                    <a:cxnLst>
                      <a:cxn ang="0">
                        <a:pos x="connsiteX0" y="connsiteY0"/>
                      </a:cxn>
                      <a:cxn ang="0">
                        <a:pos x="connsiteX1" y="connsiteY1"/>
                      </a:cxn>
                    </a:cxnLst>
                    <a:rect l="l" t="t" r="r" b="b"/>
                    <a:pathLst>
                      <a:path w="997043" h="10518">
                        <a:moveTo>
                          <a:pt x="0" y="0"/>
                        </a:moveTo>
                        <a:lnTo>
                          <a:pt x="997043" y="0"/>
                        </a:lnTo>
                      </a:path>
                    </a:pathLst>
                  </a:custGeom>
                  <a:noFill/>
                  <a:ln w="10515" cap="flat">
                    <a:solidFill>
                      <a:srgbClr val="0000FF"/>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284896-BEDF-4995-B22E-95E473E364D9}"/>
                      </a:ext>
                    </a:extLst>
                  </p:cNvPr>
                  <p:cNvSpPr/>
                  <p:nvPr/>
                </p:nvSpPr>
                <p:spPr>
                  <a:xfrm>
                    <a:off x="6571142" y="2405055"/>
                    <a:ext cx="984105" cy="10518"/>
                  </a:xfrm>
                  <a:custGeom>
                    <a:avLst/>
                    <a:gdLst>
                      <a:gd name="connsiteX0" fmla="*/ 0 w 984105"/>
                      <a:gd name="connsiteY0" fmla="*/ 0 h 10518"/>
                      <a:gd name="connsiteX1" fmla="*/ 984106 w 984105"/>
                      <a:gd name="connsiteY1" fmla="*/ 0 h 10518"/>
                    </a:gdLst>
                    <a:ahLst/>
                    <a:cxnLst>
                      <a:cxn ang="0">
                        <a:pos x="connsiteX0" y="connsiteY0"/>
                      </a:cxn>
                      <a:cxn ang="0">
                        <a:pos x="connsiteX1" y="connsiteY1"/>
                      </a:cxn>
                    </a:cxnLst>
                    <a:rect l="l" t="t" r="r" b="b"/>
                    <a:pathLst>
                      <a:path w="984105" h="10518">
                        <a:moveTo>
                          <a:pt x="0" y="0"/>
                        </a:moveTo>
                        <a:lnTo>
                          <a:pt x="984106" y="0"/>
                        </a:lnTo>
                      </a:path>
                    </a:pathLst>
                  </a:custGeom>
                  <a:noFill/>
                  <a:ln w="10515" cap="flat">
                    <a:solidFill>
                      <a:srgbClr val="0000FF"/>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A0E58C49-6F51-4992-8D1F-83605AA65756}"/>
                      </a:ext>
                    </a:extLst>
                  </p:cNvPr>
                  <p:cNvSpPr/>
                  <p:nvPr/>
                </p:nvSpPr>
                <p:spPr>
                  <a:xfrm>
                    <a:off x="7859967" y="2207624"/>
                    <a:ext cx="794984" cy="10518"/>
                  </a:xfrm>
                  <a:custGeom>
                    <a:avLst/>
                    <a:gdLst>
                      <a:gd name="connsiteX0" fmla="*/ 0 w 794984"/>
                      <a:gd name="connsiteY0" fmla="*/ 0 h 10518"/>
                      <a:gd name="connsiteX1" fmla="*/ 794984 w 794984"/>
                      <a:gd name="connsiteY1" fmla="*/ 0 h 10518"/>
                    </a:gdLst>
                    <a:ahLst/>
                    <a:cxnLst>
                      <a:cxn ang="0">
                        <a:pos x="connsiteX0" y="connsiteY0"/>
                      </a:cxn>
                      <a:cxn ang="0">
                        <a:pos x="connsiteX1" y="connsiteY1"/>
                      </a:cxn>
                    </a:cxnLst>
                    <a:rect l="l" t="t" r="r" b="b"/>
                    <a:pathLst>
                      <a:path w="794984" h="10518">
                        <a:moveTo>
                          <a:pt x="0" y="0"/>
                        </a:moveTo>
                        <a:lnTo>
                          <a:pt x="794984" y="0"/>
                        </a:lnTo>
                      </a:path>
                    </a:pathLst>
                  </a:custGeom>
                  <a:noFill/>
                  <a:ln w="10515" cap="flat">
                    <a:solidFill>
                      <a:srgbClr val="0000FF"/>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7E6522D-8098-4DE1-A136-DAAACD62F2FF}"/>
                      </a:ext>
                    </a:extLst>
                  </p:cNvPr>
                  <p:cNvSpPr/>
                  <p:nvPr/>
                </p:nvSpPr>
                <p:spPr>
                  <a:xfrm>
                    <a:off x="7712709" y="2307549"/>
                    <a:ext cx="805081" cy="10518"/>
                  </a:xfrm>
                  <a:custGeom>
                    <a:avLst/>
                    <a:gdLst>
                      <a:gd name="connsiteX0" fmla="*/ 0 w 805081"/>
                      <a:gd name="connsiteY0" fmla="*/ 0 h 10518"/>
                      <a:gd name="connsiteX1" fmla="*/ 805082 w 805081"/>
                      <a:gd name="connsiteY1" fmla="*/ 0 h 10518"/>
                    </a:gdLst>
                    <a:ahLst/>
                    <a:cxnLst>
                      <a:cxn ang="0">
                        <a:pos x="connsiteX0" y="connsiteY0"/>
                      </a:cxn>
                      <a:cxn ang="0">
                        <a:pos x="connsiteX1" y="connsiteY1"/>
                      </a:cxn>
                    </a:cxnLst>
                    <a:rect l="l" t="t" r="r" b="b"/>
                    <a:pathLst>
                      <a:path w="805081" h="10518">
                        <a:moveTo>
                          <a:pt x="0" y="0"/>
                        </a:moveTo>
                        <a:lnTo>
                          <a:pt x="805082" y="0"/>
                        </a:lnTo>
                      </a:path>
                    </a:pathLst>
                  </a:custGeom>
                  <a:noFill/>
                  <a:ln w="10515" cap="flat">
                    <a:solidFill>
                      <a:srgbClr val="0000FF"/>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E23E660-04D3-4542-9287-51CD620BD50F}"/>
                      </a:ext>
                    </a:extLst>
                  </p:cNvPr>
                  <p:cNvSpPr/>
                  <p:nvPr/>
                </p:nvSpPr>
                <p:spPr>
                  <a:xfrm>
                    <a:off x="7804430" y="2502982"/>
                    <a:ext cx="593661" cy="3471"/>
                  </a:xfrm>
                  <a:custGeom>
                    <a:avLst/>
                    <a:gdLst>
                      <a:gd name="connsiteX0" fmla="*/ 0 w 593661"/>
                      <a:gd name="connsiteY0" fmla="*/ 0 h 3471"/>
                      <a:gd name="connsiteX1" fmla="*/ 593661 w 593661"/>
                      <a:gd name="connsiteY1" fmla="*/ 3471 h 3471"/>
                    </a:gdLst>
                    <a:ahLst/>
                    <a:cxnLst>
                      <a:cxn ang="0">
                        <a:pos x="connsiteX0" y="connsiteY0"/>
                      </a:cxn>
                      <a:cxn ang="0">
                        <a:pos x="connsiteX1" y="connsiteY1"/>
                      </a:cxn>
                    </a:cxnLst>
                    <a:rect l="l" t="t" r="r" b="b"/>
                    <a:pathLst>
                      <a:path w="593661" h="3471">
                        <a:moveTo>
                          <a:pt x="0" y="0"/>
                        </a:moveTo>
                        <a:lnTo>
                          <a:pt x="593661" y="3471"/>
                        </a:lnTo>
                      </a:path>
                    </a:pathLst>
                  </a:custGeom>
                  <a:noFill/>
                  <a:ln w="10515" cap="flat">
                    <a:solidFill>
                      <a:srgbClr val="0000FF"/>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364DF8D-A39E-43FF-A83C-4BF2307DE42B}"/>
                      </a:ext>
                    </a:extLst>
                  </p:cNvPr>
                  <p:cNvSpPr/>
                  <p:nvPr/>
                </p:nvSpPr>
                <p:spPr>
                  <a:xfrm>
                    <a:off x="7491822" y="2402022"/>
                    <a:ext cx="320497" cy="100987"/>
                  </a:xfrm>
                  <a:custGeom>
                    <a:avLst/>
                    <a:gdLst>
                      <a:gd name="connsiteX0" fmla="*/ 0 w 320497"/>
                      <a:gd name="connsiteY0" fmla="*/ 88 h 100987"/>
                      <a:gd name="connsiteX1" fmla="*/ 142420 w 320497"/>
                      <a:gd name="connsiteY1" fmla="*/ 51207 h 100987"/>
                      <a:gd name="connsiteX2" fmla="*/ 320497 w 320497"/>
                      <a:gd name="connsiteY2" fmla="*/ 100749 h 100987"/>
                    </a:gdLst>
                    <a:ahLst/>
                    <a:cxnLst>
                      <a:cxn ang="0">
                        <a:pos x="connsiteX0" y="connsiteY0"/>
                      </a:cxn>
                      <a:cxn ang="0">
                        <a:pos x="connsiteX1" y="connsiteY1"/>
                      </a:cxn>
                      <a:cxn ang="0">
                        <a:pos x="connsiteX2" y="connsiteY2"/>
                      </a:cxn>
                    </a:cxnLst>
                    <a:rect l="l" t="t" r="r" b="b"/>
                    <a:pathLst>
                      <a:path w="320497" h="100987">
                        <a:moveTo>
                          <a:pt x="0" y="88"/>
                        </a:moveTo>
                        <a:cubicBezTo>
                          <a:pt x="55401" y="-1385"/>
                          <a:pt x="102870" y="15655"/>
                          <a:pt x="142420" y="51207"/>
                        </a:cubicBezTo>
                        <a:cubicBezTo>
                          <a:pt x="182043" y="86689"/>
                          <a:pt x="241398" y="103203"/>
                          <a:pt x="320497" y="100749"/>
                        </a:cubicBezTo>
                      </a:path>
                    </a:pathLst>
                  </a:custGeom>
                  <a:noFill/>
                  <a:ln w="10515" cap="flat">
                    <a:solidFill>
                      <a:srgbClr val="0000FF"/>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33C5C965-068F-40C6-BE10-109A8779B6F7}"/>
                      </a:ext>
                    </a:extLst>
                  </p:cNvPr>
                  <p:cNvSpPr/>
                  <p:nvPr/>
                </p:nvSpPr>
                <p:spPr>
                  <a:xfrm>
                    <a:off x="8390202" y="2404214"/>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10515" cap="flat">
                    <a:solidFill>
                      <a:srgbClr val="0000F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594B771-74E5-413A-B42D-226B81A6F7C1}"/>
                      </a:ext>
                    </a:extLst>
                  </p:cNvPr>
                  <p:cNvSpPr/>
                  <p:nvPr/>
                </p:nvSpPr>
                <p:spPr>
                  <a:xfrm>
                    <a:off x="8564282" y="2404319"/>
                    <a:ext cx="599762" cy="26927"/>
                  </a:xfrm>
                  <a:custGeom>
                    <a:avLst/>
                    <a:gdLst>
                      <a:gd name="connsiteX0" fmla="*/ 0 w 599762"/>
                      <a:gd name="connsiteY0" fmla="*/ 0 h 26927"/>
                      <a:gd name="connsiteX1" fmla="*/ 599762 w 599762"/>
                      <a:gd name="connsiteY1" fmla="*/ 26927 h 26927"/>
                    </a:gdLst>
                    <a:ahLst/>
                    <a:cxnLst>
                      <a:cxn ang="0">
                        <a:pos x="connsiteX0" y="connsiteY0"/>
                      </a:cxn>
                      <a:cxn ang="0">
                        <a:pos x="connsiteX1" y="connsiteY1"/>
                      </a:cxn>
                    </a:cxnLst>
                    <a:rect l="l" t="t" r="r" b="b"/>
                    <a:pathLst>
                      <a:path w="599762" h="26927">
                        <a:moveTo>
                          <a:pt x="0" y="0"/>
                        </a:moveTo>
                        <a:lnTo>
                          <a:pt x="599762" y="26927"/>
                        </a:lnTo>
                      </a:path>
                    </a:pathLst>
                  </a:custGeom>
                  <a:noFill/>
                  <a:ln w="10515" cap="flat">
                    <a:solidFill>
                      <a:srgbClr val="0000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3FE9E05D-53DA-4B3B-AB96-C1C97DCE45C4}"/>
                      </a:ext>
                    </a:extLst>
                  </p:cNvPr>
                  <p:cNvSpPr/>
                  <p:nvPr/>
                </p:nvSpPr>
                <p:spPr>
                  <a:xfrm>
                    <a:off x="8390202" y="2506453"/>
                    <a:ext cx="642466" cy="22825"/>
                  </a:xfrm>
                  <a:custGeom>
                    <a:avLst/>
                    <a:gdLst>
                      <a:gd name="connsiteX0" fmla="*/ 0 w 642466"/>
                      <a:gd name="connsiteY0" fmla="*/ 0 h 22825"/>
                      <a:gd name="connsiteX1" fmla="*/ 642467 w 642466"/>
                      <a:gd name="connsiteY1" fmla="*/ 22825 h 22825"/>
                    </a:gdLst>
                    <a:ahLst/>
                    <a:cxnLst>
                      <a:cxn ang="0">
                        <a:pos x="connsiteX0" y="connsiteY0"/>
                      </a:cxn>
                      <a:cxn ang="0">
                        <a:pos x="connsiteX1" y="connsiteY1"/>
                      </a:cxn>
                    </a:cxnLst>
                    <a:rect l="l" t="t" r="r" b="b"/>
                    <a:pathLst>
                      <a:path w="642466" h="22825">
                        <a:moveTo>
                          <a:pt x="0" y="0"/>
                        </a:moveTo>
                        <a:lnTo>
                          <a:pt x="642467" y="22825"/>
                        </a:lnTo>
                      </a:path>
                    </a:pathLst>
                  </a:custGeom>
                  <a:noFill/>
                  <a:ln w="10515" cap="flat">
                    <a:solidFill>
                      <a:srgbClr val="0000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F0F42C2-6E5F-4F7E-8C37-27394956936A}"/>
                      </a:ext>
                    </a:extLst>
                  </p:cNvPr>
                  <p:cNvSpPr/>
                  <p:nvPr/>
                </p:nvSpPr>
                <p:spPr>
                  <a:xfrm>
                    <a:off x="8540511" y="2305551"/>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3DA83E1-31BA-49BF-9905-7D98F469096F}"/>
                      </a:ext>
                    </a:extLst>
                  </p:cNvPr>
                  <p:cNvSpPr/>
                  <p:nvPr/>
                </p:nvSpPr>
                <p:spPr>
                  <a:xfrm>
                    <a:off x="6571142" y="2205520"/>
                    <a:ext cx="300722" cy="200376"/>
                  </a:xfrm>
                  <a:custGeom>
                    <a:avLst/>
                    <a:gdLst>
                      <a:gd name="connsiteX0" fmla="*/ 0 w 300722"/>
                      <a:gd name="connsiteY0" fmla="*/ 200376 h 200376"/>
                      <a:gd name="connsiteX1" fmla="*/ 300722 w 300722"/>
                      <a:gd name="connsiteY1" fmla="*/ 0 h 200376"/>
                    </a:gdLst>
                    <a:ahLst/>
                    <a:cxnLst>
                      <a:cxn ang="0">
                        <a:pos x="connsiteX0" y="connsiteY0"/>
                      </a:cxn>
                      <a:cxn ang="0">
                        <a:pos x="connsiteX1" y="connsiteY1"/>
                      </a:cxn>
                    </a:cxnLst>
                    <a:rect l="l" t="t" r="r" b="b"/>
                    <a:pathLst>
                      <a:path w="300722" h="200376">
                        <a:moveTo>
                          <a:pt x="0" y="200376"/>
                        </a:moveTo>
                        <a:lnTo>
                          <a:pt x="300722" y="0"/>
                        </a:lnTo>
                      </a:path>
                    </a:pathLst>
                  </a:custGeom>
                  <a:noFill/>
                  <a:ln w="10515" cap="flat">
                    <a:solidFill>
                      <a:srgbClr val="0000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D4CCAAC4-5304-437E-B44A-C285D3C3E823}"/>
                      </a:ext>
                    </a:extLst>
                  </p:cNvPr>
                  <p:cNvSpPr/>
                  <p:nvPr/>
                </p:nvSpPr>
                <p:spPr>
                  <a:xfrm>
                    <a:off x="8679565" y="2206467"/>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grpSp>
          </p:grpSp>
          <p:sp>
            <p:nvSpPr>
              <p:cNvPr id="9" name="Freeform: Shape 8">
                <a:extLst>
                  <a:ext uri="{FF2B5EF4-FFF2-40B4-BE49-F238E27FC236}">
                    <a16:creationId xmlns:a16="http://schemas.microsoft.com/office/drawing/2014/main" id="{578E93BF-530A-4DBA-9F33-482F47EF8CC7}"/>
                  </a:ext>
                </a:extLst>
              </p:cNvPr>
              <p:cNvSpPr/>
              <p:nvPr/>
            </p:nvSpPr>
            <p:spPr>
              <a:xfrm>
                <a:off x="9251749" y="2591677"/>
                <a:ext cx="305034" cy="201428"/>
              </a:xfrm>
              <a:custGeom>
                <a:avLst/>
                <a:gdLst>
                  <a:gd name="connsiteX0" fmla="*/ 0 w 305034"/>
                  <a:gd name="connsiteY0" fmla="*/ 201428 h 201428"/>
                  <a:gd name="connsiteX1" fmla="*/ 305035 w 305034"/>
                  <a:gd name="connsiteY1" fmla="*/ 0 h 201428"/>
                </a:gdLst>
                <a:ahLst/>
                <a:cxnLst>
                  <a:cxn ang="0">
                    <a:pos x="connsiteX0" y="connsiteY0"/>
                  </a:cxn>
                  <a:cxn ang="0">
                    <a:pos x="connsiteX1" y="connsiteY1"/>
                  </a:cxn>
                </a:cxnLst>
                <a:rect l="l" t="t" r="r" b="b"/>
                <a:pathLst>
                  <a:path w="305034" h="201428">
                    <a:moveTo>
                      <a:pt x="0" y="201428"/>
                    </a:moveTo>
                    <a:lnTo>
                      <a:pt x="305035" y="0"/>
                    </a:lnTo>
                  </a:path>
                </a:pathLst>
              </a:custGeom>
              <a:noFill/>
              <a:ln w="10515" cap="flat">
                <a:solidFill>
                  <a:srgbClr val="666666"/>
                </a:solidFill>
                <a:prstDash val="solid"/>
                <a:miter/>
              </a:ln>
            </p:spPr>
            <p:txBody>
              <a:bodyPr rtlCol="0" anchor="ctr"/>
              <a:lstStyle/>
              <a:p>
                <a:endParaRPr lang="en-US"/>
              </a:p>
            </p:txBody>
          </p:sp>
        </p:grpSp>
        <p:sp>
          <p:nvSpPr>
            <p:cNvPr id="26" name="Freeform: Shape 25">
              <a:extLst>
                <a:ext uri="{FF2B5EF4-FFF2-40B4-BE49-F238E27FC236}">
                  <a16:creationId xmlns:a16="http://schemas.microsoft.com/office/drawing/2014/main" id="{0B26F549-AC78-401E-BEDB-CBF5FB94DB79}"/>
                </a:ext>
              </a:extLst>
            </p:cNvPr>
            <p:cNvSpPr/>
            <p:nvPr/>
          </p:nvSpPr>
          <p:spPr>
            <a:xfrm>
              <a:off x="6371245" y="4468282"/>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C6187E-2372-42B1-AC09-4031DAAD0899}"/>
                </a:ext>
              </a:extLst>
            </p:cNvPr>
            <p:cNvSpPr/>
            <p:nvPr/>
          </p:nvSpPr>
          <p:spPr>
            <a:xfrm>
              <a:off x="6461533" y="385822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60CBD6AC-79A1-4478-8672-96A410B73C5A}"/>
                </a:ext>
              </a:extLst>
            </p:cNvPr>
            <p:cNvSpPr/>
            <p:nvPr/>
          </p:nvSpPr>
          <p:spPr>
            <a:xfrm>
              <a:off x="6511881" y="3085861"/>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78A3429-C75B-4C60-BE6D-5521F2DFF2E8}"/>
                </a:ext>
              </a:extLst>
            </p:cNvPr>
            <p:cNvSpPr/>
            <p:nvPr/>
          </p:nvSpPr>
          <p:spPr>
            <a:xfrm>
              <a:off x="6345000" y="221385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grpSp>
          <p:nvGrpSpPr>
            <p:cNvPr id="31" name="Group 30">
              <a:extLst>
                <a:ext uri="{FF2B5EF4-FFF2-40B4-BE49-F238E27FC236}">
                  <a16:creationId xmlns:a16="http://schemas.microsoft.com/office/drawing/2014/main" id="{FFF29FB9-87F8-4340-809C-DD71A47324EE}"/>
                </a:ext>
              </a:extLst>
            </p:cNvPr>
            <p:cNvGrpSpPr/>
            <p:nvPr/>
          </p:nvGrpSpPr>
          <p:grpSpPr>
            <a:xfrm>
              <a:off x="6568714" y="2146268"/>
              <a:ext cx="3287047" cy="758679"/>
              <a:chOff x="6568714" y="2146268"/>
              <a:chExt cx="3287047" cy="758679"/>
            </a:xfrm>
          </p:grpSpPr>
          <p:sp>
            <p:nvSpPr>
              <p:cNvPr id="32" name="Freeform: Shape 31">
                <a:extLst>
                  <a:ext uri="{FF2B5EF4-FFF2-40B4-BE49-F238E27FC236}">
                    <a16:creationId xmlns:a16="http://schemas.microsoft.com/office/drawing/2014/main" id="{DC22704B-4133-402B-9988-E117DE4D5748}"/>
                  </a:ext>
                </a:extLst>
              </p:cNvPr>
              <p:cNvSpPr/>
              <p:nvPr/>
            </p:nvSpPr>
            <p:spPr>
              <a:xfrm>
                <a:off x="6903096" y="242046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rgbClr val="FFFFFF"/>
                </a:solidFill>
                <a:custDash>
                  <a:ds d="675000" sp="675000"/>
                </a:custDash>
                <a:miter/>
              </a:ln>
            </p:spPr>
            <p:txBody>
              <a:bodyPr rtlCol="0" anchor="ctr"/>
              <a:lstStyle/>
              <a:p>
                <a:endParaRPr lang="en-US"/>
              </a:p>
            </p:txBody>
          </p:sp>
          <p:sp>
            <p:nvSpPr>
              <p:cNvPr id="33" name="Freeform: Shape 32">
                <a:extLst>
                  <a:ext uri="{FF2B5EF4-FFF2-40B4-BE49-F238E27FC236}">
                    <a16:creationId xmlns:a16="http://schemas.microsoft.com/office/drawing/2014/main" id="{731D5F3E-4F13-41C5-A66C-419AC557AFD8}"/>
                  </a:ext>
                </a:extLst>
              </p:cNvPr>
              <p:cNvSpPr/>
              <p:nvPr/>
            </p:nvSpPr>
            <p:spPr>
              <a:xfrm>
                <a:off x="6761728" y="257887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rgbClr val="FFFFFF"/>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127F0942-5C92-44F6-B556-CB3DA3407E78}"/>
                  </a:ext>
                </a:extLst>
              </p:cNvPr>
              <p:cNvSpPr/>
              <p:nvPr/>
            </p:nvSpPr>
            <p:spPr>
              <a:xfrm>
                <a:off x="8062334" y="275169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rgbClr val="FFFFFF"/>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F5A3930-60C3-4E4A-8DAC-7082AC3104C0}"/>
                  </a:ext>
                </a:extLst>
              </p:cNvPr>
              <p:cNvSpPr/>
              <p:nvPr/>
            </p:nvSpPr>
            <p:spPr>
              <a:xfrm>
                <a:off x="7721431" y="257887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rgbClr val="FFFFFF"/>
                </a:solid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BBBF418-5BED-44FD-9633-4E637F453FAA}"/>
                  </a:ext>
                </a:extLst>
              </p:cNvPr>
              <p:cNvSpPr/>
              <p:nvPr/>
            </p:nvSpPr>
            <p:spPr>
              <a:xfrm>
                <a:off x="7818727" y="258602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rgbClr val="FFFFFF"/>
                </a:solidFill>
                <a:custDash>
                  <a:ds d="675000" sp="675000"/>
                </a:custDash>
                <a:miter/>
              </a:ln>
            </p:spPr>
            <p:txBody>
              <a:bodyPr rtlCol="0" anchor="ctr"/>
              <a:lstStyle/>
              <a:p>
                <a:endParaRPr lang="en-US"/>
              </a:p>
            </p:txBody>
          </p:sp>
          <p:sp>
            <p:nvSpPr>
              <p:cNvPr id="37" name="Freeform: Shape 36">
                <a:extLst>
                  <a:ext uri="{FF2B5EF4-FFF2-40B4-BE49-F238E27FC236}">
                    <a16:creationId xmlns:a16="http://schemas.microsoft.com/office/drawing/2014/main" id="{3C692F96-F0BE-4B4B-9A00-24217217ABCB}"/>
                  </a:ext>
                </a:extLst>
              </p:cNvPr>
              <p:cNvSpPr/>
              <p:nvPr/>
            </p:nvSpPr>
            <p:spPr>
              <a:xfrm>
                <a:off x="8701645" y="258602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rgbClr val="FFFFFF"/>
                </a:solid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7E37E9EB-D975-4C27-B45F-4BF6A8A7296A}"/>
                  </a:ext>
                </a:extLst>
              </p:cNvPr>
              <p:cNvSpPr/>
              <p:nvPr/>
            </p:nvSpPr>
            <p:spPr>
              <a:xfrm>
                <a:off x="8889189" y="258623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rgbClr val="FFFFFF"/>
                </a:solid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03079EC2-53ED-4BAD-B39E-45E5B8E501DA}"/>
                  </a:ext>
                </a:extLst>
              </p:cNvPr>
              <p:cNvSpPr/>
              <p:nvPr/>
            </p:nvSpPr>
            <p:spPr>
              <a:xfrm>
                <a:off x="8701645" y="275768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rgbClr val="FFFFFF"/>
                </a:solid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28EA0D8F-29D6-47E1-AA35-B63BA3FC9725}"/>
                  </a:ext>
                </a:extLst>
              </p:cNvPr>
              <p:cNvSpPr/>
              <p:nvPr/>
            </p:nvSpPr>
            <p:spPr>
              <a:xfrm>
                <a:off x="8471501" y="249472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rgbClr val="FFFFFF"/>
                </a:solid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B43A819A-9B7C-4B6A-B822-E0B438F00407}"/>
                  </a:ext>
                </a:extLst>
              </p:cNvPr>
              <p:cNvSpPr/>
              <p:nvPr/>
            </p:nvSpPr>
            <p:spPr>
              <a:xfrm>
                <a:off x="8530510" y="248421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4D5204C-EA72-4340-B49F-305139A97BB0}"/>
                  </a:ext>
                </a:extLst>
              </p:cNvPr>
              <p:cNvSpPr/>
              <p:nvPr/>
            </p:nvSpPr>
            <p:spPr>
              <a:xfrm>
                <a:off x="8640954" y="233558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AB2CDC38-9859-4D45-A104-489868B018A0}"/>
                  </a:ext>
                </a:extLst>
              </p:cNvPr>
              <p:cNvSpPr/>
              <p:nvPr/>
            </p:nvSpPr>
            <p:spPr>
              <a:xfrm>
                <a:off x="8699857" y="232506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367BC040-E4FC-4680-B603-2B48DCDF2E80}"/>
                  </a:ext>
                </a:extLst>
              </p:cNvPr>
              <p:cNvSpPr/>
              <p:nvPr/>
            </p:nvSpPr>
            <p:spPr>
              <a:xfrm>
                <a:off x="7396411" y="249336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rgbClr val="FFFFFF"/>
                </a:solid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0B008543-202E-4716-ADF4-7BA7DD768917}"/>
                  </a:ext>
                </a:extLst>
              </p:cNvPr>
              <p:cNvSpPr/>
              <p:nvPr/>
            </p:nvSpPr>
            <p:spPr>
              <a:xfrm>
                <a:off x="7455419" y="248284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2D34385E-ECC8-4752-80FB-8EC825FE7FBF}"/>
                  </a:ext>
                </a:extLst>
              </p:cNvPr>
              <p:cNvSpPr/>
              <p:nvPr/>
            </p:nvSpPr>
            <p:spPr>
              <a:xfrm>
                <a:off x="7540303" y="233432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C7D268E6-95F4-4A35-A6DD-F4D11B4D644F}"/>
                  </a:ext>
                </a:extLst>
              </p:cNvPr>
              <p:cNvSpPr/>
              <p:nvPr/>
            </p:nvSpPr>
            <p:spPr>
              <a:xfrm>
                <a:off x="7599207" y="232380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4F0AE20B-417E-4661-91C3-909E9F71E9DB}"/>
                  </a:ext>
                </a:extLst>
              </p:cNvPr>
              <p:cNvSpPr/>
              <p:nvPr/>
            </p:nvSpPr>
            <p:spPr>
              <a:xfrm>
                <a:off x="8863629" y="242046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rgbClr val="FFFFFF"/>
                </a:solid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596C720-6DD5-4CF3-8493-F47D794AAE9A}"/>
                  </a:ext>
                </a:extLst>
              </p:cNvPr>
              <p:cNvSpPr/>
              <p:nvPr/>
            </p:nvSpPr>
            <p:spPr>
              <a:xfrm>
                <a:off x="6858287" y="282080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rgbClr val="333333"/>
                </a:solid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D520089E-7C43-4DA6-986A-804FEA53B96E}"/>
                  </a:ext>
                </a:extLst>
              </p:cNvPr>
              <p:cNvSpPr/>
              <p:nvPr/>
            </p:nvSpPr>
            <p:spPr>
              <a:xfrm>
                <a:off x="7448477" y="215813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rgbClr val="333333"/>
                </a:solidFill>
                <a:prstDash val="solid"/>
                <a:miter/>
              </a:ln>
            </p:spPr>
            <p:txBody>
              <a:bodyPr rtlCol="0" anchor="ctr"/>
              <a:lstStyle/>
              <a:p>
                <a:endParaRPr lang="en-US"/>
              </a:p>
            </p:txBody>
          </p:sp>
          <p:grpSp>
            <p:nvGrpSpPr>
              <p:cNvPr id="51" name="Group 50">
                <a:extLst>
                  <a:ext uri="{FF2B5EF4-FFF2-40B4-BE49-F238E27FC236}">
                    <a16:creationId xmlns:a16="http://schemas.microsoft.com/office/drawing/2014/main" id="{9987F344-90F9-47E9-989C-4814A6BF69C3}"/>
                  </a:ext>
                </a:extLst>
              </p:cNvPr>
              <p:cNvGrpSpPr/>
              <p:nvPr/>
            </p:nvGrpSpPr>
            <p:grpSpPr>
              <a:xfrm rot="10800000">
                <a:off x="9365116" y="2547585"/>
                <a:ext cx="242005" cy="43678"/>
                <a:chOff x="7979724" y="3580291"/>
                <a:chExt cx="242005" cy="43678"/>
              </a:xfrm>
            </p:grpSpPr>
            <p:sp>
              <p:nvSpPr>
                <p:cNvPr id="942" name="Oval 941">
                  <a:extLst>
                    <a:ext uri="{FF2B5EF4-FFF2-40B4-BE49-F238E27FC236}">
                      <a16:creationId xmlns:a16="http://schemas.microsoft.com/office/drawing/2014/main" id="{F6B9BDA8-FE59-42A2-B621-B35FD1D6DB0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3" name="Oval 942">
                  <a:extLst>
                    <a:ext uri="{FF2B5EF4-FFF2-40B4-BE49-F238E27FC236}">
                      <a16:creationId xmlns:a16="http://schemas.microsoft.com/office/drawing/2014/main" id="{6EDF0717-5FC2-4FFD-AA15-CDCE4BCB0EC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Oval 943">
                  <a:extLst>
                    <a:ext uri="{FF2B5EF4-FFF2-40B4-BE49-F238E27FC236}">
                      <a16:creationId xmlns:a16="http://schemas.microsoft.com/office/drawing/2014/main" id="{4306C95D-4905-4BC4-8299-F04B6CFBCB8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Oval 944">
                  <a:extLst>
                    <a:ext uri="{FF2B5EF4-FFF2-40B4-BE49-F238E27FC236}">
                      <a16:creationId xmlns:a16="http://schemas.microsoft.com/office/drawing/2014/main" id="{E7D458B7-D8C2-4575-940B-E01FFC7D296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Oval 945">
                  <a:extLst>
                    <a:ext uri="{FF2B5EF4-FFF2-40B4-BE49-F238E27FC236}">
                      <a16:creationId xmlns:a16="http://schemas.microsoft.com/office/drawing/2014/main" id="{8101B95A-766E-4F68-AA74-5D4D0F2F542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Oval 946">
                  <a:extLst>
                    <a:ext uri="{FF2B5EF4-FFF2-40B4-BE49-F238E27FC236}">
                      <a16:creationId xmlns:a16="http://schemas.microsoft.com/office/drawing/2014/main" id="{9ED1A633-3905-4F2D-9604-2AD71B9FF8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Oval 947">
                  <a:extLst>
                    <a:ext uri="{FF2B5EF4-FFF2-40B4-BE49-F238E27FC236}">
                      <a16:creationId xmlns:a16="http://schemas.microsoft.com/office/drawing/2014/main" id="{295FB9E5-CE66-432C-B439-D5B4075C17C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Oval 948">
                  <a:extLst>
                    <a:ext uri="{FF2B5EF4-FFF2-40B4-BE49-F238E27FC236}">
                      <a16:creationId xmlns:a16="http://schemas.microsoft.com/office/drawing/2014/main" id="{53B76959-293B-4781-B12F-E2F47AF892A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977AC37D-901B-4199-B5FF-E06A4DF1F1F0}"/>
                  </a:ext>
                </a:extLst>
              </p:cNvPr>
              <p:cNvGrpSpPr/>
              <p:nvPr/>
            </p:nvGrpSpPr>
            <p:grpSpPr>
              <a:xfrm rot="10800000">
                <a:off x="8882310" y="2400759"/>
                <a:ext cx="242005" cy="43678"/>
                <a:chOff x="7979724" y="3580291"/>
                <a:chExt cx="242005" cy="43678"/>
              </a:xfrm>
            </p:grpSpPr>
            <p:sp>
              <p:nvSpPr>
                <p:cNvPr id="934" name="Oval 933">
                  <a:extLst>
                    <a:ext uri="{FF2B5EF4-FFF2-40B4-BE49-F238E27FC236}">
                      <a16:creationId xmlns:a16="http://schemas.microsoft.com/office/drawing/2014/main" id="{E0934C45-A7CE-496E-9BB4-018181D9835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5" name="Oval 934">
                  <a:extLst>
                    <a:ext uri="{FF2B5EF4-FFF2-40B4-BE49-F238E27FC236}">
                      <a16:creationId xmlns:a16="http://schemas.microsoft.com/office/drawing/2014/main" id="{798D134B-22C6-4FC3-BFC8-9182CF7D6F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Oval 935">
                  <a:extLst>
                    <a:ext uri="{FF2B5EF4-FFF2-40B4-BE49-F238E27FC236}">
                      <a16:creationId xmlns:a16="http://schemas.microsoft.com/office/drawing/2014/main" id="{53E0CFED-695A-4311-8431-507D62DAD07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Oval 936">
                  <a:extLst>
                    <a:ext uri="{FF2B5EF4-FFF2-40B4-BE49-F238E27FC236}">
                      <a16:creationId xmlns:a16="http://schemas.microsoft.com/office/drawing/2014/main" id="{450B57F0-EF6A-4856-9C1C-88D3BA53B96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Oval 937">
                  <a:extLst>
                    <a:ext uri="{FF2B5EF4-FFF2-40B4-BE49-F238E27FC236}">
                      <a16:creationId xmlns:a16="http://schemas.microsoft.com/office/drawing/2014/main" id="{9DEDE59D-B95B-470D-9ACE-B1802BF7DD3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Oval 938">
                  <a:extLst>
                    <a:ext uri="{FF2B5EF4-FFF2-40B4-BE49-F238E27FC236}">
                      <a16:creationId xmlns:a16="http://schemas.microsoft.com/office/drawing/2014/main" id="{5A18394B-A172-43E6-8B4F-7E0A2E789B9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Oval 939">
                  <a:extLst>
                    <a:ext uri="{FF2B5EF4-FFF2-40B4-BE49-F238E27FC236}">
                      <a16:creationId xmlns:a16="http://schemas.microsoft.com/office/drawing/2014/main" id="{B2014FE3-F3E0-4215-843E-2B6E6CE43A7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Oval 940">
                  <a:extLst>
                    <a:ext uri="{FF2B5EF4-FFF2-40B4-BE49-F238E27FC236}">
                      <a16:creationId xmlns:a16="http://schemas.microsoft.com/office/drawing/2014/main" id="{F57AB86A-5038-4285-B3E5-660FFF7D11D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2A3BDF16-D1F6-49A5-875C-B984653A796A}"/>
                  </a:ext>
                </a:extLst>
              </p:cNvPr>
              <p:cNvGrpSpPr/>
              <p:nvPr/>
            </p:nvGrpSpPr>
            <p:grpSpPr>
              <a:xfrm>
                <a:off x="9124736" y="2384038"/>
                <a:ext cx="242005" cy="43678"/>
                <a:chOff x="7979724" y="3580291"/>
                <a:chExt cx="242005" cy="43678"/>
              </a:xfrm>
            </p:grpSpPr>
            <p:sp>
              <p:nvSpPr>
                <p:cNvPr id="926" name="Oval 925">
                  <a:extLst>
                    <a:ext uri="{FF2B5EF4-FFF2-40B4-BE49-F238E27FC236}">
                      <a16:creationId xmlns:a16="http://schemas.microsoft.com/office/drawing/2014/main" id="{233F05A0-26B9-4288-BFB0-D07D73AE521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Oval 926">
                  <a:extLst>
                    <a:ext uri="{FF2B5EF4-FFF2-40B4-BE49-F238E27FC236}">
                      <a16:creationId xmlns:a16="http://schemas.microsoft.com/office/drawing/2014/main" id="{E776351D-C80E-4D28-9A0A-325F6ED34E0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Oval 927">
                  <a:extLst>
                    <a:ext uri="{FF2B5EF4-FFF2-40B4-BE49-F238E27FC236}">
                      <a16:creationId xmlns:a16="http://schemas.microsoft.com/office/drawing/2014/main" id="{AA017444-3B4E-4AF7-92B0-F6E625D23B4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Oval 928">
                  <a:extLst>
                    <a:ext uri="{FF2B5EF4-FFF2-40B4-BE49-F238E27FC236}">
                      <a16:creationId xmlns:a16="http://schemas.microsoft.com/office/drawing/2014/main" id="{1653CB95-C7A5-41E8-99C2-1C340D5081C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Oval 929">
                  <a:extLst>
                    <a:ext uri="{FF2B5EF4-FFF2-40B4-BE49-F238E27FC236}">
                      <a16:creationId xmlns:a16="http://schemas.microsoft.com/office/drawing/2014/main" id="{2BD64FF1-089D-4B12-BF27-87C9354CBAD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Oval 930">
                  <a:extLst>
                    <a:ext uri="{FF2B5EF4-FFF2-40B4-BE49-F238E27FC236}">
                      <a16:creationId xmlns:a16="http://schemas.microsoft.com/office/drawing/2014/main" id="{06E99B98-AB13-4713-9695-614A49F05E9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Oval 931">
                  <a:extLst>
                    <a:ext uri="{FF2B5EF4-FFF2-40B4-BE49-F238E27FC236}">
                      <a16:creationId xmlns:a16="http://schemas.microsoft.com/office/drawing/2014/main" id="{645048EB-AC69-44BE-9301-1A3998166D7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Oval 932">
                  <a:extLst>
                    <a:ext uri="{FF2B5EF4-FFF2-40B4-BE49-F238E27FC236}">
                      <a16:creationId xmlns:a16="http://schemas.microsoft.com/office/drawing/2014/main" id="{8DC08C20-88E7-4FD5-8176-38230E44FAB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4E1B0C3D-B51D-4BA2-8094-79A54D6B2884}"/>
                  </a:ext>
                </a:extLst>
              </p:cNvPr>
              <p:cNvGrpSpPr/>
              <p:nvPr/>
            </p:nvGrpSpPr>
            <p:grpSpPr>
              <a:xfrm rot="10800000">
                <a:off x="9454868" y="2389419"/>
                <a:ext cx="242005" cy="46723"/>
                <a:chOff x="7979724" y="3580291"/>
                <a:chExt cx="242005" cy="43678"/>
              </a:xfrm>
            </p:grpSpPr>
            <p:sp>
              <p:nvSpPr>
                <p:cNvPr id="918" name="Oval 917">
                  <a:extLst>
                    <a:ext uri="{FF2B5EF4-FFF2-40B4-BE49-F238E27FC236}">
                      <a16:creationId xmlns:a16="http://schemas.microsoft.com/office/drawing/2014/main" id="{75C21B6C-9AA3-4B88-89DB-194B673C1E9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Oval 918">
                  <a:extLst>
                    <a:ext uri="{FF2B5EF4-FFF2-40B4-BE49-F238E27FC236}">
                      <a16:creationId xmlns:a16="http://schemas.microsoft.com/office/drawing/2014/main" id="{20A86F89-86B1-43C2-8F37-4F8AC94D01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Oval 919">
                  <a:extLst>
                    <a:ext uri="{FF2B5EF4-FFF2-40B4-BE49-F238E27FC236}">
                      <a16:creationId xmlns:a16="http://schemas.microsoft.com/office/drawing/2014/main" id="{CEF24A8E-951F-4860-B3F9-16AEBF0CEEB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Oval 920">
                  <a:extLst>
                    <a:ext uri="{FF2B5EF4-FFF2-40B4-BE49-F238E27FC236}">
                      <a16:creationId xmlns:a16="http://schemas.microsoft.com/office/drawing/2014/main" id="{9AEB2F3D-7F40-490A-ADA9-D12C191CB32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Oval 921">
                  <a:extLst>
                    <a:ext uri="{FF2B5EF4-FFF2-40B4-BE49-F238E27FC236}">
                      <a16:creationId xmlns:a16="http://schemas.microsoft.com/office/drawing/2014/main" id="{7CF8CAB5-7EA6-4739-9940-DFBC8E3211A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Oval 922">
                  <a:extLst>
                    <a:ext uri="{FF2B5EF4-FFF2-40B4-BE49-F238E27FC236}">
                      <a16:creationId xmlns:a16="http://schemas.microsoft.com/office/drawing/2014/main" id="{DB715800-A1F1-4728-84C1-0CBF05C699C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Oval 923">
                  <a:extLst>
                    <a:ext uri="{FF2B5EF4-FFF2-40B4-BE49-F238E27FC236}">
                      <a16:creationId xmlns:a16="http://schemas.microsoft.com/office/drawing/2014/main" id="{A904BCCC-FE51-441F-8DE9-84172DAE134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Oval 924">
                  <a:extLst>
                    <a:ext uri="{FF2B5EF4-FFF2-40B4-BE49-F238E27FC236}">
                      <a16:creationId xmlns:a16="http://schemas.microsoft.com/office/drawing/2014/main" id="{86B29D4D-1F5F-4CB8-AEBB-CF08B3E7EF4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E0260E74-8366-43B8-A5C0-93245585755A}"/>
                  </a:ext>
                </a:extLst>
              </p:cNvPr>
              <p:cNvGrpSpPr/>
              <p:nvPr/>
            </p:nvGrpSpPr>
            <p:grpSpPr>
              <a:xfrm>
                <a:off x="9383711" y="2390235"/>
                <a:ext cx="242005" cy="43678"/>
                <a:chOff x="7979724" y="3580291"/>
                <a:chExt cx="242005" cy="43678"/>
              </a:xfrm>
            </p:grpSpPr>
            <p:sp>
              <p:nvSpPr>
                <p:cNvPr id="910" name="Oval 909">
                  <a:extLst>
                    <a:ext uri="{FF2B5EF4-FFF2-40B4-BE49-F238E27FC236}">
                      <a16:creationId xmlns:a16="http://schemas.microsoft.com/office/drawing/2014/main" id="{DE116E93-4C5E-490F-857A-F1B76948035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Oval 910">
                  <a:extLst>
                    <a:ext uri="{FF2B5EF4-FFF2-40B4-BE49-F238E27FC236}">
                      <a16:creationId xmlns:a16="http://schemas.microsoft.com/office/drawing/2014/main" id="{266D74C5-9E77-4668-8C16-3FAE4EAD222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Oval 911">
                  <a:extLst>
                    <a:ext uri="{FF2B5EF4-FFF2-40B4-BE49-F238E27FC236}">
                      <a16:creationId xmlns:a16="http://schemas.microsoft.com/office/drawing/2014/main" id="{97400056-FF2F-4D85-9B43-43B8D588A89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Oval 912">
                  <a:extLst>
                    <a:ext uri="{FF2B5EF4-FFF2-40B4-BE49-F238E27FC236}">
                      <a16:creationId xmlns:a16="http://schemas.microsoft.com/office/drawing/2014/main" id="{B0742BF8-172C-4F83-8699-DDDF989C756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 name="Oval 913">
                  <a:extLst>
                    <a:ext uri="{FF2B5EF4-FFF2-40B4-BE49-F238E27FC236}">
                      <a16:creationId xmlns:a16="http://schemas.microsoft.com/office/drawing/2014/main" id="{ADC070FE-1DCD-412F-A78B-EC931E3C9A2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Oval 914">
                  <a:extLst>
                    <a:ext uri="{FF2B5EF4-FFF2-40B4-BE49-F238E27FC236}">
                      <a16:creationId xmlns:a16="http://schemas.microsoft.com/office/drawing/2014/main" id="{E27E3337-D126-4566-9085-C5C9E830808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Oval 915">
                  <a:extLst>
                    <a:ext uri="{FF2B5EF4-FFF2-40B4-BE49-F238E27FC236}">
                      <a16:creationId xmlns:a16="http://schemas.microsoft.com/office/drawing/2014/main" id="{7F99C72E-E960-4544-BF67-66A4713025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Oval 916">
                  <a:extLst>
                    <a:ext uri="{FF2B5EF4-FFF2-40B4-BE49-F238E27FC236}">
                      <a16:creationId xmlns:a16="http://schemas.microsoft.com/office/drawing/2014/main" id="{3AF466DF-D38F-4E08-85B8-CCB53B55FEC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6" name="Group 55">
                <a:extLst>
                  <a:ext uri="{FF2B5EF4-FFF2-40B4-BE49-F238E27FC236}">
                    <a16:creationId xmlns:a16="http://schemas.microsoft.com/office/drawing/2014/main" id="{3E723EF5-FA71-4392-AFD7-683DD34138DE}"/>
                  </a:ext>
                </a:extLst>
              </p:cNvPr>
              <p:cNvGrpSpPr/>
              <p:nvPr/>
            </p:nvGrpSpPr>
            <p:grpSpPr>
              <a:xfrm rot="10800000">
                <a:off x="8581718" y="2393619"/>
                <a:ext cx="242005" cy="46723"/>
                <a:chOff x="7979724" y="3580291"/>
                <a:chExt cx="242005" cy="43678"/>
              </a:xfrm>
            </p:grpSpPr>
            <p:sp>
              <p:nvSpPr>
                <p:cNvPr id="902" name="Oval 901">
                  <a:extLst>
                    <a:ext uri="{FF2B5EF4-FFF2-40B4-BE49-F238E27FC236}">
                      <a16:creationId xmlns:a16="http://schemas.microsoft.com/office/drawing/2014/main" id="{80ADA69C-51F7-4CF9-8769-8055999DB97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Oval 902">
                  <a:extLst>
                    <a:ext uri="{FF2B5EF4-FFF2-40B4-BE49-F238E27FC236}">
                      <a16:creationId xmlns:a16="http://schemas.microsoft.com/office/drawing/2014/main" id="{C39F13D3-489A-4587-8DBE-BFB5B555693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Oval 903">
                  <a:extLst>
                    <a:ext uri="{FF2B5EF4-FFF2-40B4-BE49-F238E27FC236}">
                      <a16:creationId xmlns:a16="http://schemas.microsoft.com/office/drawing/2014/main" id="{92A42ADD-533C-4281-8EE7-80DD81A6D05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Oval 904">
                  <a:extLst>
                    <a:ext uri="{FF2B5EF4-FFF2-40B4-BE49-F238E27FC236}">
                      <a16:creationId xmlns:a16="http://schemas.microsoft.com/office/drawing/2014/main" id="{05A4411F-F9E1-48D0-A87C-93ECAB0C580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Oval 905">
                  <a:extLst>
                    <a:ext uri="{FF2B5EF4-FFF2-40B4-BE49-F238E27FC236}">
                      <a16:creationId xmlns:a16="http://schemas.microsoft.com/office/drawing/2014/main" id="{696F2BBD-602B-43F8-8DDC-2D45B1AEDE7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Oval 906">
                  <a:extLst>
                    <a:ext uri="{FF2B5EF4-FFF2-40B4-BE49-F238E27FC236}">
                      <a16:creationId xmlns:a16="http://schemas.microsoft.com/office/drawing/2014/main" id="{B153045A-0344-4D9F-85DA-5F66D5F09CD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Oval 907">
                  <a:extLst>
                    <a:ext uri="{FF2B5EF4-FFF2-40B4-BE49-F238E27FC236}">
                      <a16:creationId xmlns:a16="http://schemas.microsoft.com/office/drawing/2014/main" id="{91755CD0-004B-4880-B948-3C5AB23F287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Oval 908">
                  <a:extLst>
                    <a:ext uri="{FF2B5EF4-FFF2-40B4-BE49-F238E27FC236}">
                      <a16:creationId xmlns:a16="http://schemas.microsoft.com/office/drawing/2014/main" id="{DF97AE30-5F96-436B-A766-6323345147C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 56">
                <a:extLst>
                  <a:ext uri="{FF2B5EF4-FFF2-40B4-BE49-F238E27FC236}">
                    <a16:creationId xmlns:a16="http://schemas.microsoft.com/office/drawing/2014/main" id="{C261782A-564D-4A5F-BDA3-464DFE6239CD}"/>
                  </a:ext>
                </a:extLst>
              </p:cNvPr>
              <p:cNvGrpSpPr/>
              <p:nvPr/>
            </p:nvGrpSpPr>
            <p:grpSpPr>
              <a:xfrm>
                <a:off x="8510561" y="2394435"/>
                <a:ext cx="242005" cy="43678"/>
                <a:chOff x="7979724" y="3580291"/>
                <a:chExt cx="242005" cy="43678"/>
              </a:xfrm>
            </p:grpSpPr>
            <p:sp>
              <p:nvSpPr>
                <p:cNvPr id="894" name="Oval 893">
                  <a:extLst>
                    <a:ext uri="{FF2B5EF4-FFF2-40B4-BE49-F238E27FC236}">
                      <a16:creationId xmlns:a16="http://schemas.microsoft.com/office/drawing/2014/main" id="{ED943D8A-135A-4FBA-A965-6883B39B35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Oval 894">
                  <a:extLst>
                    <a:ext uri="{FF2B5EF4-FFF2-40B4-BE49-F238E27FC236}">
                      <a16:creationId xmlns:a16="http://schemas.microsoft.com/office/drawing/2014/main" id="{BC21CF00-4827-43A0-BE29-86EAFB1CBB0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Oval 895">
                  <a:extLst>
                    <a:ext uri="{FF2B5EF4-FFF2-40B4-BE49-F238E27FC236}">
                      <a16:creationId xmlns:a16="http://schemas.microsoft.com/office/drawing/2014/main" id="{8442D58B-D945-4A38-A5EB-269A3CC3F2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Oval 896">
                  <a:extLst>
                    <a:ext uri="{FF2B5EF4-FFF2-40B4-BE49-F238E27FC236}">
                      <a16:creationId xmlns:a16="http://schemas.microsoft.com/office/drawing/2014/main" id="{746DAC86-75FB-408B-B629-5478AECB8E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Oval 897">
                  <a:extLst>
                    <a:ext uri="{FF2B5EF4-FFF2-40B4-BE49-F238E27FC236}">
                      <a16:creationId xmlns:a16="http://schemas.microsoft.com/office/drawing/2014/main" id="{22210811-8220-4942-B89D-D364BC9AB65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Oval 898">
                  <a:extLst>
                    <a:ext uri="{FF2B5EF4-FFF2-40B4-BE49-F238E27FC236}">
                      <a16:creationId xmlns:a16="http://schemas.microsoft.com/office/drawing/2014/main" id="{3BE286C2-163F-44F4-9710-D5AF5451DAD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Oval 899">
                  <a:extLst>
                    <a:ext uri="{FF2B5EF4-FFF2-40B4-BE49-F238E27FC236}">
                      <a16:creationId xmlns:a16="http://schemas.microsoft.com/office/drawing/2014/main" id="{B07B565B-60BD-467B-BA70-E4F2BC3C8BF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Oval 900">
                  <a:extLst>
                    <a:ext uri="{FF2B5EF4-FFF2-40B4-BE49-F238E27FC236}">
                      <a16:creationId xmlns:a16="http://schemas.microsoft.com/office/drawing/2014/main" id="{6E67540C-4448-436B-93E4-A631DFB1E1E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FD774C59-7007-4BA6-ABF8-FD3D90689FAC}"/>
                  </a:ext>
                </a:extLst>
              </p:cNvPr>
              <p:cNvGrpSpPr/>
              <p:nvPr/>
            </p:nvGrpSpPr>
            <p:grpSpPr>
              <a:xfrm rot="10800000">
                <a:off x="8886660" y="2376171"/>
                <a:ext cx="242005" cy="46723"/>
                <a:chOff x="7979724" y="3580291"/>
                <a:chExt cx="242005" cy="43678"/>
              </a:xfrm>
            </p:grpSpPr>
            <p:sp>
              <p:nvSpPr>
                <p:cNvPr id="886" name="Oval 885">
                  <a:extLst>
                    <a:ext uri="{FF2B5EF4-FFF2-40B4-BE49-F238E27FC236}">
                      <a16:creationId xmlns:a16="http://schemas.microsoft.com/office/drawing/2014/main" id="{922DD73E-86FE-4A59-9DB4-2AADF077020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Oval 886">
                  <a:extLst>
                    <a:ext uri="{FF2B5EF4-FFF2-40B4-BE49-F238E27FC236}">
                      <a16:creationId xmlns:a16="http://schemas.microsoft.com/office/drawing/2014/main" id="{1B0DAC5A-50F8-43F8-8C12-8BEC7ECF37B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Oval 887">
                  <a:extLst>
                    <a:ext uri="{FF2B5EF4-FFF2-40B4-BE49-F238E27FC236}">
                      <a16:creationId xmlns:a16="http://schemas.microsoft.com/office/drawing/2014/main" id="{880273C2-8078-4543-8A2A-8470EA08387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Oval 888">
                  <a:extLst>
                    <a:ext uri="{FF2B5EF4-FFF2-40B4-BE49-F238E27FC236}">
                      <a16:creationId xmlns:a16="http://schemas.microsoft.com/office/drawing/2014/main" id="{0A1CE3CB-AC49-4708-8B4B-B0273BE3E6F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Oval 889">
                  <a:extLst>
                    <a:ext uri="{FF2B5EF4-FFF2-40B4-BE49-F238E27FC236}">
                      <a16:creationId xmlns:a16="http://schemas.microsoft.com/office/drawing/2014/main" id="{3F20C035-50CB-4626-B5AB-BB0835F6BB9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Oval 890">
                  <a:extLst>
                    <a:ext uri="{FF2B5EF4-FFF2-40B4-BE49-F238E27FC236}">
                      <a16:creationId xmlns:a16="http://schemas.microsoft.com/office/drawing/2014/main" id="{839E14A5-4992-4929-BF31-D07E9B45180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Oval 891">
                  <a:extLst>
                    <a:ext uri="{FF2B5EF4-FFF2-40B4-BE49-F238E27FC236}">
                      <a16:creationId xmlns:a16="http://schemas.microsoft.com/office/drawing/2014/main" id="{ABAAE2A3-D569-4237-BFE1-CF6C5F33078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Oval 892">
                  <a:extLst>
                    <a:ext uri="{FF2B5EF4-FFF2-40B4-BE49-F238E27FC236}">
                      <a16:creationId xmlns:a16="http://schemas.microsoft.com/office/drawing/2014/main" id="{6F7616A6-742C-48ED-BE9E-477689A8542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a:extLst>
                  <a:ext uri="{FF2B5EF4-FFF2-40B4-BE49-F238E27FC236}">
                    <a16:creationId xmlns:a16="http://schemas.microsoft.com/office/drawing/2014/main" id="{E0CB7EDC-B7C6-41E4-B149-1F3686B73EC0}"/>
                  </a:ext>
                </a:extLst>
              </p:cNvPr>
              <p:cNvGrpSpPr/>
              <p:nvPr/>
            </p:nvGrpSpPr>
            <p:grpSpPr>
              <a:xfrm rot="10800000">
                <a:off x="9225989" y="2617456"/>
                <a:ext cx="242005" cy="46723"/>
                <a:chOff x="7979724" y="3580291"/>
                <a:chExt cx="242005" cy="43678"/>
              </a:xfrm>
            </p:grpSpPr>
            <p:sp>
              <p:nvSpPr>
                <p:cNvPr id="878" name="Oval 877">
                  <a:extLst>
                    <a:ext uri="{FF2B5EF4-FFF2-40B4-BE49-F238E27FC236}">
                      <a16:creationId xmlns:a16="http://schemas.microsoft.com/office/drawing/2014/main" id="{AD0440E6-6671-4D13-8CAE-B2EF4FFB957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Oval 878">
                  <a:extLst>
                    <a:ext uri="{FF2B5EF4-FFF2-40B4-BE49-F238E27FC236}">
                      <a16:creationId xmlns:a16="http://schemas.microsoft.com/office/drawing/2014/main" id="{AAC22EA9-FBC9-4EBD-93D9-3E63CD615FF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Oval 879">
                  <a:extLst>
                    <a:ext uri="{FF2B5EF4-FFF2-40B4-BE49-F238E27FC236}">
                      <a16:creationId xmlns:a16="http://schemas.microsoft.com/office/drawing/2014/main" id="{B5F109E5-ED61-4326-82FD-948C0889A47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Oval 880">
                  <a:extLst>
                    <a:ext uri="{FF2B5EF4-FFF2-40B4-BE49-F238E27FC236}">
                      <a16:creationId xmlns:a16="http://schemas.microsoft.com/office/drawing/2014/main" id="{77C62CC4-2644-426E-AF56-89EE2C88570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Oval 881">
                  <a:extLst>
                    <a:ext uri="{FF2B5EF4-FFF2-40B4-BE49-F238E27FC236}">
                      <a16:creationId xmlns:a16="http://schemas.microsoft.com/office/drawing/2014/main" id="{2618A176-F584-423D-BCC7-34E28E51655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Oval 882">
                  <a:extLst>
                    <a:ext uri="{FF2B5EF4-FFF2-40B4-BE49-F238E27FC236}">
                      <a16:creationId xmlns:a16="http://schemas.microsoft.com/office/drawing/2014/main" id="{1182B2BB-DF17-48DC-B3D6-2322CF71D61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Oval 883">
                  <a:extLst>
                    <a:ext uri="{FF2B5EF4-FFF2-40B4-BE49-F238E27FC236}">
                      <a16:creationId xmlns:a16="http://schemas.microsoft.com/office/drawing/2014/main" id="{BDA05AB9-8A9D-43CB-AD73-C3930D483D1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Oval 884">
                  <a:extLst>
                    <a:ext uri="{FF2B5EF4-FFF2-40B4-BE49-F238E27FC236}">
                      <a16:creationId xmlns:a16="http://schemas.microsoft.com/office/drawing/2014/main" id="{DF01DD5C-1CEA-4377-9FCF-F195FB5AC1B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 name="Group 59">
                <a:extLst>
                  <a:ext uri="{FF2B5EF4-FFF2-40B4-BE49-F238E27FC236}">
                    <a16:creationId xmlns:a16="http://schemas.microsoft.com/office/drawing/2014/main" id="{B2E67D92-F853-4F60-B92A-ECF0A9854FBC}"/>
                  </a:ext>
                </a:extLst>
              </p:cNvPr>
              <p:cNvGrpSpPr/>
              <p:nvPr/>
            </p:nvGrpSpPr>
            <p:grpSpPr>
              <a:xfrm rot="10800000">
                <a:off x="9165352" y="2560616"/>
                <a:ext cx="242005" cy="46723"/>
                <a:chOff x="7979724" y="3580291"/>
                <a:chExt cx="242005" cy="43678"/>
              </a:xfrm>
            </p:grpSpPr>
            <p:sp>
              <p:nvSpPr>
                <p:cNvPr id="870" name="Oval 869">
                  <a:extLst>
                    <a:ext uri="{FF2B5EF4-FFF2-40B4-BE49-F238E27FC236}">
                      <a16:creationId xmlns:a16="http://schemas.microsoft.com/office/drawing/2014/main" id="{D3F0EA94-3AE3-45EF-A54F-1B8A496739E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Oval 870">
                  <a:extLst>
                    <a:ext uri="{FF2B5EF4-FFF2-40B4-BE49-F238E27FC236}">
                      <a16:creationId xmlns:a16="http://schemas.microsoft.com/office/drawing/2014/main" id="{079DA792-313A-4992-830D-BE0F20C3323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Oval 871">
                  <a:extLst>
                    <a:ext uri="{FF2B5EF4-FFF2-40B4-BE49-F238E27FC236}">
                      <a16:creationId xmlns:a16="http://schemas.microsoft.com/office/drawing/2014/main" id="{F71499BF-7EF2-4673-A88F-85D306B91B2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Oval 872">
                  <a:extLst>
                    <a:ext uri="{FF2B5EF4-FFF2-40B4-BE49-F238E27FC236}">
                      <a16:creationId xmlns:a16="http://schemas.microsoft.com/office/drawing/2014/main" id="{69E92212-B1AD-403F-96F8-33A0FDCEEF9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Oval 873">
                  <a:extLst>
                    <a:ext uri="{FF2B5EF4-FFF2-40B4-BE49-F238E27FC236}">
                      <a16:creationId xmlns:a16="http://schemas.microsoft.com/office/drawing/2014/main" id="{42A4F426-B972-425E-BCD9-83141D18BAF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Oval 874">
                  <a:extLst>
                    <a:ext uri="{FF2B5EF4-FFF2-40B4-BE49-F238E27FC236}">
                      <a16:creationId xmlns:a16="http://schemas.microsoft.com/office/drawing/2014/main" id="{7CAF71A4-2B70-4C84-9439-A4968A45023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Oval 875">
                  <a:extLst>
                    <a:ext uri="{FF2B5EF4-FFF2-40B4-BE49-F238E27FC236}">
                      <a16:creationId xmlns:a16="http://schemas.microsoft.com/office/drawing/2014/main" id="{32CBAE44-92D2-4B2B-AB26-5C9E1C4CC89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Oval 876">
                  <a:extLst>
                    <a:ext uri="{FF2B5EF4-FFF2-40B4-BE49-F238E27FC236}">
                      <a16:creationId xmlns:a16="http://schemas.microsoft.com/office/drawing/2014/main" id="{F2941695-FC65-4C50-A0D8-9540F741F0B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327FF2B5-9D38-454D-95DC-A82EAEFE04DE}"/>
                  </a:ext>
                </a:extLst>
              </p:cNvPr>
              <p:cNvGrpSpPr/>
              <p:nvPr/>
            </p:nvGrpSpPr>
            <p:grpSpPr>
              <a:xfrm rot="10800000">
                <a:off x="9098461" y="2755897"/>
                <a:ext cx="242005" cy="46723"/>
                <a:chOff x="7979724" y="3580291"/>
                <a:chExt cx="242005" cy="43678"/>
              </a:xfrm>
            </p:grpSpPr>
            <p:sp>
              <p:nvSpPr>
                <p:cNvPr id="862" name="Oval 861">
                  <a:extLst>
                    <a:ext uri="{FF2B5EF4-FFF2-40B4-BE49-F238E27FC236}">
                      <a16:creationId xmlns:a16="http://schemas.microsoft.com/office/drawing/2014/main" id="{7F30E51D-060A-4746-A364-A1E9DBDFAD5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Oval 862">
                  <a:extLst>
                    <a:ext uri="{FF2B5EF4-FFF2-40B4-BE49-F238E27FC236}">
                      <a16:creationId xmlns:a16="http://schemas.microsoft.com/office/drawing/2014/main" id="{88732022-4316-44FD-8830-45874C08E99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Oval 863">
                  <a:extLst>
                    <a:ext uri="{FF2B5EF4-FFF2-40B4-BE49-F238E27FC236}">
                      <a16:creationId xmlns:a16="http://schemas.microsoft.com/office/drawing/2014/main" id="{19BB62CC-B16A-44C3-86D4-FEE4374824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Oval 864">
                  <a:extLst>
                    <a:ext uri="{FF2B5EF4-FFF2-40B4-BE49-F238E27FC236}">
                      <a16:creationId xmlns:a16="http://schemas.microsoft.com/office/drawing/2014/main" id="{1A90FED1-16C5-4A73-AEB1-7656D4D36FF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Oval 865">
                  <a:extLst>
                    <a:ext uri="{FF2B5EF4-FFF2-40B4-BE49-F238E27FC236}">
                      <a16:creationId xmlns:a16="http://schemas.microsoft.com/office/drawing/2014/main" id="{EBE1F32E-11A6-4E7D-8E22-B90E1782AC9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Oval 866">
                  <a:extLst>
                    <a:ext uri="{FF2B5EF4-FFF2-40B4-BE49-F238E27FC236}">
                      <a16:creationId xmlns:a16="http://schemas.microsoft.com/office/drawing/2014/main" id="{E29A550C-3EC0-4BD3-A1B7-EB8C47DE3D3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Oval 867">
                  <a:extLst>
                    <a:ext uri="{FF2B5EF4-FFF2-40B4-BE49-F238E27FC236}">
                      <a16:creationId xmlns:a16="http://schemas.microsoft.com/office/drawing/2014/main" id="{93321538-1AD6-4035-978F-96F3EB0062A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Oval 868">
                  <a:extLst>
                    <a:ext uri="{FF2B5EF4-FFF2-40B4-BE49-F238E27FC236}">
                      <a16:creationId xmlns:a16="http://schemas.microsoft.com/office/drawing/2014/main" id="{D5B1AB29-6F2B-4F55-9A69-C065EA7C79F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8B1C206E-8B09-4F28-B556-A528F685EF96}"/>
                  </a:ext>
                </a:extLst>
              </p:cNvPr>
              <p:cNvGrpSpPr/>
              <p:nvPr/>
            </p:nvGrpSpPr>
            <p:grpSpPr>
              <a:xfrm>
                <a:off x="8149682" y="2734077"/>
                <a:ext cx="971545" cy="53915"/>
                <a:chOff x="5754694" y="6008041"/>
                <a:chExt cx="971545" cy="53915"/>
              </a:xfrm>
            </p:grpSpPr>
            <p:grpSp>
              <p:nvGrpSpPr>
                <p:cNvPr id="790" name="Group 789">
                  <a:extLst>
                    <a:ext uri="{FF2B5EF4-FFF2-40B4-BE49-F238E27FC236}">
                      <a16:creationId xmlns:a16="http://schemas.microsoft.com/office/drawing/2014/main" id="{364B8381-E17E-49CC-93C5-9E57FF0317E4}"/>
                    </a:ext>
                  </a:extLst>
                </p:cNvPr>
                <p:cNvGrpSpPr/>
                <p:nvPr/>
              </p:nvGrpSpPr>
              <p:grpSpPr>
                <a:xfrm rot="10800000">
                  <a:off x="5825851" y="6008041"/>
                  <a:ext cx="242005" cy="46723"/>
                  <a:chOff x="7979724" y="3580291"/>
                  <a:chExt cx="242005" cy="43678"/>
                </a:xfrm>
              </p:grpSpPr>
              <p:sp>
                <p:nvSpPr>
                  <p:cNvPr id="854" name="Oval 853">
                    <a:extLst>
                      <a:ext uri="{FF2B5EF4-FFF2-40B4-BE49-F238E27FC236}">
                        <a16:creationId xmlns:a16="http://schemas.microsoft.com/office/drawing/2014/main" id="{4C07B5A1-5651-4A57-A624-9AD8C9553A0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Oval 854">
                    <a:extLst>
                      <a:ext uri="{FF2B5EF4-FFF2-40B4-BE49-F238E27FC236}">
                        <a16:creationId xmlns:a16="http://schemas.microsoft.com/office/drawing/2014/main" id="{55CB3333-5B22-4E6C-9FBB-3F55AD894D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Oval 855">
                    <a:extLst>
                      <a:ext uri="{FF2B5EF4-FFF2-40B4-BE49-F238E27FC236}">
                        <a16:creationId xmlns:a16="http://schemas.microsoft.com/office/drawing/2014/main" id="{38D84C75-84DA-4374-938B-101E87548A4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Oval 856">
                    <a:extLst>
                      <a:ext uri="{FF2B5EF4-FFF2-40B4-BE49-F238E27FC236}">
                        <a16:creationId xmlns:a16="http://schemas.microsoft.com/office/drawing/2014/main" id="{8A078EDA-2DBA-4543-B493-051AA12814C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Oval 857">
                    <a:extLst>
                      <a:ext uri="{FF2B5EF4-FFF2-40B4-BE49-F238E27FC236}">
                        <a16:creationId xmlns:a16="http://schemas.microsoft.com/office/drawing/2014/main" id="{C830BD22-06E6-4197-B9CA-E3D5AE51EED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Oval 858">
                    <a:extLst>
                      <a:ext uri="{FF2B5EF4-FFF2-40B4-BE49-F238E27FC236}">
                        <a16:creationId xmlns:a16="http://schemas.microsoft.com/office/drawing/2014/main" id="{FD32980B-A44C-4773-99EA-E404DD277D0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Oval 859">
                    <a:extLst>
                      <a:ext uri="{FF2B5EF4-FFF2-40B4-BE49-F238E27FC236}">
                        <a16:creationId xmlns:a16="http://schemas.microsoft.com/office/drawing/2014/main" id="{BE6305FD-606A-48B3-8030-D7552C8A857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Oval 860">
                    <a:extLst>
                      <a:ext uri="{FF2B5EF4-FFF2-40B4-BE49-F238E27FC236}">
                        <a16:creationId xmlns:a16="http://schemas.microsoft.com/office/drawing/2014/main" id="{EED5C043-E1FD-4B46-8215-CA21C80CA9C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1" name="Group 790">
                  <a:extLst>
                    <a:ext uri="{FF2B5EF4-FFF2-40B4-BE49-F238E27FC236}">
                      <a16:creationId xmlns:a16="http://schemas.microsoft.com/office/drawing/2014/main" id="{83CB6F32-97D9-4973-847F-C3C7E3C6581C}"/>
                    </a:ext>
                  </a:extLst>
                </p:cNvPr>
                <p:cNvGrpSpPr/>
                <p:nvPr/>
              </p:nvGrpSpPr>
              <p:grpSpPr>
                <a:xfrm>
                  <a:off x="5754694" y="6008857"/>
                  <a:ext cx="242005" cy="43678"/>
                  <a:chOff x="7979724" y="3580291"/>
                  <a:chExt cx="242005" cy="43678"/>
                </a:xfrm>
              </p:grpSpPr>
              <p:sp>
                <p:nvSpPr>
                  <p:cNvPr id="846" name="Oval 845">
                    <a:extLst>
                      <a:ext uri="{FF2B5EF4-FFF2-40B4-BE49-F238E27FC236}">
                        <a16:creationId xmlns:a16="http://schemas.microsoft.com/office/drawing/2014/main" id="{81B53339-9A58-40EE-8508-803CE56DCB4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Oval 846">
                    <a:extLst>
                      <a:ext uri="{FF2B5EF4-FFF2-40B4-BE49-F238E27FC236}">
                        <a16:creationId xmlns:a16="http://schemas.microsoft.com/office/drawing/2014/main" id="{C2ADF440-124D-43E8-A4E5-3ACD43E4AE1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Oval 847">
                    <a:extLst>
                      <a:ext uri="{FF2B5EF4-FFF2-40B4-BE49-F238E27FC236}">
                        <a16:creationId xmlns:a16="http://schemas.microsoft.com/office/drawing/2014/main" id="{56F4C197-0828-4D38-8D19-C05EEC43552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Oval 848">
                    <a:extLst>
                      <a:ext uri="{FF2B5EF4-FFF2-40B4-BE49-F238E27FC236}">
                        <a16:creationId xmlns:a16="http://schemas.microsoft.com/office/drawing/2014/main" id="{74AA6822-2A0C-469B-A0A9-63B63DA78AD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Oval 849">
                    <a:extLst>
                      <a:ext uri="{FF2B5EF4-FFF2-40B4-BE49-F238E27FC236}">
                        <a16:creationId xmlns:a16="http://schemas.microsoft.com/office/drawing/2014/main" id="{8CAB7129-3FE9-4C04-A7E5-F48A38C1CAD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Oval 850">
                    <a:extLst>
                      <a:ext uri="{FF2B5EF4-FFF2-40B4-BE49-F238E27FC236}">
                        <a16:creationId xmlns:a16="http://schemas.microsoft.com/office/drawing/2014/main" id="{65257DBC-9FC2-4BED-A1DC-A6F60CAB629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Oval 851">
                    <a:extLst>
                      <a:ext uri="{FF2B5EF4-FFF2-40B4-BE49-F238E27FC236}">
                        <a16:creationId xmlns:a16="http://schemas.microsoft.com/office/drawing/2014/main" id="{9EDBE16B-65F8-4E45-B3BF-86A20EF4F72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3" name="Oval 852">
                    <a:extLst>
                      <a:ext uri="{FF2B5EF4-FFF2-40B4-BE49-F238E27FC236}">
                        <a16:creationId xmlns:a16="http://schemas.microsoft.com/office/drawing/2014/main" id="{884411A1-C8AD-4FE2-B425-29699605950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2" name="Group 791">
                  <a:extLst>
                    <a:ext uri="{FF2B5EF4-FFF2-40B4-BE49-F238E27FC236}">
                      <a16:creationId xmlns:a16="http://schemas.microsoft.com/office/drawing/2014/main" id="{FA4E31C0-3C18-40C9-9B88-67A619F2B381}"/>
                    </a:ext>
                  </a:extLst>
                </p:cNvPr>
                <p:cNvGrpSpPr/>
                <p:nvPr/>
              </p:nvGrpSpPr>
              <p:grpSpPr>
                <a:xfrm rot="10800000">
                  <a:off x="6066894" y="6011217"/>
                  <a:ext cx="242005" cy="46723"/>
                  <a:chOff x="7979724" y="3580291"/>
                  <a:chExt cx="242005" cy="43678"/>
                </a:xfrm>
              </p:grpSpPr>
              <p:sp>
                <p:nvSpPr>
                  <p:cNvPr id="838" name="Oval 837">
                    <a:extLst>
                      <a:ext uri="{FF2B5EF4-FFF2-40B4-BE49-F238E27FC236}">
                        <a16:creationId xmlns:a16="http://schemas.microsoft.com/office/drawing/2014/main" id="{EAEBEFFD-B9F7-4FEC-980C-A7B13D260FA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Oval 838">
                    <a:extLst>
                      <a:ext uri="{FF2B5EF4-FFF2-40B4-BE49-F238E27FC236}">
                        <a16:creationId xmlns:a16="http://schemas.microsoft.com/office/drawing/2014/main" id="{F71DA61E-438F-4DEC-80D7-DCA38BC3E60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Oval 839">
                    <a:extLst>
                      <a:ext uri="{FF2B5EF4-FFF2-40B4-BE49-F238E27FC236}">
                        <a16:creationId xmlns:a16="http://schemas.microsoft.com/office/drawing/2014/main" id="{DB2505BC-EE29-4325-AE84-EEDBA6E57BC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Oval 840">
                    <a:extLst>
                      <a:ext uri="{FF2B5EF4-FFF2-40B4-BE49-F238E27FC236}">
                        <a16:creationId xmlns:a16="http://schemas.microsoft.com/office/drawing/2014/main" id="{1811E796-0913-4729-857B-3EB4A3E1B38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Oval 841">
                    <a:extLst>
                      <a:ext uri="{FF2B5EF4-FFF2-40B4-BE49-F238E27FC236}">
                        <a16:creationId xmlns:a16="http://schemas.microsoft.com/office/drawing/2014/main" id="{C12597C2-D3F4-4D18-A6B6-10B5484654F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Oval 842">
                    <a:extLst>
                      <a:ext uri="{FF2B5EF4-FFF2-40B4-BE49-F238E27FC236}">
                        <a16:creationId xmlns:a16="http://schemas.microsoft.com/office/drawing/2014/main" id="{6C10723C-0783-494D-B9C8-AC68CD83E54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Oval 843">
                    <a:extLst>
                      <a:ext uri="{FF2B5EF4-FFF2-40B4-BE49-F238E27FC236}">
                        <a16:creationId xmlns:a16="http://schemas.microsoft.com/office/drawing/2014/main" id="{65C467D7-19DF-458F-84A4-54947BE2AB8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Oval 844">
                    <a:extLst>
                      <a:ext uri="{FF2B5EF4-FFF2-40B4-BE49-F238E27FC236}">
                        <a16:creationId xmlns:a16="http://schemas.microsoft.com/office/drawing/2014/main" id="{E429A828-A486-4485-B352-948024D40B0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3" name="Group 792">
                  <a:extLst>
                    <a:ext uri="{FF2B5EF4-FFF2-40B4-BE49-F238E27FC236}">
                      <a16:creationId xmlns:a16="http://schemas.microsoft.com/office/drawing/2014/main" id="{1BC1E400-3EB1-44CF-AB68-29CF934C2869}"/>
                    </a:ext>
                  </a:extLst>
                </p:cNvPr>
                <p:cNvGrpSpPr/>
                <p:nvPr/>
              </p:nvGrpSpPr>
              <p:grpSpPr>
                <a:xfrm rot="11689693">
                  <a:off x="5995737" y="6012033"/>
                  <a:ext cx="242005" cy="43678"/>
                  <a:chOff x="7979724" y="3580291"/>
                  <a:chExt cx="242005" cy="43678"/>
                </a:xfrm>
              </p:grpSpPr>
              <p:sp>
                <p:nvSpPr>
                  <p:cNvPr id="830" name="Oval 829">
                    <a:extLst>
                      <a:ext uri="{FF2B5EF4-FFF2-40B4-BE49-F238E27FC236}">
                        <a16:creationId xmlns:a16="http://schemas.microsoft.com/office/drawing/2014/main" id="{4565479A-58FA-4FF6-BA6D-5F31A3ADE93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Oval 830">
                    <a:extLst>
                      <a:ext uri="{FF2B5EF4-FFF2-40B4-BE49-F238E27FC236}">
                        <a16:creationId xmlns:a16="http://schemas.microsoft.com/office/drawing/2014/main" id="{47F67274-A007-471E-A2DF-CC390B14FE1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Oval 831">
                    <a:extLst>
                      <a:ext uri="{FF2B5EF4-FFF2-40B4-BE49-F238E27FC236}">
                        <a16:creationId xmlns:a16="http://schemas.microsoft.com/office/drawing/2014/main" id="{5EE3570C-C220-420A-8EA3-5E709CF2E46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Oval 832">
                    <a:extLst>
                      <a:ext uri="{FF2B5EF4-FFF2-40B4-BE49-F238E27FC236}">
                        <a16:creationId xmlns:a16="http://schemas.microsoft.com/office/drawing/2014/main" id="{60B934FB-039A-4EAD-B968-F164F07D570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Oval 833">
                    <a:extLst>
                      <a:ext uri="{FF2B5EF4-FFF2-40B4-BE49-F238E27FC236}">
                        <a16:creationId xmlns:a16="http://schemas.microsoft.com/office/drawing/2014/main" id="{D4B6F136-A6E2-49B2-BD57-0FA82766098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Oval 834">
                    <a:extLst>
                      <a:ext uri="{FF2B5EF4-FFF2-40B4-BE49-F238E27FC236}">
                        <a16:creationId xmlns:a16="http://schemas.microsoft.com/office/drawing/2014/main" id="{DFB126B9-DE3C-494A-B895-111D2907760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Oval 835">
                    <a:extLst>
                      <a:ext uri="{FF2B5EF4-FFF2-40B4-BE49-F238E27FC236}">
                        <a16:creationId xmlns:a16="http://schemas.microsoft.com/office/drawing/2014/main" id="{5EC88A07-27D9-4B58-9F7C-9125390B0D7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Oval 836">
                    <a:extLst>
                      <a:ext uri="{FF2B5EF4-FFF2-40B4-BE49-F238E27FC236}">
                        <a16:creationId xmlns:a16="http://schemas.microsoft.com/office/drawing/2014/main" id="{E414481B-9025-4B58-A680-F4915655378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4" name="Group 793">
                  <a:extLst>
                    <a:ext uri="{FF2B5EF4-FFF2-40B4-BE49-F238E27FC236}">
                      <a16:creationId xmlns:a16="http://schemas.microsoft.com/office/drawing/2014/main" id="{55C06054-B787-4F82-B923-67AF7DA02D7F}"/>
                    </a:ext>
                  </a:extLst>
                </p:cNvPr>
                <p:cNvGrpSpPr/>
                <p:nvPr/>
              </p:nvGrpSpPr>
              <p:grpSpPr>
                <a:xfrm rot="21292958">
                  <a:off x="6243191" y="6012057"/>
                  <a:ext cx="242005" cy="46723"/>
                  <a:chOff x="7979724" y="3580291"/>
                  <a:chExt cx="242005" cy="43678"/>
                </a:xfrm>
              </p:grpSpPr>
              <p:sp>
                <p:nvSpPr>
                  <p:cNvPr id="822" name="Oval 821">
                    <a:extLst>
                      <a:ext uri="{FF2B5EF4-FFF2-40B4-BE49-F238E27FC236}">
                        <a16:creationId xmlns:a16="http://schemas.microsoft.com/office/drawing/2014/main" id="{F813CD85-E83F-4C88-B4C5-7BAEB011B73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Oval 822">
                    <a:extLst>
                      <a:ext uri="{FF2B5EF4-FFF2-40B4-BE49-F238E27FC236}">
                        <a16:creationId xmlns:a16="http://schemas.microsoft.com/office/drawing/2014/main" id="{60FE5EB0-241D-42A4-826E-1F14FC1800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Oval 823">
                    <a:extLst>
                      <a:ext uri="{FF2B5EF4-FFF2-40B4-BE49-F238E27FC236}">
                        <a16:creationId xmlns:a16="http://schemas.microsoft.com/office/drawing/2014/main" id="{884C4506-8BEA-4E0A-A514-7A7D1E9A017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Oval 824">
                    <a:extLst>
                      <a:ext uri="{FF2B5EF4-FFF2-40B4-BE49-F238E27FC236}">
                        <a16:creationId xmlns:a16="http://schemas.microsoft.com/office/drawing/2014/main" id="{7EEC2B7B-6DC5-4553-8D27-8E0F3DEBC27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Oval 825">
                    <a:extLst>
                      <a:ext uri="{FF2B5EF4-FFF2-40B4-BE49-F238E27FC236}">
                        <a16:creationId xmlns:a16="http://schemas.microsoft.com/office/drawing/2014/main" id="{A32424DC-F0FE-465C-92E9-5B82BB00352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Oval 826">
                    <a:extLst>
                      <a:ext uri="{FF2B5EF4-FFF2-40B4-BE49-F238E27FC236}">
                        <a16:creationId xmlns:a16="http://schemas.microsoft.com/office/drawing/2014/main" id="{38CA95CD-2ADC-4280-BCC3-B21A0C4164E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Oval 827">
                    <a:extLst>
                      <a:ext uri="{FF2B5EF4-FFF2-40B4-BE49-F238E27FC236}">
                        <a16:creationId xmlns:a16="http://schemas.microsoft.com/office/drawing/2014/main" id="{E67E31E2-95B3-4F61-A3AC-F5A89950EF7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Oval 828">
                    <a:extLst>
                      <a:ext uri="{FF2B5EF4-FFF2-40B4-BE49-F238E27FC236}">
                        <a16:creationId xmlns:a16="http://schemas.microsoft.com/office/drawing/2014/main" id="{ED4D4655-BBE0-4321-8CC0-88532F034DF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5" name="Group 794">
                  <a:extLst>
                    <a:ext uri="{FF2B5EF4-FFF2-40B4-BE49-F238E27FC236}">
                      <a16:creationId xmlns:a16="http://schemas.microsoft.com/office/drawing/2014/main" id="{60502D1A-998D-44B9-A60D-7F2795C96BCE}"/>
                    </a:ext>
                  </a:extLst>
                </p:cNvPr>
                <p:cNvGrpSpPr/>
                <p:nvPr/>
              </p:nvGrpSpPr>
              <p:grpSpPr>
                <a:xfrm>
                  <a:off x="6172034" y="6012873"/>
                  <a:ext cx="242005" cy="43678"/>
                  <a:chOff x="7979724" y="3580291"/>
                  <a:chExt cx="242005" cy="43678"/>
                </a:xfrm>
              </p:grpSpPr>
              <p:sp>
                <p:nvSpPr>
                  <p:cNvPr id="814" name="Oval 813">
                    <a:extLst>
                      <a:ext uri="{FF2B5EF4-FFF2-40B4-BE49-F238E27FC236}">
                        <a16:creationId xmlns:a16="http://schemas.microsoft.com/office/drawing/2014/main" id="{0F2ADD90-9D2D-4CCA-9E08-F4C20784F3C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Oval 814">
                    <a:extLst>
                      <a:ext uri="{FF2B5EF4-FFF2-40B4-BE49-F238E27FC236}">
                        <a16:creationId xmlns:a16="http://schemas.microsoft.com/office/drawing/2014/main" id="{25ECDC2B-E91C-4564-ACEB-AA7C79E719C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Oval 815">
                    <a:extLst>
                      <a:ext uri="{FF2B5EF4-FFF2-40B4-BE49-F238E27FC236}">
                        <a16:creationId xmlns:a16="http://schemas.microsoft.com/office/drawing/2014/main" id="{5EF9CB92-E3A4-4AF2-8DB7-B60DB29DFC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Oval 816">
                    <a:extLst>
                      <a:ext uri="{FF2B5EF4-FFF2-40B4-BE49-F238E27FC236}">
                        <a16:creationId xmlns:a16="http://schemas.microsoft.com/office/drawing/2014/main" id="{1BC6E8AD-A75B-4D2E-9E15-F9B1F5CC8DC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Oval 817">
                    <a:extLst>
                      <a:ext uri="{FF2B5EF4-FFF2-40B4-BE49-F238E27FC236}">
                        <a16:creationId xmlns:a16="http://schemas.microsoft.com/office/drawing/2014/main" id="{97DF585E-F754-4B80-AE0E-E70DFA5DD05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Oval 818">
                    <a:extLst>
                      <a:ext uri="{FF2B5EF4-FFF2-40B4-BE49-F238E27FC236}">
                        <a16:creationId xmlns:a16="http://schemas.microsoft.com/office/drawing/2014/main" id="{1E0206ED-0390-45DF-9198-DF041C1FAEE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Oval 819">
                    <a:extLst>
                      <a:ext uri="{FF2B5EF4-FFF2-40B4-BE49-F238E27FC236}">
                        <a16:creationId xmlns:a16="http://schemas.microsoft.com/office/drawing/2014/main" id="{7830926E-B4C2-4B2E-93BD-2D9C439A228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Oval 820">
                    <a:extLst>
                      <a:ext uri="{FF2B5EF4-FFF2-40B4-BE49-F238E27FC236}">
                        <a16:creationId xmlns:a16="http://schemas.microsoft.com/office/drawing/2014/main" id="{DC0C2563-48A6-4488-91BB-22DCDB7C9F7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6" name="Group 795">
                  <a:extLst>
                    <a:ext uri="{FF2B5EF4-FFF2-40B4-BE49-F238E27FC236}">
                      <a16:creationId xmlns:a16="http://schemas.microsoft.com/office/drawing/2014/main" id="{499B18F7-5695-4594-9114-62F95B5EF214}"/>
                    </a:ext>
                  </a:extLst>
                </p:cNvPr>
                <p:cNvGrpSpPr/>
                <p:nvPr/>
              </p:nvGrpSpPr>
              <p:grpSpPr>
                <a:xfrm rot="10800000">
                  <a:off x="6484234" y="6015233"/>
                  <a:ext cx="242005" cy="46723"/>
                  <a:chOff x="7979724" y="3580291"/>
                  <a:chExt cx="242005" cy="43678"/>
                </a:xfrm>
              </p:grpSpPr>
              <p:sp>
                <p:nvSpPr>
                  <p:cNvPr id="806" name="Oval 805">
                    <a:extLst>
                      <a:ext uri="{FF2B5EF4-FFF2-40B4-BE49-F238E27FC236}">
                        <a16:creationId xmlns:a16="http://schemas.microsoft.com/office/drawing/2014/main" id="{2B14B68C-2CDA-4E93-9D0A-29F4424FC87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Oval 806">
                    <a:extLst>
                      <a:ext uri="{FF2B5EF4-FFF2-40B4-BE49-F238E27FC236}">
                        <a16:creationId xmlns:a16="http://schemas.microsoft.com/office/drawing/2014/main" id="{A68AF95A-C0A2-49FE-9123-7EEE99DE057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Oval 807">
                    <a:extLst>
                      <a:ext uri="{FF2B5EF4-FFF2-40B4-BE49-F238E27FC236}">
                        <a16:creationId xmlns:a16="http://schemas.microsoft.com/office/drawing/2014/main" id="{A3CD86CF-B988-4290-9219-6D643E4EB98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Oval 808">
                    <a:extLst>
                      <a:ext uri="{FF2B5EF4-FFF2-40B4-BE49-F238E27FC236}">
                        <a16:creationId xmlns:a16="http://schemas.microsoft.com/office/drawing/2014/main" id="{3023EA7B-0D30-491B-B03D-8A518F0568E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Oval 809">
                    <a:extLst>
                      <a:ext uri="{FF2B5EF4-FFF2-40B4-BE49-F238E27FC236}">
                        <a16:creationId xmlns:a16="http://schemas.microsoft.com/office/drawing/2014/main" id="{8B81D51D-2142-49A8-9423-C00703FFAED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Oval 810">
                    <a:extLst>
                      <a:ext uri="{FF2B5EF4-FFF2-40B4-BE49-F238E27FC236}">
                        <a16:creationId xmlns:a16="http://schemas.microsoft.com/office/drawing/2014/main" id="{6B13FB3A-F018-41AB-994E-A44D647681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Oval 811">
                    <a:extLst>
                      <a:ext uri="{FF2B5EF4-FFF2-40B4-BE49-F238E27FC236}">
                        <a16:creationId xmlns:a16="http://schemas.microsoft.com/office/drawing/2014/main" id="{91DEF07F-D60E-4B29-A035-A73C2918119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Oval 812">
                    <a:extLst>
                      <a:ext uri="{FF2B5EF4-FFF2-40B4-BE49-F238E27FC236}">
                        <a16:creationId xmlns:a16="http://schemas.microsoft.com/office/drawing/2014/main" id="{66B55347-F109-41A6-9F5A-218C353F1DE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7" name="Group 796">
                  <a:extLst>
                    <a:ext uri="{FF2B5EF4-FFF2-40B4-BE49-F238E27FC236}">
                      <a16:creationId xmlns:a16="http://schemas.microsoft.com/office/drawing/2014/main" id="{FAA5D305-1E1A-4618-9303-DB875E2E2F46}"/>
                    </a:ext>
                  </a:extLst>
                </p:cNvPr>
                <p:cNvGrpSpPr/>
                <p:nvPr/>
              </p:nvGrpSpPr>
              <p:grpSpPr>
                <a:xfrm>
                  <a:off x="6413077" y="6016049"/>
                  <a:ext cx="242005" cy="43678"/>
                  <a:chOff x="7979724" y="3580291"/>
                  <a:chExt cx="242005" cy="43678"/>
                </a:xfrm>
              </p:grpSpPr>
              <p:sp>
                <p:nvSpPr>
                  <p:cNvPr id="798" name="Oval 797">
                    <a:extLst>
                      <a:ext uri="{FF2B5EF4-FFF2-40B4-BE49-F238E27FC236}">
                        <a16:creationId xmlns:a16="http://schemas.microsoft.com/office/drawing/2014/main" id="{D9607142-E08D-4856-AFA7-7A8DAD74BAD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Oval 798">
                    <a:extLst>
                      <a:ext uri="{FF2B5EF4-FFF2-40B4-BE49-F238E27FC236}">
                        <a16:creationId xmlns:a16="http://schemas.microsoft.com/office/drawing/2014/main" id="{655C870B-0DBB-4D35-9647-DFCE22C680B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Oval 799">
                    <a:extLst>
                      <a:ext uri="{FF2B5EF4-FFF2-40B4-BE49-F238E27FC236}">
                        <a16:creationId xmlns:a16="http://schemas.microsoft.com/office/drawing/2014/main" id="{CDACB0F5-E7E6-41C8-B39E-900AD939672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D48D9022-D794-4A6E-87F8-CF97938C17F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FCDDAF12-9E22-4E68-A24E-ED86C948401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D51D408C-76E8-4CAF-BB44-2EDE0AD4098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4099FFE0-F60D-4644-90F9-DFA8F4E7C32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Oval 804">
                    <a:extLst>
                      <a:ext uri="{FF2B5EF4-FFF2-40B4-BE49-F238E27FC236}">
                        <a16:creationId xmlns:a16="http://schemas.microsoft.com/office/drawing/2014/main" id="{26C14DB0-4585-493F-8FD1-43997E4B7D8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3" name="Group 62">
                <a:extLst>
                  <a:ext uri="{FF2B5EF4-FFF2-40B4-BE49-F238E27FC236}">
                    <a16:creationId xmlns:a16="http://schemas.microsoft.com/office/drawing/2014/main" id="{62B147F5-D38E-4C4D-9FB8-B5EA45266E7B}"/>
                  </a:ext>
                </a:extLst>
              </p:cNvPr>
              <p:cNvGrpSpPr/>
              <p:nvPr/>
            </p:nvGrpSpPr>
            <p:grpSpPr>
              <a:xfrm>
                <a:off x="7131615" y="2248157"/>
                <a:ext cx="971545" cy="53915"/>
                <a:chOff x="5754694" y="6008041"/>
                <a:chExt cx="971545" cy="53915"/>
              </a:xfrm>
            </p:grpSpPr>
            <p:grpSp>
              <p:nvGrpSpPr>
                <p:cNvPr id="718" name="Group 717">
                  <a:extLst>
                    <a:ext uri="{FF2B5EF4-FFF2-40B4-BE49-F238E27FC236}">
                      <a16:creationId xmlns:a16="http://schemas.microsoft.com/office/drawing/2014/main" id="{A373FA27-F31D-4AE7-BCFB-BA7282FA4BFE}"/>
                    </a:ext>
                  </a:extLst>
                </p:cNvPr>
                <p:cNvGrpSpPr/>
                <p:nvPr/>
              </p:nvGrpSpPr>
              <p:grpSpPr>
                <a:xfrm rot="10800000">
                  <a:off x="5825851" y="6008041"/>
                  <a:ext cx="242005" cy="46723"/>
                  <a:chOff x="7979724" y="3580291"/>
                  <a:chExt cx="242005" cy="43678"/>
                </a:xfrm>
              </p:grpSpPr>
              <p:sp>
                <p:nvSpPr>
                  <p:cNvPr id="782" name="Oval 781">
                    <a:extLst>
                      <a:ext uri="{FF2B5EF4-FFF2-40B4-BE49-F238E27FC236}">
                        <a16:creationId xmlns:a16="http://schemas.microsoft.com/office/drawing/2014/main" id="{8C3F3070-F2F4-490A-913E-3F92B9D059A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Oval 782">
                    <a:extLst>
                      <a:ext uri="{FF2B5EF4-FFF2-40B4-BE49-F238E27FC236}">
                        <a16:creationId xmlns:a16="http://schemas.microsoft.com/office/drawing/2014/main" id="{A296D352-EF12-45D9-9F34-2E322E3FF70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Oval 783">
                    <a:extLst>
                      <a:ext uri="{FF2B5EF4-FFF2-40B4-BE49-F238E27FC236}">
                        <a16:creationId xmlns:a16="http://schemas.microsoft.com/office/drawing/2014/main" id="{98682485-6546-41C9-96C8-170442490FD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E3C537E6-5674-4188-A378-6D8D5E77782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06905EED-748C-4A83-B3B6-702C2A915E9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0143E090-C1FC-4B37-AC86-E618F9972AB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E5D7A106-1C24-4959-83DE-16987DF79FB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823176A6-04A3-47BC-9EE9-1D12B9FB9E4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9" name="Group 718">
                  <a:extLst>
                    <a:ext uri="{FF2B5EF4-FFF2-40B4-BE49-F238E27FC236}">
                      <a16:creationId xmlns:a16="http://schemas.microsoft.com/office/drawing/2014/main" id="{F6B09701-3D82-4392-837F-BA861A93E617}"/>
                    </a:ext>
                  </a:extLst>
                </p:cNvPr>
                <p:cNvGrpSpPr/>
                <p:nvPr/>
              </p:nvGrpSpPr>
              <p:grpSpPr>
                <a:xfrm>
                  <a:off x="5754694" y="6008857"/>
                  <a:ext cx="242005" cy="43678"/>
                  <a:chOff x="7979724" y="3580291"/>
                  <a:chExt cx="242005" cy="43678"/>
                </a:xfrm>
              </p:grpSpPr>
              <p:sp>
                <p:nvSpPr>
                  <p:cNvPr id="774" name="Oval 773">
                    <a:extLst>
                      <a:ext uri="{FF2B5EF4-FFF2-40B4-BE49-F238E27FC236}">
                        <a16:creationId xmlns:a16="http://schemas.microsoft.com/office/drawing/2014/main" id="{4B5EB9AB-F53D-4023-ACF9-6842D53A146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Oval 774">
                    <a:extLst>
                      <a:ext uri="{FF2B5EF4-FFF2-40B4-BE49-F238E27FC236}">
                        <a16:creationId xmlns:a16="http://schemas.microsoft.com/office/drawing/2014/main" id="{F7CBCE9B-25B1-4107-B873-E58F29075DD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Oval 775">
                    <a:extLst>
                      <a:ext uri="{FF2B5EF4-FFF2-40B4-BE49-F238E27FC236}">
                        <a16:creationId xmlns:a16="http://schemas.microsoft.com/office/drawing/2014/main" id="{1E27C9F7-D308-471A-8D36-A3A27F20B37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BB730BFA-A2F0-44D0-A214-74552D932A3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2EF9879A-741C-4BAB-999B-15CE9967053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D8871748-54B9-49FD-AD14-8F0F7354303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1EAA10DC-F4D1-4701-94F4-3249A6B5CAF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AD68F731-D7AC-43D3-88BA-D786AE1B18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0" name="Group 719">
                  <a:extLst>
                    <a:ext uri="{FF2B5EF4-FFF2-40B4-BE49-F238E27FC236}">
                      <a16:creationId xmlns:a16="http://schemas.microsoft.com/office/drawing/2014/main" id="{2296BD59-9E5B-49A4-92AB-EAFC68C847D7}"/>
                    </a:ext>
                  </a:extLst>
                </p:cNvPr>
                <p:cNvGrpSpPr/>
                <p:nvPr/>
              </p:nvGrpSpPr>
              <p:grpSpPr>
                <a:xfrm rot="10800000">
                  <a:off x="6066894" y="6011217"/>
                  <a:ext cx="242005" cy="46723"/>
                  <a:chOff x="7979724" y="3580291"/>
                  <a:chExt cx="242005" cy="43678"/>
                </a:xfrm>
              </p:grpSpPr>
              <p:sp>
                <p:nvSpPr>
                  <p:cNvPr id="766" name="Oval 765">
                    <a:extLst>
                      <a:ext uri="{FF2B5EF4-FFF2-40B4-BE49-F238E27FC236}">
                        <a16:creationId xmlns:a16="http://schemas.microsoft.com/office/drawing/2014/main" id="{9E6EE645-6F97-487B-B35A-96A8C58E28F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Oval 766">
                    <a:extLst>
                      <a:ext uri="{FF2B5EF4-FFF2-40B4-BE49-F238E27FC236}">
                        <a16:creationId xmlns:a16="http://schemas.microsoft.com/office/drawing/2014/main" id="{AD6D90D6-944F-4C51-BD09-78950297F2D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Oval 767">
                    <a:extLst>
                      <a:ext uri="{FF2B5EF4-FFF2-40B4-BE49-F238E27FC236}">
                        <a16:creationId xmlns:a16="http://schemas.microsoft.com/office/drawing/2014/main" id="{59BFF84B-8CB5-49D3-8FDB-02199F67921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2E4A285B-9DAB-47A5-B1D2-673060FF7BD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33667794-C56D-477B-A00E-7A44EA6D4C1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174F549C-D502-4B85-8567-1668324AA3D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4A7BEABD-C26B-4774-8BC0-B0C83D7E3A8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EDE4B0B3-0C33-4918-8CCF-FAC291FEA76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1" name="Group 720">
                  <a:extLst>
                    <a:ext uri="{FF2B5EF4-FFF2-40B4-BE49-F238E27FC236}">
                      <a16:creationId xmlns:a16="http://schemas.microsoft.com/office/drawing/2014/main" id="{0A9D05E6-5C32-4F93-935C-FCA61024FB10}"/>
                    </a:ext>
                  </a:extLst>
                </p:cNvPr>
                <p:cNvGrpSpPr/>
                <p:nvPr/>
              </p:nvGrpSpPr>
              <p:grpSpPr>
                <a:xfrm rot="11689693">
                  <a:off x="5995737" y="6012033"/>
                  <a:ext cx="242005" cy="43678"/>
                  <a:chOff x="7979724" y="3580291"/>
                  <a:chExt cx="242005" cy="43678"/>
                </a:xfrm>
              </p:grpSpPr>
              <p:sp>
                <p:nvSpPr>
                  <p:cNvPr id="758" name="Oval 757">
                    <a:extLst>
                      <a:ext uri="{FF2B5EF4-FFF2-40B4-BE49-F238E27FC236}">
                        <a16:creationId xmlns:a16="http://schemas.microsoft.com/office/drawing/2014/main" id="{2A6C395E-6B97-406A-ADE3-F68FA59E25E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Oval 758">
                    <a:extLst>
                      <a:ext uri="{FF2B5EF4-FFF2-40B4-BE49-F238E27FC236}">
                        <a16:creationId xmlns:a16="http://schemas.microsoft.com/office/drawing/2014/main" id="{9521E92E-F90B-4094-9F81-012784FA47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Oval 759">
                    <a:extLst>
                      <a:ext uri="{FF2B5EF4-FFF2-40B4-BE49-F238E27FC236}">
                        <a16:creationId xmlns:a16="http://schemas.microsoft.com/office/drawing/2014/main" id="{71E6A7D1-5F3B-4C1F-A2AE-18589E7DCA9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Oval 760">
                    <a:extLst>
                      <a:ext uri="{FF2B5EF4-FFF2-40B4-BE49-F238E27FC236}">
                        <a16:creationId xmlns:a16="http://schemas.microsoft.com/office/drawing/2014/main" id="{2D48A201-9E9E-4E76-8173-A19BEAC48F7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Oval 761">
                    <a:extLst>
                      <a:ext uri="{FF2B5EF4-FFF2-40B4-BE49-F238E27FC236}">
                        <a16:creationId xmlns:a16="http://schemas.microsoft.com/office/drawing/2014/main" id="{378E4A10-4979-4DC8-96C4-E49D735C31C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C4405444-FA6A-4FFB-8E0C-CCAB74CFE01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99259A20-3404-4B84-A3BC-739D18E6614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D3673E11-6B51-4FC3-8544-C3B2C8085C7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2" name="Group 721">
                  <a:extLst>
                    <a:ext uri="{FF2B5EF4-FFF2-40B4-BE49-F238E27FC236}">
                      <a16:creationId xmlns:a16="http://schemas.microsoft.com/office/drawing/2014/main" id="{A87AE02B-93B6-4D49-8EDF-5AA552F29D98}"/>
                    </a:ext>
                  </a:extLst>
                </p:cNvPr>
                <p:cNvGrpSpPr/>
                <p:nvPr/>
              </p:nvGrpSpPr>
              <p:grpSpPr>
                <a:xfrm rot="21292958">
                  <a:off x="6243191" y="6012057"/>
                  <a:ext cx="242005" cy="46723"/>
                  <a:chOff x="7979724" y="3580291"/>
                  <a:chExt cx="242005" cy="43678"/>
                </a:xfrm>
              </p:grpSpPr>
              <p:sp>
                <p:nvSpPr>
                  <p:cNvPr id="750" name="Oval 749">
                    <a:extLst>
                      <a:ext uri="{FF2B5EF4-FFF2-40B4-BE49-F238E27FC236}">
                        <a16:creationId xmlns:a16="http://schemas.microsoft.com/office/drawing/2014/main" id="{BA37F21A-55C5-479F-AAB2-105F57566F1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Oval 750">
                    <a:extLst>
                      <a:ext uri="{FF2B5EF4-FFF2-40B4-BE49-F238E27FC236}">
                        <a16:creationId xmlns:a16="http://schemas.microsoft.com/office/drawing/2014/main" id="{196B761F-2600-4E2D-837A-A37E6D3558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7AC94E5E-AB12-429C-B0FD-1FAE1B78A60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Oval 752">
                    <a:extLst>
                      <a:ext uri="{FF2B5EF4-FFF2-40B4-BE49-F238E27FC236}">
                        <a16:creationId xmlns:a16="http://schemas.microsoft.com/office/drawing/2014/main" id="{9782DA1C-77B5-47FA-83B6-09C708BFFA4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Oval 753">
                    <a:extLst>
                      <a:ext uri="{FF2B5EF4-FFF2-40B4-BE49-F238E27FC236}">
                        <a16:creationId xmlns:a16="http://schemas.microsoft.com/office/drawing/2014/main" id="{D37A571D-DA4A-4FA1-9561-E3D08BE5E64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6A04CB86-D79C-453D-B2FA-72DC53CFDD5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D701A0DF-017A-4FAD-8DE8-2D73EE7A467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3E424C52-50C6-40D7-AC13-1786A7D6AB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3" name="Group 722">
                  <a:extLst>
                    <a:ext uri="{FF2B5EF4-FFF2-40B4-BE49-F238E27FC236}">
                      <a16:creationId xmlns:a16="http://schemas.microsoft.com/office/drawing/2014/main" id="{B0230A66-DD17-46C2-9A91-ED296ED84E02}"/>
                    </a:ext>
                  </a:extLst>
                </p:cNvPr>
                <p:cNvGrpSpPr/>
                <p:nvPr/>
              </p:nvGrpSpPr>
              <p:grpSpPr>
                <a:xfrm>
                  <a:off x="6172034" y="6012873"/>
                  <a:ext cx="242005" cy="43678"/>
                  <a:chOff x="7979724" y="3580291"/>
                  <a:chExt cx="242005" cy="43678"/>
                </a:xfrm>
              </p:grpSpPr>
              <p:sp>
                <p:nvSpPr>
                  <p:cNvPr id="742" name="Oval 741">
                    <a:extLst>
                      <a:ext uri="{FF2B5EF4-FFF2-40B4-BE49-F238E27FC236}">
                        <a16:creationId xmlns:a16="http://schemas.microsoft.com/office/drawing/2014/main" id="{0048CDCA-E432-481C-87C5-C2804F05703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Oval 742">
                    <a:extLst>
                      <a:ext uri="{FF2B5EF4-FFF2-40B4-BE49-F238E27FC236}">
                        <a16:creationId xmlns:a16="http://schemas.microsoft.com/office/drawing/2014/main" id="{D1F18D0B-B35D-47CA-BE5D-21263EE9897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3E74F457-514E-4CE1-BDF3-4162444FC0C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8BB89F2F-C716-4C4F-9F5D-655851602D6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Oval 745">
                    <a:extLst>
                      <a:ext uri="{FF2B5EF4-FFF2-40B4-BE49-F238E27FC236}">
                        <a16:creationId xmlns:a16="http://schemas.microsoft.com/office/drawing/2014/main" id="{5230305E-F2F4-47BB-A627-E149D8BC039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Oval 746">
                    <a:extLst>
                      <a:ext uri="{FF2B5EF4-FFF2-40B4-BE49-F238E27FC236}">
                        <a16:creationId xmlns:a16="http://schemas.microsoft.com/office/drawing/2014/main" id="{112F0C5B-C215-4017-AA82-532A5B64531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373A5510-93F9-4BA3-854C-9C788C686A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B6F44ED-0383-4E3F-ACF6-B858B402FA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4" name="Group 723">
                  <a:extLst>
                    <a:ext uri="{FF2B5EF4-FFF2-40B4-BE49-F238E27FC236}">
                      <a16:creationId xmlns:a16="http://schemas.microsoft.com/office/drawing/2014/main" id="{6D881406-63E4-4FAE-B126-4EF09527C517}"/>
                    </a:ext>
                  </a:extLst>
                </p:cNvPr>
                <p:cNvGrpSpPr/>
                <p:nvPr/>
              </p:nvGrpSpPr>
              <p:grpSpPr>
                <a:xfrm rot="10800000">
                  <a:off x="6484234" y="6015233"/>
                  <a:ext cx="242005" cy="46723"/>
                  <a:chOff x="7979724" y="3580291"/>
                  <a:chExt cx="242005" cy="43678"/>
                </a:xfrm>
              </p:grpSpPr>
              <p:sp>
                <p:nvSpPr>
                  <p:cNvPr id="734" name="Oval 733">
                    <a:extLst>
                      <a:ext uri="{FF2B5EF4-FFF2-40B4-BE49-F238E27FC236}">
                        <a16:creationId xmlns:a16="http://schemas.microsoft.com/office/drawing/2014/main" id="{E4A69F40-AE31-4EC9-BC66-A8A04BE5737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Oval 734">
                    <a:extLst>
                      <a:ext uri="{FF2B5EF4-FFF2-40B4-BE49-F238E27FC236}">
                        <a16:creationId xmlns:a16="http://schemas.microsoft.com/office/drawing/2014/main" id="{DA46BFAD-233C-45DF-944D-2B35E47E2C9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56655C42-5786-4CDC-AC3D-7A28D1877DE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85816B88-6FF9-411A-84E6-6B83D744023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1C385DA2-F354-4C2D-AC3C-15434B2353D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Oval 738">
                    <a:extLst>
                      <a:ext uri="{FF2B5EF4-FFF2-40B4-BE49-F238E27FC236}">
                        <a16:creationId xmlns:a16="http://schemas.microsoft.com/office/drawing/2014/main" id="{76B5D888-26C6-46CE-9732-A74293B4F9D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Oval 739">
                    <a:extLst>
                      <a:ext uri="{FF2B5EF4-FFF2-40B4-BE49-F238E27FC236}">
                        <a16:creationId xmlns:a16="http://schemas.microsoft.com/office/drawing/2014/main" id="{95F953AA-D7D8-481B-B6E0-736592B99CB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0C32B080-ED1E-4029-89A5-5A7562C5930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5" name="Group 724">
                  <a:extLst>
                    <a:ext uri="{FF2B5EF4-FFF2-40B4-BE49-F238E27FC236}">
                      <a16:creationId xmlns:a16="http://schemas.microsoft.com/office/drawing/2014/main" id="{498CE964-200F-4029-9863-099FA58E5397}"/>
                    </a:ext>
                  </a:extLst>
                </p:cNvPr>
                <p:cNvGrpSpPr/>
                <p:nvPr/>
              </p:nvGrpSpPr>
              <p:grpSpPr>
                <a:xfrm>
                  <a:off x="6413077" y="6016049"/>
                  <a:ext cx="242005" cy="43678"/>
                  <a:chOff x="7979724" y="3580291"/>
                  <a:chExt cx="242005" cy="43678"/>
                </a:xfrm>
              </p:grpSpPr>
              <p:sp>
                <p:nvSpPr>
                  <p:cNvPr id="726" name="Oval 725">
                    <a:extLst>
                      <a:ext uri="{FF2B5EF4-FFF2-40B4-BE49-F238E27FC236}">
                        <a16:creationId xmlns:a16="http://schemas.microsoft.com/office/drawing/2014/main" id="{7EED50E7-9832-4326-951A-1C171277FF4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Oval 726">
                    <a:extLst>
                      <a:ext uri="{FF2B5EF4-FFF2-40B4-BE49-F238E27FC236}">
                        <a16:creationId xmlns:a16="http://schemas.microsoft.com/office/drawing/2014/main" id="{0FE7AEA3-AB40-4D52-B3A6-2FC29B3F2FA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B823B970-82E5-4064-95D9-53B5601838F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3B31FC0B-68B7-4911-8F7C-31F665F3F87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1018B82C-7418-4339-8887-4A1BD59AB3B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AD578C8F-5670-414B-B555-7E3A69034BB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Oval 731">
                    <a:extLst>
                      <a:ext uri="{FF2B5EF4-FFF2-40B4-BE49-F238E27FC236}">
                        <a16:creationId xmlns:a16="http://schemas.microsoft.com/office/drawing/2014/main" id="{060B0F63-2831-482B-9D35-2F3FCFE109C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Oval 732">
                    <a:extLst>
                      <a:ext uri="{FF2B5EF4-FFF2-40B4-BE49-F238E27FC236}">
                        <a16:creationId xmlns:a16="http://schemas.microsoft.com/office/drawing/2014/main" id="{C54A2D5F-2976-46CD-803E-61C76A8CBEC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4" name="Group 63">
                <a:extLst>
                  <a:ext uri="{FF2B5EF4-FFF2-40B4-BE49-F238E27FC236}">
                    <a16:creationId xmlns:a16="http://schemas.microsoft.com/office/drawing/2014/main" id="{ED5A3811-C99B-46C7-9234-6D51076AAE9E}"/>
                  </a:ext>
                </a:extLst>
              </p:cNvPr>
              <p:cNvGrpSpPr/>
              <p:nvPr/>
            </p:nvGrpSpPr>
            <p:grpSpPr>
              <a:xfrm>
                <a:off x="6794840" y="2540299"/>
                <a:ext cx="971545" cy="53915"/>
                <a:chOff x="5754694" y="6008041"/>
                <a:chExt cx="971545" cy="53915"/>
              </a:xfrm>
            </p:grpSpPr>
            <p:grpSp>
              <p:nvGrpSpPr>
                <p:cNvPr id="646" name="Group 645">
                  <a:extLst>
                    <a:ext uri="{FF2B5EF4-FFF2-40B4-BE49-F238E27FC236}">
                      <a16:creationId xmlns:a16="http://schemas.microsoft.com/office/drawing/2014/main" id="{5854BC5D-C9F1-42AA-8447-5E348C1FC32F}"/>
                    </a:ext>
                  </a:extLst>
                </p:cNvPr>
                <p:cNvGrpSpPr/>
                <p:nvPr/>
              </p:nvGrpSpPr>
              <p:grpSpPr>
                <a:xfrm rot="10800000">
                  <a:off x="5825851" y="6008041"/>
                  <a:ext cx="242005" cy="46723"/>
                  <a:chOff x="7979724" y="3580291"/>
                  <a:chExt cx="242005" cy="43678"/>
                </a:xfrm>
              </p:grpSpPr>
              <p:sp>
                <p:nvSpPr>
                  <p:cNvPr id="710" name="Oval 709">
                    <a:extLst>
                      <a:ext uri="{FF2B5EF4-FFF2-40B4-BE49-F238E27FC236}">
                        <a16:creationId xmlns:a16="http://schemas.microsoft.com/office/drawing/2014/main" id="{B22FB76A-1EDE-4945-A2C8-13F04B27871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Oval 710">
                    <a:extLst>
                      <a:ext uri="{FF2B5EF4-FFF2-40B4-BE49-F238E27FC236}">
                        <a16:creationId xmlns:a16="http://schemas.microsoft.com/office/drawing/2014/main" id="{F1424C73-7DC5-431B-9582-9B2CB62FBC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Oval 711">
                    <a:extLst>
                      <a:ext uri="{FF2B5EF4-FFF2-40B4-BE49-F238E27FC236}">
                        <a16:creationId xmlns:a16="http://schemas.microsoft.com/office/drawing/2014/main" id="{00886185-3058-40F3-9595-18D6720B694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8F0398BE-0BE3-4556-ADC9-9EFBDA32888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AA2CCECC-69DA-491B-99F7-847E5778EA6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CDA0BAB7-2772-4F08-9775-B3728A3874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A072B844-C1E4-433A-9CC6-7143BAFA649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Oval 716">
                    <a:extLst>
                      <a:ext uri="{FF2B5EF4-FFF2-40B4-BE49-F238E27FC236}">
                        <a16:creationId xmlns:a16="http://schemas.microsoft.com/office/drawing/2014/main" id="{DF0BE0E2-0CB5-4887-A071-3D37A6D82B8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7" name="Group 646">
                  <a:extLst>
                    <a:ext uri="{FF2B5EF4-FFF2-40B4-BE49-F238E27FC236}">
                      <a16:creationId xmlns:a16="http://schemas.microsoft.com/office/drawing/2014/main" id="{1BEF5CE5-4367-4EF0-A86D-4D22A58B4B89}"/>
                    </a:ext>
                  </a:extLst>
                </p:cNvPr>
                <p:cNvGrpSpPr/>
                <p:nvPr/>
              </p:nvGrpSpPr>
              <p:grpSpPr>
                <a:xfrm>
                  <a:off x="5754694" y="6008857"/>
                  <a:ext cx="242005" cy="43678"/>
                  <a:chOff x="7979724" y="3580291"/>
                  <a:chExt cx="242005" cy="43678"/>
                </a:xfrm>
              </p:grpSpPr>
              <p:sp>
                <p:nvSpPr>
                  <p:cNvPr id="702" name="Oval 701">
                    <a:extLst>
                      <a:ext uri="{FF2B5EF4-FFF2-40B4-BE49-F238E27FC236}">
                        <a16:creationId xmlns:a16="http://schemas.microsoft.com/office/drawing/2014/main" id="{6D8D284C-73CE-408A-A7F1-7C2879B8B29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Oval 702">
                    <a:extLst>
                      <a:ext uri="{FF2B5EF4-FFF2-40B4-BE49-F238E27FC236}">
                        <a16:creationId xmlns:a16="http://schemas.microsoft.com/office/drawing/2014/main" id="{FE6644E4-041D-4216-9544-7CD252F59CF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41FAC333-597C-4E42-BF47-14E20E9CA04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B862C151-2EB2-4B83-A32A-3A46A368A41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Oval 705">
                    <a:extLst>
                      <a:ext uri="{FF2B5EF4-FFF2-40B4-BE49-F238E27FC236}">
                        <a16:creationId xmlns:a16="http://schemas.microsoft.com/office/drawing/2014/main" id="{7003F50E-F824-4E9F-85D1-DE18EFD518C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Oval 706">
                    <a:extLst>
                      <a:ext uri="{FF2B5EF4-FFF2-40B4-BE49-F238E27FC236}">
                        <a16:creationId xmlns:a16="http://schemas.microsoft.com/office/drawing/2014/main" id="{7CF99C47-FFB4-441A-88DA-1C113CC7474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3B2BF50B-D342-459E-AE1F-AA85AA4FF9F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605A13E1-1970-4B78-A3E8-E15908003ED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8" name="Group 647">
                  <a:extLst>
                    <a:ext uri="{FF2B5EF4-FFF2-40B4-BE49-F238E27FC236}">
                      <a16:creationId xmlns:a16="http://schemas.microsoft.com/office/drawing/2014/main" id="{7801D8CD-C732-45E8-9980-4096D1F35F3F}"/>
                    </a:ext>
                  </a:extLst>
                </p:cNvPr>
                <p:cNvGrpSpPr/>
                <p:nvPr/>
              </p:nvGrpSpPr>
              <p:grpSpPr>
                <a:xfrm rot="10800000">
                  <a:off x="6066894" y="6011217"/>
                  <a:ext cx="242005" cy="46723"/>
                  <a:chOff x="7979724" y="3580291"/>
                  <a:chExt cx="242005" cy="43678"/>
                </a:xfrm>
              </p:grpSpPr>
              <p:sp>
                <p:nvSpPr>
                  <p:cNvPr id="694" name="Oval 693">
                    <a:extLst>
                      <a:ext uri="{FF2B5EF4-FFF2-40B4-BE49-F238E27FC236}">
                        <a16:creationId xmlns:a16="http://schemas.microsoft.com/office/drawing/2014/main" id="{7095F6B8-F97F-4F05-AC47-C81C7DA54E0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Oval 694">
                    <a:extLst>
                      <a:ext uri="{FF2B5EF4-FFF2-40B4-BE49-F238E27FC236}">
                        <a16:creationId xmlns:a16="http://schemas.microsoft.com/office/drawing/2014/main" id="{C86265BD-9AA0-41A8-8B90-B355A4252A1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011AD1D9-DB3D-45F0-94F2-8F495552695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781428FF-06E9-453C-8FAD-BC14516D20F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Oval 697">
                    <a:extLst>
                      <a:ext uri="{FF2B5EF4-FFF2-40B4-BE49-F238E27FC236}">
                        <a16:creationId xmlns:a16="http://schemas.microsoft.com/office/drawing/2014/main" id="{171231F0-3F5C-4A76-B063-9801F091FF2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Oval 698">
                    <a:extLst>
                      <a:ext uri="{FF2B5EF4-FFF2-40B4-BE49-F238E27FC236}">
                        <a16:creationId xmlns:a16="http://schemas.microsoft.com/office/drawing/2014/main" id="{82CEEA2B-D9D5-461F-8941-8F8C7313AFD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Oval 699">
                    <a:extLst>
                      <a:ext uri="{FF2B5EF4-FFF2-40B4-BE49-F238E27FC236}">
                        <a16:creationId xmlns:a16="http://schemas.microsoft.com/office/drawing/2014/main" id="{918911F9-D641-4152-926A-97C014E7A8E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7B40CB06-C362-47B7-839D-ACFB390ED6D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9" name="Group 648">
                  <a:extLst>
                    <a:ext uri="{FF2B5EF4-FFF2-40B4-BE49-F238E27FC236}">
                      <a16:creationId xmlns:a16="http://schemas.microsoft.com/office/drawing/2014/main" id="{CFD026B8-D279-4B1F-865C-3098CEE5C46B}"/>
                    </a:ext>
                  </a:extLst>
                </p:cNvPr>
                <p:cNvGrpSpPr/>
                <p:nvPr/>
              </p:nvGrpSpPr>
              <p:grpSpPr>
                <a:xfrm rot="11689693">
                  <a:off x="5995737" y="6012033"/>
                  <a:ext cx="242005" cy="43678"/>
                  <a:chOff x="7979724" y="3580291"/>
                  <a:chExt cx="242005" cy="43678"/>
                </a:xfrm>
              </p:grpSpPr>
              <p:sp>
                <p:nvSpPr>
                  <p:cNvPr id="686" name="Oval 685">
                    <a:extLst>
                      <a:ext uri="{FF2B5EF4-FFF2-40B4-BE49-F238E27FC236}">
                        <a16:creationId xmlns:a16="http://schemas.microsoft.com/office/drawing/2014/main" id="{EF71D9B4-C49C-4C6F-8714-B8975A50B41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Oval 686">
                    <a:extLst>
                      <a:ext uri="{FF2B5EF4-FFF2-40B4-BE49-F238E27FC236}">
                        <a16:creationId xmlns:a16="http://schemas.microsoft.com/office/drawing/2014/main" id="{5F0FB2FC-D5E2-4384-9A73-D3516AA05EB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0D1DFCE1-BB40-487D-A061-6C153B68CDD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3009463B-F960-49DB-81C7-6F9023C45D8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Oval 689">
                    <a:extLst>
                      <a:ext uri="{FF2B5EF4-FFF2-40B4-BE49-F238E27FC236}">
                        <a16:creationId xmlns:a16="http://schemas.microsoft.com/office/drawing/2014/main" id="{A42A7166-B56B-4238-8203-6239ED74FAB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Oval 690">
                    <a:extLst>
                      <a:ext uri="{FF2B5EF4-FFF2-40B4-BE49-F238E27FC236}">
                        <a16:creationId xmlns:a16="http://schemas.microsoft.com/office/drawing/2014/main" id="{CA41D742-3982-4600-B2FF-317765AF78C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1ADA53B2-0BFA-4EE3-A6CD-8EF3F2009FA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1C05631A-1D63-4485-8FC3-5131CC50068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0" name="Group 649">
                  <a:extLst>
                    <a:ext uri="{FF2B5EF4-FFF2-40B4-BE49-F238E27FC236}">
                      <a16:creationId xmlns:a16="http://schemas.microsoft.com/office/drawing/2014/main" id="{A2B24E23-A37A-4013-9F90-7F6F0FB829E9}"/>
                    </a:ext>
                  </a:extLst>
                </p:cNvPr>
                <p:cNvGrpSpPr/>
                <p:nvPr/>
              </p:nvGrpSpPr>
              <p:grpSpPr>
                <a:xfrm rot="21292958">
                  <a:off x="6243191" y="6012057"/>
                  <a:ext cx="242005" cy="46723"/>
                  <a:chOff x="7979724" y="3580291"/>
                  <a:chExt cx="242005" cy="43678"/>
                </a:xfrm>
              </p:grpSpPr>
              <p:sp>
                <p:nvSpPr>
                  <p:cNvPr id="678" name="Oval 677">
                    <a:extLst>
                      <a:ext uri="{FF2B5EF4-FFF2-40B4-BE49-F238E27FC236}">
                        <a16:creationId xmlns:a16="http://schemas.microsoft.com/office/drawing/2014/main" id="{D0D6757A-DE47-442B-9024-9ADB16FB7AC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Oval 678">
                    <a:extLst>
                      <a:ext uri="{FF2B5EF4-FFF2-40B4-BE49-F238E27FC236}">
                        <a16:creationId xmlns:a16="http://schemas.microsoft.com/office/drawing/2014/main" id="{B5810B52-B398-4EFB-BB77-625A9735D1C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795ABDE4-A901-40EB-A0D0-46885FBDBD6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54E32241-7D68-4BCE-9DAF-145D9B9BE05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173100A0-C3FE-469D-9432-4647A5E3266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Oval 682">
                    <a:extLst>
                      <a:ext uri="{FF2B5EF4-FFF2-40B4-BE49-F238E27FC236}">
                        <a16:creationId xmlns:a16="http://schemas.microsoft.com/office/drawing/2014/main" id="{2EF44AD0-178A-4894-8644-8C22CFFC528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Oval 683">
                    <a:extLst>
                      <a:ext uri="{FF2B5EF4-FFF2-40B4-BE49-F238E27FC236}">
                        <a16:creationId xmlns:a16="http://schemas.microsoft.com/office/drawing/2014/main" id="{233AFD45-8946-4915-8465-3D6A50240C7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C0FC4C3C-B765-490C-B016-8E7AAE56EBD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1" name="Group 650">
                  <a:extLst>
                    <a:ext uri="{FF2B5EF4-FFF2-40B4-BE49-F238E27FC236}">
                      <a16:creationId xmlns:a16="http://schemas.microsoft.com/office/drawing/2014/main" id="{75AF78F8-6D15-46AB-AB27-2286B5AA5F0B}"/>
                    </a:ext>
                  </a:extLst>
                </p:cNvPr>
                <p:cNvGrpSpPr/>
                <p:nvPr/>
              </p:nvGrpSpPr>
              <p:grpSpPr>
                <a:xfrm>
                  <a:off x="6172034" y="6012873"/>
                  <a:ext cx="242005" cy="43678"/>
                  <a:chOff x="7979724" y="3580291"/>
                  <a:chExt cx="242005" cy="43678"/>
                </a:xfrm>
              </p:grpSpPr>
              <p:sp>
                <p:nvSpPr>
                  <p:cNvPr id="670" name="Oval 669">
                    <a:extLst>
                      <a:ext uri="{FF2B5EF4-FFF2-40B4-BE49-F238E27FC236}">
                        <a16:creationId xmlns:a16="http://schemas.microsoft.com/office/drawing/2014/main" id="{7DBB0942-06FC-4CCC-AE65-6D72AE9DC85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Oval 670">
                    <a:extLst>
                      <a:ext uri="{FF2B5EF4-FFF2-40B4-BE49-F238E27FC236}">
                        <a16:creationId xmlns:a16="http://schemas.microsoft.com/office/drawing/2014/main" id="{D4852BFD-EACE-4914-A97A-32993447207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Oval 671">
                    <a:extLst>
                      <a:ext uri="{FF2B5EF4-FFF2-40B4-BE49-F238E27FC236}">
                        <a16:creationId xmlns:a16="http://schemas.microsoft.com/office/drawing/2014/main" id="{DFFDED07-54FD-47D4-9DCD-FE6E74F1E62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Oval 672">
                    <a:extLst>
                      <a:ext uri="{FF2B5EF4-FFF2-40B4-BE49-F238E27FC236}">
                        <a16:creationId xmlns:a16="http://schemas.microsoft.com/office/drawing/2014/main" id="{A61FB41B-BF4C-4F17-A217-0C5EFFB28F1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Oval 673">
                    <a:extLst>
                      <a:ext uri="{FF2B5EF4-FFF2-40B4-BE49-F238E27FC236}">
                        <a16:creationId xmlns:a16="http://schemas.microsoft.com/office/drawing/2014/main" id="{919B59FD-F9BF-4357-BDB4-9039E0A16D4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BB90E0D0-1438-4C09-BA80-092067B915C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B800A1E0-618C-40DD-9FC7-7BE0FA01EC2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Oval 676">
                    <a:extLst>
                      <a:ext uri="{FF2B5EF4-FFF2-40B4-BE49-F238E27FC236}">
                        <a16:creationId xmlns:a16="http://schemas.microsoft.com/office/drawing/2014/main" id="{7452A502-3531-4E12-A905-E63769E2D8A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2" name="Group 651">
                  <a:extLst>
                    <a:ext uri="{FF2B5EF4-FFF2-40B4-BE49-F238E27FC236}">
                      <a16:creationId xmlns:a16="http://schemas.microsoft.com/office/drawing/2014/main" id="{86C92D18-4F44-447F-9C33-C5CD1DA2C1B7}"/>
                    </a:ext>
                  </a:extLst>
                </p:cNvPr>
                <p:cNvGrpSpPr/>
                <p:nvPr/>
              </p:nvGrpSpPr>
              <p:grpSpPr>
                <a:xfrm rot="10800000">
                  <a:off x="6484234" y="6015233"/>
                  <a:ext cx="242005" cy="46723"/>
                  <a:chOff x="7979724" y="3580291"/>
                  <a:chExt cx="242005" cy="43678"/>
                </a:xfrm>
              </p:grpSpPr>
              <p:sp>
                <p:nvSpPr>
                  <p:cNvPr id="662" name="Oval 661">
                    <a:extLst>
                      <a:ext uri="{FF2B5EF4-FFF2-40B4-BE49-F238E27FC236}">
                        <a16:creationId xmlns:a16="http://schemas.microsoft.com/office/drawing/2014/main" id="{809C4647-D579-44A0-9DE5-E50D2D5114E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Oval 662">
                    <a:extLst>
                      <a:ext uri="{FF2B5EF4-FFF2-40B4-BE49-F238E27FC236}">
                        <a16:creationId xmlns:a16="http://schemas.microsoft.com/office/drawing/2014/main" id="{E7C586E3-8EAF-4B13-9593-CAD69176FBC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Oval 663">
                    <a:extLst>
                      <a:ext uri="{FF2B5EF4-FFF2-40B4-BE49-F238E27FC236}">
                        <a16:creationId xmlns:a16="http://schemas.microsoft.com/office/drawing/2014/main" id="{68791DA3-7D58-4DBF-93B4-5AD08515C64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Oval 664">
                    <a:extLst>
                      <a:ext uri="{FF2B5EF4-FFF2-40B4-BE49-F238E27FC236}">
                        <a16:creationId xmlns:a16="http://schemas.microsoft.com/office/drawing/2014/main" id="{A6567A86-EB1B-47C9-9A91-CBFDEF85647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Oval 665">
                    <a:extLst>
                      <a:ext uri="{FF2B5EF4-FFF2-40B4-BE49-F238E27FC236}">
                        <a16:creationId xmlns:a16="http://schemas.microsoft.com/office/drawing/2014/main" id="{4A2ACBF3-9EA4-4F71-804C-D7044845324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25E3116B-CE27-4EC3-861E-09BB4D44798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Oval 667">
                    <a:extLst>
                      <a:ext uri="{FF2B5EF4-FFF2-40B4-BE49-F238E27FC236}">
                        <a16:creationId xmlns:a16="http://schemas.microsoft.com/office/drawing/2014/main" id="{452C6D71-9662-49BE-9CD4-54CD4E47F49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Oval 668">
                    <a:extLst>
                      <a:ext uri="{FF2B5EF4-FFF2-40B4-BE49-F238E27FC236}">
                        <a16:creationId xmlns:a16="http://schemas.microsoft.com/office/drawing/2014/main" id="{51615DD8-67FF-4EEB-84F8-DADC08F9712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3" name="Group 652">
                  <a:extLst>
                    <a:ext uri="{FF2B5EF4-FFF2-40B4-BE49-F238E27FC236}">
                      <a16:creationId xmlns:a16="http://schemas.microsoft.com/office/drawing/2014/main" id="{30A5AB8E-3920-415A-90EA-7BE909A4CD1F}"/>
                    </a:ext>
                  </a:extLst>
                </p:cNvPr>
                <p:cNvGrpSpPr/>
                <p:nvPr/>
              </p:nvGrpSpPr>
              <p:grpSpPr>
                <a:xfrm>
                  <a:off x="6413077" y="6016049"/>
                  <a:ext cx="242005" cy="43678"/>
                  <a:chOff x="7979724" y="3580291"/>
                  <a:chExt cx="242005" cy="43678"/>
                </a:xfrm>
              </p:grpSpPr>
              <p:sp>
                <p:nvSpPr>
                  <p:cNvPr id="654" name="Oval 653">
                    <a:extLst>
                      <a:ext uri="{FF2B5EF4-FFF2-40B4-BE49-F238E27FC236}">
                        <a16:creationId xmlns:a16="http://schemas.microsoft.com/office/drawing/2014/main" id="{DA43AFA3-62CC-4E75-B3DE-705B466E016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Oval 654">
                    <a:extLst>
                      <a:ext uri="{FF2B5EF4-FFF2-40B4-BE49-F238E27FC236}">
                        <a16:creationId xmlns:a16="http://schemas.microsoft.com/office/drawing/2014/main" id="{0F4F5DCA-3A2C-4C10-BB2D-10861E8BB88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C22D541C-D44A-48BF-B9ED-286DBC29B3C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DC197CBD-2086-49B1-9714-870C6F2CECC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Oval 657">
                    <a:extLst>
                      <a:ext uri="{FF2B5EF4-FFF2-40B4-BE49-F238E27FC236}">
                        <a16:creationId xmlns:a16="http://schemas.microsoft.com/office/drawing/2014/main" id="{7EED9D7D-A132-44C2-ADE5-73E41628FF3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Oval 658">
                    <a:extLst>
                      <a:ext uri="{FF2B5EF4-FFF2-40B4-BE49-F238E27FC236}">
                        <a16:creationId xmlns:a16="http://schemas.microsoft.com/office/drawing/2014/main" id="{6CE0D8B0-A320-42C9-B451-A79E9D537C2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917470C3-5E59-4408-B360-35523F4FB28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B539FC19-43B1-40B0-8B4B-EE402CD1890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5" name="Group 64">
                <a:extLst>
                  <a:ext uri="{FF2B5EF4-FFF2-40B4-BE49-F238E27FC236}">
                    <a16:creationId xmlns:a16="http://schemas.microsoft.com/office/drawing/2014/main" id="{34C91D32-A4B3-488D-A3D7-5736618D7405}"/>
                  </a:ext>
                </a:extLst>
              </p:cNvPr>
              <p:cNvGrpSpPr/>
              <p:nvPr/>
            </p:nvGrpSpPr>
            <p:grpSpPr>
              <a:xfrm>
                <a:off x="7993543" y="2257718"/>
                <a:ext cx="971545" cy="53915"/>
                <a:chOff x="5754694" y="6008041"/>
                <a:chExt cx="971545" cy="53915"/>
              </a:xfrm>
            </p:grpSpPr>
            <p:grpSp>
              <p:nvGrpSpPr>
                <p:cNvPr id="574" name="Group 573">
                  <a:extLst>
                    <a:ext uri="{FF2B5EF4-FFF2-40B4-BE49-F238E27FC236}">
                      <a16:creationId xmlns:a16="http://schemas.microsoft.com/office/drawing/2014/main" id="{7FC7F69F-5140-4091-8831-7DA2A55E6DB4}"/>
                    </a:ext>
                  </a:extLst>
                </p:cNvPr>
                <p:cNvGrpSpPr/>
                <p:nvPr/>
              </p:nvGrpSpPr>
              <p:grpSpPr>
                <a:xfrm rot="10800000">
                  <a:off x="5825851" y="6008041"/>
                  <a:ext cx="242005" cy="46723"/>
                  <a:chOff x="7979724" y="3580291"/>
                  <a:chExt cx="242005" cy="43678"/>
                </a:xfrm>
              </p:grpSpPr>
              <p:sp>
                <p:nvSpPr>
                  <p:cNvPr id="638" name="Oval 637">
                    <a:extLst>
                      <a:ext uri="{FF2B5EF4-FFF2-40B4-BE49-F238E27FC236}">
                        <a16:creationId xmlns:a16="http://schemas.microsoft.com/office/drawing/2014/main" id="{5D60298C-F192-485E-A41F-D74DC76260A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Oval 638">
                    <a:extLst>
                      <a:ext uri="{FF2B5EF4-FFF2-40B4-BE49-F238E27FC236}">
                        <a16:creationId xmlns:a16="http://schemas.microsoft.com/office/drawing/2014/main" id="{5E494A93-9DF8-4714-BBC3-0C80D61E923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a:extLst>
                      <a:ext uri="{FF2B5EF4-FFF2-40B4-BE49-F238E27FC236}">
                        <a16:creationId xmlns:a16="http://schemas.microsoft.com/office/drawing/2014/main" id="{C32026F7-5DA9-4EC3-83E8-6A326435AB3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a:extLst>
                      <a:ext uri="{FF2B5EF4-FFF2-40B4-BE49-F238E27FC236}">
                        <a16:creationId xmlns:a16="http://schemas.microsoft.com/office/drawing/2014/main" id="{CE3D6980-A3A4-40DC-A279-4FC20EFF339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359F7FAE-E2BA-4EB1-A065-1E8C4CD8146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8BF13226-C406-4A46-9B26-4A4F4198BE2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F53BDDA0-3182-45E3-89DA-FCC7257DBE9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80462AC4-B2B3-43F4-8C13-E080E1853AF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5" name="Group 574">
                  <a:extLst>
                    <a:ext uri="{FF2B5EF4-FFF2-40B4-BE49-F238E27FC236}">
                      <a16:creationId xmlns:a16="http://schemas.microsoft.com/office/drawing/2014/main" id="{825B1238-963C-4CE7-A995-279C2B7679AA}"/>
                    </a:ext>
                  </a:extLst>
                </p:cNvPr>
                <p:cNvGrpSpPr/>
                <p:nvPr/>
              </p:nvGrpSpPr>
              <p:grpSpPr>
                <a:xfrm>
                  <a:off x="5754694" y="6008857"/>
                  <a:ext cx="242005" cy="43678"/>
                  <a:chOff x="7979724" y="3580291"/>
                  <a:chExt cx="242005" cy="43678"/>
                </a:xfrm>
              </p:grpSpPr>
              <p:sp>
                <p:nvSpPr>
                  <p:cNvPr id="630" name="Oval 629">
                    <a:extLst>
                      <a:ext uri="{FF2B5EF4-FFF2-40B4-BE49-F238E27FC236}">
                        <a16:creationId xmlns:a16="http://schemas.microsoft.com/office/drawing/2014/main" id="{5DC694AC-7DF4-4821-A8D0-CAF4DF24E9F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Oval 630">
                    <a:extLst>
                      <a:ext uri="{FF2B5EF4-FFF2-40B4-BE49-F238E27FC236}">
                        <a16:creationId xmlns:a16="http://schemas.microsoft.com/office/drawing/2014/main" id="{E374AD91-A1A3-4B04-9B5E-E0B5CAFDE20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432D716F-4B7F-4790-BAC5-9DEEBE3AB4F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AB46864E-1FC3-47B3-AF37-39970151344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a:extLst>
                      <a:ext uri="{FF2B5EF4-FFF2-40B4-BE49-F238E27FC236}">
                        <a16:creationId xmlns:a16="http://schemas.microsoft.com/office/drawing/2014/main" id="{AADC5914-FEBF-43ED-ABB5-03DED5ED486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a:extLst>
                      <a:ext uri="{FF2B5EF4-FFF2-40B4-BE49-F238E27FC236}">
                        <a16:creationId xmlns:a16="http://schemas.microsoft.com/office/drawing/2014/main" id="{D7CB5F17-43FB-4928-990C-CD7639DEC5F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8FC37B3C-A33C-4FFB-BB3C-B851156EA0E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F3BCBCDE-71BE-4375-A303-84A781ECF71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6" name="Group 575">
                  <a:extLst>
                    <a:ext uri="{FF2B5EF4-FFF2-40B4-BE49-F238E27FC236}">
                      <a16:creationId xmlns:a16="http://schemas.microsoft.com/office/drawing/2014/main" id="{472C1CD3-7543-4BEE-A225-B41F0EF147D4}"/>
                    </a:ext>
                  </a:extLst>
                </p:cNvPr>
                <p:cNvGrpSpPr/>
                <p:nvPr/>
              </p:nvGrpSpPr>
              <p:grpSpPr>
                <a:xfrm rot="10800000">
                  <a:off x="6066894" y="6011217"/>
                  <a:ext cx="242005" cy="46723"/>
                  <a:chOff x="7979724" y="3580291"/>
                  <a:chExt cx="242005" cy="43678"/>
                </a:xfrm>
              </p:grpSpPr>
              <p:sp>
                <p:nvSpPr>
                  <p:cNvPr id="622" name="Oval 621">
                    <a:extLst>
                      <a:ext uri="{FF2B5EF4-FFF2-40B4-BE49-F238E27FC236}">
                        <a16:creationId xmlns:a16="http://schemas.microsoft.com/office/drawing/2014/main" id="{945F9F0B-CC2E-44CB-BFA4-795A2AE7329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Oval 622">
                    <a:extLst>
                      <a:ext uri="{FF2B5EF4-FFF2-40B4-BE49-F238E27FC236}">
                        <a16:creationId xmlns:a16="http://schemas.microsoft.com/office/drawing/2014/main" id="{18D3CBBE-F3B2-463F-8263-AF2C30A073A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01737A01-33F9-4CB5-919E-E39E59428C5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2FEFF839-EA1B-4AAA-B612-7D8E9E41A1A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a:extLst>
                      <a:ext uri="{FF2B5EF4-FFF2-40B4-BE49-F238E27FC236}">
                        <a16:creationId xmlns:a16="http://schemas.microsoft.com/office/drawing/2014/main" id="{05436D1E-3F87-423F-A00F-6A6AE11E547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a:extLst>
                      <a:ext uri="{FF2B5EF4-FFF2-40B4-BE49-F238E27FC236}">
                        <a16:creationId xmlns:a16="http://schemas.microsoft.com/office/drawing/2014/main" id="{C253B1A0-E70B-4CB5-892E-12D41ED3214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D0EE0F02-31B0-4D7A-81A8-291B76E0CBE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a:extLst>
                      <a:ext uri="{FF2B5EF4-FFF2-40B4-BE49-F238E27FC236}">
                        <a16:creationId xmlns:a16="http://schemas.microsoft.com/office/drawing/2014/main" id="{02FC35B1-4A2E-4338-B700-2AF3E9E53D4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7" name="Group 576">
                  <a:extLst>
                    <a:ext uri="{FF2B5EF4-FFF2-40B4-BE49-F238E27FC236}">
                      <a16:creationId xmlns:a16="http://schemas.microsoft.com/office/drawing/2014/main" id="{5E80E801-83F6-4457-AFCA-F509029A3725}"/>
                    </a:ext>
                  </a:extLst>
                </p:cNvPr>
                <p:cNvGrpSpPr/>
                <p:nvPr/>
              </p:nvGrpSpPr>
              <p:grpSpPr>
                <a:xfrm rot="11689693">
                  <a:off x="5995737" y="6012033"/>
                  <a:ext cx="242005" cy="43678"/>
                  <a:chOff x="7979724" y="3580291"/>
                  <a:chExt cx="242005" cy="43678"/>
                </a:xfrm>
              </p:grpSpPr>
              <p:sp>
                <p:nvSpPr>
                  <p:cNvPr id="614" name="Oval 613">
                    <a:extLst>
                      <a:ext uri="{FF2B5EF4-FFF2-40B4-BE49-F238E27FC236}">
                        <a16:creationId xmlns:a16="http://schemas.microsoft.com/office/drawing/2014/main" id="{AA6C6528-59B0-49AA-96EE-9866746D4B2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Oval 614">
                    <a:extLst>
                      <a:ext uri="{FF2B5EF4-FFF2-40B4-BE49-F238E27FC236}">
                        <a16:creationId xmlns:a16="http://schemas.microsoft.com/office/drawing/2014/main" id="{54475915-1B42-4F0D-A718-34F85FCBA44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10C7DB4D-30B9-4399-B305-E6D3674525B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D9B504EA-168F-45EF-ADE1-C48E6E746F7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4B649B7D-E212-4B3F-BF4F-C3AD2E8964A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a:extLst>
                      <a:ext uri="{FF2B5EF4-FFF2-40B4-BE49-F238E27FC236}">
                        <a16:creationId xmlns:a16="http://schemas.microsoft.com/office/drawing/2014/main" id="{81CC014A-BABE-4C21-ACB8-14639AE5532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a:extLst>
                      <a:ext uri="{FF2B5EF4-FFF2-40B4-BE49-F238E27FC236}">
                        <a16:creationId xmlns:a16="http://schemas.microsoft.com/office/drawing/2014/main" id="{46D3D614-B6E8-4DAC-B78F-CA0DEF686EC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A62AB47F-9DF3-480D-ACDD-3F8F14BC02A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8" name="Group 577">
                  <a:extLst>
                    <a:ext uri="{FF2B5EF4-FFF2-40B4-BE49-F238E27FC236}">
                      <a16:creationId xmlns:a16="http://schemas.microsoft.com/office/drawing/2014/main" id="{0009624A-A388-42D8-860F-A22BF30D7C9E}"/>
                    </a:ext>
                  </a:extLst>
                </p:cNvPr>
                <p:cNvGrpSpPr/>
                <p:nvPr/>
              </p:nvGrpSpPr>
              <p:grpSpPr>
                <a:xfrm rot="21292958">
                  <a:off x="6243191" y="6012057"/>
                  <a:ext cx="242005" cy="46723"/>
                  <a:chOff x="7979724" y="3580291"/>
                  <a:chExt cx="242005" cy="43678"/>
                </a:xfrm>
              </p:grpSpPr>
              <p:sp>
                <p:nvSpPr>
                  <p:cNvPr id="606" name="Oval 605">
                    <a:extLst>
                      <a:ext uri="{FF2B5EF4-FFF2-40B4-BE49-F238E27FC236}">
                        <a16:creationId xmlns:a16="http://schemas.microsoft.com/office/drawing/2014/main" id="{CA01824F-120E-4D94-820F-15373FF3260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7" name="Oval 606">
                    <a:extLst>
                      <a:ext uri="{FF2B5EF4-FFF2-40B4-BE49-F238E27FC236}">
                        <a16:creationId xmlns:a16="http://schemas.microsoft.com/office/drawing/2014/main" id="{03436EDE-B7E1-4D2E-A412-06F95644F6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a:extLst>
                      <a:ext uri="{FF2B5EF4-FFF2-40B4-BE49-F238E27FC236}">
                        <a16:creationId xmlns:a16="http://schemas.microsoft.com/office/drawing/2014/main" id="{2BFF7C7A-6FC7-44D1-81A8-010E8E88D60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a:extLst>
                      <a:ext uri="{FF2B5EF4-FFF2-40B4-BE49-F238E27FC236}">
                        <a16:creationId xmlns:a16="http://schemas.microsoft.com/office/drawing/2014/main" id="{68751666-029C-4E7B-B3DE-C6D1302F864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FAF70395-C6C0-4AB9-8DFA-CDFED4E2142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17E0718A-8614-4590-AAA0-5F8072DEDD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B0DBC603-7BD6-455B-9320-CADBE77658E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a:extLst>
                      <a:ext uri="{FF2B5EF4-FFF2-40B4-BE49-F238E27FC236}">
                        <a16:creationId xmlns:a16="http://schemas.microsoft.com/office/drawing/2014/main" id="{F9180A3D-39AE-45CF-B38C-2808512562F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9" name="Group 578">
                  <a:extLst>
                    <a:ext uri="{FF2B5EF4-FFF2-40B4-BE49-F238E27FC236}">
                      <a16:creationId xmlns:a16="http://schemas.microsoft.com/office/drawing/2014/main" id="{9C974262-7823-46BB-B85B-0D3F95256C43}"/>
                    </a:ext>
                  </a:extLst>
                </p:cNvPr>
                <p:cNvGrpSpPr/>
                <p:nvPr/>
              </p:nvGrpSpPr>
              <p:grpSpPr>
                <a:xfrm>
                  <a:off x="6172034" y="6012873"/>
                  <a:ext cx="242005" cy="43678"/>
                  <a:chOff x="7979724" y="3580291"/>
                  <a:chExt cx="242005" cy="43678"/>
                </a:xfrm>
              </p:grpSpPr>
              <p:sp>
                <p:nvSpPr>
                  <p:cNvPr id="598" name="Oval 597">
                    <a:extLst>
                      <a:ext uri="{FF2B5EF4-FFF2-40B4-BE49-F238E27FC236}">
                        <a16:creationId xmlns:a16="http://schemas.microsoft.com/office/drawing/2014/main" id="{BF9A13A8-8881-4496-95AF-038BEE0BFA3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Oval 598">
                    <a:extLst>
                      <a:ext uri="{FF2B5EF4-FFF2-40B4-BE49-F238E27FC236}">
                        <a16:creationId xmlns:a16="http://schemas.microsoft.com/office/drawing/2014/main" id="{A17260B2-84BA-48C9-8588-2ACB0C20675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a:extLst>
                      <a:ext uri="{FF2B5EF4-FFF2-40B4-BE49-F238E27FC236}">
                        <a16:creationId xmlns:a16="http://schemas.microsoft.com/office/drawing/2014/main" id="{B9E952BE-6066-4566-B2A3-EEDFCB4B317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a:extLst>
                      <a:ext uri="{FF2B5EF4-FFF2-40B4-BE49-F238E27FC236}">
                        <a16:creationId xmlns:a16="http://schemas.microsoft.com/office/drawing/2014/main" id="{09945283-7A5A-471A-8824-F37D97268F9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a:extLst>
                      <a:ext uri="{FF2B5EF4-FFF2-40B4-BE49-F238E27FC236}">
                        <a16:creationId xmlns:a16="http://schemas.microsoft.com/office/drawing/2014/main" id="{1E5B42E7-34EF-497C-9EBD-D289F072B87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448F261A-07D9-4C59-8727-4E2170B705E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a:extLst>
                      <a:ext uri="{FF2B5EF4-FFF2-40B4-BE49-F238E27FC236}">
                        <a16:creationId xmlns:a16="http://schemas.microsoft.com/office/drawing/2014/main" id="{BB4A92D1-F2F9-458C-8CD2-93844AE6D77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a:extLst>
                      <a:ext uri="{FF2B5EF4-FFF2-40B4-BE49-F238E27FC236}">
                        <a16:creationId xmlns:a16="http://schemas.microsoft.com/office/drawing/2014/main" id="{CC67F2CB-7897-4546-BDC5-90BE09F8FF0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0" name="Group 579">
                  <a:extLst>
                    <a:ext uri="{FF2B5EF4-FFF2-40B4-BE49-F238E27FC236}">
                      <a16:creationId xmlns:a16="http://schemas.microsoft.com/office/drawing/2014/main" id="{CDAFD397-A5CE-44C3-96B5-6E14FA164006}"/>
                    </a:ext>
                  </a:extLst>
                </p:cNvPr>
                <p:cNvGrpSpPr/>
                <p:nvPr/>
              </p:nvGrpSpPr>
              <p:grpSpPr>
                <a:xfrm rot="10800000">
                  <a:off x="6484234" y="6015233"/>
                  <a:ext cx="242005" cy="46723"/>
                  <a:chOff x="7979724" y="3580291"/>
                  <a:chExt cx="242005" cy="43678"/>
                </a:xfrm>
              </p:grpSpPr>
              <p:sp>
                <p:nvSpPr>
                  <p:cNvPr id="590" name="Oval 589">
                    <a:extLst>
                      <a:ext uri="{FF2B5EF4-FFF2-40B4-BE49-F238E27FC236}">
                        <a16:creationId xmlns:a16="http://schemas.microsoft.com/office/drawing/2014/main" id="{9AD8D4A9-DFB5-452B-8834-08D930FACD2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Oval 590">
                    <a:extLst>
                      <a:ext uri="{FF2B5EF4-FFF2-40B4-BE49-F238E27FC236}">
                        <a16:creationId xmlns:a16="http://schemas.microsoft.com/office/drawing/2014/main" id="{8F9933CF-6D23-43B8-ABEF-CE06DC8BF27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44902D88-4FDD-483E-BA52-2B883818901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406C6A3A-B836-45DD-9512-F477053CDE5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56012253-6F09-4F61-91AA-119A0B32CFA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a:extLst>
                      <a:ext uri="{FF2B5EF4-FFF2-40B4-BE49-F238E27FC236}">
                        <a16:creationId xmlns:a16="http://schemas.microsoft.com/office/drawing/2014/main" id="{9CC3146F-B60E-4FD1-90F8-7FE1442D510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a:extLst>
                      <a:ext uri="{FF2B5EF4-FFF2-40B4-BE49-F238E27FC236}">
                        <a16:creationId xmlns:a16="http://schemas.microsoft.com/office/drawing/2014/main" id="{BB001108-90B3-4ED2-81E8-D0EC75EA119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D02FF460-8E17-4A3D-8A13-AAD5467AB5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1" name="Group 580">
                  <a:extLst>
                    <a:ext uri="{FF2B5EF4-FFF2-40B4-BE49-F238E27FC236}">
                      <a16:creationId xmlns:a16="http://schemas.microsoft.com/office/drawing/2014/main" id="{4B7C0F1B-7849-4B71-9589-B3DBD3758662}"/>
                    </a:ext>
                  </a:extLst>
                </p:cNvPr>
                <p:cNvGrpSpPr/>
                <p:nvPr/>
              </p:nvGrpSpPr>
              <p:grpSpPr>
                <a:xfrm>
                  <a:off x="6413077" y="6016049"/>
                  <a:ext cx="242005" cy="43678"/>
                  <a:chOff x="7979724" y="3580291"/>
                  <a:chExt cx="242005" cy="43678"/>
                </a:xfrm>
              </p:grpSpPr>
              <p:sp>
                <p:nvSpPr>
                  <p:cNvPr id="582" name="Oval 581">
                    <a:extLst>
                      <a:ext uri="{FF2B5EF4-FFF2-40B4-BE49-F238E27FC236}">
                        <a16:creationId xmlns:a16="http://schemas.microsoft.com/office/drawing/2014/main" id="{C9472F9E-810D-4FD8-B8E5-2F63B7CDBB0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Oval 582">
                    <a:extLst>
                      <a:ext uri="{FF2B5EF4-FFF2-40B4-BE49-F238E27FC236}">
                        <a16:creationId xmlns:a16="http://schemas.microsoft.com/office/drawing/2014/main" id="{65AFB881-CA03-421E-941F-B06A8658B84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C4500023-319F-45D2-B666-B1AAFB3F238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a:extLst>
                      <a:ext uri="{FF2B5EF4-FFF2-40B4-BE49-F238E27FC236}">
                        <a16:creationId xmlns:a16="http://schemas.microsoft.com/office/drawing/2014/main" id="{40184693-7A99-4934-8CCF-6A3AFD7E2D0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a:extLst>
                      <a:ext uri="{FF2B5EF4-FFF2-40B4-BE49-F238E27FC236}">
                        <a16:creationId xmlns:a16="http://schemas.microsoft.com/office/drawing/2014/main" id="{E96FEAC9-9F2A-410F-815B-0B967A372E7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4E4F6D36-83E5-47D5-BDFC-C2627144A05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CB02705B-2A9E-4700-A14B-010F662EFAE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40E7A667-9E2E-406D-B813-90B294F6406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6" name="Group 65">
                <a:extLst>
                  <a:ext uri="{FF2B5EF4-FFF2-40B4-BE49-F238E27FC236}">
                    <a16:creationId xmlns:a16="http://schemas.microsoft.com/office/drawing/2014/main" id="{2FA48D00-ED6F-41AB-9AA2-0E03D03CD21C}"/>
                  </a:ext>
                </a:extLst>
              </p:cNvPr>
              <p:cNvGrpSpPr/>
              <p:nvPr/>
            </p:nvGrpSpPr>
            <p:grpSpPr>
              <a:xfrm>
                <a:off x="8884216" y="2244666"/>
                <a:ext cx="971545" cy="53915"/>
                <a:chOff x="5754694" y="6008041"/>
                <a:chExt cx="971545" cy="53915"/>
              </a:xfrm>
            </p:grpSpPr>
            <p:grpSp>
              <p:nvGrpSpPr>
                <p:cNvPr id="502" name="Group 501">
                  <a:extLst>
                    <a:ext uri="{FF2B5EF4-FFF2-40B4-BE49-F238E27FC236}">
                      <a16:creationId xmlns:a16="http://schemas.microsoft.com/office/drawing/2014/main" id="{CEBB5A99-CB6A-44E9-97A7-B00BFDDB773E}"/>
                    </a:ext>
                  </a:extLst>
                </p:cNvPr>
                <p:cNvGrpSpPr/>
                <p:nvPr/>
              </p:nvGrpSpPr>
              <p:grpSpPr>
                <a:xfrm rot="10800000">
                  <a:off x="5825851" y="6008041"/>
                  <a:ext cx="242005" cy="46723"/>
                  <a:chOff x="7979724" y="3580291"/>
                  <a:chExt cx="242005" cy="43678"/>
                </a:xfrm>
              </p:grpSpPr>
              <p:sp>
                <p:nvSpPr>
                  <p:cNvPr id="566" name="Oval 565">
                    <a:extLst>
                      <a:ext uri="{FF2B5EF4-FFF2-40B4-BE49-F238E27FC236}">
                        <a16:creationId xmlns:a16="http://schemas.microsoft.com/office/drawing/2014/main" id="{CA5185E9-1A85-4101-AB9B-3620020F12B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Oval 566">
                    <a:extLst>
                      <a:ext uri="{FF2B5EF4-FFF2-40B4-BE49-F238E27FC236}">
                        <a16:creationId xmlns:a16="http://schemas.microsoft.com/office/drawing/2014/main" id="{AF75E7AA-FD17-4D3B-BF09-A4D9E6F66E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Oval 567">
                    <a:extLst>
                      <a:ext uri="{FF2B5EF4-FFF2-40B4-BE49-F238E27FC236}">
                        <a16:creationId xmlns:a16="http://schemas.microsoft.com/office/drawing/2014/main" id="{A3705258-0E04-4D49-8A37-740A56FE264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3072BF9C-7FBD-4D93-8548-E5D6D34FD7F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564C8C33-0460-4EDE-97B5-9770BF36274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F23E8B3A-AD48-428F-AB6D-A18F2B73D10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7AC8CFD9-2872-409B-8743-231EDB032D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5CACCB45-26E3-4ABA-8EE8-91C15664580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3" name="Group 502">
                  <a:extLst>
                    <a:ext uri="{FF2B5EF4-FFF2-40B4-BE49-F238E27FC236}">
                      <a16:creationId xmlns:a16="http://schemas.microsoft.com/office/drawing/2014/main" id="{53C15B9A-A735-48FF-ABD6-65F7537628CB}"/>
                    </a:ext>
                  </a:extLst>
                </p:cNvPr>
                <p:cNvGrpSpPr/>
                <p:nvPr/>
              </p:nvGrpSpPr>
              <p:grpSpPr>
                <a:xfrm>
                  <a:off x="5754694" y="6008857"/>
                  <a:ext cx="242005" cy="43678"/>
                  <a:chOff x="7979724" y="3580291"/>
                  <a:chExt cx="242005" cy="43678"/>
                </a:xfrm>
              </p:grpSpPr>
              <p:sp>
                <p:nvSpPr>
                  <p:cNvPr id="558" name="Oval 557">
                    <a:extLst>
                      <a:ext uri="{FF2B5EF4-FFF2-40B4-BE49-F238E27FC236}">
                        <a16:creationId xmlns:a16="http://schemas.microsoft.com/office/drawing/2014/main" id="{1EDD695E-B4FB-49F2-9F0B-EA5ECD4FC64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Oval 558">
                    <a:extLst>
                      <a:ext uri="{FF2B5EF4-FFF2-40B4-BE49-F238E27FC236}">
                        <a16:creationId xmlns:a16="http://schemas.microsoft.com/office/drawing/2014/main" id="{EBF874D4-D984-4527-8A05-B7634F2DD99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Oval 559">
                    <a:extLst>
                      <a:ext uri="{FF2B5EF4-FFF2-40B4-BE49-F238E27FC236}">
                        <a16:creationId xmlns:a16="http://schemas.microsoft.com/office/drawing/2014/main" id="{826BA0AF-3FB3-4E4D-BC81-73A51E61733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Oval 560">
                    <a:extLst>
                      <a:ext uri="{FF2B5EF4-FFF2-40B4-BE49-F238E27FC236}">
                        <a16:creationId xmlns:a16="http://schemas.microsoft.com/office/drawing/2014/main" id="{389E44B8-DAA3-42DC-B963-679DE28D38C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B837CD72-FB22-470B-9CA6-C78FD08CD28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70E101D3-65BD-4ACA-92D8-0341A2FF0A5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46F6B8FC-2924-4D15-A5E8-C2F16B1A32B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413BBA04-14FC-4A0E-8B4B-5CF37E72E29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4" name="Group 503">
                  <a:extLst>
                    <a:ext uri="{FF2B5EF4-FFF2-40B4-BE49-F238E27FC236}">
                      <a16:creationId xmlns:a16="http://schemas.microsoft.com/office/drawing/2014/main" id="{C39E3228-42DD-4480-A054-45470659D4FE}"/>
                    </a:ext>
                  </a:extLst>
                </p:cNvPr>
                <p:cNvGrpSpPr/>
                <p:nvPr/>
              </p:nvGrpSpPr>
              <p:grpSpPr>
                <a:xfrm rot="10800000">
                  <a:off x="6066894" y="6011217"/>
                  <a:ext cx="242005" cy="46723"/>
                  <a:chOff x="7979724" y="3580291"/>
                  <a:chExt cx="242005" cy="43678"/>
                </a:xfrm>
              </p:grpSpPr>
              <p:sp>
                <p:nvSpPr>
                  <p:cNvPr id="550" name="Oval 549">
                    <a:extLst>
                      <a:ext uri="{FF2B5EF4-FFF2-40B4-BE49-F238E27FC236}">
                        <a16:creationId xmlns:a16="http://schemas.microsoft.com/office/drawing/2014/main" id="{568D17E1-D1FB-498C-A6BC-959251C9A56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Oval 550">
                    <a:extLst>
                      <a:ext uri="{FF2B5EF4-FFF2-40B4-BE49-F238E27FC236}">
                        <a16:creationId xmlns:a16="http://schemas.microsoft.com/office/drawing/2014/main" id="{84008C4B-431B-4A97-B1C6-D51C471F815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B96C4D9B-6D98-4139-AE09-AFE17E47C71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8A699E24-4E4E-45B1-AB9D-64D55E74EF2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Oval 553">
                    <a:extLst>
                      <a:ext uri="{FF2B5EF4-FFF2-40B4-BE49-F238E27FC236}">
                        <a16:creationId xmlns:a16="http://schemas.microsoft.com/office/drawing/2014/main" id="{77A5D45F-6026-4FBC-A957-A3A451F7552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Oval 554">
                    <a:extLst>
                      <a:ext uri="{FF2B5EF4-FFF2-40B4-BE49-F238E27FC236}">
                        <a16:creationId xmlns:a16="http://schemas.microsoft.com/office/drawing/2014/main" id="{EAC65CBD-DBE5-42EC-8403-B0813700B69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7094F078-5CB1-42B7-ACCF-825D4EF63A3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109230C8-38B3-4D8B-8A16-A8ED6E37D49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5" name="Group 504">
                  <a:extLst>
                    <a:ext uri="{FF2B5EF4-FFF2-40B4-BE49-F238E27FC236}">
                      <a16:creationId xmlns:a16="http://schemas.microsoft.com/office/drawing/2014/main" id="{DE5BF839-5E14-4788-9575-5E1D838BC7B4}"/>
                    </a:ext>
                  </a:extLst>
                </p:cNvPr>
                <p:cNvGrpSpPr/>
                <p:nvPr/>
              </p:nvGrpSpPr>
              <p:grpSpPr>
                <a:xfrm rot="11689693">
                  <a:off x="5995737" y="6012033"/>
                  <a:ext cx="242005" cy="43678"/>
                  <a:chOff x="7979724" y="3580291"/>
                  <a:chExt cx="242005" cy="43678"/>
                </a:xfrm>
              </p:grpSpPr>
              <p:sp>
                <p:nvSpPr>
                  <p:cNvPr id="542" name="Oval 541">
                    <a:extLst>
                      <a:ext uri="{FF2B5EF4-FFF2-40B4-BE49-F238E27FC236}">
                        <a16:creationId xmlns:a16="http://schemas.microsoft.com/office/drawing/2014/main" id="{54D99D4D-0EFC-452D-99A6-3DA1CFAF77F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Oval 542">
                    <a:extLst>
                      <a:ext uri="{FF2B5EF4-FFF2-40B4-BE49-F238E27FC236}">
                        <a16:creationId xmlns:a16="http://schemas.microsoft.com/office/drawing/2014/main" id="{BC9E79C2-E943-4408-9804-C9BAB1008A4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B701699D-145C-4B45-8D98-4E42A5E5594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Oval 544">
                    <a:extLst>
                      <a:ext uri="{FF2B5EF4-FFF2-40B4-BE49-F238E27FC236}">
                        <a16:creationId xmlns:a16="http://schemas.microsoft.com/office/drawing/2014/main" id="{909226A5-F7C6-4FF4-846D-0CB8C1413C1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Oval 545">
                    <a:extLst>
                      <a:ext uri="{FF2B5EF4-FFF2-40B4-BE49-F238E27FC236}">
                        <a16:creationId xmlns:a16="http://schemas.microsoft.com/office/drawing/2014/main" id="{B5625434-487B-475C-8E49-1FD13B4AF15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B690D0F4-27DA-44F0-8306-E6C79ADD669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5458C8C4-DE41-4DE1-B97C-CBFED4C6887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a:extLst>
                      <a:ext uri="{FF2B5EF4-FFF2-40B4-BE49-F238E27FC236}">
                        <a16:creationId xmlns:a16="http://schemas.microsoft.com/office/drawing/2014/main" id="{EC583FC7-5644-481C-A84B-51503148533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6" name="Group 505">
                  <a:extLst>
                    <a:ext uri="{FF2B5EF4-FFF2-40B4-BE49-F238E27FC236}">
                      <a16:creationId xmlns:a16="http://schemas.microsoft.com/office/drawing/2014/main" id="{002A0630-D66D-4391-8BCE-F7ACBDA53B34}"/>
                    </a:ext>
                  </a:extLst>
                </p:cNvPr>
                <p:cNvGrpSpPr/>
                <p:nvPr/>
              </p:nvGrpSpPr>
              <p:grpSpPr>
                <a:xfrm rot="21292958">
                  <a:off x="6243191" y="6012057"/>
                  <a:ext cx="242005" cy="46723"/>
                  <a:chOff x="7979724" y="3580291"/>
                  <a:chExt cx="242005" cy="43678"/>
                </a:xfrm>
              </p:grpSpPr>
              <p:sp>
                <p:nvSpPr>
                  <p:cNvPr id="534" name="Oval 533">
                    <a:extLst>
                      <a:ext uri="{FF2B5EF4-FFF2-40B4-BE49-F238E27FC236}">
                        <a16:creationId xmlns:a16="http://schemas.microsoft.com/office/drawing/2014/main" id="{EDB6EF15-10CC-429C-A83B-98515F0429C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Oval 534">
                    <a:extLst>
                      <a:ext uri="{FF2B5EF4-FFF2-40B4-BE49-F238E27FC236}">
                        <a16:creationId xmlns:a16="http://schemas.microsoft.com/office/drawing/2014/main" id="{56731ECC-20B3-4B62-B1D2-293E84FDC21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E91CAA52-BE03-4829-83A6-9AB561714E7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Oval 536">
                    <a:extLst>
                      <a:ext uri="{FF2B5EF4-FFF2-40B4-BE49-F238E27FC236}">
                        <a16:creationId xmlns:a16="http://schemas.microsoft.com/office/drawing/2014/main" id="{A41F65BC-DC11-4B86-B93E-8BF5931C707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Oval 537">
                    <a:extLst>
                      <a:ext uri="{FF2B5EF4-FFF2-40B4-BE49-F238E27FC236}">
                        <a16:creationId xmlns:a16="http://schemas.microsoft.com/office/drawing/2014/main" id="{369BCEAA-55BF-49F2-901A-85DABB33AB0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26415CB7-C0CC-4C5F-ACC4-9B591E87EA6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A936BE15-C693-4A74-A12F-4BCAEC62CAF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Oval 540">
                    <a:extLst>
                      <a:ext uri="{FF2B5EF4-FFF2-40B4-BE49-F238E27FC236}">
                        <a16:creationId xmlns:a16="http://schemas.microsoft.com/office/drawing/2014/main" id="{35286135-A700-46E0-8B6C-35FC20FB510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7" name="Group 506">
                  <a:extLst>
                    <a:ext uri="{FF2B5EF4-FFF2-40B4-BE49-F238E27FC236}">
                      <a16:creationId xmlns:a16="http://schemas.microsoft.com/office/drawing/2014/main" id="{577D4BDA-58E1-41C7-9D9A-CF7B3206F522}"/>
                    </a:ext>
                  </a:extLst>
                </p:cNvPr>
                <p:cNvGrpSpPr/>
                <p:nvPr/>
              </p:nvGrpSpPr>
              <p:grpSpPr>
                <a:xfrm>
                  <a:off x="6172034" y="6012873"/>
                  <a:ext cx="242005" cy="43678"/>
                  <a:chOff x="7979724" y="3580291"/>
                  <a:chExt cx="242005" cy="43678"/>
                </a:xfrm>
              </p:grpSpPr>
              <p:sp>
                <p:nvSpPr>
                  <p:cNvPr id="526" name="Oval 525">
                    <a:extLst>
                      <a:ext uri="{FF2B5EF4-FFF2-40B4-BE49-F238E27FC236}">
                        <a16:creationId xmlns:a16="http://schemas.microsoft.com/office/drawing/2014/main" id="{078AED6F-C0DF-471C-BE11-619B51B409D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Oval 526">
                    <a:extLst>
                      <a:ext uri="{FF2B5EF4-FFF2-40B4-BE49-F238E27FC236}">
                        <a16:creationId xmlns:a16="http://schemas.microsoft.com/office/drawing/2014/main" id="{C0A2A851-2BA6-4A9D-8B96-6200B7BEA5C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21FD03A8-DE17-45F2-A4E4-1755609E8BC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Oval 528">
                    <a:extLst>
                      <a:ext uri="{FF2B5EF4-FFF2-40B4-BE49-F238E27FC236}">
                        <a16:creationId xmlns:a16="http://schemas.microsoft.com/office/drawing/2014/main" id="{D007FCEF-FF6F-4CE0-AB3C-500986DDF85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Oval 529">
                    <a:extLst>
                      <a:ext uri="{FF2B5EF4-FFF2-40B4-BE49-F238E27FC236}">
                        <a16:creationId xmlns:a16="http://schemas.microsoft.com/office/drawing/2014/main" id="{30DF711E-CAE8-4D7B-8EFD-58F1029D70F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5970B0A4-F49B-416F-9FE8-D65AC8AE06A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C983157F-30E6-4EC3-8422-EAB303A3D3A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Oval 532">
                    <a:extLst>
                      <a:ext uri="{FF2B5EF4-FFF2-40B4-BE49-F238E27FC236}">
                        <a16:creationId xmlns:a16="http://schemas.microsoft.com/office/drawing/2014/main" id="{E1935136-07F9-4435-B8C7-BDBEA3CEFA9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8" name="Group 507">
                  <a:extLst>
                    <a:ext uri="{FF2B5EF4-FFF2-40B4-BE49-F238E27FC236}">
                      <a16:creationId xmlns:a16="http://schemas.microsoft.com/office/drawing/2014/main" id="{11436BB2-AF3E-407F-A043-F4F6A0B31274}"/>
                    </a:ext>
                  </a:extLst>
                </p:cNvPr>
                <p:cNvGrpSpPr/>
                <p:nvPr/>
              </p:nvGrpSpPr>
              <p:grpSpPr>
                <a:xfrm rot="10800000">
                  <a:off x="6484234" y="6015233"/>
                  <a:ext cx="242005" cy="46723"/>
                  <a:chOff x="7979724" y="3580291"/>
                  <a:chExt cx="242005" cy="43678"/>
                </a:xfrm>
              </p:grpSpPr>
              <p:sp>
                <p:nvSpPr>
                  <p:cNvPr id="518" name="Oval 517">
                    <a:extLst>
                      <a:ext uri="{FF2B5EF4-FFF2-40B4-BE49-F238E27FC236}">
                        <a16:creationId xmlns:a16="http://schemas.microsoft.com/office/drawing/2014/main" id="{13341C45-88CF-4B5E-8683-2BCEA13B63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Oval 518">
                    <a:extLst>
                      <a:ext uri="{FF2B5EF4-FFF2-40B4-BE49-F238E27FC236}">
                        <a16:creationId xmlns:a16="http://schemas.microsoft.com/office/drawing/2014/main" id="{87038C32-AAFE-4624-B700-745C4C228CB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8F4A1B2D-3EEF-44A7-8597-8ABCF2A515D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Oval 520">
                    <a:extLst>
                      <a:ext uri="{FF2B5EF4-FFF2-40B4-BE49-F238E27FC236}">
                        <a16:creationId xmlns:a16="http://schemas.microsoft.com/office/drawing/2014/main" id="{5BFFBC1D-E3D7-4CA1-ACB3-D1511A8FC93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Oval 521">
                    <a:extLst>
                      <a:ext uri="{FF2B5EF4-FFF2-40B4-BE49-F238E27FC236}">
                        <a16:creationId xmlns:a16="http://schemas.microsoft.com/office/drawing/2014/main" id="{6BD056AC-EF6F-48D8-B5E4-C7727D075E2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64568F56-1FEB-4273-9690-423D150C5E2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5847F84A-67B3-4C36-B54F-B83081BC44F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Oval 524">
                    <a:extLst>
                      <a:ext uri="{FF2B5EF4-FFF2-40B4-BE49-F238E27FC236}">
                        <a16:creationId xmlns:a16="http://schemas.microsoft.com/office/drawing/2014/main" id="{C091518A-F3AD-4C5C-B2CF-3DDE1D4F2E6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9" name="Group 508">
                  <a:extLst>
                    <a:ext uri="{FF2B5EF4-FFF2-40B4-BE49-F238E27FC236}">
                      <a16:creationId xmlns:a16="http://schemas.microsoft.com/office/drawing/2014/main" id="{BE1F4C53-ED7D-4E21-90DC-06BEFEDAED46}"/>
                    </a:ext>
                  </a:extLst>
                </p:cNvPr>
                <p:cNvGrpSpPr/>
                <p:nvPr/>
              </p:nvGrpSpPr>
              <p:grpSpPr>
                <a:xfrm>
                  <a:off x="6413077" y="6016049"/>
                  <a:ext cx="242005" cy="43678"/>
                  <a:chOff x="7979724" y="3580291"/>
                  <a:chExt cx="242005" cy="43678"/>
                </a:xfrm>
              </p:grpSpPr>
              <p:sp>
                <p:nvSpPr>
                  <p:cNvPr id="510" name="Oval 509">
                    <a:extLst>
                      <a:ext uri="{FF2B5EF4-FFF2-40B4-BE49-F238E27FC236}">
                        <a16:creationId xmlns:a16="http://schemas.microsoft.com/office/drawing/2014/main" id="{4176462E-AB51-45CD-B638-15EF5613D47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Oval 510">
                    <a:extLst>
                      <a:ext uri="{FF2B5EF4-FFF2-40B4-BE49-F238E27FC236}">
                        <a16:creationId xmlns:a16="http://schemas.microsoft.com/office/drawing/2014/main" id="{6BB01D77-381E-4438-93F2-302287E510F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86BB75CE-DF39-426C-8116-65917A833CC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Oval 512">
                    <a:extLst>
                      <a:ext uri="{FF2B5EF4-FFF2-40B4-BE49-F238E27FC236}">
                        <a16:creationId xmlns:a16="http://schemas.microsoft.com/office/drawing/2014/main" id="{4E5E3F54-9940-41CC-BD37-C41E9AE73FD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Oval 513">
                    <a:extLst>
                      <a:ext uri="{FF2B5EF4-FFF2-40B4-BE49-F238E27FC236}">
                        <a16:creationId xmlns:a16="http://schemas.microsoft.com/office/drawing/2014/main" id="{5AC9D55D-FC86-4DFC-AFF4-2EF5904D8BF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BFF27C70-2367-4352-848E-472A6AFA138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3E7430A5-23CA-4BA8-98D4-EBBB8C8D93B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6685A7E6-5452-44A6-B2E3-C48E0B57158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7" name="Group 66">
                <a:extLst>
                  <a:ext uri="{FF2B5EF4-FFF2-40B4-BE49-F238E27FC236}">
                    <a16:creationId xmlns:a16="http://schemas.microsoft.com/office/drawing/2014/main" id="{89C20E99-C07C-4E57-86DD-20EB02FFD2B2}"/>
                  </a:ext>
                </a:extLst>
              </p:cNvPr>
              <p:cNvGrpSpPr/>
              <p:nvPr/>
            </p:nvGrpSpPr>
            <p:grpSpPr>
              <a:xfrm>
                <a:off x="8621455" y="2533736"/>
                <a:ext cx="971545" cy="53915"/>
                <a:chOff x="5754694" y="6008041"/>
                <a:chExt cx="971545" cy="53915"/>
              </a:xfrm>
            </p:grpSpPr>
            <p:grpSp>
              <p:nvGrpSpPr>
                <p:cNvPr id="430" name="Group 429">
                  <a:extLst>
                    <a:ext uri="{FF2B5EF4-FFF2-40B4-BE49-F238E27FC236}">
                      <a16:creationId xmlns:a16="http://schemas.microsoft.com/office/drawing/2014/main" id="{729148EB-4E9E-4E9F-BE5C-4C314F0A1407}"/>
                    </a:ext>
                  </a:extLst>
                </p:cNvPr>
                <p:cNvGrpSpPr/>
                <p:nvPr/>
              </p:nvGrpSpPr>
              <p:grpSpPr>
                <a:xfrm rot="10800000">
                  <a:off x="5825851" y="6008041"/>
                  <a:ext cx="242005" cy="46723"/>
                  <a:chOff x="7979724" y="3580291"/>
                  <a:chExt cx="242005" cy="43678"/>
                </a:xfrm>
              </p:grpSpPr>
              <p:sp>
                <p:nvSpPr>
                  <p:cNvPr id="494" name="Oval 493">
                    <a:extLst>
                      <a:ext uri="{FF2B5EF4-FFF2-40B4-BE49-F238E27FC236}">
                        <a16:creationId xmlns:a16="http://schemas.microsoft.com/office/drawing/2014/main" id="{49FADE51-F6D0-4D7B-9E86-36FDA140E8D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Oval 494">
                    <a:extLst>
                      <a:ext uri="{FF2B5EF4-FFF2-40B4-BE49-F238E27FC236}">
                        <a16:creationId xmlns:a16="http://schemas.microsoft.com/office/drawing/2014/main" id="{D749E8D8-8A7C-43C4-A0DA-053C9C84692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Oval 495">
                    <a:extLst>
                      <a:ext uri="{FF2B5EF4-FFF2-40B4-BE49-F238E27FC236}">
                        <a16:creationId xmlns:a16="http://schemas.microsoft.com/office/drawing/2014/main" id="{A05A2942-7AD0-4572-B2AC-346DACFD207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a:extLst>
                      <a:ext uri="{FF2B5EF4-FFF2-40B4-BE49-F238E27FC236}">
                        <a16:creationId xmlns:a16="http://schemas.microsoft.com/office/drawing/2014/main" id="{7CBE3CE9-1919-49EB-B353-2A12C80A532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a:extLst>
                      <a:ext uri="{FF2B5EF4-FFF2-40B4-BE49-F238E27FC236}">
                        <a16:creationId xmlns:a16="http://schemas.microsoft.com/office/drawing/2014/main" id="{778F209A-41F6-47B4-A3D6-ED33AF823B7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93767264-B57E-43A3-867A-48C320E4AB6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Oval 499">
                    <a:extLst>
                      <a:ext uri="{FF2B5EF4-FFF2-40B4-BE49-F238E27FC236}">
                        <a16:creationId xmlns:a16="http://schemas.microsoft.com/office/drawing/2014/main" id="{EE6BA97F-885B-4B22-9E7B-E53C232BB5B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Oval 500">
                    <a:extLst>
                      <a:ext uri="{FF2B5EF4-FFF2-40B4-BE49-F238E27FC236}">
                        <a16:creationId xmlns:a16="http://schemas.microsoft.com/office/drawing/2014/main" id="{C322C212-0A3A-4894-9F63-20B15D89594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1" name="Group 430">
                  <a:extLst>
                    <a:ext uri="{FF2B5EF4-FFF2-40B4-BE49-F238E27FC236}">
                      <a16:creationId xmlns:a16="http://schemas.microsoft.com/office/drawing/2014/main" id="{013A9368-AA82-47F7-8C13-37EF5178AA22}"/>
                    </a:ext>
                  </a:extLst>
                </p:cNvPr>
                <p:cNvGrpSpPr/>
                <p:nvPr/>
              </p:nvGrpSpPr>
              <p:grpSpPr>
                <a:xfrm>
                  <a:off x="5754694" y="6008857"/>
                  <a:ext cx="242005" cy="43678"/>
                  <a:chOff x="7979724" y="3580291"/>
                  <a:chExt cx="242005" cy="43678"/>
                </a:xfrm>
              </p:grpSpPr>
              <p:sp>
                <p:nvSpPr>
                  <p:cNvPr id="486" name="Oval 485">
                    <a:extLst>
                      <a:ext uri="{FF2B5EF4-FFF2-40B4-BE49-F238E27FC236}">
                        <a16:creationId xmlns:a16="http://schemas.microsoft.com/office/drawing/2014/main" id="{24572C52-F1DF-473D-87AC-B992BF37EBB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a:extLst>
                      <a:ext uri="{FF2B5EF4-FFF2-40B4-BE49-F238E27FC236}">
                        <a16:creationId xmlns:a16="http://schemas.microsoft.com/office/drawing/2014/main" id="{B3E61E1A-3DBA-454F-BF23-6760ED4B91B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Oval 487">
                    <a:extLst>
                      <a:ext uri="{FF2B5EF4-FFF2-40B4-BE49-F238E27FC236}">
                        <a16:creationId xmlns:a16="http://schemas.microsoft.com/office/drawing/2014/main" id="{4E93C652-CB8B-47A0-99E3-008D0B7749A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Oval 488">
                    <a:extLst>
                      <a:ext uri="{FF2B5EF4-FFF2-40B4-BE49-F238E27FC236}">
                        <a16:creationId xmlns:a16="http://schemas.microsoft.com/office/drawing/2014/main" id="{0CB0845C-E687-45C3-81D4-96F54A614A5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F7A54770-3285-43A4-814F-263211E1D75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Oval 490">
                    <a:extLst>
                      <a:ext uri="{FF2B5EF4-FFF2-40B4-BE49-F238E27FC236}">
                        <a16:creationId xmlns:a16="http://schemas.microsoft.com/office/drawing/2014/main" id="{B741F130-EBA3-4D72-B7E6-8885E44C1BB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Oval 491">
                    <a:extLst>
                      <a:ext uri="{FF2B5EF4-FFF2-40B4-BE49-F238E27FC236}">
                        <a16:creationId xmlns:a16="http://schemas.microsoft.com/office/drawing/2014/main" id="{FF6CC197-5827-4BF2-9907-C4A39E8B1E6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BD81E297-654D-4E25-9C9D-7D8866E4F51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2" name="Group 431">
                  <a:extLst>
                    <a:ext uri="{FF2B5EF4-FFF2-40B4-BE49-F238E27FC236}">
                      <a16:creationId xmlns:a16="http://schemas.microsoft.com/office/drawing/2014/main" id="{70C30FA8-636E-46AF-A565-5390AE3D6FB5}"/>
                    </a:ext>
                  </a:extLst>
                </p:cNvPr>
                <p:cNvGrpSpPr/>
                <p:nvPr/>
              </p:nvGrpSpPr>
              <p:grpSpPr>
                <a:xfrm rot="10800000">
                  <a:off x="6066894" y="6011217"/>
                  <a:ext cx="242005" cy="46723"/>
                  <a:chOff x="7979724" y="3580291"/>
                  <a:chExt cx="242005" cy="43678"/>
                </a:xfrm>
              </p:grpSpPr>
              <p:sp>
                <p:nvSpPr>
                  <p:cNvPr id="478" name="Oval 477">
                    <a:extLst>
                      <a:ext uri="{FF2B5EF4-FFF2-40B4-BE49-F238E27FC236}">
                        <a16:creationId xmlns:a16="http://schemas.microsoft.com/office/drawing/2014/main" id="{8D03602A-FDD0-489F-9130-B088DA7A17A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Oval 478">
                    <a:extLst>
                      <a:ext uri="{FF2B5EF4-FFF2-40B4-BE49-F238E27FC236}">
                        <a16:creationId xmlns:a16="http://schemas.microsoft.com/office/drawing/2014/main" id="{21E71AC6-BB1C-4570-B857-E48EC5E2E2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Oval 479">
                    <a:extLst>
                      <a:ext uri="{FF2B5EF4-FFF2-40B4-BE49-F238E27FC236}">
                        <a16:creationId xmlns:a16="http://schemas.microsoft.com/office/drawing/2014/main" id="{20FA4F62-F1C8-4D83-BA8C-B93AEA946AE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76483A72-258D-4989-B628-E5DB94317F3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Oval 481">
                    <a:extLst>
                      <a:ext uri="{FF2B5EF4-FFF2-40B4-BE49-F238E27FC236}">
                        <a16:creationId xmlns:a16="http://schemas.microsoft.com/office/drawing/2014/main" id="{13CB5453-78C2-42D2-A12D-9B1E26B3E13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Oval 482">
                    <a:extLst>
                      <a:ext uri="{FF2B5EF4-FFF2-40B4-BE49-F238E27FC236}">
                        <a16:creationId xmlns:a16="http://schemas.microsoft.com/office/drawing/2014/main" id="{E3A975A7-FF06-4DB6-9232-61184F3AE37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16F76288-6705-425F-A68F-341AA0B2D49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Oval 484">
                    <a:extLst>
                      <a:ext uri="{FF2B5EF4-FFF2-40B4-BE49-F238E27FC236}">
                        <a16:creationId xmlns:a16="http://schemas.microsoft.com/office/drawing/2014/main" id="{7189B693-3212-4547-B540-C8F8521A2F7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3" name="Group 432">
                  <a:extLst>
                    <a:ext uri="{FF2B5EF4-FFF2-40B4-BE49-F238E27FC236}">
                      <a16:creationId xmlns:a16="http://schemas.microsoft.com/office/drawing/2014/main" id="{61E43658-6E40-4C4A-AD6B-06C8B0E9E3DE}"/>
                    </a:ext>
                  </a:extLst>
                </p:cNvPr>
                <p:cNvGrpSpPr/>
                <p:nvPr/>
              </p:nvGrpSpPr>
              <p:grpSpPr>
                <a:xfrm rot="11689693">
                  <a:off x="5995737" y="6012033"/>
                  <a:ext cx="242005" cy="43678"/>
                  <a:chOff x="7979724" y="3580291"/>
                  <a:chExt cx="242005" cy="43678"/>
                </a:xfrm>
              </p:grpSpPr>
              <p:sp>
                <p:nvSpPr>
                  <p:cNvPr id="470" name="Oval 469">
                    <a:extLst>
                      <a:ext uri="{FF2B5EF4-FFF2-40B4-BE49-F238E27FC236}">
                        <a16:creationId xmlns:a16="http://schemas.microsoft.com/office/drawing/2014/main" id="{19995F17-0D3C-41CF-BD77-7A6D73801B2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Oval 470">
                    <a:extLst>
                      <a:ext uri="{FF2B5EF4-FFF2-40B4-BE49-F238E27FC236}">
                        <a16:creationId xmlns:a16="http://schemas.microsoft.com/office/drawing/2014/main" id="{1B7F9B70-57FE-4CFE-9FDB-61BA61FB63C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AC7F6F85-2B32-4D84-B68E-A6805414A12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D70468DA-4363-4F2C-9735-2E9ACB7A322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DC5B4504-0FCE-44AC-9E63-F25F2F52698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D366DB73-28FD-4E2A-99D9-055965F4A50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Oval 475">
                    <a:extLst>
                      <a:ext uri="{FF2B5EF4-FFF2-40B4-BE49-F238E27FC236}">
                        <a16:creationId xmlns:a16="http://schemas.microsoft.com/office/drawing/2014/main" id="{C5B8112A-1C13-481A-81FB-16EC7D02EAD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Oval 476">
                    <a:extLst>
                      <a:ext uri="{FF2B5EF4-FFF2-40B4-BE49-F238E27FC236}">
                        <a16:creationId xmlns:a16="http://schemas.microsoft.com/office/drawing/2014/main" id="{8A1D2B67-5539-4D6B-80A5-5C76D12F6FC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4" name="Group 433">
                  <a:extLst>
                    <a:ext uri="{FF2B5EF4-FFF2-40B4-BE49-F238E27FC236}">
                      <a16:creationId xmlns:a16="http://schemas.microsoft.com/office/drawing/2014/main" id="{4D58DE5A-2B23-41CB-9EA8-78A2396BEA57}"/>
                    </a:ext>
                  </a:extLst>
                </p:cNvPr>
                <p:cNvGrpSpPr/>
                <p:nvPr/>
              </p:nvGrpSpPr>
              <p:grpSpPr>
                <a:xfrm rot="21292958">
                  <a:off x="6243191" y="6012057"/>
                  <a:ext cx="242005" cy="46723"/>
                  <a:chOff x="7979724" y="3580291"/>
                  <a:chExt cx="242005" cy="43678"/>
                </a:xfrm>
              </p:grpSpPr>
              <p:sp>
                <p:nvSpPr>
                  <p:cNvPr id="462" name="Oval 461">
                    <a:extLst>
                      <a:ext uri="{FF2B5EF4-FFF2-40B4-BE49-F238E27FC236}">
                        <a16:creationId xmlns:a16="http://schemas.microsoft.com/office/drawing/2014/main" id="{1D7E2BAB-8273-4FE2-85C3-1E257B44DF1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Oval 462">
                    <a:extLst>
                      <a:ext uri="{FF2B5EF4-FFF2-40B4-BE49-F238E27FC236}">
                        <a16:creationId xmlns:a16="http://schemas.microsoft.com/office/drawing/2014/main" id="{A61F60A6-959B-4814-8E9A-0F2008AC8B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Oval 463">
                    <a:extLst>
                      <a:ext uri="{FF2B5EF4-FFF2-40B4-BE49-F238E27FC236}">
                        <a16:creationId xmlns:a16="http://schemas.microsoft.com/office/drawing/2014/main" id="{526D2D8A-4651-4A36-BA2D-7FC40FF1BF5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Oval 464">
                    <a:extLst>
                      <a:ext uri="{FF2B5EF4-FFF2-40B4-BE49-F238E27FC236}">
                        <a16:creationId xmlns:a16="http://schemas.microsoft.com/office/drawing/2014/main" id="{E85CC116-D81B-4313-918F-1EAB44329A5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Oval 465">
                    <a:extLst>
                      <a:ext uri="{FF2B5EF4-FFF2-40B4-BE49-F238E27FC236}">
                        <a16:creationId xmlns:a16="http://schemas.microsoft.com/office/drawing/2014/main" id="{A3DCD3BB-5176-4684-A291-B854A24F6FA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Oval 466">
                    <a:extLst>
                      <a:ext uri="{FF2B5EF4-FFF2-40B4-BE49-F238E27FC236}">
                        <a16:creationId xmlns:a16="http://schemas.microsoft.com/office/drawing/2014/main" id="{208F74BD-0AB8-4780-B254-CD45BD547EE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Oval 467">
                    <a:extLst>
                      <a:ext uri="{FF2B5EF4-FFF2-40B4-BE49-F238E27FC236}">
                        <a16:creationId xmlns:a16="http://schemas.microsoft.com/office/drawing/2014/main" id="{EE7F6880-4CB8-4C91-84A4-5C233B19C7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Oval 468">
                    <a:extLst>
                      <a:ext uri="{FF2B5EF4-FFF2-40B4-BE49-F238E27FC236}">
                        <a16:creationId xmlns:a16="http://schemas.microsoft.com/office/drawing/2014/main" id="{575962AA-CDD4-4902-B89B-ABE19632CC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5" name="Group 434">
                  <a:extLst>
                    <a:ext uri="{FF2B5EF4-FFF2-40B4-BE49-F238E27FC236}">
                      <a16:creationId xmlns:a16="http://schemas.microsoft.com/office/drawing/2014/main" id="{FBE36AF3-CE9B-4BA6-B258-868C38223440}"/>
                    </a:ext>
                  </a:extLst>
                </p:cNvPr>
                <p:cNvGrpSpPr/>
                <p:nvPr/>
              </p:nvGrpSpPr>
              <p:grpSpPr>
                <a:xfrm>
                  <a:off x="6172034" y="6012873"/>
                  <a:ext cx="242005" cy="43678"/>
                  <a:chOff x="7979724" y="3580291"/>
                  <a:chExt cx="242005" cy="43678"/>
                </a:xfrm>
              </p:grpSpPr>
              <p:sp>
                <p:nvSpPr>
                  <p:cNvPr id="454" name="Oval 453">
                    <a:extLst>
                      <a:ext uri="{FF2B5EF4-FFF2-40B4-BE49-F238E27FC236}">
                        <a16:creationId xmlns:a16="http://schemas.microsoft.com/office/drawing/2014/main" id="{11776304-6A96-4F2F-9E44-117C9F10A27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Oval 454">
                    <a:extLst>
                      <a:ext uri="{FF2B5EF4-FFF2-40B4-BE49-F238E27FC236}">
                        <a16:creationId xmlns:a16="http://schemas.microsoft.com/office/drawing/2014/main" id="{ED3DF7FA-D382-4707-9D86-19BAB2D639F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Oval 455">
                    <a:extLst>
                      <a:ext uri="{FF2B5EF4-FFF2-40B4-BE49-F238E27FC236}">
                        <a16:creationId xmlns:a16="http://schemas.microsoft.com/office/drawing/2014/main" id="{F48B1D4A-CB4A-42B2-A26E-B054072C536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Oval 456">
                    <a:extLst>
                      <a:ext uri="{FF2B5EF4-FFF2-40B4-BE49-F238E27FC236}">
                        <a16:creationId xmlns:a16="http://schemas.microsoft.com/office/drawing/2014/main" id="{5D37A87A-4DD3-45C2-ADA4-9463A8CDA29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Oval 457">
                    <a:extLst>
                      <a:ext uri="{FF2B5EF4-FFF2-40B4-BE49-F238E27FC236}">
                        <a16:creationId xmlns:a16="http://schemas.microsoft.com/office/drawing/2014/main" id="{B199BF8F-FC66-414C-959C-12170BAE640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Oval 458">
                    <a:extLst>
                      <a:ext uri="{FF2B5EF4-FFF2-40B4-BE49-F238E27FC236}">
                        <a16:creationId xmlns:a16="http://schemas.microsoft.com/office/drawing/2014/main" id="{8B5AD0EF-AA59-4434-8B37-871D787EEB8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Oval 459">
                    <a:extLst>
                      <a:ext uri="{FF2B5EF4-FFF2-40B4-BE49-F238E27FC236}">
                        <a16:creationId xmlns:a16="http://schemas.microsoft.com/office/drawing/2014/main" id="{78CF522C-B743-4BC1-8AD5-A4A4FF682C7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Oval 460">
                    <a:extLst>
                      <a:ext uri="{FF2B5EF4-FFF2-40B4-BE49-F238E27FC236}">
                        <a16:creationId xmlns:a16="http://schemas.microsoft.com/office/drawing/2014/main" id="{2FF2232D-3C8F-4C85-8F04-4D955B15698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6" name="Group 435">
                  <a:extLst>
                    <a:ext uri="{FF2B5EF4-FFF2-40B4-BE49-F238E27FC236}">
                      <a16:creationId xmlns:a16="http://schemas.microsoft.com/office/drawing/2014/main" id="{140231F4-5D12-4FBD-8E58-4E5F719CE82E}"/>
                    </a:ext>
                  </a:extLst>
                </p:cNvPr>
                <p:cNvGrpSpPr/>
                <p:nvPr/>
              </p:nvGrpSpPr>
              <p:grpSpPr>
                <a:xfrm rot="10800000">
                  <a:off x="6484234" y="6015233"/>
                  <a:ext cx="242005" cy="46723"/>
                  <a:chOff x="7979724" y="3580291"/>
                  <a:chExt cx="242005" cy="43678"/>
                </a:xfrm>
              </p:grpSpPr>
              <p:sp>
                <p:nvSpPr>
                  <p:cNvPr id="446" name="Oval 445">
                    <a:extLst>
                      <a:ext uri="{FF2B5EF4-FFF2-40B4-BE49-F238E27FC236}">
                        <a16:creationId xmlns:a16="http://schemas.microsoft.com/office/drawing/2014/main" id="{FA3A901D-D327-4574-892F-392D92B505C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Oval 446">
                    <a:extLst>
                      <a:ext uri="{FF2B5EF4-FFF2-40B4-BE49-F238E27FC236}">
                        <a16:creationId xmlns:a16="http://schemas.microsoft.com/office/drawing/2014/main" id="{B6039590-CCD4-4640-AC10-3AF2405FE72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Oval 447">
                    <a:extLst>
                      <a:ext uri="{FF2B5EF4-FFF2-40B4-BE49-F238E27FC236}">
                        <a16:creationId xmlns:a16="http://schemas.microsoft.com/office/drawing/2014/main" id="{2B381608-7154-4078-923C-6A8FF86C2BB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Oval 448">
                    <a:extLst>
                      <a:ext uri="{FF2B5EF4-FFF2-40B4-BE49-F238E27FC236}">
                        <a16:creationId xmlns:a16="http://schemas.microsoft.com/office/drawing/2014/main" id="{938F88F2-65A9-4297-BA4C-87201D4F816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Oval 449">
                    <a:extLst>
                      <a:ext uri="{FF2B5EF4-FFF2-40B4-BE49-F238E27FC236}">
                        <a16:creationId xmlns:a16="http://schemas.microsoft.com/office/drawing/2014/main" id="{4B8986E2-A870-4787-BABC-C27AABBF025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Oval 450">
                    <a:extLst>
                      <a:ext uri="{FF2B5EF4-FFF2-40B4-BE49-F238E27FC236}">
                        <a16:creationId xmlns:a16="http://schemas.microsoft.com/office/drawing/2014/main" id="{3A771198-D820-492E-83E1-3BB0E756875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Oval 451">
                    <a:extLst>
                      <a:ext uri="{FF2B5EF4-FFF2-40B4-BE49-F238E27FC236}">
                        <a16:creationId xmlns:a16="http://schemas.microsoft.com/office/drawing/2014/main" id="{89B555C5-A8D3-4E61-85B3-9F224A44076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Oval 452">
                    <a:extLst>
                      <a:ext uri="{FF2B5EF4-FFF2-40B4-BE49-F238E27FC236}">
                        <a16:creationId xmlns:a16="http://schemas.microsoft.com/office/drawing/2014/main" id="{2C70263D-8FDF-4234-9183-7FEC1E996D0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7" name="Group 436">
                  <a:extLst>
                    <a:ext uri="{FF2B5EF4-FFF2-40B4-BE49-F238E27FC236}">
                      <a16:creationId xmlns:a16="http://schemas.microsoft.com/office/drawing/2014/main" id="{17F543CE-2199-4D85-B7B0-18DA9737C729}"/>
                    </a:ext>
                  </a:extLst>
                </p:cNvPr>
                <p:cNvGrpSpPr/>
                <p:nvPr/>
              </p:nvGrpSpPr>
              <p:grpSpPr>
                <a:xfrm>
                  <a:off x="6413077" y="6016049"/>
                  <a:ext cx="242005" cy="43678"/>
                  <a:chOff x="7979724" y="3580291"/>
                  <a:chExt cx="242005" cy="43678"/>
                </a:xfrm>
              </p:grpSpPr>
              <p:sp>
                <p:nvSpPr>
                  <p:cNvPr id="438" name="Oval 437">
                    <a:extLst>
                      <a:ext uri="{FF2B5EF4-FFF2-40B4-BE49-F238E27FC236}">
                        <a16:creationId xmlns:a16="http://schemas.microsoft.com/office/drawing/2014/main" id="{CB9523F5-A76C-443C-A1C1-F8C597FE952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Oval 438">
                    <a:extLst>
                      <a:ext uri="{FF2B5EF4-FFF2-40B4-BE49-F238E27FC236}">
                        <a16:creationId xmlns:a16="http://schemas.microsoft.com/office/drawing/2014/main" id="{A11709E6-FC14-4EE9-BEA1-8FD740CD9CF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Oval 439">
                    <a:extLst>
                      <a:ext uri="{FF2B5EF4-FFF2-40B4-BE49-F238E27FC236}">
                        <a16:creationId xmlns:a16="http://schemas.microsoft.com/office/drawing/2014/main" id="{59A3A96E-6712-4052-9635-FF83D980774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Oval 440">
                    <a:extLst>
                      <a:ext uri="{FF2B5EF4-FFF2-40B4-BE49-F238E27FC236}">
                        <a16:creationId xmlns:a16="http://schemas.microsoft.com/office/drawing/2014/main" id="{68CF6A46-3779-45B1-B04F-4632461F8E6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Oval 441">
                    <a:extLst>
                      <a:ext uri="{FF2B5EF4-FFF2-40B4-BE49-F238E27FC236}">
                        <a16:creationId xmlns:a16="http://schemas.microsoft.com/office/drawing/2014/main" id="{712F946F-2724-410F-AAA5-4E37B150C8F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Oval 442">
                    <a:extLst>
                      <a:ext uri="{FF2B5EF4-FFF2-40B4-BE49-F238E27FC236}">
                        <a16:creationId xmlns:a16="http://schemas.microsoft.com/office/drawing/2014/main" id="{F7200FB3-F2ED-4D43-86C3-0D096292255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Oval 443">
                    <a:extLst>
                      <a:ext uri="{FF2B5EF4-FFF2-40B4-BE49-F238E27FC236}">
                        <a16:creationId xmlns:a16="http://schemas.microsoft.com/office/drawing/2014/main" id="{C1A0B79B-6AF9-4867-9EC7-9D6FA7436B4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Oval 444">
                    <a:extLst>
                      <a:ext uri="{FF2B5EF4-FFF2-40B4-BE49-F238E27FC236}">
                        <a16:creationId xmlns:a16="http://schemas.microsoft.com/office/drawing/2014/main" id="{5FAFCA13-0127-48B7-846B-82785C47588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8" name="Group 67">
                <a:extLst>
                  <a:ext uri="{FF2B5EF4-FFF2-40B4-BE49-F238E27FC236}">
                    <a16:creationId xmlns:a16="http://schemas.microsoft.com/office/drawing/2014/main" id="{4DF7ABCE-B570-436C-A4CE-019B2886AE74}"/>
                  </a:ext>
                </a:extLst>
              </p:cNvPr>
              <p:cNvGrpSpPr/>
              <p:nvPr/>
            </p:nvGrpSpPr>
            <p:grpSpPr>
              <a:xfrm rot="1379869">
                <a:off x="7723037" y="2612981"/>
                <a:ext cx="242005" cy="43678"/>
                <a:chOff x="7979724" y="3580291"/>
                <a:chExt cx="242005" cy="43678"/>
              </a:xfrm>
            </p:grpSpPr>
            <p:sp>
              <p:nvSpPr>
                <p:cNvPr id="422" name="Oval 421">
                  <a:extLst>
                    <a:ext uri="{FF2B5EF4-FFF2-40B4-BE49-F238E27FC236}">
                      <a16:creationId xmlns:a16="http://schemas.microsoft.com/office/drawing/2014/main" id="{46755480-16CA-457A-B797-46A3CB7ACCE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Oval 422">
                  <a:extLst>
                    <a:ext uri="{FF2B5EF4-FFF2-40B4-BE49-F238E27FC236}">
                      <a16:creationId xmlns:a16="http://schemas.microsoft.com/office/drawing/2014/main" id="{8E610FF9-85FE-4104-95BE-0A4D0EBFD91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Oval 423">
                  <a:extLst>
                    <a:ext uri="{FF2B5EF4-FFF2-40B4-BE49-F238E27FC236}">
                      <a16:creationId xmlns:a16="http://schemas.microsoft.com/office/drawing/2014/main" id="{2D029DB3-C4F3-45F3-80E8-C373DBBC691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Oval 424">
                  <a:extLst>
                    <a:ext uri="{FF2B5EF4-FFF2-40B4-BE49-F238E27FC236}">
                      <a16:creationId xmlns:a16="http://schemas.microsoft.com/office/drawing/2014/main" id="{28376D9B-D2FC-4910-B8EB-81192FC5226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Oval 425">
                  <a:extLst>
                    <a:ext uri="{FF2B5EF4-FFF2-40B4-BE49-F238E27FC236}">
                      <a16:creationId xmlns:a16="http://schemas.microsoft.com/office/drawing/2014/main" id="{DEC3FA33-8676-4735-B626-67426749828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Oval 426">
                  <a:extLst>
                    <a:ext uri="{FF2B5EF4-FFF2-40B4-BE49-F238E27FC236}">
                      <a16:creationId xmlns:a16="http://schemas.microsoft.com/office/drawing/2014/main" id="{13838AF6-3233-485A-A822-4053C1BE6A9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Oval 427">
                  <a:extLst>
                    <a:ext uri="{FF2B5EF4-FFF2-40B4-BE49-F238E27FC236}">
                      <a16:creationId xmlns:a16="http://schemas.microsoft.com/office/drawing/2014/main" id="{73853F3E-734E-41B1-9DCB-1CB6BA7D828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Oval 428">
                  <a:extLst>
                    <a:ext uri="{FF2B5EF4-FFF2-40B4-BE49-F238E27FC236}">
                      <a16:creationId xmlns:a16="http://schemas.microsoft.com/office/drawing/2014/main" id="{57E3C1B2-1972-4F6F-9675-823CD4ABC22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3A77B3B5-87A2-41C4-A36B-66B671B58745}"/>
                  </a:ext>
                </a:extLst>
              </p:cNvPr>
              <p:cNvGrpSpPr/>
              <p:nvPr/>
            </p:nvGrpSpPr>
            <p:grpSpPr>
              <a:xfrm rot="569977">
                <a:off x="8954643" y="2588471"/>
                <a:ext cx="242005" cy="43678"/>
                <a:chOff x="7979724" y="3580291"/>
                <a:chExt cx="242005" cy="43678"/>
              </a:xfrm>
            </p:grpSpPr>
            <p:sp>
              <p:nvSpPr>
                <p:cNvPr id="414" name="Oval 413">
                  <a:extLst>
                    <a:ext uri="{FF2B5EF4-FFF2-40B4-BE49-F238E27FC236}">
                      <a16:creationId xmlns:a16="http://schemas.microsoft.com/office/drawing/2014/main" id="{A4356A7F-2F22-4003-AFC3-9B7CD70CADF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Oval 414">
                  <a:extLst>
                    <a:ext uri="{FF2B5EF4-FFF2-40B4-BE49-F238E27FC236}">
                      <a16:creationId xmlns:a16="http://schemas.microsoft.com/office/drawing/2014/main" id="{998A1524-F637-4B1F-8545-86AED919DB1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Oval 415">
                  <a:extLst>
                    <a:ext uri="{FF2B5EF4-FFF2-40B4-BE49-F238E27FC236}">
                      <a16:creationId xmlns:a16="http://schemas.microsoft.com/office/drawing/2014/main" id="{EFBA5B6E-16C0-4B48-A88A-3497A5E226B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Oval 416">
                  <a:extLst>
                    <a:ext uri="{FF2B5EF4-FFF2-40B4-BE49-F238E27FC236}">
                      <a16:creationId xmlns:a16="http://schemas.microsoft.com/office/drawing/2014/main" id="{B3E7D6A7-76B6-4BEC-A797-EE49DFA242E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Oval 417">
                  <a:extLst>
                    <a:ext uri="{FF2B5EF4-FFF2-40B4-BE49-F238E27FC236}">
                      <a16:creationId xmlns:a16="http://schemas.microsoft.com/office/drawing/2014/main" id="{BB2D8103-6934-4FF2-A5A9-E1C0B91A8DF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Oval 418">
                  <a:extLst>
                    <a:ext uri="{FF2B5EF4-FFF2-40B4-BE49-F238E27FC236}">
                      <a16:creationId xmlns:a16="http://schemas.microsoft.com/office/drawing/2014/main" id="{6B32A2D2-CFBD-4A48-9626-0671543CED6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Oval 419">
                  <a:extLst>
                    <a:ext uri="{FF2B5EF4-FFF2-40B4-BE49-F238E27FC236}">
                      <a16:creationId xmlns:a16="http://schemas.microsoft.com/office/drawing/2014/main" id="{E7F47D2C-7609-4307-88BA-FC05F55311E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Oval 420">
                  <a:extLst>
                    <a:ext uri="{FF2B5EF4-FFF2-40B4-BE49-F238E27FC236}">
                      <a16:creationId xmlns:a16="http://schemas.microsoft.com/office/drawing/2014/main" id="{EDCC59C3-C9FA-444F-8F93-950F07FC105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1D3809C5-4975-4547-98DA-ED2F1E1B665E}"/>
                  </a:ext>
                </a:extLst>
              </p:cNvPr>
              <p:cNvGrpSpPr/>
              <p:nvPr/>
            </p:nvGrpSpPr>
            <p:grpSpPr>
              <a:xfrm rot="1379869">
                <a:off x="7792610" y="2676901"/>
                <a:ext cx="242005" cy="43678"/>
                <a:chOff x="7979724" y="3580291"/>
                <a:chExt cx="242005" cy="43678"/>
              </a:xfrm>
            </p:grpSpPr>
            <p:sp>
              <p:nvSpPr>
                <p:cNvPr id="406" name="Oval 405">
                  <a:extLst>
                    <a:ext uri="{FF2B5EF4-FFF2-40B4-BE49-F238E27FC236}">
                      <a16:creationId xmlns:a16="http://schemas.microsoft.com/office/drawing/2014/main" id="{50F1B728-2C45-45AA-8F51-A3C97E64F50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Oval 406">
                  <a:extLst>
                    <a:ext uri="{FF2B5EF4-FFF2-40B4-BE49-F238E27FC236}">
                      <a16:creationId xmlns:a16="http://schemas.microsoft.com/office/drawing/2014/main" id="{7FEF65E7-5E8C-4F8B-9DCC-B8BB6495E04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Oval 407">
                  <a:extLst>
                    <a:ext uri="{FF2B5EF4-FFF2-40B4-BE49-F238E27FC236}">
                      <a16:creationId xmlns:a16="http://schemas.microsoft.com/office/drawing/2014/main" id="{CA5E3E7B-1D6B-4AE2-987A-5455C886F47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Oval 408">
                  <a:extLst>
                    <a:ext uri="{FF2B5EF4-FFF2-40B4-BE49-F238E27FC236}">
                      <a16:creationId xmlns:a16="http://schemas.microsoft.com/office/drawing/2014/main" id="{3EAE7B3D-049A-4B97-BB0B-D6797587657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Oval 409">
                  <a:extLst>
                    <a:ext uri="{FF2B5EF4-FFF2-40B4-BE49-F238E27FC236}">
                      <a16:creationId xmlns:a16="http://schemas.microsoft.com/office/drawing/2014/main" id="{FD0AF617-A947-4948-BE23-9FDB1214D4E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Oval 410">
                  <a:extLst>
                    <a:ext uri="{FF2B5EF4-FFF2-40B4-BE49-F238E27FC236}">
                      <a16:creationId xmlns:a16="http://schemas.microsoft.com/office/drawing/2014/main" id="{9D6693F2-C48C-41B4-8BE7-DDDA6E5D5AF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Oval 411">
                  <a:extLst>
                    <a:ext uri="{FF2B5EF4-FFF2-40B4-BE49-F238E27FC236}">
                      <a16:creationId xmlns:a16="http://schemas.microsoft.com/office/drawing/2014/main" id="{FE78A861-D187-4532-AD26-04BC771D0F0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Oval 412">
                  <a:extLst>
                    <a:ext uri="{FF2B5EF4-FFF2-40B4-BE49-F238E27FC236}">
                      <a16:creationId xmlns:a16="http://schemas.microsoft.com/office/drawing/2014/main" id="{573A8885-75B3-4914-A862-E1B68BC2FF6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1" name="Group 70">
                <a:extLst>
                  <a:ext uri="{FF2B5EF4-FFF2-40B4-BE49-F238E27FC236}">
                    <a16:creationId xmlns:a16="http://schemas.microsoft.com/office/drawing/2014/main" id="{58B5EBB1-BEF9-4608-9982-6533F934754D}"/>
                  </a:ext>
                </a:extLst>
              </p:cNvPr>
              <p:cNvGrpSpPr/>
              <p:nvPr/>
            </p:nvGrpSpPr>
            <p:grpSpPr>
              <a:xfrm rot="10800000">
                <a:off x="8022388" y="2721099"/>
                <a:ext cx="242005" cy="46723"/>
                <a:chOff x="7979724" y="3580291"/>
                <a:chExt cx="242005" cy="43678"/>
              </a:xfrm>
            </p:grpSpPr>
            <p:sp>
              <p:nvSpPr>
                <p:cNvPr id="398" name="Oval 397">
                  <a:extLst>
                    <a:ext uri="{FF2B5EF4-FFF2-40B4-BE49-F238E27FC236}">
                      <a16:creationId xmlns:a16="http://schemas.microsoft.com/office/drawing/2014/main" id="{1145468A-CAC2-49F8-A31A-5666D867832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Oval 398">
                  <a:extLst>
                    <a:ext uri="{FF2B5EF4-FFF2-40B4-BE49-F238E27FC236}">
                      <a16:creationId xmlns:a16="http://schemas.microsoft.com/office/drawing/2014/main" id="{D5F469B8-DCCD-4572-8978-A67B02E4521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Oval 399">
                  <a:extLst>
                    <a:ext uri="{FF2B5EF4-FFF2-40B4-BE49-F238E27FC236}">
                      <a16:creationId xmlns:a16="http://schemas.microsoft.com/office/drawing/2014/main" id="{A6553980-30DC-411B-80C0-C37C15654EA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Oval 400">
                  <a:extLst>
                    <a:ext uri="{FF2B5EF4-FFF2-40B4-BE49-F238E27FC236}">
                      <a16:creationId xmlns:a16="http://schemas.microsoft.com/office/drawing/2014/main" id="{A1E4E64E-98E7-454A-8D89-054E9BF47C3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Oval 401">
                  <a:extLst>
                    <a:ext uri="{FF2B5EF4-FFF2-40B4-BE49-F238E27FC236}">
                      <a16:creationId xmlns:a16="http://schemas.microsoft.com/office/drawing/2014/main" id="{8ACA6CB8-FB18-4201-ADEA-26D23010251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Oval 402">
                  <a:extLst>
                    <a:ext uri="{FF2B5EF4-FFF2-40B4-BE49-F238E27FC236}">
                      <a16:creationId xmlns:a16="http://schemas.microsoft.com/office/drawing/2014/main" id="{AF03D043-E756-4C71-B0F8-92C22F4AB79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Oval 403">
                  <a:extLst>
                    <a:ext uri="{FF2B5EF4-FFF2-40B4-BE49-F238E27FC236}">
                      <a16:creationId xmlns:a16="http://schemas.microsoft.com/office/drawing/2014/main" id="{A9A4C1A2-2264-4E80-A2C4-70290DDBB3B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Oval 404">
                  <a:extLst>
                    <a:ext uri="{FF2B5EF4-FFF2-40B4-BE49-F238E27FC236}">
                      <a16:creationId xmlns:a16="http://schemas.microsoft.com/office/drawing/2014/main" id="{62FD2F0A-5B45-4F88-ADC0-986607D5E48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CC41604D-5053-40BC-9636-E65445250549}"/>
                  </a:ext>
                </a:extLst>
              </p:cNvPr>
              <p:cNvGrpSpPr/>
              <p:nvPr/>
            </p:nvGrpSpPr>
            <p:grpSpPr>
              <a:xfrm>
                <a:off x="7951231" y="2721915"/>
                <a:ext cx="242005" cy="43678"/>
                <a:chOff x="7979724" y="3580291"/>
                <a:chExt cx="242005" cy="43678"/>
              </a:xfrm>
            </p:grpSpPr>
            <p:sp>
              <p:nvSpPr>
                <p:cNvPr id="390" name="Oval 389">
                  <a:extLst>
                    <a:ext uri="{FF2B5EF4-FFF2-40B4-BE49-F238E27FC236}">
                      <a16:creationId xmlns:a16="http://schemas.microsoft.com/office/drawing/2014/main" id="{B9ED7A0A-E611-4C8C-989C-6A3F20B6463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Oval 390">
                  <a:extLst>
                    <a:ext uri="{FF2B5EF4-FFF2-40B4-BE49-F238E27FC236}">
                      <a16:creationId xmlns:a16="http://schemas.microsoft.com/office/drawing/2014/main" id="{4D4A9BA7-29DB-4CB4-B62A-85676BF347B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Oval 391">
                  <a:extLst>
                    <a:ext uri="{FF2B5EF4-FFF2-40B4-BE49-F238E27FC236}">
                      <a16:creationId xmlns:a16="http://schemas.microsoft.com/office/drawing/2014/main" id="{E79D0971-D767-4E1C-BD8A-F66F2E361D1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Oval 392">
                  <a:extLst>
                    <a:ext uri="{FF2B5EF4-FFF2-40B4-BE49-F238E27FC236}">
                      <a16:creationId xmlns:a16="http://schemas.microsoft.com/office/drawing/2014/main" id="{DC18DABD-159A-46E0-844E-9DDD8D575D3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Oval 393">
                  <a:extLst>
                    <a:ext uri="{FF2B5EF4-FFF2-40B4-BE49-F238E27FC236}">
                      <a16:creationId xmlns:a16="http://schemas.microsoft.com/office/drawing/2014/main" id="{C0A72F39-AC1E-4E16-97CE-B3EB0AF21FE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Oval 394">
                  <a:extLst>
                    <a:ext uri="{FF2B5EF4-FFF2-40B4-BE49-F238E27FC236}">
                      <a16:creationId xmlns:a16="http://schemas.microsoft.com/office/drawing/2014/main" id="{78BF5757-F3D6-459F-8175-F6A13C8D47B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Oval 395">
                  <a:extLst>
                    <a:ext uri="{FF2B5EF4-FFF2-40B4-BE49-F238E27FC236}">
                      <a16:creationId xmlns:a16="http://schemas.microsoft.com/office/drawing/2014/main" id="{01040834-553F-4400-AA23-7DEA6AA0A37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Oval 396">
                  <a:extLst>
                    <a:ext uri="{FF2B5EF4-FFF2-40B4-BE49-F238E27FC236}">
                      <a16:creationId xmlns:a16="http://schemas.microsoft.com/office/drawing/2014/main" id="{18D23008-1DFE-4A7D-8099-399B04A024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E448B23A-C295-41D4-A000-D0AAABBC6D42}"/>
                  </a:ext>
                </a:extLst>
              </p:cNvPr>
              <p:cNvGrpSpPr/>
              <p:nvPr/>
            </p:nvGrpSpPr>
            <p:grpSpPr>
              <a:xfrm rot="10800000">
                <a:off x="7362057" y="2387571"/>
                <a:ext cx="242005" cy="46723"/>
                <a:chOff x="7979724" y="3580291"/>
                <a:chExt cx="242005" cy="43678"/>
              </a:xfrm>
            </p:grpSpPr>
            <p:sp>
              <p:nvSpPr>
                <p:cNvPr id="382" name="Oval 381">
                  <a:extLst>
                    <a:ext uri="{FF2B5EF4-FFF2-40B4-BE49-F238E27FC236}">
                      <a16:creationId xmlns:a16="http://schemas.microsoft.com/office/drawing/2014/main" id="{D2F74E05-9557-46EE-A230-0091AD5ECB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Oval 382">
                  <a:extLst>
                    <a:ext uri="{FF2B5EF4-FFF2-40B4-BE49-F238E27FC236}">
                      <a16:creationId xmlns:a16="http://schemas.microsoft.com/office/drawing/2014/main" id="{E0C7DFF2-E7E6-4D8B-9940-543822A21F4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Oval 383">
                  <a:extLst>
                    <a:ext uri="{FF2B5EF4-FFF2-40B4-BE49-F238E27FC236}">
                      <a16:creationId xmlns:a16="http://schemas.microsoft.com/office/drawing/2014/main" id="{C8B910E9-8D54-4E3C-868C-F6DC7183C38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Oval 384">
                  <a:extLst>
                    <a:ext uri="{FF2B5EF4-FFF2-40B4-BE49-F238E27FC236}">
                      <a16:creationId xmlns:a16="http://schemas.microsoft.com/office/drawing/2014/main" id="{F500ABC5-0C07-4AFB-9551-7EF710473E5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Oval 385">
                  <a:extLst>
                    <a:ext uri="{FF2B5EF4-FFF2-40B4-BE49-F238E27FC236}">
                      <a16:creationId xmlns:a16="http://schemas.microsoft.com/office/drawing/2014/main" id="{4906DC46-B0AF-44CD-B545-A1DB9883FBC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Oval 386">
                  <a:extLst>
                    <a:ext uri="{FF2B5EF4-FFF2-40B4-BE49-F238E27FC236}">
                      <a16:creationId xmlns:a16="http://schemas.microsoft.com/office/drawing/2014/main" id="{B1D2A5F6-CCC6-474E-8D8D-C71730A8DD9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Oval 387">
                  <a:extLst>
                    <a:ext uri="{FF2B5EF4-FFF2-40B4-BE49-F238E27FC236}">
                      <a16:creationId xmlns:a16="http://schemas.microsoft.com/office/drawing/2014/main" id="{62D169B7-A559-470B-928B-5D159662540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Oval 388">
                  <a:extLst>
                    <a:ext uri="{FF2B5EF4-FFF2-40B4-BE49-F238E27FC236}">
                      <a16:creationId xmlns:a16="http://schemas.microsoft.com/office/drawing/2014/main" id="{A938D30D-9AF2-49E5-BF1D-DCCF77AA946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98E9C214-3030-49DA-8D6D-BA3F8983A88B}"/>
                  </a:ext>
                </a:extLst>
              </p:cNvPr>
              <p:cNvGrpSpPr/>
              <p:nvPr/>
            </p:nvGrpSpPr>
            <p:grpSpPr>
              <a:xfrm>
                <a:off x="7290900" y="2388387"/>
                <a:ext cx="242005" cy="43678"/>
                <a:chOff x="7979724" y="3580291"/>
                <a:chExt cx="242005" cy="43678"/>
              </a:xfrm>
            </p:grpSpPr>
            <p:sp>
              <p:nvSpPr>
                <p:cNvPr id="374" name="Oval 373">
                  <a:extLst>
                    <a:ext uri="{FF2B5EF4-FFF2-40B4-BE49-F238E27FC236}">
                      <a16:creationId xmlns:a16="http://schemas.microsoft.com/office/drawing/2014/main" id="{2C3838DA-BBA7-460B-9C5A-9B4B95D0559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Oval 374">
                  <a:extLst>
                    <a:ext uri="{FF2B5EF4-FFF2-40B4-BE49-F238E27FC236}">
                      <a16:creationId xmlns:a16="http://schemas.microsoft.com/office/drawing/2014/main" id="{F1E85436-ABDA-45D4-B36C-90D2F8EB03E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Oval 375">
                  <a:extLst>
                    <a:ext uri="{FF2B5EF4-FFF2-40B4-BE49-F238E27FC236}">
                      <a16:creationId xmlns:a16="http://schemas.microsoft.com/office/drawing/2014/main" id="{29D82A62-6891-470B-A2CD-DAC2DE54303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Oval 376">
                  <a:extLst>
                    <a:ext uri="{FF2B5EF4-FFF2-40B4-BE49-F238E27FC236}">
                      <a16:creationId xmlns:a16="http://schemas.microsoft.com/office/drawing/2014/main" id="{0686695C-9FD0-4429-995C-931697DF866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Oval 377">
                  <a:extLst>
                    <a:ext uri="{FF2B5EF4-FFF2-40B4-BE49-F238E27FC236}">
                      <a16:creationId xmlns:a16="http://schemas.microsoft.com/office/drawing/2014/main" id="{499A6EC9-9AE2-4460-BE91-DB01FC53F7B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Oval 378">
                  <a:extLst>
                    <a:ext uri="{FF2B5EF4-FFF2-40B4-BE49-F238E27FC236}">
                      <a16:creationId xmlns:a16="http://schemas.microsoft.com/office/drawing/2014/main" id="{6A6CF818-39A0-4D8C-A4C1-69032AD4DA8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Oval 379">
                  <a:extLst>
                    <a:ext uri="{FF2B5EF4-FFF2-40B4-BE49-F238E27FC236}">
                      <a16:creationId xmlns:a16="http://schemas.microsoft.com/office/drawing/2014/main" id="{C7FBFBD8-E7BB-449D-A2BA-9B42BACF633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Oval 380">
                  <a:extLst>
                    <a:ext uri="{FF2B5EF4-FFF2-40B4-BE49-F238E27FC236}">
                      <a16:creationId xmlns:a16="http://schemas.microsoft.com/office/drawing/2014/main" id="{17943240-5EC1-4E91-A580-5AB72EB7235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95CC1C6C-7296-47D9-9312-5555E473424A}"/>
                  </a:ext>
                </a:extLst>
              </p:cNvPr>
              <p:cNvGrpSpPr/>
              <p:nvPr/>
            </p:nvGrpSpPr>
            <p:grpSpPr>
              <a:xfrm rot="10800000">
                <a:off x="7763312" y="2389780"/>
                <a:ext cx="242005" cy="46723"/>
                <a:chOff x="7979724" y="3580291"/>
                <a:chExt cx="242005" cy="43678"/>
              </a:xfrm>
            </p:grpSpPr>
            <p:sp>
              <p:nvSpPr>
                <p:cNvPr id="366" name="Oval 365">
                  <a:extLst>
                    <a:ext uri="{FF2B5EF4-FFF2-40B4-BE49-F238E27FC236}">
                      <a16:creationId xmlns:a16="http://schemas.microsoft.com/office/drawing/2014/main" id="{419FA1C0-6728-4AA9-9A18-AA25848385C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Oval 366">
                  <a:extLst>
                    <a:ext uri="{FF2B5EF4-FFF2-40B4-BE49-F238E27FC236}">
                      <a16:creationId xmlns:a16="http://schemas.microsoft.com/office/drawing/2014/main" id="{1F046E05-DD20-4CEE-A2A8-1A6B86AB1F9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Oval 367">
                  <a:extLst>
                    <a:ext uri="{FF2B5EF4-FFF2-40B4-BE49-F238E27FC236}">
                      <a16:creationId xmlns:a16="http://schemas.microsoft.com/office/drawing/2014/main" id="{4B695FE4-66CE-4119-85E6-4483FB6CF76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Oval 368">
                  <a:extLst>
                    <a:ext uri="{FF2B5EF4-FFF2-40B4-BE49-F238E27FC236}">
                      <a16:creationId xmlns:a16="http://schemas.microsoft.com/office/drawing/2014/main" id="{46BF52BC-C74B-4C97-9CAC-8887DB35684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Oval 369">
                  <a:extLst>
                    <a:ext uri="{FF2B5EF4-FFF2-40B4-BE49-F238E27FC236}">
                      <a16:creationId xmlns:a16="http://schemas.microsoft.com/office/drawing/2014/main" id="{13E7997D-40F8-48E7-9E90-6DD37517ACC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Oval 370">
                  <a:extLst>
                    <a:ext uri="{FF2B5EF4-FFF2-40B4-BE49-F238E27FC236}">
                      <a16:creationId xmlns:a16="http://schemas.microsoft.com/office/drawing/2014/main" id="{925CD724-E925-43B7-9919-472BABC73C7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Oval 371">
                  <a:extLst>
                    <a:ext uri="{FF2B5EF4-FFF2-40B4-BE49-F238E27FC236}">
                      <a16:creationId xmlns:a16="http://schemas.microsoft.com/office/drawing/2014/main" id="{CF054183-9618-496B-A8B1-1EC1B16EE3A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Oval 372">
                  <a:extLst>
                    <a:ext uri="{FF2B5EF4-FFF2-40B4-BE49-F238E27FC236}">
                      <a16:creationId xmlns:a16="http://schemas.microsoft.com/office/drawing/2014/main" id="{908331A5-37E0-4B2A-B710-E975D16116E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33D0E75A-F7A6-4869-BAFD-F98CFAF62E75}"/>
                  </a:ext>
                </a:extLst>
              </p:cNvPr>
              <p:cNvGrpSpPr/>
              <p:nvPr/>
            </p:nvGrpSpPr>
            <p:grpSpPr>
              <a:xfrm>
                <a:off x="7692155" y="2390596"/>
                <a:ext cx="242005" cy="43678"/>
                <a:chOff x="7979724" y="3580291"/>
                <a:chExt cx="242005" cy="43678"/>
              </a:xfrm>
            </p:grpSpPr>
            <p:sp>
              <p:nvSpPr>
                <p:cNvPr id="358" name="Oval 357">
                  <a:extLst>
                    <a:ext uri="{FF2B5EF4-FFF2-40B4-BE49-F238E27FC236}">
                      <a16:creationId xmlns:a16="http://schemas.microsoft.com/office/drawing/2014/main" id="{5E216411-AF1C-48C2-B149-A73BE724A9D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Oval 358">
                  <a:extLst>
                    <a:ext uri="{FF2B5EF4-FFF2-40B4-BE49-F238E27FC236}">
                      <a16:creationId xmlns:a16="http://schemas.microsoft.com/office/drawing/2014/main" id="{3CCCC2AE-B51C-4486-BD17-4285C227BA7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Oval 359">
                  <a:extLst>
                    <a:ext uri="{FF2B5EF4-FFF2-40B4-BE49-F238E27FC236}">
                      <a16:creationId xmlns:a16="http://schemas.microsoft.com/office/drawing/2014/main" id="{C06A4887-25B4-41CB-BC99-83826DDD91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Oval 360">
                  <a:extLst>
                    <a:ext uri="{FF2B5EF4-FFF2-40B4-BE49-F238E27FC236}">
                      <a16:creationId xmlns:a16="http://schemas.microsoft.com/office/drawing/2014/main" id="{BBE0A269-960E-4137-B2FA-E16B82CF630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Oval 361">
                  <a:extLst>
                    <a:ext uri="{FF2B5EF4-FFF2-40B4-BE49-F238E27FC236}">
                      <a16:creationId xmlns:a16="http://schemas.microsoft.com/office/drawing/2014/main" id="{021964AD-B437-4173-A826-394EF785AA6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Oval 362">
                  <a:extLst>
                    <a:ext uri="{FF2B5EF4-FFF2-40B4-BE49-F238E27FC236}">
                      <a16:creationId xmlns:a16="http://schemas.microsoft.com/office/drawing/2014/main" id="{E3397A3E-44A4-43CB-89CD-78FEF6535EC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Oval 363">
                  <a:extLst>
                    <a:ext uri="{FF2B5EF4-FFF2-40B4-BE49-F238E27FC236}">
                      <a16:creationId xmlns:a16="http://schemas.microsoft.com/office/drawing/2014/main" id="{347B18A2-72B3-4BF2-BC8F-3C9750ACA50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Oval 364">
                  <a:extLst>
                    <a:ext uri="{FF2B5EF4-FFF2-40B4-BE49-F238E27FC236}">
                      <a16:creationId xmlns:a16="http://schemas.microsoft.com/office/drawing/2014/main" id="{A79CC04F-8903-4C23-8BEB-4A4E97C4799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a:extLst>
                  <a:ext uri="{FF2B5EF4-FFF2-40B4-BE49-F238E27FC236}">
                    <a16:creationId xmlns:a16="http://schemas.microsoft.com/office/drawing/2014/main" id="{152EF0AF-C6E2-4D72-A316-320D2071C614}"/>
                  </a:ext>
                </a:extLst>
              </p:cNvPr>
              <p:cNvGrpSpPr/>
              <p:nvPr/>
            </p:nvGrpSpPr>
            <p:grpSpPr>
              <a:xfrm rot="10800000">
                <a:off x="8157402" y="2393619"/>
                <a:ext cx="242005" cy="46723"/>
                <a:chOff x="7979724" y="3580291"/>
                <a:chExt cx="242005" cy="43678"/>
              </a:xfrm>
            </p:grpSpPr>
            <p:sp>
              <p:nvSpPr>
                <p:cNvPr id="350" name="Oval 349">
                  <a:extLst>
                    <a:ext uri="{FF2B5EF4-FFF2-40B4-BE49-F238E27FC236}">
                      <a16:creationId xmlns:a16="http://schemas.microsoft.com/office/drawing/2014/main" id="{4884A59A-4B62-486A-ACDD-526E6A78990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Oval 350">
                  <a:extLst>
                    <a:ext uri="{FF2B5EF4-FFF2-40B4-BE49-F238E27FC236}">
                      <a16:creationId xmlns:a16="http://schemas.microsoft.com/office/drawing/2014/main" id="{47F79094-9467-4A09-B5C1-4EF2A56DBB8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Oval 351">
                  <a:extLst>
                    <a:ext uri="{FF2B5EF4-FFF2-40B4-BE49-F238E27FC236}">
                      <a16:creationId xmlns:a16="http://schemas.microsoft.com/office/drawing/2014/main" id="{F902E80F-AE5A-45C3-8D28-01F6FCFBA9C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Oval 352">
                  <a:extLst>
                    <a:ext uri="{FF2B5EF4-FFF2-40B4-BE49-F238E27FC236}">
                      <a16:creationId xmlns:a16="http://schemas.microsoft.com/office/drawing/2014/main" id="{7051B381-0B2C-48C3-8E3B-202431F83D6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Oval 353">
                  <a:extLst>
                    <a:ext uri="{FF2B5EF4-FFF2-40B4-BE49-F238E27FC236}">
                      <a16:creationId xmlns:a16="http://schemas.microsoft.com/office/drawing/2014/main" id="{1DC6DC0E-9FDF-4483-886A-FE5BC6B25F0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Oval 354">
                  <a:extLst>
                    <a:ext uri="{FF2B5EF4-FFF2-40B4-BE49-F238E27FC236}">
                      <a16:creationId xmlns:a16="http://schemas.microsoft.com/office/drawing/2014/main" id="{47725C26-37D8-44CB-A296-BDFF501DDF2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Oval 355">
                  <a:extLst>
                    <a:ext uri="{FF2B5EF4-FFF2-40B4-BE49-F238E27FC236}">
                      <a16:creationId xmlns:a16="http://schemas.microsoft.com/office/drawing/2014/main" id="{65925741-CD08-4EEE-8EE5-2168083EE2B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Oval 356">
                  <a:extLst>
                    <a:ext uri="{FF2B5EF4-FFF2-40B4-BE49-F238E27FC236}">
                      <a16:creationId xmlns:a16="http://schemas.microsoft.com/office/drawing/2014/main" id="{022EAD33-4DC9-4720-83F9-02A3645D632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a:extLst>
                  <a:ext uri="{FF2B5EF4-FFF2-40B4-BE49-F238E27FC236}">
                    <a16:creationId xmlns:a16="http://schemas.microsoft.com/office/drawing/2014/main" id="{3E990E22-1600-4251-AB00-C924FD30BA30}"/>
                  </a:ext>
                </a:extLst>
              </p:cNvPr>
              <p:cNvGrpSpPr/>
              <p:nvPr/>
            </p:nvGrpSpPr>
            <p:grpSpPr>
              <a:xfrm>
                <a:off x="8086245" y="2394435"/>
                <a:ext cx="242005" cy="43678"/>
                <a:chOff x="7979724" y="3580291"/>
                <a:chExt cx="242005" cy="43678"/>
              </a:xfrm>
            </p:grpSpPr>
            <p:sp>
              <p:nvSpPr>
                <p:cNvPr id="342" name="Oval 341">
                  <a:extLst>
                    <a:ext uri="{FF2B5EF4-FFF2-40B4-BE49-F238E27FC236}">
                      <a16:creationId xmlns:a16="http://schemas.microsoft.com/office/drawing/2014/main" id="{3EC3B4A7-EB4B-4E6C-AAC6-E0807BCEB23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3DB1B0B1-7B46-4CA0-9ADF-15002B89FBF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5B1443E4-C2D3-40B9-AC12-E0E0264A435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Oval 344">
                  <a:extLst>
                    <a:ext uri="{FF2B5EF4-FFF2-40B4-BE49-F238E27FC236}">
                      <a16:creationId xmlns:a16="http://schemas.microsoft.com/office/drawing/2014/main" id="{7EC00D67-6DB1-4CC9-B9C3-3282E5AB717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Oval 345">
                  <a:extLst>
                    <a:ext uri="{FF2B5EF4-FFF2-40B4-BE49-F238E27FC236}">
                      <a16:creationId xmlns:a16="http://schemas.microsoft.com/office/drawing/2014/main" id="{6754DCB8-2CFA-4757-AD31-79ACE3F128D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Oval 346">
                  <a:extLst>
                    <a:ext uri="{FF2B5EF4-FFF2-40B4-BE49-F238E27FC236}">
                      <a16:creationId xmlns:a16="http://schemas.microsoft.com/office/drawing/2014/main" id="{128C16F4-934B-430B-B3D8-E033182A7A9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Oval 347">
                  <a:extLst>
                    <a:ext uri="{FF2B5EF4-FFF2-40B4-BE49-F238E27FC236}">
                      <a16:creationId xmlns:a16="http://schemas.microsoft.com/office/drawing/2014/main" id="{790C798B-B2FD-406F-A8A2-05E4FDA6786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Oval 348">
                  <a:extLst>
                    <a:ext uri="{FF2B5EF4-FFF2-40B4-BE49-F238E27FC236}">
                      <a16:creationId xmlns:a16="http://schemas.microsoft.com/office/drawing/2014/main" id="{3A87E62A-6C98-40BD-A411-F2D68A5772E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9" name="Group 78">
                <a:extLst>
                  <a:ext uri="{FF2B5EF4-FFF2-40B4-BE49-F238E27FC236}">
                    <a16:creationId xmlns:a16="http://schemas.microsoft.com/office/drawing/2014/main" id="{27DB9878-7B59-4EF4-B187-0CE3335A9CDC}"/>
                  </a:ext>
                </a:extLst>
              </p:cNvPr>
              <p:cNvGrpSpPr/>
              <p:nvPr/>
            </p:nvGrpSpPr>
            <p:grpSpPr>
              <a:xfrm rot="10800000">
                <a:off x="8265463" y="2567223"/>
                <a:ext cx="242005" cy="46723"/>
                <a:chOff x="7979724" y="3580291"/>
                <a:chExt cx="242005" cy="43678"/>
              </a:xfrm>
            </p:grpSpPr>
            <p:sp>
              <p:nvSpPr>
                <p:cNvPr id="334" name="Oval 333">
                  <a:extLst>
                    <a:ext uri="{FF2B5EF4-FFF2-40B4-BE49-F238E27FC236}">
                      <a16:creationId xmlns:a16="http://schemas.microsoft.com/office/drawing/2014/main" id="{19EBE1E8-DE5F-4BD8-AD5E-473B68D9638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a:extLst>
                    <a:ext uri="{FF2B5EF4-FFF2-40B4-BE49-F238E27FC236}">
                      <a16:creationId xmlns:a16="http://schemas.microsoft.com/office/drawing/2014/main" id="{62F2066C-F5D9-4A57-8942-E97C806FA75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a:extLst>
                    <a:ext uri="{FF2B5EF4-FFF2-40B4-BE49-F238E27FC236}">
                      <a16:creationId xmlns:a16="http://schemas.microsoft.com/office/drawing/2014/main" id="{F0186EFA-4B73-4810-BB0B-0191BCB0F05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658E02A3-5281-456C-BCC7-E5937CEE633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8D8BBF11-35BA-48BD-BD7A-22D2B409403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5D76BD47-0BA3-460E-8B87-4DC28EA8AC6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3DEE2CEE-F292-4ED1-8F8B-D8C3D950039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84AB3718-236F-43A5-83B2-64F9DD7E68B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23165473-9C6B-46A5-8CED-2564467AAD54}"/>
                  </a:ext>
                </a:extLst>
              </p:cNvPr>
              <p:cNvGrpSpPr/>
              <p:nvPr/>
            </p:nvGrpSpPr>
            <p:grpSpPr>
              <a:xfrm>
                <a:off x="8194306" y="2568039"/>
                <a:ext cx="242005" cy="43678"/>
                <a:chOff x="7979724" y="3580291"/>
                <a:chExt cx="242005" cy="43678"/>
              </a:xfrm>
            </p:grpSpPr>
            <p:sp>
              <p:nvSpPr>
                <p:cNvPr id="326" name="Oval 325">
                  <a:extLst>
                    <a:ext uri="{FF2B5EF4-FFF2-40B4-BE49-F238E27FC236}">
                      <a16:creationId xmlns:a16="http://schemas.microsoft.com/office/drawing/2014/main" id="{9606C400-E072-4768-8636-2F8E0861C86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Oval 326">
                  <a:extLst>
                    <a:ext uri="{FF2B5EF4-FFF2-40B4-BE49-F238E27FC236}">
                      <a16:creationId xmlns:a16="http://schemas.microsoft.com/office/drawing/2014/main" id="{A52B5193-E84B-489C-8728-8058E7BF140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a:extLst>
                    <a:ext uri="{FF2B5EF4-FFF2-40B4-BE49-F238E27FC236}">
                      <a16:creationId xmlns:a16="http://schemas.microsoft.com/office/drawing/2014/main" id="{89673E6A-A456-4F47-8D5D-F4908EBB7D0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Oval 328">
                  <a:extLst>
                    <a:ext uri="{FF2B5EF4-FFF2-40B4-BE49-F238E27FC236}">
                      <a16:creationId xmlns:a16="http://schemas.microsoft.com/office/drawing/2014/main" id="{8BD61B50-1121-46CF-BFCF-03B2533B0BC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a:extLst>
                    <a:ext uri="{FF2B5EF4-FFF2-40B4-BE49-F238E27FC236}">
                      <a16:creationId xmlns:a16="http://schemas.microsoft.com/office/drawing/2014/main" id="{ABF5D11A-43EF-404B-AFC9-3C2DF96E525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Oval 330">
                  <a:extLst>
                    <a:ext uri="{FF2B5EF4-FFF2-40B4-BE49-F238E27FC236}">
                      <a16:creationId xmlns:a16="http://schemas.microsoft.com/office/drawing/2014/main" id="{F6EBA4C0-7AE6-45E8-A8F6-0F8E634E93E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Oval 331">
                  <a:extLst>
                    <a:ext uri="{FF2B5EF4-FFF2-40B4-BE49-F238E27FC236}">
                      <a16:creationId xmlns:a16="http://schemas.microsoft.com/office/drawing/2014/main" id="{460D36EC-526A-445D-B2AD-C3C10C84A94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Oval 332">
                  <a:extLst>
                    <a:ext uri="{FF2B5EF4-FFF2-40B4-BE49-F238E27FC236}">
                      <a16:creationId xmlns:a16="http://schemas.microsoft.com/office/drawing/2014/main" id="{6D9BF90A-AA80-4337-ADFF-D2515009C21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6BA6789B-51B7-4BBC-8D22-D5D9F003D801}"/>
                  </a:ext>
                </a:extLst>
              </p:cNvPr>
              <p:cNvGrpSpPr/>
              <p:nvPr/>
            </p:nvGrpSpPr>
            <p:grpSpPr>
              <a:xfrm rot="10800000">
                <a:off x="7808283" y="2554879"/>
                <a:ext cx="242005" cy="46723"/>
                <a:chOff x="7979724" y="3580291"/>
                <a:chExt cx="242005" cy="43678"/>
              </a:xfrm>
            </p:grpSpPr>
            <p:sp>
              <p:nvSpPr>
                <p:cNvPr id="318" name="Oval 317">
                  <a:extLst>
                    <a:ext uri="{FF2B5EF4-FFF2-40B4-BE49-F238E27FC236}">
                      <a16:creationId xmlns:a16="http://schemas.microsoft.com/office/drawing/2014/main" id="{5FF0E197-94EF-44F7-8AC1-F9D2FB9B6AB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Oval 318">
                  <a:extLst>
                    <a:ext uri="{FF2B5EF4-FFF2-40B4-BE49-F238E27FC236}">
                      <a16:creationId xmlns:a16="http://schemas.microsoft.com/office/drawing/2014/main" id="{396F3397-BBA4-4EEF-BE48-EDC914FCAF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Oval 319">
                  <a:extLst>
                    <a:ext uri="{FF2B5EF4-FFF2-40B4-BE49-F238E27FC236}">
                      <a16:creationId xmlns:a16="http://schemas.microsoft.com/office/drawing/2014/main" id="{F5589255-A691-44B0-AAEA-7041206D8F7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Oval 320">
                  <a:extLst>
                    <a:ext uri="{FF2B5EF4-FFF2-40B4-BE49-F238E27FC236}">
                      <a16:creationId xmlns:a16="http://schemas.microsoft.com/office/drawing/2014/main" id="{DAB8C1D0-6E40-4C4E-BE34-39DCB9FBD18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Oval 321">
                  <a:extLst>
                    <a:ext uri="{FF2B5EF4-FFF2-40B4-BE49-F238E27FC236}">
                      <a16:creationId xmlns:a16="http://schemas.microsoft.com/office/drawing/2014/main" id="{0B49ECBD-4F64-4CD3-B290-C5151E8B1F7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a:extLst>
                    <a:ext uri="{FF2B5EF4-FFF2-40B4-BE49-F238E27FC236}">
                      <a16:creationId xmlns:a16="http://schemas.microsoft.com/office/drawing/2014/main" id="{7370A11C-BFE0-4644-9A45-2EE0AE6BC40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624EC98B-2DD1-4561-842E-B0717C13A81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F823CAE9-286C-4128-AB91-A062807C46C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9B002DC2-8AF1-43C6-9B75-4824E417FC3B}"/>
                  </a:ext>
                </a:extLst>
              </p:cNvPr>
              <p:cNvGrpSpPr/>
              <p:nvPr/>
            </p:nvGrpSpPr>
            <p:grpSpPr>
              <a:xfrm>
                <a:off x="7737126" y="2555695"/>
                <a:ext cx="242005" cy="43678"/>
                <a:chOff x="7979724" y="3580291"/>
                <a:chExt cx="242005" cy="43678"/>
              </a:xfrm>
            </p:grpSpPr>
            <p:sp>
              <p:nvSpPr>
                <p:cNvPr id="310" name="Oval 309">
                  <a:extLst>
                    <a:ext uri="{FF2B5EF4-FFF2-40B4-BE49-F238E27FC236}">
                      <a16:creationId xmlns:a16="http://schemas.microsoft.com/office/drawing/2014/main" id="{9CD2D883-D784-4357-A4A4-3E3169B16E9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a:extLst>
                    <a:ext uri="{FF2B5EF4-FFF2-40B4-BE49-F238E27FC236}">
                      <a16:creationId xmlns:a16="http://schemas.microsoft.com/office/drawing/2014/main" id="{30DA8382-D3C9-4633-A4CB-EDA940C5827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a:extLst>
                    <a:ext uri="{FF2B5EF4-FFF2-40B4-BE49-F238E27FC236}">
                      <a16:creationId xmlns:a16="http://schemas.microsoft.com/office/drawing/2014/main" id="{5DA6509F-0A88-4697-9D59-B438FA54891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a:extLst>
                    <a:ext uri="{FF2B5EF4-FFF2-40B4-BE49-F238E27FC236}">
                      <a16:creationId xmlns:a16="http://schemas.microsoft.com/office/drawing/2014/main" id="{329EC9B4-4060-4042-AF1F-F2208B4896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Oval 313">
                  <a:extLst>
                    <a:ext uri="{FF2B5EF4-FFF2-40B4-BE49-F238E27FC236}">
                      <a16:creationId xmlns:a16="http://schemas.microsoft.com/office/drawing/2014/main" id="{12F9B4DB-5CDF-4F52-B026-9E1F9BCBE9F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2A38B4CF-0399-49D3-BAD2-2BC7DA7A90B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Oval 315">
                  <a:extLst>
                    <a:ext uri="{FF2B5EF4-FFF2-40B4-BE49-F238E27FC236}">
                      <a16:creationId xmlns:a16="http://schemas.microsoft.com/office/drawing/2014/main" id="{F9293D5E-0FD2-4E07-978C-D92BBC363D2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a:extLst>
                    <a:ext uri="{FF2B5EF4-FFF2-40B4-BE49-F238E27FC236}">
                      <a16:creationId xmlns:a16="http://schemas.microsoft.com/office/drawing/2014/main" id="{9A5D057B-4736-42AC-B991-9FE3BC211FA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CA95F38D-255B-429F-9C3C-0BDB3AFE8802}"/>
                  </a:ext>
                </a:extLst>
              </p:cNvPr>
              <p:cNvGrpSpPr/>
              <p:nvPr/>
            </p:nvGrpSpPr>
            <p:grpSpPr>
              <a:xfrm rot="10800000">
                <a:off x="6986642" y="2392214"/>
                <a:ext cx="141852" cy="84147"/>
                <a:chOff x="7979724" y="3580291"/>
                <a:chExt cx="242005" cy="43678"/>
              </a:xfrm>
            </p:grpSpPr>
            <p:sp>
              <p:nvSpPr>
                <p:cNvPr id="302" name="Oval 301">
                  <a:extLst>
                    <a:ext uri="{FF2B5EF4-FFF2-40B4-BE49-F238E27FC236}">
                      <a16:creationId xmlns:a16="http://schemas.microsoft.com/office/drawing/2014/main" id="{D0B01D43-C811-4884-A0C0-125469C4BDE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a:extLst>
                    <a:ext uri="{FF2B5EF4-FFF2-40B4-BE49-F238E27FC236}">
                      <a16:creationId xmlns:a16="http://schemas.microsoft.com/office/drawing/2014/main" id="{DBD1ED6A-D8E0-47FE-BD53-4C7F43BAF6B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a:extLst>
                    <a:ext uri="{FF2B5EF4-FFF2-40B4-BE49-F238E27FC236}">
                      <a16:creationId xmlns:a16="http://schemas.microsoft.com/office/drawing/2014/main" id="{A49363AD-FB5D-4471-8865-D2B6E52E115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E63C2C49-2087-4030-B6C2-3A503038B7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a:extLst>
                    <a:ext uri="{FF2B5EF4-FFF2-40B4-BE49-F238E27FC236}">
                      <a16:creationId xmlns:a16="http://schemas.microsoft.com/office/drawing/2014/main" id="{00D4E83A-82DA-4E79-8286-A59AD4C63EC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a:extLst>
                    <a:ext uri="{FF2B5EF4-FFF2-40B4-BE49-F238E27FC236}">
                      <a16:creationId xmlns:a16="http://schemas.microsoft.com/office/drawing/2014/main" id="{CE80BBC7-7A59-4979-B68F-E7B94A83A64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a:extLst>
                    <a:ext uri="{FF2B5EF4-FFF2-40B4-BE49-F238E27FC236}">
                      <a16:creationId xmlns:a16="http://schemas.microsoft.com/office/drawing/2014/main" id="{7362A7B5-C064-4FA6-A073-28B0FF7B46C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a:extLst>
                    <a:ext uri="{FF2B5EF4-FFF2-40B4-BE49-F238E27FC236}">
                      <a16:creationId xmlns:a16="http://schemas.microsoft.com/office/drawing/2014/main" id="{335C4B79-003D-483B-9F76-8BC2DBE5A7E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4" name="Group 83">
                <a:extLst>
                  <a:ext uri="{FF2B5EF4-FFF2-40B4-BE49-F238E27FC236}">
                    <a16:creationId xmlns:a16="http://schemas.microsoft.com/office/drawing/2014/main" id="{7A3E1A69-C019-4956-9ABE-8D80874AC866}"/>
                  </a:ext>
                </a:extLst>
              </p:cNvPr>
              <p:cNvGrpSpPr/>
              <p:nvPr/>
            </p:nvGrpSpPr>
            <p:grpSpPr>
              <a:xfrm rot="10800000">
                <a:off x="7005009" y="2774977"/>
                <a:ext cx="242005" cy="82555"/>
                <a:chOff x="7979724" y="3580291"/>
                <a:chExt cx="242005" cy="43678"/>
              </a:xfrm>
            </p:grpSpPr>
            <p:sp>
              <p:nvSpPr>
                <p:cNvPr id="294" name="Oval 293">
                  <a:extLst>
                    <a:ext uri="{FF2B5EF4-FFF2-40B4-BE49-F238E27FC236}">
                      <a16:creationId xmlns:a16="http://schemas.microsoft.com/office/drawing/2014/main" id="{94F78CB0-EA78-41D4-A198-765D7DC3545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a:extLst>
                    <a:ext uri="{FF2B5EF4-FFF2-40B4-BE49-F238E27FC236}">
                      <a16:creationId xmlns:a16="http://schemas.microsoft.com/office/drawing/2014/main" id="{D643DCA1-2C63-4FCD-BCBA-F4708DF1889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AC63DA3E-9787-44B6-A869-7449184FDE2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9E201C0D-D2CF-4AC5-85AB-0AE9E6AA8D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715662AB-B94C-42C2-B446-6453196D5D0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a:extLst>
                    <a:ext uri="{FF2B5EF4-FFF2-40B4-BE49-F238E27FC236}">
                      <a16:creationId xmlns:a16="http://schemas.microsoft.com/office/drawing/2014/main" id="{103D334D-8EFF-4598-A5A5-ECA4D9BCC7B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a:extLst>
                    <a:ext uri="{FF2B5EF4-FFF2-40B4-BE49-F238E27FC236}">
                      <a16:creationId xmlns:a16="http://schemas.microsoft.com/office/drawing/2014/main" id="{B5FC29BA-9C7E-4BE8-9231-AD117A03EA6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Oval 300">
                  <a:extLst>
                    <a:ext uri="{FF2B5EF4-FFF2-40B4-BE49-F238E27FC236}">
                      <a16:creationId xmlns:a16="http://schemas.microsoft.com/office/drawing/2014/main" id="{C2FBEC41-1EC2-4EFB-8957-FB59E0FEA8E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 name="Group 84">
                <a:extLst>
                  <a:ext uri="{FF2B5EF4-FFF2-40B4-BE49-F238E27FC236}">
                    <a16:creationId xmlns:a16="http://schemas.microsoft.com/office/drawing/2014/main" id="{6EDEF3EF-C030-4167-AA46-0BBEAE8C5D38}"/>
                  </a:ext>
                </a:extLst>
              </p:cNvPr>
              <p:cNvGrpSpPr/>
              <p:nvPr/>
            </p:nvGrpSpPr>
            <p:grpSpPr>
              <a:xfrm>
                <a:off x="6933853" y="2775793"/>
                <a:ext cx="242005" cy="77175"/>
                <a:chOff x="7979724" y="3580291"/>
                <a:chExt cx="242005" cy="43678"/>
              </a:xfrm>
            </p:grpSpPr>
            <p:sp>
              <p:nvSpPr>
                <p:cNvPr id="286" name="Oval 285">
                  <a:extLst>
                    <a:ext uri="{FF2B5EF4-FFF2-40B4-BE49-F238E27FC236}">
                      <a16:creationId xmlns:a16="http://schemas.microsoft.com/office/drawing/2014/main" id="{B5B91D9B-E723-41A4-9D19-2F8C815B0DF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620F09A6-E594-4B46-858A-1DD30A7EF93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a:extLst>
                    <a:ext uri="{FF2B5EF4-FFF2-40B4-BE49-F238E27FC236}">
                      <a16:creationId xmlns:a16="http://schemas.microsoft.com/office/drawing/2014/main" id="{3A53A4BD-0E75-46E4-B34A-D9BA2E22813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a:extLst>
                    <a:ext uri="{FF2B5EF4-FFF2-40B4-BE49-F238E27FC236}">
                      <a16:creationId xmlns:a16="http://schemas.microsoft.com/office/drawing/2014/main" id="{E040A544-FAFA-4C68-B7BF-4EA473A109C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69A0EF88-8581-43AC-A453-1FFE47293D8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32243338-1FA2-4F92-8681-390B310EE6C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a:extLst>
                    <a:ext uri="{FF2B5EF4-FFF2-40B4-BE49-F238E27FC236}">
                      <a16:creationId xmlns:a16="http://schemas.microsoft.com/office/drawing/2014/main" id="{6566BA1F-09E3-4304-87A1-8037A47C537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2D9AD38F-020F-4C48-AFE2-C868188C0B8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85">
                <a:extLst>
                  <a:ext uri="{FF2B5EF4-FFF2-40B4-BE49-F238E27FC236}">
                    <a16:creationId xmlns:a16="http://schemas.microsoft.com/office/drawing/2014/main" id="{73AA4886-DEAD-4DBB-9F7A-952DB7215DE5}"/>
                  </a:ext>
                </a:extLst>
              </p:cNvPr>
              <p:cNvGrpSpPr/>
              <p:nvPr/>
            </p:nvGrpSpPr>
            <p:grpSpPr>
              <a:xfrm rot="10800000">
                <a:off x="7598597" y="2198987"/>
                <a:ext cx="242005" cy="46723"/>
                <a:chOff x="7979724" y="3580291"/>
                <a:chExt cx="242005" cy="43678"/>
              </a:xfrm>
            </p:grpSpPr>
            <p:sp>
              <p:nvSpPr>
                <p:cNvPr id="278" name="Oval 277">
                  <a:extLst>
                    <a:ext uri="{FF2B5EF4-FFF2-40B4-BE49-F238E27FC236}">
                      <a16:creationId xmlns:a16="http://schemas.microsoft.com/office/drawing/2014/main" id="{0A060940-5463-4621-90EF-EDAA85DE8ED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a:extLst>
                    <a:ext uri="{FF2B5EF4-FFF2-40B4-BE49-F238E27FC236}">
                      <a16:creationId xmlns:a16="http://schemas.microsoft.com/office/drawing/2014/main" id="{95A5072E-8FE9-4DB2-B2F2-525ED7C591B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CE224F5D-3B10-4E7E-80F4-EE0E03DB0BD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BAF799EF-BFAE-42EF-AD43-AC5E40A035A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a:extLst>
                    <a:ext uri="{FF2B5EF4-FFF2-40B4-BE49-F238E27FC236}">
                      <a16:creationId xmlns:a16="http://schemas.microsoft.com/office/drawing/2014/main" id="{CD2CE7D1-F822-40E0-BF80-0D4172C898D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57DA4559-631B-46BE-94B4-FE6494E47FF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a:extLst>
                    <a:ext uri="{FF2B5EF4-FFF2-40B4-BE49-F238E27FC236}">
                      <a16:creationId xmlns:a16="http://schemas.microsoft.com/office/drawing/2014/main" id="{007D740A-5674-4BF0-A7B8-E1EDF164C20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AA11DE5E-B7DC-4417-BCA9-ABE14CA085B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a:extLst>
                  <a:ext uri="{FF2B5EF4-FFF2-40B4-BE49-F238E27FC236}">
                    <a16:creationId xmlns:a16="http://schemas.microsoft.com/office/drawing/2014/main" id="{3A423A69-493C-4A73-AA05-AF3C22244D77}"/>
                  </a:ext>
                </a:extLst>
              </p:cNvPr>
              <p:cNvGrpSpPr/>
              <p:nvPr/>
            </p:nvGrpSpPr>
            <p:grpSpPr>
              <a:xfrm>
                <a:off x="7527440" y="2199803"/>
                <a:ext cx="242005" cy="43678"/>
                <a:chOff x="7979724" y="3580291"/>
                <a:chExt cx="242005" cy="43678"/>
              </a:xfrm>
            </p:grpSpPr>
            <p:sp>
              <p:nvSpPr>
                <p:cNvPr id="270" name="Oval 269">
                  <a:extLst>
                    <a:ext uri="{FF2B5EF4-FFF2-40B4-BE49-F238E27FC236}">
                      <a16:creationId xmlns:a16="http://schemas.microsoft.com/office/drawing/2014/main" id="{1209F975-7710-4B69-A781-9B7EBE30DF4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F7C44E72-66E6-4C7A-8153-5C2682A70A7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B49F95FF-A24D-4E45-96CF-CA0D88D000C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DBE27AE6-79E4-4000-A3E8-B30D5863321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2E9D2AC0-8CAC-4937-8D02-6C7F7F8D7AF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59DC6504-D3B7-4B05-BE2D-5613B374AF7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68D836C3-6E2F-4226-A60D-8D0B2D8A208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a:extLst>
                    <a:ext uri="{FF2B5EF4-FFF2-40B4-BE49-F238E27FC236}">
                      <a16:creationId xmlns:a16="http://schemas.microsoft.com/office/drawing/2014/main" id="{690A7EC0-7888-47EA-9DD1-4396EE78D39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0C9C5ACF-C8E4-4845-BEBF-B349F2676EBA}"/>
                  </a:ext>
                </a:extLst>
              </p:cNvPr>
              <p:cNvGrpSpPr/>
              <p:nvPr/>
            </p:nvGrpSpPr>
            <p:grpSpPr>
              <a:xfrm rot="13181925">
                <a:off x="7169556" y="2846327"/>
                <a:ext cx="242005" cy="46723"/>
                <a:chOff x="7979724" y="3580291"/>
                <a:chExt cx="242005" cy="43678"/>
              </a:xfrm>
            </p:grpSpPr>
            <p:sp>
              <p:nvSpPr>
                <p:cNvPr id="262" name="Oval 261">
                  <a:extLst>
                    <a:ext uri="{FF2B5EF4-FFF2-40B4-BE49-F238E27FC236}">
                      <a16:creationId xmlns:a16="http://schemas.microsoft.com/office/drawing/2014/main" id="{5F93CA08-6B83-4C29-BB2B-DFDF30F554E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Oval 262">
                  <a:extLst>
                    <a:ext uri="{FF2B5EF4-FFF2-40B4-BE49-F238E27FC236}">
                      <a16:creationId xmlns:a16="http://schemas.microsoft.com/office/drawing/2014/main" id="{B675B858-BA44-4F3F-922D-C59D31BAB1F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a:extLst>
                    <a:ext uri="{FF2B5EF4-FFF2-40B4-BE49-F238E27FC236}">
                      <a16:creationId xmlns:a16="http://schemas.microsoft.com/office/drawing/2014/main" id="{535B4F7F-D41D-4487-995E-2E07FE795EB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a:extLst>
                    <a:ext uri="{FF2B5EF4-FFF2-40B4-BE49-F238E27FC236}">
                      <a16:creationId xmlns:a16="http://schemas.microsoft.com/office/drawing/2014/main" id="{22D178E9-6E86-40EF-87A2-1F07CC4A3ED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87F687B1-A7C8-44E3-8E23-8830612171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C3F11A85-7D45-4868-9AB0-2FF3A6DBBCF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7383FEE8-8AFF-419F-A847-67F08877EE2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86EE9376-EDDD-4A7C-AE04-A1137C3BD4E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6D5CBED3-F0D5-4107-A92D-6DA11335FD33}"/>
                  </a:ext>
                </a:extLst>
              </p:cNvPr>
              <p:cNvGrpSpPr/>
              <p:nvPr/>
            </p:nvGrpSpPr>
            <p:grpSpPr>
              <a:xfrm rot="13181925">
                <a:off x="7400392" y="2167959"/>
                <a:ext cx="174914" cy="54480"/>
                <a:chOff x="7979724" y="3580291"/>
                <a:chExt cx="242005" cy="43678"/>
              </a:xfrm>
            </p:grpSpPr>
            <p:sp>
              <p:nvSpPr>
                <p:cNvPr id="254" name="Oval 253">
                  <a:extLst>
                    <a:ext uri="{FF2B5EF4-FFF2-40B4-BE49-F238E27FC236}">
                      <a16:creationId xmlns:a16="http://schemas.microsoft.com/office/drawing/2014/main" id="{98ADA816-8D77-4C6D-9411-7AC7755F84F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EC41FC87-28C5-402E-9143-13D4BC0A3B5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9933A761-02EB-459A-8BAC-2BDCD46ADFF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Oval 256">
                  <a:extLst>
                    <a:ext uri="{FF2B5EF4-FFF2-40B4-BE49-F238E27FC236}">
                      <a16:creationId xmlns:a16="http://schemas.microsoft.com/office/drawing/2014/main" id="{EC4D0767-B4DC-4557-AE8B-56D957A39D8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D59675AB-B988-447D-A010-E4EA743EB78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a:extLst>
                    <a:ext uri="{FF2B5EF4-FFF2-40B4-BE49-F238E27FC236}">
                      <a16:creationId xmlns:a16="http://schemas.microsoft.com/office/drawing/2014/main" id="{6813157B-8B46-47C6-8486-3D630B0488A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A120E654-3D20-4BCF-880E-590E21A97F5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a:extLst>
                    <a:ext uri="{FF2B5EF4-FFF2-40B4-BE49-F238E27FC236}">
                      <a16:creationId xmlns:a16="http://schemas.microsoft.com/office/drawing/2014/main" id="{87C34E3D-501B-48BD-B005-B7ABFADBB8B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Group 89">
                <a:extLst>
                  <a:ext uri="{FF2B5EF4-FFF2-40B4-BE49-F238E27FC236}">
                    <a16:creationId xmlns:a16="http://schemas.microsoft.com/office/drawing/2014/main" id="{E776FB7F-EAD6-485D-AB5F-56607A185B3A}"/>
                  </a:ext>
                </a:extLst>
              </p:cNvPr>
              <p:cNvGrpSpPr/>
              <p:nvPr/>
            </p:nvGrpSpPr>
            <p:grpSpPr>
              <a:xfrm rot="8224268">
                <a:off x="6847232" y="2814695"/>
                <a:ext cx="142815" cy="80456"/>
                <a:chOff x="7979724" y="3580291"/>
                <a:chExt cx="242005" cy="43678"/>
              </a:xfrm>
            </p:grpSpPr>
            <p:sp>
              <p:nvSpPr>
                <p:cNvPr id="246" name="Oval 245">
                  <a:extLst>
                    <a:ext uri="{FF2B5EF4-FFF2-40B4-BE49-F238E27FC236}">
                      <a16:creationId xmlns:a16="http://schemas.microsoft.com/office/drawing/2014/main" id="{2F9F5B60-E5ED-4BAF-9767-805AB8EF07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98270911-1F2C-4AFB-BB6E-214A8C6783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A6DF17E0-522F-4D35-8083-3AA881359DC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2733A187-DC4C-4FAB-93E3-9EC68038AB3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a:extLst>
                    <a:ext uri="{FF2B5EF4-FFF2-40B4-BE49-F238E27FC236}">
                      <a16:creationId xmlns:a16="http://schemas.microsoft.com/office/drawing/2014/main" id="{49CE7EF2-4051-4BE5-8CEB-902CDE0AE78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Oval 250">
                  <a:extLst>
                    <a:ext uri="{FF2B5EF4-FFF2-40B4-BE49-F238E27FC236}">
                      <a16:creationId xmlns:a16="http://schemas.microsoft.com/office/drawing/2014/main" id="{2493B623-6510-4428-AD0F-E1C6D4EE57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8819B664-5F3D-4CB8-AB51-107E1FCD0F2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Oval 252">
                  <a:extLst>
                    <a:ext uri="{FF2B5EF4-FFF2-40B4-BE49-F238E27FC236}">
                      <a16:creationId xmlns:a16="http://schemas.microsoft.com/office/drawing/2014/main" id="{610732D3-CC2F-45F2-AFFE-6D8FCECE88A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1" name="Group 90">
                <a:extLst>
                  <a:ext uri="{FF2B5EF4-FFF2-40B4-BE49-F238E27FC236}">
                    <a16:creationId xmlns:a16="http://schemas.microsoft.com/office/drawing/2014/main" id="{2704D684-3A56-4D2F-A380-153FA3C07D9C}"/>
                  </a:ext>
                </a:extLst>
              </p:cNvPr>
              <p:cNvGrpSpPr/>
              <p:nvPr/>
            </p:nvGrpSpPr>
            <p:grpSpPr>
              <a:xfrm rot="8224268">
                <a:off x="7835043" y="2146268"/>
                <a:ext cx="142815" cy="80456"/>
                <a:chOff x="7979724" y="3580291"/>
                <a:chExt cx="242005" cy="43678"/>
              </a:xfrm>
            </p:grpSpPr>
            <p:sp>
              <p:nvSpPr>
                <p:cNvPr id="238" name="Oval 237">
                  <a:extLst>
                    <a:ext uri="{FF2B5EF4-FFF2-40B4-BE49-F238E27FC236}">
                      <a16:creationId xmlns:a16="http://schemas.microsoft.com/office/drawing/2014/main" id="{4245EA27-C63A-49F1-81CA-F97FA768BA3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535EA4BE-6718-4560-9F53-4631EF96F10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F75F0687-C663-46D0-9912-10D71D78C22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32B359F7-CB30-4D7F-A2A2-8058E7FF8E0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BE23C907-6360-40BE-AE75-E0C460CF63A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C1B28ED5-0ECB-4119-8689-ECEAA3E796A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9071EA3A-996F-448A-B2A5-9929F3ACF19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6DD83C00-7956-4FA8-A6B8-E806AD0859E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2" name="Group 91">
                <a:extLst>
                  <a:ext uri="{FF2B5EF4-FFF2-40B4-BE49-F238E27FC236}">
                    <a16:creationId xmlns:a16="http://schemas.microsoft.com/office/drawing/2014/main" id="{F4799650-18C0-4C5A-8CA5-72E644CB152F}"/>
                  </a:ext>
                </a:extLst>
              </p:cNvPr>
              <p:cNvGrpSpPr/>
              <p:nvPr/>
            </p:nvGrpSpPr>
            <p:grpSpPr>
              <a:xfrm>
                <a:off x="7249468" y="2774020"/>
                <a:ext cx="971545" cy="53915"/>
                <a:chOff x="5754694" y="6008041"/>
                <a:chExt cx="971545" cy="53915"/>
              </a:xfrm>
            </p:grpSpPr>
            <p:grpSp>
              <p:nvGrpSpPr>
                <p:cNvPr id="166" name="Group 165">
                  <a:extLst>
                    <a:ext uri="{FF2B5EF4-FFF2-40B4-BE49-F238E27FC236}">
                      <a16:creationId xmlns:a16="http://schemas.microsoft.com/office/drawing/2014/main" id="{5B67EDD7-55F7-4976-BF2C-907172AECB10}"/>
                    </a:ext>
                  </a:extLst>
                </p:cNvPr>
                <p:cNvGrpSpPr/>
                <p:nvPr/>
              </p:nvGrpSpPr>
              <p:grpSpPr>
                <a:xfrm rot="10800000">
                  <a:off x="5825851" y="6008041"/>
                  <a:ext cx="242005" cy="46723"/>
                  <a:chOff x="7979724" y="3580291"/>
                  <a:chExt cx="242005" cy="43678"/>
                </a:xfrm>
              </p:grpSpPr>
              <p:sp>
                <p:nvSpPr>
                  <p:cNvPr id="230" name="Oval 229">
                    <a:extLst>
                      <a:ext uri="{FF2B5EF4-FFF2-40B4-BE49-F238E27FC236}">
                        <a16:creationId xmlns:a16="http://schemas.microsoft.com/office/drawing/2014/main" id="{25D9C065-3761-48DC-AA8A-2DC996F89F5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BC444E2E-D85B-4FF4-B833-9FA67F6109B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1DE90616-3A18-4BCB-9207-B2F6260438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0A00F8D6-F253-4456-BEF8-20CF77CA322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6AC8D7E5-C3AC-4698-92E1-782E67E28DF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FB0C9F1A-A348-411B-B178-C562EAC3498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4DB3A8DA-6F00-415F-9F7A-90E5C138D1B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6654C8F6-057E-4B5B-B31A-E667B8ED46D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647D7910-462A-4ABF-9084-1F238230318B}"/>
                    </a:ext>
                  </a:extLst>
                </p:cNvPr>
                <p:cNvGrpSpPr/>
                <p:nvPr/>
              </p:nvGrpSpPr>
              <p:grpSpPr>
                <a:xfrm>
                  <a:off x="5754694" y="6008857"/>
                  <a:ext cx="242005" cy="43678"/>
                  <a:chOff x="7979724" y="3580291"/>
                  <a:chExt cx="242005" cy="43678"/>
                </a:xfrm>
              </p:grpSpPr>
              <p:sp>
                <p:nvSpPr>
                  <p:cNvPr id="222" name="Oval 221">
                    <a:extLst>
                      <a:ext uri="{FF2B5EF4-FFF2-40B4-BE49-F238E27FC236}">
                        <a16:creationId xmlns:a16="http://schemas.microsoft.com/office/drawing/2014/main" id="{B0F4DC06-220E-4C13-BC5C-FC2BA75E3AE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7B360803-DD2C-46CF-B800-CF7F9233CA1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D67CDADE-AFB1-4147-AB0D-8AFEDFCDBFA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F7A5F9BC-A3E7-4754-8362-0E63BA1EA9F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a:extLst>
                      <a:ext uri="{FF2B5EF4-FFF2-40B4-BE49-F238E27FC236}">
                        <a16:creationId xmlns:a16="http://schemas.microsoft.com/office/drawing/2014/main" id="{646BDAED-9F76-4289-99DC-4BB273C1B0C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B9D76584-8939-41B2-8809-7D51C529B2B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0EA5A150-16F5-4FC3-93B2-470685416FA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97C3158E-4AC5-4F83-98BB-87CE7DDC787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oup 167">
                  <a:extLst>
                    <a:ext uri="{FF2B5EF4-FFF2-40B4-BE49-F238E27FC236}">
                      <a16:creationId xmlns:a16="http://schemas.microsoft.com/office/drawing/2014/main" id="{15719117-B164-485D-9A0E-38411C099554}"/>
                    </a:ext>
                  </a:extLst>
                </p:cNvPr>
                <p:cNvGrpSpPr/>
                <p:nvPr/>
              </p:nvGrpSpPr>
              <p:grpSpPr>
                <a:xfrm rot="10800000">
                  <a:off x="6066894" y="6011217"/>
                  <a:ext cx="242005" cy="46723"/>
                  <a:chOff x="7979724" y="3580291"/>
                  <a:chExt cx="242005" cy="43678"/>
                </a:xfrm>
              </p:grpSpPr>
              <p:sp>
                <p:nvSpPr>
                  <p:cNvPr id="214" name="Oval 213">
                    <a:extLst>
                      <a:ext uri="{FF2B5EF4-FFF2-40B4-BE49-F238E27FC236}">
                        <a16:creationId xmlns:a16="http://schemas.microsoft.com/office/drawing/2014/main" id="{0C95AD2E-7A68-4016-ABA2-4FA76122FE1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6487BD7A-5E3E-4E14-BAF8-D7966870599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a:extLst>
                      <a:ext uri="{FF2B5EF4-FFF2-40B4-BE49-F238E27FC236}">
                        <a16:creationId xmlns:a16="http://schemas.microsoft.com/office/drawing/2014/main" id="{FFFB134E-0FF1-4D59-BE51-902929ADAE3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a:extLst>
                      <a:ext uri="{FF2B5EF4-FFF2-40B4-BE49-F238E27FC236}">
                        <a16:creationId xmlns:a16="http://schemas.microsoft.com/office/drawing/2014/main" id="{699AAA86-82E5-40E7-A88F-A3FECF8A36A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ABAD886D-A039-43E6-ABE1-4358B343303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BD27B1BF-DCFF-4A57-A995-7E5AE026F53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36BC8B30-76D4-4A05-98A9-BE0C3A5CED2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23D1B781-331D-46FB-B8B7-9E2A5072333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168">
                  <a:extLst>
                    <a:ext uri="{FF2B5EF4-FFF2-40B4-BE49-F238E27FC236}">
                      <a16:creationId xmlns:a16="http://schemas.microsoft.com/office/drawing/2014/main" id="{2F94A0BB-947C-40D4-B38C-0D4FF016320A}"/>
                    </a:ext>
                  </a:extLst>
                </p:cNvPr>
                <p:cNvGrpSpPr/>
                <p:nvPr/>
              </p:nvGrpSpPr>
              <p:grpSpPr>
                <a:xfrm rot="11689693">
                  <a:off x="5995737" y="6012033"/>
                  <a:ext cx="242005" cy="43678"/>
                  <a:chOff x="7979724" y="3580291"/>
                  <a:chExt cx="242005" cy="43678"/>
                </a:xfrm>
              </p:grpSpPr>
              <p:sp>
                <p:nvSpPr>
                  <p:cNvPr id="206" name="Oval 205">
                    <a:extLst>
                      <a:ext uri="{FF2B5EF4-FFF2-40B4-BE49-F238E27FC236}">
                        <a16:creationId xmlns:a16="http://schemas.microsoft.com/office/drawing/2014/main" id="{020357FB-3802-45C3-91C1-EB686F11AC0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84817228-EA6A-4E36-97DD-82BFCD498D3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56D362D7-75D1-43A4-B833-22B2C783F09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5A640FF0-C167-49A5-8E83-27F5AA5CBB4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DDD5849A-DD6E-43ED-BD10-F43DC0927DF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60B5EC97-A127-4515-B1B4-7323D5F6CBB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48CF4BFE-5DF2-4123-A324-F265BF2D920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141DC5DC-46FE-4FB8-8749-B9366C6376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0" name="Group 169">
                  <a:extLst>
                    <a:ext uri="{FF2B5EF4-FFF2-40B4-BE49-F238E27FC236}">
                      <a16:creationId xmlns:a16="http://schemas.microsoft.com/office/drawing/2014/main" id="{B5E8ECC8-1F36-47BB-9805-2FF8E0CF031D}"/>
                    </a:ext>
                  </a:extLst>
                </p:cNvPr>
                <p:cNvGrpSpPr/>
                <p:nvPr/>
              </p:nvGrpSpPr>
              <p:grpSpPr>
                <a:xfrm rot="21292958">
                  <a:off x="6243191" y="6012057"/>
                  <a:ext cx="242005" cy="46723"/>
                  <a:chOff x="7979724" y="3580291"/>
                  <a:chExt cx="242005" cy="43678"/>
                </a:xfrm>
              </p:grpSpPr>
              <p:sp>
                <p:nvSpPr>
                  <p:cNvPr id="198" name="Oval 197">
                    <a:extLst>
                      <a:ext uri="{FF2B5EF4-FFF2-40B4-BE49-F238E27FC236}">
                        <a16:creationId xmlns:a16="http://schemas.microsoft.com/office/drawing/2014/main" id="{A4170707-D30A-4486-B80C-D1A20A6B03E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04768ED7-7CC2-4822-9989-D604A0C9B31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322605AB-FD7C-417E-9D7B-EBA1709458E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EF37C3BF-8B1F-42A0-9F4D-C3F92EE6FE6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793C5705-32FE-4D82-B4B5-16A08E92D36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36071593-70C9-48C9-A71E-E676B9B607F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7631D42E-3F85-49BE-9781-5EC219CF835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B3438CAA-A404-4DDF-95F4-57CD4947E18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 name="Group 170">
                  <a:extLst>
                    <a:ext uri="{FF2B5EF4-FFF2-40B4-BE49-F238E27FC236}">
                      <a16:creationId xmlns:a16="http://schemas.microsoft.com/office/drawing/2014/main" id="{F728DD97-6AAA-4C88-A04C-149EDC4FAB31}"/>
                    </a:ext>
                  </a:extLst>
                </p:cNvPr>
                <p:cNvGrpSpPr/>
                <p:nvPr/>
              </p:nvGrpSpPr>
              <p:grpSpPr>
                <a:xfrm>
                  <a:off x="6172034" y="6012873"/>
                  <a:ext cx="242005" cy="43678"/>
                  <a:chOff x="7979724" y="3580291"/>
                  <a:chExt cx="242005" cy="43678"/>
                </a:xfrm>
              </p:grpSpPr>
              <p:sp>
                <p:nvSpPr>
                  <p:cNvPr id="190" name="Oval 189">
                    <a:extLst>
                      <a:ext uri="{FF2B5EF4-FFF2-40B4-BE49-F238E27FC236}">
                        <a16:creationId xmlns:a16="http://schemas.microsoft.com/office/drawing/2014/main" id="{65E514E6-D075-43F5-9065-CF4D2CDAF88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24F35C29-1D39-4440-9F45-882E06AD688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CF48C426-66C1-417A-85B3-F284A43CDC3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B8D7BDAC-8313-417F-86BD-14F188F3295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C5F6F71C-26B9-41B5-85B3-32B41F72AF5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6ABAEEE4-9FF1-45AD-AEDC-646BD8E8A9E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8D684CA7-A30A-456B-B9BB-42232A93A28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DC828A09-E1E4-4247-BEC5-7773E7038CD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2" name="Group 171">
                  <a:extLst>
                    <a:ext uri="{FF2B5EF4-FFF2-40B4-BE49-F238E27FC236}">
                      <a16:creationId xmlns:a16="http://schemas.microsoft.com/office/drawing/2014/main" id="{DD3F9A52-DBC3-47C2-AF44-E11CDB3337BD}"/>
                    </a:ext>
                  </a:extLst>
                </p:cNvPr>
                <p:cNvGrpSpPr/>
                <p:nvPr/>
              </p:nvGrpSpPr>
              <p:grpSpPr>
                <a:xfrm rot="10800000">
                  <a:off x="6484234" y="6015233"/>
                  <a:ext cx="242005" cy="46723"/>
                  <a:chOff x="7979724" y="3580291"/>
                  <a:chExt cx="242005" cy="43678"/>
                </a:xfrm>
              </p:grpSpPr>
              <p:sp>
                <p:nvSpPr>
                  <p:cNvPr id="182" name="Oval 181">
                    <a:extLst>
                      <a:ext uri="{FF2B5EF4-FFF2-40B4-BE49-F238E27FC236}">
                        <a16:creationId xmlns:a16="http://schemas.microsoft.com/office/drawing/2014/main" id="{5B91570A-8BBD-48F9-85F7-ABE2B75507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E8BE2ECF-F859-4F94-B5B2-9F7BD875EF7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FC62B55B-0722-4F35-8975-7D35B5A8FA6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F724C2FF-81EA-47E8-BB78-E1FCC471CF4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33B2FD4B-7109-48A8-B9F4-79B7541BB4E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D439C28E-33CF-48BB-BFBD-359EEC7FBA7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24A439CC-90E6-468F-AACE-BAF36E8ABAE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a:extLst>
                      <a:ext uri="{FF2B5EF4-FFF2-40B4-BE49-F238E27FC236}">
                        <a16:creationId xmlns:a16="http://schemas.microsoft.com/office/drawing/2014/main" id="{FC82C94D-BE30-41CB-9BF9-472763C7A69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 name="Group 172">
                  <a:extLst>
                    <a:ext uri="{FF2B5EF4-FFF2-40B4-BE49-F238E27FC236}">
                      <a16:creationId xmlns:a16="http://schemas.microsoft.com/office/drawing/2014/main" id="{00724EC1-0CB8-443B-8FF0-063A793AF2F3}"/>
                    </a:ext>
                  </a:extLst>
                </p:cNvPr>
                <p:cNvGrpSpPr/>
                <p:nvPr/>
              </p:nvGrpSpPr>
              <p:grpSpPr>
                <a:xfrm>
                  <a:off x="6413077" y="6016049"/>
                  <a:ext cx="242005" cy="43678"/>
                  <a:chOff x="7979724" y="3580291"/>
                  <a:chExt cx="242005" cy="43678"/>
                </a:xfrm>
              </p:grpSpPr>
              <p:sp>
                <p:nvSpPr>
                  <p:cNvPr id="174" name="Oval 173">
                    <a:extLst>
                      <a:ext uri="{FF2B5EF4-FFF2-40B4-BE49-F238E27FC236}">
                        <a16:creationId xmlns:a16="http://schemas.microsoft.com/office/drawing/2014/main" id="{4F4C6434-83BA-44E7-AA44-932B92C5A76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67827934-9D04-41EC-8E3A-07861333C1A7}"/>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32CF79DF-F101-4890-8CF6-FF8960EFDDE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D8C548B9-CC98-468F-A669-9E18FDC70AA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0E70AB4A-025A-45A2-B7C8-29576CD4AC9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848179D6-B1B4-4CC4-9E43-CB6A58BC5B6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234BD0A0-E7BD-47E3-B71E-270BD68FF1C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B2B70681-A8EE-4E4B-9EE3-48038C465AA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3" name="Group 92">
                <a:extLst>
                  <a:ext uri="{FF2B5EF4-FFF2-40B4-BE49-F238E27FC236}">
                    <a16:creationId xmlns:a16="http://schemas.microsoft.com/office/drawing/2014/main" id="{B1DAB8F4-897D-4789-A7BD-A39903300E6D}"/>
                  </a:ext>
                </a:extLst>
              </p:cNvPr>
              <p:cNvGrpSpPr/>
              <p:nvPr/>
            </p:nvGrpSpPr>
            <p:grpSpPr>
              <a:xfrm>
                <a:off x="6568714" y="2756366"/>
                <a:ext cx="971545" cy="53915"/>
                <a:chOff x="5754694" y="6008041"/>
                <a:chExt cx="971545" cy="53915"/>
              </a:xfrm>
            </p:grpSpPr>
            <p:grpSp>
              <p:nvGrpSpPr>
                <p:cNvPr id="94" name="Group 93">
                  <a:extLst>
                    <a:ext uri="{FF2B5EF4-FFF2-40B4-BE49-F238E27FC236}">
                      <a16:creationId xmlns:a16="http://schemas.microsoft.com/office/drawing/2014/main" id="{C638ED01-C5DE-415E-A513-AFF0C42EC286}"/>
                    </a:ext>
                  </a:extLst>
                </p:cNvPr>
                <p:cNvGrpSpPr/>
                <p:nvPr/>
              </p:nvGrpSpPr>
              <p:grpSpPr>
                <a:xfrm rot="10800000">
                  <a:off x="5825851" y="6008041"/>
                  <a:ext cx="242005" cy="46723"/>
                  <a:chOff x="7979724" y="3580291"/>
                  <a:chExt cx="242005" cy="43678"/>
                </a:xfrm>
              </p:grpSpPr>
              <p:sp>
                <p:nvSpPr>
                  <p:cNvPr id="158" name="Oval 157">
                    <a:extLst>
                      <a:ext uri="{FF2B5EF4-FFF2-40B4-BE49-F238E27FC236}">
                        <a16:creationId xmlns:a16="http://schemas.microsoft.com/office/drawing/2014/main" id="{7E718181-7A7C-4D26-B0E7-27618E99A80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D2D70A5E-3387-411C-A486-21D3D9F2A4C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83B5CF71-8FB7-4E66-B835-91757B158CD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B18CD878-E74F-4F2D-8065-1B0058DEAD7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1D94B94A-008A-4BB6-8FA2-13D48BECA83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8B4C2A16-0A33-4CD3-8C38-82D1C928540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4B861E5F-0043-4B45-A06E-43EC89FFDAC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D78CD537-68DE-4456-849C-C37437A394D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5A361959-3B33-4C3C-A186-8A6289C5C659}"/>
                    </a:ext>
                  </a:extLst>
                </p:cNvPr>
                <p:cNvGrpSpPr/>
                <p:nvPr/>
              </p:nvGrpSpPr>
              <p:grpSpPr>
                <a:xfrm>
                  <a:off x="5754694" y="6008857"/>
                  <a:ext cx="242005" cy="43678"/>
                  <a:chOff x="7979724" y="3580291"/>
                  <a:chExt cx="242005" cy="43678"/>
                </a:xfrm>
              </p:grpSpPr>
              <p:sp>
                <p:nvSpPr>
                  <p:cNvPr id="150" name="Oval 149">
                    <a:extLst>
                      <a:ext uri="{FF2B5EF4-FFF2-40B4-BE49-F238E27FC236}">
                        <a16:creationId xmlns:a16="http://schemas.microsoft.com/office/drawing/2014/main" id="{370E6571-5059-422A-A4DA-28C04216093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7676B7BE-5DCD-4F14-8669-636193D807F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BECDC312-F380-47C9-8712-53B1672C035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B0FFA4FB-6991-42F9-B5DA-FA04DD2857B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8D0EA0FD-8CCD-4A4A-9E89-9C568BE6700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728880B3-B15B-47CD-90CE-90C17408F8C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DA7DDB1A-6E5F-451F-AA5F-B0A10F7BDFA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64F36883-B658-4685-8EC5-010CABD713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8D685A15-B15C-4F0B-93A9-A873F3A1995F}"/>
                    </a:ext>
                  </a:extLst>
                </p:cNvPr>
                <p:cNvGrpSpPr/>
                <p:nvPr/>
              </p:nvGrpSpPr>
              <p:grpSpPr>
                <a:xfrm rot="10800000">
                  <a:off x="6066894" y="6011217"/>
                  <a:ext cx="242005" cy="46723"/>
                  <a:chOff x="7979724" y="3580291"/>
                  <a:chExt cx="242005" cy="43678"/>
                </a:xfrm>
              </p:grpSpPr>
              <p:sp>
                <p:nvSpPr>
                  <p:cNvPr id="142" name="Oval 141">
                    <a:extLst>
                      <a:ext uri="{FF2B5EF4-FFF2-40B4-BE49-F238E27FC236}">
                        <a16:creationId xmlns:a16="http://schemas.microsoft.com/office/drawing/2014/main" id="{D428BE03-15BC-465F-BACE-E7847C282FF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8A7A27F0-6B4C-4114-B019-9DD4D77A76E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42DB8A2C-0EF2-4F92-A28F-CDFEDF4DA31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186AAD26-0335-42F4-BCA9-7FF9C2FBB63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8C4C0FB9-D583-4A23-87AF-071E7204BB8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C11E873A-5AF3-41AF-9852-ED03132B4A2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DF66CC65-4584-4145-8518-5D298A0784F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32A4B4F2-CA19-4401-A0B4-27A2B072B6A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a:extLst>
                    <a:ext uri="{FF2B5EF4-FFF2-40B4-BE49-F238E27FC236}">
                      <a16:creationId xmlns:a16="http://schemas.microsoft.com/office/drawing/2014/main" id="{5E1D6EC7-304E-4C93-A218-923CC50B6C75}"/>
                    </a:ext>
                  </a:extLst>
                </p:cNvPr>
                <p:cNvGrpSpPr/>
                <p:nvPr/>
              </p:nvGrpSpPr>
              <p:grpSpPr>
                <a:xfrm rot="11689693">
                  <a:off x="5995737" y="6012033"/>
                  <a:ext cx="242005" cy="43678"/>
                  <a:chOff x="7979724" y="3580291"/>
                  <a:chExt cx="242005" cy="43678"/>
                </a:xfrm>
              </p:grpSpPr>
              <p:sp>
                <p:nvSpPr>
                  <p:cNvPr id="134" name="Oval 133">
                    <a:extLst>
                      <a:ext uri="{FF2B5EF4-FFF2-40B4-BE49-F238E27FC236}">
                        <a16:creationId xmlns:a16="http://schemas.microsoft.com/office/drawing/2014/main" id="{C6680374-0267-4A13-BDF0-E0EBBC30A4B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3F5EF4D0-6C49-43A5-85AD-D992022C07F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68ADBF65-D665-4F82-8382-D3FF44B22A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5D6CAA23-E1AC-4718-8414-D6A7D1F0AD3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9700D95D-FD46-45A9-A6B8-0AEF4FC3E2B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ECAC8E9-1627-442B-BB27-621A5C5BB57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F60092F5-DBB4-400A-A7A2-FF57BF09BFA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6F2DBFA-9E2F-41D8-BC1E-7AD3E3F2F42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8" name="Group 97">
                  <a:extLst>
                    <a:ext uri="{FF2B5EF4-FFF2-40B4-BE49-F238E27FC236}">
                      <a16:creationId xmlns:a16="http://schemas.microsoft.com/office/drawing/2014/main" id="{A1C9474E-DB74-41DE-BD0D-0F7721BC7D4C}"/>
                    </a:ext>
                  </a:extLst>
                </p:cNvPr>
                <p:cNvGrpSpPr/>
                <p:nvPr/>
              </p:nvGrpSpPr>
              <p:grpSpPr>
                <a:xfrm rot="21292958">
                  <a:off x="6243191" y="6012057"/>
                  <a:ext cx="242005" cy="46723"/>
                  <a:chOff x="7979724" y="3580291"/>
                  <a:chExt cx="242005" cy="43678"/>
                </a:xfrm>
              </p:grpSpPr>
              <p:sp>
                <p:nvSpPr>
                  <p:cNvPr id="126" name="Oval 125">
                    <a:extLst>
                      <a:ext uri="{FF2B5EF4-FFF2-40B4-BE49-F238E27FC236}">
                        <a16:creationId xmlns:a16="http://schemas.microsoft.com/office/drawing/2014/main" id="{EB09939A-6080-4215-8050-A5DF54C22D3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C744E135-C019-41E2-A7FB-6D96E385CEF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2689130D-EB5D-4FCC-9A70-3310637CF95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BCC39174-5B02-4788-A72F-58304F2F1B2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35CA51F3-155C-4D49-B346-A068EAE13CB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784856A9-9E03-4552-9E9C-DD0384997F6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6A83E1EE-647C-44AC-9B74-18B62D7781E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AC0EFE65-ED6A-48E8-9976-A2A56650E69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a:extLst>
                    <a:ext uri="{FF2B5EF4-FFF2-40B4-BE49-F238E27FC236}">
                      <a16:creationId xmlns:a16="http://schemas.microsoft.com/office/drawing/2014/main" id="{C8887100-7F8C-4DF6-9052-28D8A2992633}"/>
                    </a:ext>
                  </a:extLst>
                </p:cNvPr>
                <p:cNvGrpSpPr/>
                <p:nvPr/>
              </p:nvGrpSpPr>
              <p:grpSpPr>
                <a:xfrm>
                  <a:off x="6172034" y="6012873"/>
                  <a:ext cx="242005" cy="43678"/>
                  <a:chOff x="7979724" y="3580291"/>
                  <a:chExt cx="242005" cy="43678"/>
                </a:xfrm>
              </p:grpSpPr>
              <p:sp>
                <p:nvSpPr>
                  <p:cNvPr id="118" name="Oval 117">
                    <a:extLst>
                      <a:ext uri="{FF2B5EF4-FFF2-40B4-BE49-F238E27FC236}">
                        <a16:creationId xmlns:a16="http://schemas.microsoft.com/office/drawing/2014/main" id="{7D922704-A2A3-4504-93C6-1E206D2457A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3DB7EF9D-D425-4F37-AEAD-3ADE714A5B9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654AC78-4F8D-48B9-BA72-FEDED17573D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25732ED2-D3A4-45D3-90EB-5035C022B6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9BFDB2D2-F2EE-47EC-9922-870EC034612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AA71C1E8-FFE1-4E8C-8703-6BD9D3679A6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D73E2EBC-4817-40D3-9551-02835D2366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9CCCB879-E40A-4B87-A250-238349509E7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0" name="Group 99">
                  <a:extLst>
                    <a:ext uri="{FF2B5EF4-FFF2-40B4-BE49-F238E27FC236}">
                      <a16:creationId xmlns:a16="http://schemas.microsoft.com/office/drawing/2014/main" id="{B85BE81F-6EEE-454C-8C27-55BBA78DB9EB}"/>
                    </a:ext>
                  </a:extLst>
                </p:cNvPr>
                <p:cNvGrpSpPr/>
                <p:nvPr/>
              </p:nvGrpSpPr>
              <p:grpSpPr>
                <a:xfrm rot="10800000">
                  <a:off x="6484234" y="6015233"/>
                  <a:ext cx="242005" cy="46723"/>
                  <a:chOff x="7979724" y="3580291"/>
                  <a:chExt cx="242005" cy="43678"/>
                </a:xfrm>
              </p:grpSpPr>
              <p:sp>
                <p:nvSpPr>
                  <p:cNvPr id="110" name="Oval 109">
                    <a:extLst>
                      <a:ext uri="{FF2B5EF4-FFF2-40B4-BE49-F238E27FC236}">
                        <a16:creationId xmlns:a16="http://schemas.microsoft.com/office/drawing/2014/main" id="{4C2D5A45-ED00-425F-A48C-EBD608A2439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36772424-F400-478B-83CC-477539D201C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7700FCBB-1810-4652-BA29-E9ADD4175B2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5EC9DBFE-8119-44CC-B021-18A568F1479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4E4867F0-E087-44D2-A131-690FF6585AA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0077E093-A42F-4373-8AE0-C30205396CA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F35679A2-ADA6-48D1-8A27-2FDEB0C9259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5D33A726-2E2D-47A8-A730-BB3C568F57C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A914EB2F-683D-4F78-AB43-081325AD594F}"/>
                    </a:ext>
                  </a:extLst>
                </p:cNvPr>
                <p:cNvGrpSpPr/>
                <p:nvPr/>
              </p:nvGrpSpPr>
              <p:grpSpPr>
                <a:xfrm>
                  <a:off x="6413077" y="6016049"/>
                  <a:ext cx="242005" cy="43678"/>
                  <a:chOff x="7979724" y="3580291"/>
                  <a:chExt cx="242005" cy="43678"/>
                </a:xfrm>
              </p:grpSpPr>
              <p:sp>
                <p:nvSpPr>
                  <p:cNvPr id="102" name="Oval 101">
                    <a:extLst>
                      <a:ext uri="{FF2B5EF4-FFF2-40B4-BE49-F238E27FC236}">
                        <a16:creationId xmlns:a16="http://schemas.microsoft.com/office/drawing/2014/main" id="{0F7BCCFE-D514-44ED-B860-A897B2AE28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5B1980A2-E89C-49C1-A591-26BBF04E2E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24DF5313-22D4-4C64-886B-2DD2B11B517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B0DB659D-F60C-4883-B407-4072E178554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87158F9-5A81-48FF-8742-B15E4207374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728CD1F7-560F-4D49-801A-BC5E62D3DF3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BDF9472E-2135-4EAF-86EC-90E9EADCE9E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2762B533-0D4A-4C8A-BCC6-1E89B95A507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950" name="TextBox 949">
              <a:extLst>
                <a:ext uri="{FF2B5EF4-FFF2-40B4-BE49-F238E27FC236}">
                  <a16:creationId xmlns:a16="http://schemas.microsoft.com/office/drawing/2014/main" id="{32341EAB-D294-4138-8DCA-876CA53A6471}"/>
                </a:ext>
              </a:extLst>
            </p:cNvPr>
            <p:cNvSpPr txBox="1"/>
            <p:nvPr/>
          </p:nvSpPr>
          <p:spPr>
            <a:xfrm>
              <a:off x="8321263" y="1980722"/>
              <a:ext cx="87075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Raw data points</a:t>
              </a:r>
            </a:p>
          </p:txBody>
        </p:sp>
        <p:sp>
          <p:nvSpPr>
            <p:cNvPr id="951" name="TextBox 950">
              <a:extLst>
                <a:ext uri="{FF2B5EF4-FFF2-40B4-BE49-F238E27FC236}">
                  <a16:creationId xmlns:a16="http://schemas.microsoft.com/office/drawing/2014/main" id="{1ABA6125-F42D-4071-985C-707E85C395E2}"/>
                </a:ext>
              </a:extLst>
            </p:cNvPr>
            <p:cNvSpPr txBox="1"/>
            <p:nvPr/>
          </p:nvSpPr>
          <p:spPr>
            <a:xfrm>
              <a:off x="9892888" y="2840652"/>
              <a:ext cx="1181734"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Points associated</a:t>
              </a:r>
            </a:p>
            <a:p>
              <a:pPr algn="l"/>
              <a:r>
                <a:rPr lang="en-US" sz="750" dirty="0">
                  <a:ln/>
                  <a:solidFill>
                    <a:srgbClr val="000000"/>
                  </a:solidFill>
                  <a:latin typeface="Helvetica"/>
                  <a:cs typeface="Helvetica"/>
                  <a:sym typeface="Helvetica"/>
                  <a:rtl val="0"/>
                </a:rPr>
                <a:t>With traces and objects</a:t>
              </a:r>
              <a:endParaRPr lang="en-US" sz="750" spc="0" baseline="0" dirty="0">
                <a:ln/>
                <a:solidFill>
                  <a:srgbClr val="000000"/>
                </a:solidFill>
                <a:latin typeface="Helvetica"/>
                <a:cs typeface="Helvetica"/>
                <a:sym typeface="Helvetica"/>
                <a:rtl val="0"/>
              </a:endParaRPr>
            </a:p>
          </p:txBody>
        </p:sp>
        <p:sp>
          <p:nvSpPr>
            <p:cNvPr id="952" name="Freeform: Shape 951">
              <a:extLst>
                <a:ext uri="{FF2B5EF4-FFF2-40B4-BE49-F238E27FC236}">
                  <a16:creationId xmlns:a16="http://schemas.microsoft.com/office/drawing/2014/main" id="{8D26665C-DC81-42A7-B66B-004375309FD9}"/>
                </a:ext>
              </a:extLst>
            </p:cNvPr>
            <p:cNvSpPr/>
            <p:nvPr/>
          </p:nvSpPr>
          <p:spPr>
            <a:xfrm>
              <a:off x="6971871" y="330482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953" name="Freeform: Shape 952">
              <a:extLst>
                <a:ext uri="{FF2B5EF4-FFF2-40B4-BE49-F238E27FC236}">
                  <a16:creationId xmlns:a16="http://schemas.microsoft.com/office/drawing/2014/main" id="{3CEF6E6B-2D57-48D2-AA66-E5A17F62A9F8}"/>
                </a:ext>
              </a:extLst>
            </p:cNvPr>
            <p:cNvSpPr/>
            <p:nvPr/>
          </p:nvSpPr>
          <p:spPr>
            <a:xfrm>
              <a:off x="6830503" y="346323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chemeClr val="bg1">
                  <a:lumMod val="65000"/>
                </a:schemeClr>
              </a:solidFill>
              <a:prstDash val="solid"/>
              <a:miter/>
            </a:ln>
          </p:spPr>
          <p:txBody>
            <a:bodyPr rtlCol="0" anchor="ctr"/>
            <a:lstStyle/>
            <a:p>
              <a:endParaRPr lang="en-US"/>
            </a:p>
          </p:txBody>
        </p:sp>
        <p:sp>
          <p:nvSpPr>
            <p:cNvPr id="954" name="Freeform: Shape 953">
              <a:extLst>
                <a:ext uri="{FF2B5EF4-FFF2-40B4-BE49-F238E27FC236}">
                  <a16:creationId xmlns:a16="http://schemas.microsoft.com/office/drawing/2014/main" id="{456055A7-9FB8-465A-817A-0F2F3D1A4603}"/>
                </a:ext>
              </a:extLst>
            </p:cNvPr>
            <p:cNvSpPr/>
            <p:nvPr/>
          </p:nvSpPr>
          <p:spPr>
            <a:xfrm>
              <a:off x="8131109" y="363605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chemeClr val="bg1">
                  <a:lumMod val="65000"/>
                </a:schemeClr>
              </a:solidFill>
              <a:prstDash val="solid"/>
              <a:miter/>
            </a:ln>
          </p:spPr>
          <p:txBody>
            <a:bodyPr rtlCol="0" anchor="ctr"/>
            <a:lstStyle/>
            <a:p>
              <a:endParaRPr lang="en-US"/>
            </a:p>
          </p:txBody>
        </p:sp>
        <p:sp>
          <p:nvSpPr>
            <p:cNvPr id="955" name="Freeform: Shape 954">
              <a:extLst>
                <a:ext uri="{FF2B5EF4-FFF2-40B4-BE49-F238E27FC236}">
                  <a16:creationId xmlns:a16="http://schemas.microsoft.com/office/drawing/2014/main" id="{7C0689F5-DFD6-4A60-95F6-EABB5B7FDE70}"/>
                </a:ext>
              </a:extLst>
            </p:cNvPr>
            <p:cNvSpPr/>
            <p:nvPr/>
          </p:nvSpPr>
          <p:spPr>
            <a:xfrm>
              <a:off x="7790206" y="346323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chemeClr val="bg1">
                  <a:lumMod val="65000"/>
                </a:schemeClr>
              </a:solidFill>
              <a:prstDash val="solid"/>
              <a:miter/>
            </a:ln>
          </p:spPr>
          <p:txBody>
            <a:bodyPr rtlCol="0" anchor="ctr"/>
            <a:lstStyle/>
            <a:p>
              <a:endParaRPr lang="en-US"/>
            </a:p>
          </p:txBody>
        </p:sp>
        <p:sp>
          <p:nvSpPr>
            <p:cNvPr id="956" name="Freeform: Shape 955">
              <a:extLst>
                <a:ext uri="{FF2B5EF4-FFF2-40B4-BE49-F238E27FC236}">
                  <a16:creationId xmlns:a16="http://schemas.microsoft.com/office/drawing/2014/main" id="{77138C10-37DF-4843-9525-2938460D919F}"/>
                </a:ext>
              </a:extLst>
            </p:cNvPr>
            <p:cNvSpPr/>
            <p:nvPr/>
          </p:nvSpPr>
          <p:spPr>
            <a:xfrm>
              <a:off x="7887502" y="347038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957" name="Freeform: Shape 956">
              <a:extLst>
                <a:ext uri="{FF2B5EF4-FFF2-40B4-BE49-F238E27FC236}">
                  <a16:creationId xmlns:a16="http://schemas.microsoft.com/office/drawing/2014/main" id="{715FEB6C-010D-4F62-9673-C49063B87CED}"/>
                </a:ext>
              </a:extLst>
            </p:cNvPr>
            <p:cNvSpPr/>
            <p:nvPr/>
          </p:nvSpPr>
          <p:spPr>
            <a:xfrm>
              <a:off x="8770420" y="347038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chemeClr val="bg1">
                  <a:lumMod val="65000"/>
                </a:schemeClr>
              </a:solidFill>
              <a:prstDash val="solid"/>
              <a:miter/>
            </a:ln>
          </p:spPr>
          <p:txBody>
            <a:bodyPr rtlCol="0" anchor="ctr"/>
            <a:lstStyle/>
            <a:p>
              <a:endParaRPr lang="en-US"/>
            </a:p>
          </p:txBody>
        </p:sp>
        <p:sp>
          <p:nvSpPr>
            <p:cNvPr id="958" name="Freeform: Shape 957">
              <a:extLst>
                <a:ext uri="{FF2B5EF4-FFF2-40B4-BE49-F238E27FC236}">
                  <a16:creationId xmlns:a16="http://schemas.microsoft.com/office/drawing/2014/main" id="{9DCE457E-0DFA-4B9A-9586-4BD36201E766}"/>
                </a:ext>
              </a:extLst>
            </p:cNvPr>
            <p:cNvSpPr/>
            <p:nvPr/>
          </p:nvSpPr>
          <p:spPr>
            <a:xfrm>
              <a:off x="8957964" y="347059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chemeClr val="bg1">
                  <a:lumMod val="65000"/>
                </a:schemeClr>
              </a:solidFill>
              <a:prstDash val="solid"/>
              <a:miter/>
            </a:ln>
          </p:spPr>
          <p:txBody>
            <a:bodyPr rtlCol="0" anchor="ctr"/>
            <a:lstStyle/>
            <a:p>
              <a:endParaRPr lang="en-US"/>
            </a:p>
          </p:txBody>
        </p:sp>
        <p:sp>
          <p:nvSpPr>
            <p:cNvPr id="959" name="Freeform: Shape 958">
              <a:extLst>
                <a:ext uri="{FF2B5EF4-FFF2-40B4-BE49-F238E27FC236}">
                  <a16:creationId xmlns:a16="http://schemas.microsoft.com/office/drawing/2014/main" id="{D007DAA4-60FE-404C-B04A-7358D44DBEE2}"/>
                </a:ext>
              </a:extLst>
            </p:cNvPr>
            <p:cNvSpPr/>
            <p:nvPr/>
          </p:nvSpPr>
          <p:spPr>
            <a:xfrm>
              <a:off x="8770420" y="364204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chemeClr val="bg1">
                  <a:lumMod val="65000"/>
                </a:schemeClr>
              </a:solidFill>
              <a:prstDash val="solid"/>
              <a:miter/>
            </a:ln>
          </p:spPr>
          <p:txBody>
            <a:bodyPr rtlCol="0" anchor="ctr"/>
            <a:lstStyle/>
            <a:p>
              <a:endParaRPr lang="en-US"/>
            </a:p>
          </p:txBody>
        </p:sp>
        <p:sp>
          <p:nvSpPr>
            <p:cNvPr id="960" name="Freeform: Shape 959">
              <a:extLst>
                <a:ext uri="{FF2B5EF4-FFF2-40B4-BE49-F238E27FC236}">
                  <a16:creationId xmlns:a16="http://schemas.microsoft.com/office/drawing/2014/main" id="{C1827CBB-D48F-4BCB-B1DB-6E6E9A725B0C}"/>
                </a:ext>
              </a:extLst>
            </p:cNvPr>
            <p:cNvSpPr/>
            <p:nvPr/>
          </p:nvSpPr>
          <p:spPr>
            <a:xfrm>
              <a:off x="8540276" y="337908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chemeClr val="bg1">
                  <a:lumMod val="65000"/>
                </a:schemeClr>
              </a:solidFill>
              <a:prstDash val="solid"/>
              <a:miter/>
            </a:ln>
          </p:spPr>
          <p:txBody>
            <a:bodyPr rtlCol="0" anchor="ctr"/>
            <a:lstStyle/>
            <a:p>
              <a:endParaRPr lang="en-US"/>
            </a:p>
          </p:txBody>
        </p:sp>
        <p:sp>
          <p:nvSpPr>
            <p:cNvPr id="961" name="Freeform: Shape 960">
              <a:extLst>
                <a:ext uri="{FF2B5EF4-FFF2-40B4-BE49-F238E27FC236}">
                  <a16:creationId xmlns:a16="http://schemas.microsoft.com/office/drawing/2014/main" id="{33940219-8C58-4F21-941D-2223E90B03B9}"/>
                </a:ext>
              </a:extLst>
            </p:cNvPr>
            <p:cNvSpPr/>
            <p:nvPr/>
          </p:nvSpPr>
          <p:spPr>
            <a:xfrm>
              <a:off x="8599285" y="336857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962" name="Freeform: Shape 961">
              <a:extLst>
                <a:ext uri="{FF2B5EF4-FFF2-40B4-BE49-F238E27FC236}">
                  <a16:creationId xmlns:a16="http://schemas.microsoft.com/office/drawing/2014/main" id="{D35E820E-4A03-4486-8FF0-1EE1C0D3636C}"/>
                </a:ext>
              </a:extLst>
            </p:cNvPr>
            <p:cNvSpPr/>
            <p:nvPr/>
          </p:nvSpPr>
          <p:spPr>
            <a:xfrm>
              <a:off x="8709729" y="321994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963" name="Freeform: Shape 962">
              <a:extLst>
                <a:ext uri="{FF2B5EF4-FFF2-40B4-BE49-F238E27FC236}">
                  <a16:creationId xmlns:a16="http://schemas.microsoft.com/office/drawing/2014/main" id="{4F267A31-164A-4271-99E9-77B6DFFB7656}"/>
                </a:ext>
              </a:extLst>
            </p:cNvPr>
            <p:cNvSpPr/>
            <p:nvPr/>
          </p:nvSpPr>
          <p:spPr>
            <a:xfrm>
              <a:off x="8768632" y="320942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964" name="Freeform: Shape 963">
              <a:extLst>
                <a:ext uri="{FF2B5EF4-FFF2-40B4-BE49-F238E27FC236}">
                  <a16:creationId xmlns:a16="http://schemas.microsoft.com/office/drawing/2014/main" id="{B65515EE-0F30-4938-949A-02793DBAA226}"/>
                </a:ext>
              </a:extLst>
            </p:cNvPr>
            <p:cNvSpPr/>
            <p:nvPr/>
          </p:nvSpPr>
          <p:spPr>
            <a:xfrm>
              <a:off x="7465186" y="337772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chemeClr val="bg1">
                  <a:lumMod val="65000"/>
                </a:schemeClr>
              </a:solidFill>
              <a:prstDash val="solid"/>
              <a:miter/>
            </a:ln>
          </p:spPr>
          <p:txBody>
            <a:bodyPr rtlCol="0" anchor="ctr"/>
            <a:lstStyle/>
            <a:p>
              <a:endParaRPr lang="en-US"/>
            </a:p>
          </p:txBody>
        </p:sp>
        <p:sp>
          <p:nvSpPr>
            <p:cNvPr id="965" name="Freeform: Shape 964">
              <a:extLst>
                <a:ext uri="{FF2B5EF4-FFF2-40B4-BE49-F238E27FC236}">
                  <a16:creationId xmlns:a16="http://schemas.microsoft.com/office/drawing/2014/main" id="{5A8B0127-8197-4087-ACD6-C2B6BDDCBAAB}"/>
                </a:ext>
              </a:extLst>
            </p:cNvPr>
            <p:cNvSpPr/>
            <p:nvPr/>
          </p:nvSpPr>
          <p:spPr>
            <a:xfrm>
              <a:off x="7524194" y="336720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966" name="Freeform: Shape 965">
              <a:extLst>
                <a:ext uri="{FF2B5EF4-FFF2-40B4-BE49-F238E27FC236}">
                  <a16:creationId xmlns:a16="http://schemas.microsoft.com/office/drawing/2014/main" id="{E3A5AFA6-06B2-4A9E-A8B4-2B2E5C916445}"/>
                </a:ext>
              </a:extLst>
            </p:cNvPr>
            <p:cNvSpPr/>
            <p:nvPr/>
          </p:nvSpPr>
          <p:spPr>
            <a:xfrm>
              <a:off x="7609078" y="321868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967" name="Freeform: Shape 966">
              <a:extLst>
                <a:ext uri="{FF2B5EF4-FFF2-40B4-BE49-F238E27FC236}">
                  <a16:creationId xmlns:a16="http://schemas.microsoft.com/office/drawing/2014/main" id="{25763578-0371-49F4-A955-6601E7A548BF}"/>
                </a:ext>
              </a:extLst>
            </p:cNvPr>
            <p:cNvSpPr/>
            <p:nvPr/>
          </p:nvSpPr>
          <p:spPr>
            <a:xfrm>
              <a:off x="7667982" y="320816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968" name="Freeform: Shape 967">
              <a:extLst>
                <a:ext uri="{FF2B5EF4-FFF2-40B4-BE49-F238E27FC236}">
                  <a16:creationId xmlns:a16="http://schemas.microsoft.com/office/drawing/2014/main" id="{011D5153-5A30-47FB-B793-9C71A770D761}"/>
                </a:ext>
              </a:extLst>
            </p:cNvPr>
            <p:cNvSpPr/>
            <p:nvPr/>
          </p:nvSpPr>
          <p:spPr>
            <a:xfrm>
              <a:off x="8932404" y="330482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chemeClr val="bg1">
                  <a:lumMod val="65000"/>
                </a:schemeClr>
              </a:solidFill>
              <a:prstDash val="solid"/>
              <a:miter/>
            </a:ln>
          </p:spPr>
          <p:txBody>
            <a:bodyPr rtlCol="0" anchor="ctr"/>
            <a:lstStyle/>
            <a:p>
              <a:endParaRPr lang="en-US"/>
            </a:p>
          </p:txBody>
        </p:sp>
        <p:sp>
          <p:nvSpPr>
            <p:cNvPr id="969" name="Freeform: Shape 968">
              <a:extLst>
                <a:ext uri="{FF2B5EF4-FFF2-40B4-BE49-F238E27FC236}">
                  <a16:creationId xmlns:a16="http://schemas.microsoft.com/office/drawing/2014/main" id="{BB77C5CA-E799-4FFB-B3E5-5E70AD9B0493}"/>
                </a:ext>
              </a:extLst>
            </p:cNvPr>
            <p:cNvSpPr/>
            <p:nvPr/>
          </p:nvSpPr>
          <p:spPr>
            <a:xfrm>
              <a:off x="6927062" y="370516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chemeClr val="bg1">
                  <a:lumMod val="65000"/>
                </a:schemeClr>
              </a:solidFill>
              <a:prstDash val="solid"/>
              <a:miter/>
            </a:ln>
          </p:spPr>
          <p:txBody>
            <a:bodyPr rtlCol="0" anchor="ctr"/>
            <a:lstStyle/>
            <a:p>
              <a:endParaRPr lang="en-US"/>
            </a:p>
          </p:txBody>
        </p:sp>
        <p:sp>
          <p:nvSpPr>
            <p:cNvPr id="970" name="Freeform: Shape 969">
              <a:extLst>
                <a:ext uri="{FF2B5EF4-FFF2-40B4-BE49-F238E27FC236}">
                  <a16:creationId xmlns:a16="http://schemas.microsoft.com/office/drawing/2014/main" id="{3618B976-2BF1-45D5-9AEE-1C0767264A00}"/>
                </a:ext>
              </a:extLst>
            </p:cNvPr>
            <p:cNvSpPr/>
            <p:nvPr/>
          </p:nvSpPr>
          <p:spPr>
            <a:xfrm>
              <a:off x="7517252" y="304249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chemeClr val="bg1">
                  <a:lumMod val="65000"/>
                </a:schemeClr>
              </a:solidFill>
              <a:prstDash val="solid"/>
              <a:miter/>
            </a:ln>
          </p:spPr>
          <p:txBody>
            <a:bodyPr rtlCol="0" anchor="ctr"/>
            <a:lstStyle/>
            <a:p>
              <a:endParaRPr lang="en-US"/>
            </a:p>
          </p:txBody>
        </p:sp>
        <p:sp>
          <p:nvSpPr>
            <p:cNvPr id="971" name="Oval 970">
              <a:extLst>
                <a:ext uri="{FF2B5EF4-FFF2-40B4-BE49-F238E27FC236}">
                  <a16:creationId xmlns:a16="http://schemas.microsoft.com/office/drawing/2014/main" id="{94A9A56D-0B65-497F-946D-2F81FCA322E8}"/>
                </a:ext>
              </a:extLst>
            </p:cNvPr>
            <p:cNvSpPr/>
            <p:nvPr/>
          </p:nvSpPr>
          <p:spPr>
            <a:xfrm rot="10800000">
              <a:off x="9604349" y="34436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Oval 971">
              <a:extLst>
                <a:ext uri="{FF2B5EF4-FFF2-40B4-BE49-F238E27FC236}">
                  <a16:creationId xmlns:a16="http://schemas.microsoft.com/office/drawing/2014/main" id="{6B7518BC-4AA1-406D-A534-8B232B1EED35}"/>
                </a:ext>
              </a:extLst>
            </p:cNvPr>
            <p:cNvSpPr/>
            <p:nvPr/>
          </p:nvSpPr>
          <p:spPr>
            <a:xfrm rot="10800000">
              <a:off x="9572024" y="34325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Oval 972">
              <a:extLst>
                <a:ext uri="{FF2B5EF4-FFF2-40B4-BE49-F238E27FC236}">
                  <a16:creationId xmlns:a16="http://schemas.microsoft.com/office/drawing/2014/main" id="{87D8FA61-5393-4BDA-9718-F2F0EB80D8DC}"/>
                </a:ext>
              </a:extLst>
            </p:cNvPr>
            <p:cNvSpPr/>
            <p:nvPr/>
          </p:nvSpPr>
          <p:spPr>
            <a:xfrm rot="10800000">
              <a:off x="9545604" y="34319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Oval 973">
              <a:extLst>
                <a:ext uri="{FF2B5EF4-FFF2-40B4-BE49-F238E27FC236}">
                  <a16:creationId xmlns:a16="http://schemas.microsoft.com/office/drawing/2014/main" id="{96A8F5CB-0352-4EC1-8E26-333E2F206E22}"/>
                </a:ext>
              </a:extLst>
            </p:cNvPr>
            <p:cNvSpPr/>
            <p:nvPr/>
          </p:nvSpPr>
          <p:spPr>
            <a:xfrm rot="10800000">
              <a:off x="9657608" y="344144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5" name="Oval 974">
              <a:extLst>
                <a:ext uri="{FF2B5EF4-FFF2-40B4-BE49-F238E27FC236}">
                  <a16:creationId xmlns:a16="http://schemas.microsoft.com/office/drawing/2014/main" id="{03F41858-698F-4910-BD83-B680EB332043}"/>
                </a:ext>
              </a:extLst>
            </p:cNvPr>
            <p:cNvSpPr/>
            <p:nvPr/>
          </p:nvSpPr>
          <p:spPr>
            <a:xfrm rot="10800000">
              <a:off x="9624777" y="345733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Oval 975">
              <a:extLst>
                <a:ext uri="{FF2B5EF4-FFF2-40B4-BE49-F238E27FC236}">
                  <a16:creationId xmlns:a16="http://schemas.microsoft.com/office/drawing/2014/main" id="{299D8B7F-BAA0-4909-88A5-8BAF34D66DDA}"/>
                </a:ext>
              </a:extLst>
            </p:cNvPr>
            <p:cNvSpPr/>
            <p:nvPr/>
          </p:nvSpPr>
          <p:spPr>
            <a:xfrm rot="10800000">
              <a:off x="9471503" y="343258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Oval 976">
              <a:extLst>
                <a:ext uri="{FF2B5EF4-FFF2-40B4-BE49-F238E27FC236}">
                  <a16:creationId xmlns:a16="http://schemas.microsoft.com/office/drawing/2014/main" id="{B1FE5F70-2CCD-4A47-A21B-7073707DE1CB}"/>
                </a:ext>
              </a:extLst>
            </p:cNvPr>
            <p:cNvSpPr/>
            <p:nvPr/>
          </p:nvSpPr>
          <p:spPr>
            <a:xfrm rot="10800000">
              <a:off x="9433891" y="343956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Oval 977">
              <a:extLst>
                <a:ext uri="{FF2B5EF4-FFF2-40B4-BE49-F238E27FC236}">
                  <a16:creationId xmlns:a16="http://schemas.microsoft.com/office/drawing/2014/main" id="{0AED2ECF-CCB1-4A29-8A9E-C17E9845D2A6}"/>
                </a:ext>
              </a:extLst>
            </p:cNvPr>
            <p:cNvSpPr/>
            <p:nvPr/>
          </p:nvSpPr>
          <p:spPr>
            <a:xfrm rot="10800000">
              <a:off x="9498541" y="34358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Oval 978">
              <a:extLst>
                <a:ext uri="{FF2B5EF4-FFF2-40B4-BE49-F238E27FC236}">
                  <a16:creationId xmlns:a16="http://schemas.microsoft.com/office/drawing/2014/main" id="{782639CB-CF27-4ABE-A163-FA08A1B72DC9}"/>
                </a:ext>
              </a:extLst>
            </p:cNvPr>
            <p:cNvSpPr/>
            <p:nvPr/>
          </p:nvSpPr>
          <p:spPr>
            <a:xfrm rot="10800000">
              <a:off x="9121543" y="32968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Oval 979">
              <a:extLst>
                <a:ext uri="{FF2B5EF4-FFF2-40B4-BE49-F238E27FC236}">
                  <a16:creationId xmlns:a16="http://schemas.microsoft.com/office/drawing/2014/main" id="{6ABC5E09-5EA9-4A8C-8713-A2492781D2C1}"/>
                </a:ext>
              </a:extLst>
            </p:cNvPr>
            <p:cNvSpPr/>
            <p:nvPr/>
          </p:nvSpPr>
          <p:spPr>
            <a:xfrm rot="10800000">
              <a:off x="9089218" y="32857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Oval 980">
              <a:extLst>
                <a:ext uri="{FF2B5EF4-FFF2-40B4-BE49-F238E27FC236}">
                  <a16:creationId xmlns:a16="http://schemas.microsoft.com/office/drawing/2014/main" id="{6B5D953C-4160-43A1-8CFF-C39A24555977}"/>
                </a:ext>
              </a:extLst>
            </p:cNvPr>
            <p:cNvSpPr/>
            <p:nvPr/>
          </p:nvSpPr>
          <p:spPr>
            <a:xfrm rot="10800000">
              <a:off x="9062798" y="32851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Oval 981">
              <a:extLst>
                <a:ext uri="{FF2B5EF4-FFF2-40B4-BE49-F238E27FC236}">
                  <a16:creationId xmlns:a16="http://schemas.microsoft.com/office/drawing/2014/main" id="{17701EB1-CAC0-44D3-920D-2E0BBE181168}"/>
                </a:ext>
              </a:extLst>
            </p:cNvPr>
            <p:cNvSpPr/>
            <p:nvPr/>
          </p:nvSpPr>
          <p:spPr>
            <a:xfrm rot="10800000">
              <a:off x="9174802" y="32946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 name="Oval 982">
              <a:extLst>
                <a:ext uri="{FF2B5EF4-FFF2-40B4-BE49-F238E27FC236}">
                  <a16:creationId xmlns:a16="http://schemas.microsoft.com/office/drawing/2014/main" id="{6DEE4B31-CEF9-4F1E-B250-861431F98774}"/>
                </a:ext>
              </a:extLst>
            </p:cNvPr>
            <p:cNvSpPr/>
            <p:nvPr/>
          </p:nvSpPr>
          <p:spPr>
            <a:xfrm rot="10800000">
              <a:off x="9141971" y="33105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4" name="Oval 983">
              <a:extLst>
                <a:ext uri="{FF2B5EF4-FFF2-40B4-BE49-F238E27FC236}">
                  <a16:creationId xmlns:a16="http://schemas.microsoft.com/office/drawing/2014/main" id="{CAB13013-4237-42A9-A2AD-C5390C609E4A}"/>
                </a:ext>
              </a:extLst>
            </p:cNvPr>
            <p:cNvSpPr/>
            <p:nvPr/>
          </p:nvSpPr>
          <p:spPr>
            <a:xfrm rot="10800000">
              <a:off x="8988697" y="32857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Oval 984">
              <a:extLst>
                <a:ext uri="{FF2B5EF4-FFF2-40B4-BE49-F238E27FC236}">
                  <a16:creationId xmlns:a16="http://schemas.microsoft.com/office/drawing/2014/main" id="{3A2B1F56-4114-4245-906D-0080677CBB57}"/>
                </a:ext>
              </a:extLst>
            </p:cNvPr>
            <p:cNvSpPr/>
            <p:nvPr/>
          </p:nvSpPr>
          <p:spPr>
            <a:xfrm rot="10800000">
              <a:off x="8951085" y="32927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Oval 985">
              <a:extLst>
                <a:ext uri="{FF2B5EF4-FFF2-40B4-BE49-F238E27FC236}">
                  <a16:creationId xmlns:a16="http://schemas.microsoft.com/office/drawing/2014/main" id="{EB6EC431-283E-4DAA-ACE6-C2DDD5D11594}"/>
                </a:ext>
              </a:extLst>
            </p:cNvPr>
            <p:cNvSpPr/>
            <p:nvPr/>
          </p:nvSpPr>
          <p:spPr>
            <a:xfrm rot="10800000">
              <a:off x="9015735" y="32890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Oval 986">
              <a:extLst>
                <a:ext uri="{FF2B5EF4-FFF2-40B4-BE49-F238E27FC236}">
                  <a16:creationId xmlns:a16="http://schemas.microsoft.com/office/drawing/2014/main" id="{E420D1E4-6D4C-4F89-84EA-7FA3C5BE560B}"/>
                </a:ext>
              </a:extLst>
            </p:cNvPr>
            <p:cNvSpPr/>
            <p:nvPr/>
          </p:nvSpPr>
          <p:spPr>
            <a:xfrm>
              <a:off x="9246770" y="32820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Oval 987">
              <a:extLst>
                <a:ext uri="{FF2B5EF4-FFF2-40B4-BE49-F238E27FC236}">
                  <a16:creationId xmlns:a16="http://schemas.microsoft.com/office/drawing/2014/main" id="{139152C6-09B2-403F-ABD8-EDDFE8F20836}"/>
                </a:ext>
              </a:extLst>
            </p:cNvPr>
            <p:cNvSpPr/>
            <p:nvPr/>
          </p:nvSpPr>
          <p:spPr>
            <a:xfrm>
              <a:off x="9279095" y="3293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Oval 988">
              <a:extLst>
                <a:ext uri="{FF2B5EF4-FFF2-40B4-BE49-F238E27FC236}">
                  <a16:creationId xmlns:a16="http://schemas.microsoft.com/office/drawing/2014/main" id="{CF6374A9-FCD1-4491-A6D7-31388124BD14}"/>
                </a:ext>
              </a:extLst>
            </p:cNvPr>
            <p:cNvSpPr/>
            <p:nvPr/>
          </p:nvSpPr>
          <p:spPr>
            <a:xfrm>
              <a:off x="9305515" y="329378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Oval 989">
              <a:extLst>
                <a:ext uri="{FF2B5EF4-FFF2-40B4-BE49-F238E27FC236}">
                  <a16:creationId xmlns:a16="http://schemas.microsoft.com/office/drawing/2014/main" id="{BDB28C4B-6C4C-4E08-95DE-4C3DAD36537B}"/>
                </a:ext>
              </a:extLst>
            </p:cNvPr>
            <p:cNvSpPr/>
            <p:nvPr/>
          </p:nvSpPr>
          <p:spPr>
            <a:xfrm>
              <a:off x="9193511" y="32842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 name="Oval 990">
              <a:extLst>
                <a:ext uri="{FF2B5EF4-FFF2-40B4-BE49-F238E27FC236}">
                  <a16:creationId xmlns:a16="http://schemas.microsoft.com/office/drawing/2014/main" id="{29FEDB54-7E3B-4700-8AC7-0080FAEC73D8}"/>
                </a:ext>
              </a:extLst>
            </p:cNvPr>
            <p:cNvSpPr/>
            <p:nvPr/>
          </p:nvSpPr>
          <p:spPr>
            <a:xfrm>
              <a:off x="9226342" y="326839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 name="Oval 991">
              <a:extLst>
                <a:ext uri="{FF2B5EF4-FFF2-40B4-BE49-F238E27FC236}">
                  <a16:creationId xmlns:a16="http://schemas.microsoft.com/office/drawing/2014/main" id="{7A2A7998-D91F-4A12-BA95-1F7476FFAEF3}"/>
                </a:ext>
              </a:extLst>
            </p:cNvPr>
            <p:cNvSpPr/>
            <p:nvPr/>
          </p:nvSpPr>
          <p:spPr>
            <a:xfrm>
              <a:off x="9379616" y="32931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 name="Oval 992">
              <a:extLst>
                <a:ext uri="{FF2B5EF4-FFF2-40B4-BE49-F238E27FC236}">
                  <a16:creationId xmlns:a16="http://schemas.microsoft.com/office/drawing/2014/main" id="{9237C172-5875-4825-B055-73F3421489AA}"/>
                </a:ext>
              </a:extLst>
            </p:cNvPr>
            <p:cNvSpPr/>
            <p:nvPr/>
          </p:nvSpPr>
          <p:spPr>
            <a:xfrm>
              <a:off x="9417228" y="32861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4" name="Oval 993">
              <a:extLst>
                <a:ext uri="{FF2B5EF4-FFF2-40B4-BE49-F238E27FC236}">
                  <a16:creationId xmlns:a16="http://schemas.microsoft.com/office/drawing/2014/main" id="{60766FE4-D490-4D46-9A93-1E2EB2234903}"/>
                </a:ext>
              </a:extLst>
            </p:cNvPr>
            <p:cNvSpPr/>
            <p:nvPr/>
          </p:nvSpPr>
          <p:spPr>
            <a:xfrm>
              <a:off x="9352578" y="32898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Oval 994">
              <a:extLst>
                <a:ext uri="{FF2B5EF4-FFF2-40B4-BE49-F238E27FC236}">
                  <a16:creationId xmlns:a16="http://schemas.microsoft.com/office/drawing/2014/main" id="{F1E7A8A5-23FD-48A8-9C58-F8E535828459}"/>
                </a:ext>
              </a:extLst>
            </p:cNvPr>
            <p:cNvSpPr/>
            <p:nvPr/>
          </p:nvSpPr>
          <p:spPr>
            <a:xfrm rot="10800000">
              <a:off x="9694101" y="32863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6" name="Oval 995">
              <a:extLst>
                <a:ext uri="{FF2B5EF4-FFF2-40B4-BE49-F238E27FC236}">
                  <a16:creationId xmlns:a16="http://schemas.microsoft.com/office/drawing/2014/main" id="{2B128DB6-8B66-4458-BAF8-C02D55D0FA2F}"/>
                </a:ext>
              </a:extLst>
            </p:cNvPr>
            <p:cNvSpPr/>
            <p:nvPr/>
          </p:nvSpPr>
          <p:spPr>
            <a:xfrm rot="10800000">
              <a:off x="9661776" y="327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7" name="Oval 996">
              <a:extLst>
                <a:ext uri="{FF2B5EF4-FFF2-40B4-BE49-F238E27FC236}">
                  <a16:creationId xmlns:a16="http://schemas.microsoft.com/office/drawing/2014/main" id="{09513474-B4D0-4651-AAB8-4297E00BE710}"/>
                </a:ext>
              </a:extLst>
            </p:cNvPr>
            <p:cNvSpPr/>
            <p:nvPr/>
          </p:nvSpPr>
          <p:spPr>
            <a:xfrm rot="10800000">
              <a:off x="9635356" y="32737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8" name="Oval 997">
              <a:extLst>
                <a:ext uri="{FF2B5EF4-FFF2-40B4-BE49-F238E27FC236}">
                  <a16:creationId xmlns:a16="http://schemas.microsoft.com/office/drawing/2014/main" id="{6F75B13F-09B6-4A2C-99E7-5A0CA681206D}"/>
                </a:ext>
              </a:extLst>
            </p:cNvPr>
            <p:cNvSpPr/>
            <p:nvPr/>
          </p:nvSpPr>
          <p:spPr>
            <a:xfrm rot="10800000">
              <a:off x="9747360" y="3283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Oval 998">
              <a:extLst>
                <a:ext uri="{FF2B5EF4-FFF2-40B4-BE49-F238E27FC236}">
                  <a16:creationId xmlns:a16="http://schemas.microsoft.com/office/drawing/2014/main" id="{1E7860D2-719F-499B-8E87-E8190BC2EA49}"/>
                </a:ext>
              </a:extLst>
            </p:cNvPr>
            <p:cNvSpPr/>
            <p:nvPr/>
          </p:nvSpPr>
          <p:spPr>
            <a:xfrm rot="10800000">
              <a:off x="9714529" y="3300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0" name="Oval 999">
              <a:extLst>
                <a:ext uri="{FF2B5EF4-FFF2-40B4-BE49-F238E27FC236}">
                  <a16:creationId xmlns:a16="http://schemas.microsoft.com/office/drawing/2014/main" id="{CC2F31B9-4D8C-435A-B988-27CFB53D234A}"/>
                </a:ext>
              </a:extLst>
            </p:cNvPr>
            <p:cNvSpPr/>
            <p:nvPr/>
          </p:nvSpPr>
          <p:spPr>
            <a:xfrm rot="10800000">
              <a:off x="9561255" y="32744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1" name="Oval 1000">
              <a:extLst>
                <a:ext uri="{FF2B5EF4-FFF2-40B4-BE49-F238E27FC236}">
                  <a16:creationId xmlns:a16="http://schemas.microsoft.com/office/drawing/2014/main" id="{F6981976-B746-44B0-AD32-DFFAA30C3F0C}"/>
                </a:ext>
              </a:extLst>
            </p:cNvPr>
            <p:cNvSpPr/>
            <p:nvPr/>
          </p:nvSpPr>
          <p:spPr>
            <a:xfrm rot="10800000">
              <a:off x="9523643" y="3281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Oval 1001">
              <a:extLst>
                <a:ext uri="{FF2B5EF4-FFF2-40B4-BE49-F238E27FC236}">
                  <a16:creationId xmlns:a16="http://schemas.microsoft.com/office/drawing/2014/main" id="{E740771A-8C4E-4CBE-A579-AC23634C801E}"/>
                </a:ext>
              </a:extLst>
            </p:cNvPr>
            <p:cNvSpPr/>
            <p:nvPr/>
          </p:nvSpPr>
          <p:spPr>
            <a:xfrm rot="10800000">
              <a:off x="9588293"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3" name="Oval 1002">
              <a:extLst>
                <a:ext uri="{FF2B5EF4-FFF2-40B4-BE49-F238E27FC236}">
                  <a16:creationId xmlns:a16="http://schemas.microsoft.com/office/drawing/2014/main" id="{295B691E-BE25-49EC-8973-0ADCF0BB9431}"/>
                </a:ext>
              </a:extLst>
            </p:cNvPr>
            <p:cNvSpPr/>
            <p:nvPr/>
          </p:nvSpPr>
          <p:spPr>
            <a:xfrm>
              <a:off x="9505745" y="32882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4" name="Oval 1003">
              <a:extLst>
                <a:ext uri="{FF2B5EF4-FFF2-40B4-BE49-F238E27FC236}">
                  <a16:creationId xmlns:a16="http://schemas.microsoft.com/office/drawing/2014/main" id="{DB03DAF9-273E-4D87-9A5B-FFAF5F73CE9C}"/>
                </a:ext>
              </a:extLst>
            </p:cNvPr>
            <p:cNvSpPr/>
            <p:nvPr/>
          </p:nvSpPr>
          <p:spPr>
            <a:xfrm>
              <a:off x="9538070" y="32993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5" name="Oval 1004">
              <a:extLst>
                <a:ext uri="{FF2B5EF4-FFF2-40B4-BE49-F238E27FC236}">
                  <a16:creationId xmlns:a16="http://schemas.microsoft.com/office/drawing/2014/main" id="{0DD53414-370B-4570-9689-E174748B0F79}"/>
                </a:ext>
              </a:extLst>
            </p:cNvPr>
            <p:cNvSpPr/>
            <p:nvPr/>
          </p:nvSpPr>
          <p:spPr>
            <a:xfrm>
              <a:off x="9564490" y="32999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 name="Oval 1005">
              <a:extLst>
                <a:ext uri="{FF2B5EF4-FFF2-40B4-BE49-F238E27FC236}">
                  <a16:creationId xmlns:a16="http://schemas.microsoft.com/office/drawing/2014/main" id="{F392317F-F2AD-4E4E-8DAC-7D352B570EEF}"/>
                </a:ext>
              </a:extLst>
            </p:cNvPr>
            <p:cNvSpPr/>
            <p:nvPr/>
          </p:nvSpPr>
          <p:spPr>
            <a:xfrm>
              <a:off x="9452486" y="32904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7" name="Oval 1006">
              <a:extLst>
                <a:ext uri="{FF2B5EF4-FFF2-40B4-BE49-F238E27FC236}">
                  <a16:creationId xmlns:a16="http://schemas.microsoft.com/office/drawing/2014/main" id="{0D0C0DEA-7114-4132-A880-FBD0DE5D4E27}"/>
                </a:ext>
              </a:extLst>
            </p:cNvPr>
            <p:cNvSpPr/>
            <p:nvPr/>
          </p:nvSpPr>
          <p:spPr>
            <a:xfrm>
              <a:off x="9485317" y="32745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8" name="Oval 1007">
              <a:extLst>
                <a:ext uri="{FF2B5EF4-FFF2-40B4-BE49-F238E27FC236}">
                  <a16:creationId xmlns:a16="http://schemas.microsoft.com/office/drawing/2014/main" id="{B2BA4AA8-0868-407E-8E0E-9C11B916A044}"/>
                </a:ext>
              </a:extLst>
            </p:cNvPr>
            <p:cNvSpPr/>
            <p:nvPr/>
          </p:nvSpPr>
          <p:spPr>
            <a:xfrm>
              <a:off x="9638591" y="32993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Oval 1008">
              <a:extLst>
                <a:ext uri="{FF2B5EF4-FFF2-40B4-BE49-F238E27FC236}">
                  <a16:creationId xmlns:a16="http://schemas.microsoft.com/office/drawing/2014/main" id="{243B82C8-1A27-4FA7-8486-13E8C44D915A}"/>
                </a:ext>
              </a:extLst>
            </p:cNvPr>
            <p:cNvSpPr/>
            <p:nvPr/>
          </p:nvSpPr>
          <p:spPr>
            <a:xfrm>
              <a:off x="9676203" y="32923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Oval 1009">
              <a:extLst>
                <a:ext uri="{FF2B5EF4-FFF2-40B4-BE49-F238E27FC236}">
                  <a16:creationId xmlns:a16="http://schemas.microsoft.com/office/drawing/2014/main" id="{2B18C702-604A-4FC3-87F3-242CFB1E11D7}"/>
                </a:ext>
              </a:extLst>
            </p:cNvPr>
            <p:cNvSpPr/>
            <p:nvPr/>
          </p:nvSpPr>
          <p:spPr>
            <a:xfrm>
              <a:off x="9611553" y="32960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Oval 1010">
              <a:extLst>
                <a:ext uri="{FF2B5EF4-FFF2-40B4-BE49-F238E27FC236}">
                  <a16:creationId xmlns:a16="http://schemas.microsoft.com/office/drawing/2014/main" id="{39A77C64-B01B-47DF-9FBE-76A347E0C30E}"/>
                </a:ext>
              </a:extLst>
            </p:cNvPr>
            <p:cNvSpPr/>
            <p:nvPr/>
          </p:nvSpPr>
          <p:spPr>
            <a:xfrm rot="10800000">
              <a:off x="8820951"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Oval 1011">
              <a:extLst>
                <a:ext uri="{FF2B5EF4-FFF2-40B4-BE49-F238E27FC236}">
                  <a16:creationId xmlns:a16="http://schemas.microsoft.com/office/drawing/2014/main" id="{5E03B7A2-ABCE-4DC2-A364-98D023B86E11}"/>
                </a:ext>
              </a:extLst>
            </p:cNvPr>
            <p:cNvSpPr/>
            <p:nvPr/>
          </p:nvSpPr>
          <p:spPr>
            <a:xfrm rot="10800000">
              <a:off x="8788626"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Oval 1012">
              <a:extLst>
                <a:ext uri="{FF2B5EF4-FFF2-40B4-BE49-F238E27FC236}">
                  <a16:creationId xmlns:a16="http://schemas.microsoft.com/office/drawing/2014/main" id="{86086B1E-DEEE-4695-A6BF-095CCF1478D6}"/>
                </a:ext>
              </a:extLst>
            </p:cNvPr>
            <p:cNvSpPr/>
            <p:nvPr/>
          </p:nvSpPr>
          <p:spPr>
            <a:xfrm rot="10800000">
              <a:off x="8762206"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Oval 1013">
              <a:extLst>
                <a:ext uri="{FF2B5EF4-FFF2-40B4-BE49-F238E27FC236}">
                  <a16:creationId xmlns:a16="http://schemas.microsoft.com/office/drawing/2014/main" id="{DB98EB4D-2D25-42EE-831F-E208FC24B28B}"/>
                </a:ext>
              </a:extLst>
            </p:cNvPr>
            <p:cNvSpPr/>
            <p:nvPr/>
          </p:nvSpPr>
          <p:spPr>
            <a:xfrm rot="10800000">
              <a:off x="8874210"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Oval 1014">
              <a:extLst>
                <a:ext uri="{FF2B5EF4-FFF2-40B4-BE49-F238E27FC236}">
                  <a16:creationId xmlns:a16="http://schemas.microsoft.com/office/drawing/2014/main" id="{5D134579-3743-4048-8AB8-1AD17D8C75DE}"/>
                </a:ext>
              </a:extLst>
            </p:cNvPr>
            <p:cNvSpPr/>
            <p:nvPr/>
          </p:nvSpPr>
          <p:spPr>
            <a:xfrm rot="10800000">
              <a:off x="8841379"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Oval 1015">
              <a:extLst>
                <a:ext uri="{FF2B5EF4-FFF2-40B4-BE49-F238E27FC236}">
                  <a16:creationId xmlns:a16="http://schemas.microsoft.com/office/drawing/2014/main" id="{2CCCEE53-DC4B-4E9F-93B3-0BF8CFE176CA}"/>
                </a:ext>
              </a:extLst>
            </p:cNvPr>
            <p:cNvSpPr/>
            <p:nvPr/>
          </p:nvSpPr>
          <p:spPr>
            <a:xfrm rot="10800000">
              <a:off x="8688105"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Oval 1016">
              <a:extLst>
                <a:ext uri="{FF2B5EF4-FFF2-40B4-BE49-F238E27FC236}">
                  <a16:creationId xmlns:a16="http://schemas.microsoft.com/office/drawing/2014/main" id="{284BF5E1-A18C-4205-A3F1-01561A8FE3F4}"/>
                </a:ext>
              </a:extLst>
            </p:cNvPr>
            <p:cNvSpPr/>
            <p:nvPr/>
          </p:nvSpPr>
          <p:spPr>
            <a:xfrm rot="10800000">
              <a:off x="8650493"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Oval 1017">
              <a:extLst>
                <a:ext uri="{FF2B5EF4-FFF2-40B4-BE49-F238E27FC236}">
                  <a16:creationId xmlns:a16="http://schemas.microsoft.com/office/drawing/2014/main" id="{AECD702E-4042-4FC7-8790-FA5AC4200839}"/>
                </a:ext>
              </a:extLst>
            </p:cNvPr>
            <p:cNvSpPr/>
            <p:nvPr/>
          </p:nvSpPr>
          <p:spPr>
            <a:xfrm rot="10800000">
              <a:off x="8715143"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Oval 1018">
              <a:extLst>
                <a:ext uri="{FF2B5EF4-FFF2-40B4-BE49-F238E27FC236}">
                  <a16:creationId xmlns:a16="http://schemas.microsoft.com/office/drawing/2014/main" id="{A4B1C32B-99FB-4315-8FD2-8CA8AEB33F43}"/>
                </a:ext>
              </a:extLst>
            </p:cNvPr>
            <p:cNvSpPr/>
            <p:nvPr/>
          </p:nvSpPr>
          <p:spPr>
            <a:xfrm>
              <a:off x="8632595"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Oval 1019">
              <a:extLst>
                <a:ext uri="{FF2B5EF4-FFF2-40B4-BE49-F238E27FC236}">
                  <a16:creationId xmlns:a16="http://schemas.microsoft.com/office/drawing/2014/main" id="{CFD60991-AD96-4F81-AE00-9A15F421761D}"/>
                </a:ext>
              </a:extLst>
            </p:cNvPr>
            <p:cNvSpPr/>
            <p:nvPr/>
          </p:nvSpPr>
          <p:spPr>
            <a:xfrm>
              <a:off x="8664920"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Oval 1020">
              <a:extLst>
                <a:ext uri="{FF2B5EF4-FFF2-40B4-BE49-F238E27FC236}">
                  <a16:creationId xmlns:a16="http://schemas.microsoft.com/office/drawing/2014/main" id="{D0DAA627-C94F-4ACD-BB19-D89020D9CDF4}"/>
                </a:ext>
              </a:extLst>
            </p:cNvPr>
            <p:cNvSpPr/>
            <p:nvPr/>
          </p:nvSpPr>
          <p:spPr>
            <a:xfrm>
              <a:off x="8691340"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Oval 1021">
              <a:extLst>
                <a:ext uri="{FF2B5EF4-FFF2-40B4-BE49-F238E27FC236}">
                  <a16:creationId xmlns:a16="http://schemas.microsoft.com/office/drawing/2014/main" id="{C68D3C38-E847-4370-8155-93436B8433C1}"/>
                </a:ext>
              </a:extLst>
            </p:cNvPr>
            <p:cNvSpPr/>
            <p:nvPr/>
          </p:nvSpPr>
          <p:spPr>
            <a:xfrm>
              <a:off x="8579336"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Oval 1022">
              <a:extLst>
                <a:ext uri="{FF2B5EF4-FFF2-40B4-BE49-F238E27FC236}">
                  <a16:creationId xmlns:a16="http://schemas.microsoft.com/office/drawing/2014/main" id="{7897D495-6D92-4CA0-B81B-6E6688EA8A93}"/>
                </a:ext>
              </a:extLst>
            </p:cNvPr>
            <p:cNvSpPr/>
            <p:nvPr/>
          </p:nvSpPr>
          <p:spPr>
            <a:xfrm>
              <a:off x="8612167"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Oval 1023">
              <a:extLst>
                <a:ext uri="{FF2B5EF4-FFF2-40B4-BE49-F238E27FC236}">
                  <a16:creationId xmlns:a16="http://schemas.microsoft.com/office/drawing/2014/main" id="{025F2B36-3F60-4894-ACF2-AC04176AFC32}"/>
                </a:ext>
              </a:extLst>
            </p:cNvPr>
            <p:cNvSpPr/>
            <p:nvPr/>
          </p:nvSpPr>
          <p:spPr>
            <a:xfrm>
              <a:off x="8765441"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Oval 1024">
              <a:extLst>
                <a:ext uri="{FF2B5EF4-FFF2-40B4-BE49-F238E27FC236}">
                  <a16:creationId xmlns:a16="http://schemas.microsoft.com/office/drawing/2014/main" id="{889F9871-C455-4FA1-9D0E-BF6003CD5281}"/>
                </a:ext>
              </a:extLst>
            </p:cNvPr>
            <p:cNvSpPr/>
            <p:nvPr/>
          </p:nvSpPr>
          <p:spPr>
            <a:xfrm>
              <a:off x="8803053"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Oval 1025">
              <a:extLst>
                <a:ext uri="{FF2B5EF4-FFF2-40B4-BE49-F238E27FC236}">
                  <a16:creationId xmlns:a16="http://schemas.microsoft.com/office/drawing/2014/main" id="{E7130786-5D4B-4680-908E-269F5ACDF792}"/>
                </a:ext>
              </a:extLst>
            </p:cNvPr>
            <p:cNvSpPr/>
            <p:nvPr/>
          </p:nvSpPr>
          <p:spPr>
            <a:xfrm>
              <a:off x="8738403"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Oval 1026">
              <a:extLst>
                <a:ext uri="{FF2B5EF4-FFF2-40B4-BE49-F238E27FC236}">
                  <a16:creationId xmlns:a16="http://schemas.microsoft.com/office/drawing/2014/main" id="{3CAA3852-612E-46BF-A552-064599CA01B8}"/>
                </a:ext>
              </a:extLst>
            </p:cNvPr>
            <p:cNvSpPr/>
            <p:nvPr/>
          </p:nvSpPr>
          <p:spPr>
            <a:xfrm rot="10800000">
              <a:off x="9125893" y="32730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Oval 1027">
              <a:extLst>
                <a:ext uri="{FF2B5EF4-FFF2-40B4-BE49-F238E27FC236}">
                  <a16:creationId xmlns:a16="http://schemas.microsoft.com/office/drawing/2014/main" id="{5E47B201-6C7F-4A64-A7EA-B161866F0DDC}"/>
                </a:ext>
              </a:extLst>
            </p:cNvPr>
            <p:cNvSpPr/>
            <p:nvPr/>
          </p:nvSpPr>
          <p:spPr>
            <a:xfrm rot="10800000">
              <a:off x="9093568" y="32612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Oval 1028">
              <a:extLst>
                <a:ext uri="{FF2B5EF4-FFF2-40B4-BE49-F238E27FC236}">
                  <a16:creationId xmlns:a16="http://schemas.microsoft.com/office/drawing/2014/main" id="{35756849-59D3-454E-9343-8F26B5619836}"/>
                </a:ext>
              </a:extLst>
            </p:cNvPr>
            <p:cNvSpPr/>
            <p:nvPr/>
          </p:nvSpPr>
          <p:spPr>
            <a:xfrm rot="10800000">
              <a:off x="9067148" y="32605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Oval 1029">
              <a:extLst>
                <a:ext uri="{FF2B5EF4-FFF2-40B4-BE49-F238E27FC236}">
                  <a16:creationId xmlns:a16="http://schemas.microsoft.com/office/drawing/2014/main" id="{EB28DC15-AEAF-4046-9475-166810CDA7CB}"/>
                </a:ext>
              </a:extLst>
            </p:cNvPr>
            <p:cNvSpPr/>
            <p:nvPr/>
          </p:nvSpPr>
          <p:spPr>
            <a:xfrm rot="10800000">
              <a:off x="9179152" y="3270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Oval 1030">
              <a:extLst>
                <a:ext uri="{FF2B5EF4-FFF2-40B4-BE49-F238E27FC236}">
                  <a16:creationId xmlns:a16="http://schemas.microsoft.com/office/drawing/2014/main" id="{F537FCA1-34BD-4B75-962B-98DF43E7F181}"/>
                </a:ext>
              </a:extLst>
            </p:cNvPr>
            <p:cNvSpPr/>
            <p:nvPr/>
          </p:nvSpPr>
          <p:spPr>
            <a:xfrm rot="10800000">
              <a:off x="9146321" y="3287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Oval 1031">
              <a:extLst>
                <a:ext uri="{FF2B5EF4-FFF2-40B4-BE49-F238E27FC236}">
                  <a16:creationId xmlns:a16="http://schemas.microsoft.com/office/drawing/2014/main" id="{403C4880-B1D9-421A-A22F-FE64D62985C7}"/>
                </a:ext>
              </a:extLst>
            </p:cNvPr>
            <p:cNvSpPr/>
            <p:nvPr/>
          </p:nvSpPr>
          <p:spPr>
            <a:xfrm rot="10800000">
              <a:off x="8993047" y="32612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Oval 1032">
              <a:extLst>
                <a:ext uri="{FF2B5EF4-FFF2-40B4-BE49-F238E27FC236}">
                  <a16:creationId xmlns:a16="http://schemas.microsoft.com/office/drawing/2014/main" id="{85F13BBD-C2D4-4491-A274-7C37BDECBC6B}"/>
                </a:ext>
              </a:extLst>
            </p:cNvPr>
            <p:cNvSpPr/>
            <p:nvPr/>
          </p:nvSpPr>
          <p:spPr>
            <a:xfrm rot="10800000">
              <a:off x="8955435" y="32686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Oval 1033">
              <a:extLst>
                <a:ext uri="{FF2B5EF4-FFF2-40B4-BE49-F238E27FC236}">
                  <a16:creationId xmlns:a16="http://schemas.microsoft.com/office/drawing/2014/main" id="{E94A8875-CB83-4683-849F-E1429A4E7058}"/>
                </a:ext>
              </a:extLst>
            </p:cNvPr>
            <p:cNvSpPr/>
            <p:nvPr/>
          </p:nvSpPr>
          <p:spPr>
            <a:xfrm rot="10800000">
              <a:off x="9020085" y="32647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Oval 1034">
              <a:extLst>
                <a:ext uri="{FF2B5EF4-FFF2-40B4-BE49-F238E27FC236}">
                  <a16:creationId xmlns:a16="http://schemas.microsoft.com/office/drawing/2014/main" id="{8CBEBC05-64EA-4E9D-A82A-94BBA11726DD}"/>
                </a:ext>
              </a:extLst>
            </p:cNvPr>
            <p:cNvSpPr/>
            <p:nvPr/>
          </p:nvSpPr>
          <p:spPr>
            <a:xfrm rot="10800000">
              <a:off x="9465222" y="3514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Oval 1035">
              <a:extLst>
                <a:ext uri="{FF2B5EF4-FFF2-40B4-BE49-F238E27FC236}">
                  <a16:creationId xmlns:a16="http://schemas.microsoft.com/office/drawing/2014/main" id="{298AC09B-FD03-4A71-ADAE-DECB6EAFBC5A}"/>
                </a:ext>
              </a:extLst>
            </p:cNvPr>
            <p:cNvSpPr/>
            <p:nvPr/>
          </p:nvSpPr>
          <p:spPr>
            <a:xfrm rot="10800000">
              <a:off x="9432897" y="35024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Oval 1036">
              <a:extLst>
                <a:ext uri="{FF2B5EF4-FFF2-40B4-BE49-F238E27FC236}">
                  <a16:creationId xmlns:a16="http://schemas.microsoft.com/office/drawing/2014/main" id="{DD859F3E-7688-44BB-857B-7C03FD5A1317}"/>
                </a:ext>
              </a:extLst>
            </p:cNvPr>
            <p:cNvSpPr/>
            <p:nvPr/>
          </p:nvSpPr>
          <p:spPr>
            <a:xfrm rot="10800000">
              <a:off x="9406477" y="35018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Oval 1037">
              <a:extLst>
                <a:ext uri="{FF2B5EF4-FFF2-40B4-BE49-F238E27FC236}">
                  <a16:creationId xmlns:a16="http://schemas.microsoft.com/office/drawing/2014/main" id="{73563105-103B-4133-8FA8-92C737CFBF98}"/>
                </a:ext>
              </a:extLst>
            </p:cNvPr>
            <p:cNvSpPr/>
            <p:nvPr/>
          </p:nvSpPr>
          <p:spPr>
            <a:xfrm rot="10800000">
              <a:off x="9518481" y="3511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Oval 1038">
              <a:extLst>
                <a:ext uri="{FF2B5EF4-FFF2-40B4-BE49-F238E27FC236}">
                  <a16:creationId xmlns:a16="http://schemas.microsoft.com/office/drawing/2014/main" id="{AAECCAF7-C3DE-421F-99C7-B1B45F370685}"/>
                </a:ext>
              </a:extLst>
            </p:cNvPr>
            <p:cNvSpPr/>
            <p:nvPr/>
          </p:nvSpPr>
          <p:spPr>
            <a:xfrm rot="10800000">
              <a:off x="9485650" y="3528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Oval 1039">
              <a:extLst>
                <a:ext uri="{FF2B5EF4-FFF2-40B4-BE49-F238E27FC236}">
                  <a16:creationId xmlns:a16="http://schemas.microsoft.com/office/drawing/2014/main" id="{AB2557F2-178C-467B-B28B-CCE7B77AF6F2}"/>
                </a:ext>
              </a:extLst>
            </p:cNvPr>
            <p:cNvSpPr/>
            <p:nvPr/>
          </p:nvSpPr>
          <p:spPr>
            <a:xfrm rot="10800000">
              <a:off x="9332376" y="350249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Oval 1040">
              <a:extLst>
                <a:ext uri="{FF2B5EF4-FFF2-40B4-BE49-F238E27FC236}">
                  <a16:creationId xmlns:a16="http://schemas.microsoft.com/office/drawing/2014/main" id="{AAF7FF44-B111-4950-BEF4-9D7B984B3AC3}"/>
                </a:ext>
              </a:extLst>
            </p:cNvPr>
            <p:cNvSpPr/>
            <p:nvPr/>
          </p:nvSpPr>
          <p:spPr>
            <a:xfrm rot="10800000">
              <a:off x="9294764" y="35099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Oval 1041">
              <a:extLst>
                <a:ext uri="{FF2B5EF4-FFF2-40B4-BE49-F238E27FC236}">
                  <a16:creationId xmlns:a16="http://schemas.microsoft.com/office/drawing/2014/main" id="{E40F236F-1012-423B-8C02-EF1D8B0F769D}"/>
                </a:ext>
              </a:extLst>
            </p:cNvPr>
            <p:cNvSpPr/>
            <p:nvPr/>
          </p:nvSpPr>
          <p:spPr>
            <a:xfrm rot="10800000">
              <a:off x="9359414" y="35060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Oval 1042">
              <a:extLst>
                <a:ext uri="{FF2B5EF4-FFF2-40B4-BE49-F238E27FC236}">
                  <a16:creationId xmlns:a16="http://schemas.microsoft.com/office/drawing/2014/main" id="{A8602E0B-529A-4A82-AD38-C0DDBA089C66}"/>
                </a:ext>
              </a:extLst>
            </p:cNvPr>
            <p:cNvSpPr/>
            <p:nvPr/>
          </p:nvSpPr>
          <p:spPr>
            <a:xfrm rot="10800000">
              <a:off x="9404585" y="3457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Oval 1043">
              <a:extLst>
                <a:ext uri="{FF2B5EF4-FFF2-40B4-BE49-F238E27FC236}">
                  <a16:creationId xmlns:a16="http://schemas.microsoft.com/office/drawing/2014/main" id="{CF230D06-0596-4F4E-8E0D-4F6EEB981EBC}"/>
                </a:ext>
              </a:extLst>
            </p:cNvPr>
            <p:cNvSpPr/>
            <p:nvPr/>
          </p:nvSpPr>
          <p:spPr>
            <a:xfrm rot="10800000">
              <a:off x="9372260" y="34456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Oval 1044">
              <a:extLst>
                <a:ext uri="{FF2B5EF4-FFF2-40B4-BE49-F238E27FC236}">
                  <a16:creationId xmlns:a16="http://schemas.microsoft.com/office/drawing/2014/main" id="{85DEAF4A-AC6B-4E77-BC47-8CD7A256C53D}"/>
                </a:ext>
              </a:extLst>
            </p:cNvPr>
            <p:cNvSpPr/>
            <p:nvPr/>
          </p:nvSpPr>
          <p:spPr>
            <a:xfrm rot="10800000">
              <a:off x="9345840" y="3444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Oval 1045">
              <a:extLst>
                <a:ext uri="{FF2B5EF4-FFF2-40B4-BE49-F238E27FC236}">
                  <a16:creationId xmlns:a16="http://schemas.microsoft.com/office/drawing/2014/main" id="{D29F4D71-7E97-48E8-A36C-3A061516E6AF}"/>
                </a:ext>
              </a:extLst>
            </p:cNvPr>
            <p:cNvSpPr/>
            <p:nvPr/>
          </p:nvSpPr>
          <p:spPr>
            <a:xfrm rot="10800000">
              <a:off x="9457844" y="3455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Oval 1046">
              <a:extLst>
                <a:ext uri="{FF2B5EF4-FFF2-40B4-BE49-F238E27FC236}">
                  <a16:creationId xmlns:a16="http://schemas.microsoft.com/office/drawing/2014/main" id="{AEE268D2-6258-42F9-9EFF-4E2172B254F9}"/>
                </a:ext>
              </a:extLst>
            </p:cNvPr>
            <p:cNvSpPr/>
            <p:nvPr/>
          </p:nvSpPr>
          <p:spPr>
            <a:xfrm rot="10800000">
              <a:off x="9425013" y="3472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Oval 1047">
              <a:extLst>
                <a:ext uri="{FF2B5EF4-FFF2-40B4-BE49-F238E27FC236}">
                  <a16:creationId xmlns:a16="http://schemas.microsoft.com/office/drawing/2014/main" id="{A4E56AE7-03EA-4B47-8C33-5FC056C6704A}"/>
                </a:ext>
              </a:extLst>
            </p:cNvPr>
            <p:cNvSpPr/>
            <p:nvPr/>
          </p:nvSpPr>
          <p:spPr>
            <a:xfrm rot="10800000">
              <a:off x="9271739" y="344565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Oval 1048">
              <a:extLst>
                <a:ext uri="{FF2B5EF4-FFF2-40B4-BE49-F238E27FC236}">
                  <a16:creationId xmlns:a16="http://schemas.microsoft.com/office/drawing/2014/main" id="{D3F96BEB-4CD0-4D74-AD53-FDA538A1C2E0}"/>
                </a:ext>
              </a:extLst>
            </p:cNvPr>
            <p:cNvSpPr/>
            <p:nvPr/>
          </p:nvSpPr>
          <p:spPr>
            <a:xfrm rot="10800000">
              <a:off x="9234127" y="34531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Oval 1049">
              <a:extLst>
                <a:ext uri="{FF2B5EF4-FFF2-40B4-BE49-F238E27FC236}">
                  <a16:creationId xmlns:a16="http://schemas.microsoft.com/office/drawing/2014/main" id="{B58EDDA6-2482-42DF-BE93-2D6E68691F13}"/>
                </a:ext>
              </a:extLst>
            </p:cNvPr>
            <p:cNvSpPr/>
            <p:nvPr/>
          </p:nvSpPr>
          <p:spPr>
            <a:xfrm rot="10800000">
              <a:off x="9298777" y="34491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Oval 1050">
              <a:extLst>
                <a:ext uri="{FF2B5EF4-FFF2-40B4-BE49-F238E27FC236}">
                  <a16:creationId xmlns:a16="http://schemas.microsoft.com/office/drawing/2014/main" id="{F25F8EFA-DDBF-4A63-B3A8-871944D3A20C}"/>
                </a:ext>
              </a:extLst>
            </p:cNvPr>
            <p:cNvSpPr/>
            <p:nvPr/>
          </p:nvSpPr>
          <p:spPr>
            <a:xfrm rot="10800000">
              <a:off x="9337694" y="365278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Oval 1051">
              <a:extLst>
                <a:ext uri="{FF2B5EF4-FFF2-40B4-BE49-F238E27FC236}">
                  <a16:creationId xmlns:a16="http://schemas.microsoft.com/office/drawing/2014/main" id="{63827BAF-0FB2-4487-93EC-A22D42BDCC94}"/>
                </a:ext>
              </a:extLst>
            </p:cNvPr>
            <p:cNvSpPr/>
            <p:nvPr/>
          </p:nvSpPr>
          <p:spPr>
            <a:xfrm rot="10800000">
              <a:off x="9305369" y="364093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Oval 1052">
              <a:extLst>
                <a:ext uri="{FF2B5EF4-FFF2-40B4-BE49-F238E27FC236}">
                  <a16:creationId xmlns:a16="http://schemas.microsoft.com/office/drawing/2014/main" id="{B2928937-CCCC-4BB0-A3C2-B51DF65A1854}"/>
                </a:ext>
              </a:extLst>
            </p:cNvPr>
            <p:cNvSpPr/>
            <p:nvPr/>
          </p:nvSpPr>
          <p:spPr>
            <a:xfrm rot="10800000">
              <a:off x="9278949" y="36402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Oval 1053">
              <a:extLst>
                <a:ext uri="{FF2B5EF4-FFF2-40B4-BE49-F238E27FC236}">
                  <a16:creationId xmlns:a16="http://schemas.microsoft.com/office/drawing/2014/main" id="{89CBE339-A18E-48A9-9700-C248C1BEBDAA}"/>
                </a:ext>
              </a:extLst>
            </p:cNvPr>
            <p:cNvSpPr/>
            <p:nvPr/>
          </p:nvSpPr>
          <p:spPr>
            <a:xfrm rot="10800000">
              <a:off x="9390953" y="3650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Oval 1054">
              <a:extLst>
                <a:ext uri="{FF2B5EF4-FFF2-40B4-BE49-F238E27FC236}">
                  <a16:creationId xmlns:a16="http://schemas.microsoft.com/office/drawing/2014/main" id="{51D77932-2581-46A8-87AA-A6CAA65D70C2}"/>
                </a:ext>
              </a:extLst>
            </p:cNvPr>
            <p:cNvSpPr/>
            <p:nvPr/>
          </p:nvSpPr>
          <p:spPr>
            <a:xfrm rot="10800000">
              <a:off x="9358122" y="3667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D01FE0BC-C58D-43F5-96DE-813C62422196}"/>
                </a:ext>
              </a:extLst>
            </p:cNvPr>
            <p:cNvSpPr/>
            <p:nvPr/>
          </p:nvSpPr>
          <p:spPr>
            <a:xfrm rot="10800000">
              <a:off x="9204848" y="36409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Oval 1056">
              <a:extLst>
                <a:ext uri="{FF2B5EF4-FFF2-40B4-BE49-F238E27FC236}">
                  <a16:creationId xmlns:a16="http://schemas.microsoft.com/office/drawing/2014/main" id="{65003A13-482B-4325-A4BB-6D69628D1421}"/>
                </a:ext>
              </a:extLst>
            </p:cNvPr>
            <p:cNvSpPr/>
            <p:nvPr/>
          </p:nvSpPr>
          <p:spPr>
            <a:xfrm rot="10800000">
              <a:off x="9167236" y="3648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Oval 1057">
              <a:extLst>
                <a:ext uri="{FF2B5EF4-FFF2-40B4-BE49-F238E27FC236}">
                  <a16:creationId xmlns:a16="http://schemas.microsoft.com/office/drawing/2014/main" id="{997534A6-0AF4-4ECA-B813-CF6EB22737C8}"/>
                </a:ext>
              </a:extLst>
            </p:cNvPr>
            <p:cNvSpPr/>
            <p:nvPr/>
          </p:nvSpPr>
          <p:spPr>
            <a:xfrm rot="10800000">
              <a:off x="9231886" y="364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9" name="Group 1058">
              <a:extLst>
                <a:ext uri="{FF2B5EF4-FFF2-40B4-BE49-F238E27FC236}">
                  <a16:creationId xmlns:a16="http://schemas.microsoft.com/office/drawing/2014/main" id="{AC0A2723-3BF1-4CAE-806B-C4F9A79FCECF}"/>
                </a:ext>
              </a:extLst>
            </p:cNvPr>
            <p:cNvGrpSpPr/>
            <p:nvPr/>
          </p:nvGrpSpPr>
          <p:grpSpPr>
            <a:xfrm rot="10800000">
              <a:off x="8289614" y="3618437"/>
              <a:ext cx="242005" cy="46723"/>
              <a:chOff x="7979724" y="3580291"/>
              <a:chExt cx="242005" cy="43678"/>
            </a:xfrm>
          </p:grpSpPr>
          <p:sp>
            <p:nvSpPr>
              <p:cNvPr id="1060" name="Oval 1059">
                <a:extLst>
                  <a:ext uri="{FF2B5EF4-FFF2-40B4-BE49-F238E27FC236}">
                    <a16:creationId xmlns:a16="http://schemas.microsoft.com/office/drawing/2014/main" id="{E18BCF70-A308-4FAD-94F9-4DC63A45DF3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Oval 1060">
                <a:extLst>
                  <a:ext uri="{FF2B5EF4-FFF2-40B4-BE49-F238E27FC236}">
                    <a16:creationId xmlns:a16="http://schemas.microsoft.com/office/drawing/2014/main" id="{E865816E-9F6F-4CD6-B98C-95CE88BCE63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Oval 1061">
                <a:extLst>
                  <a:ext uri="{FF2B5EF4-FFF2-40B4-BE49-F238E27FC236}">
                    <a16:creationId xmlns:a16="http://schemas.microsoft.com/office/drawing/2014/main" id="{0699FDD5-9A56-421A-AB06-CF05DD3342E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Oval 1062">
                <a:extLst>
                  <a:ext uri="{FF2B5EF4-FFF2-40B4-BE49-F238E27FC236}">
                    <a16:creationId xmlns:a16="http://schemas.microsoft.com/office/drawing/2014/main" id="{ADA069A4-A3E1-4FC6-9AF2-EA07DB66F5B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Oval 1063">
                <a:extLst>
                  <a:ext uri="{FF2B5EF4-FFF2-40B4-BE49-F238E27FC236}">
                    <a16:creationId xmlns:a16="http://schemas.microsoft.com/office/drawing/2014/main" id="{06C2B0ED-F3A8-49AA-AEFB-C500F34A81C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Oval 1064">
                <a:extLst>
                  <a:ext uri="{FF2B5EF4-FFF2-40B4-BE49-F238E27FC236}">
                    <a16:creationId xmlns:a16="http://schemas.microsoft.com/office/drawing/2014/main" id="{0287BD46-84F2-4C08-8503-7F6F08BD4B9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Oval 1065">
                <a:extLst>
                  <a:ext uri="{FF2B5EF4-FFF2-40B4-BE49-F238E27FC236}">
                    <a16:creationId xmlns:a16="http://schemas.microsoft.com/office/drawing/2014/main" id="{427ED5E9-0072-42C3-8D1E-CA55B2E11BE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Oval 1066">
                <a:extLst>
                  <a:ext uri="{FF2B5EF4-FFF2-40B4-BE49-F238E27FC236}">
                    <a16:creationId xmlns:a16="http://schemas.microsoft.com/office/drawing/2014/main" id="{98D830CB-EF5A-4A5B-985A-51A0818B081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8" name="Group 1067">
              <a:extLst>
                <a:ext uri="{FF2B5EF4-FFF2-40B4-BE49-F238E27FC236}">
                  <a16:creationId xmlns:a16="http://schemas.microsoft.com/office/drawing/2014/main" id="{840EA423-F78A-47AD-868C-84E897B5E2EC}"/>
                </a:ext>
              </a:extLst>
            </p:cNvPr>
            <p:cNvGrpSpPr/>
            <p:nvPr/>
          </p:nvGrpSpPr>
          <p:grpSpPr>
            <a:xfrm>
              <a:off x="8218457" y="3619253"/>
              <a:ext cx="242005" cy="43678"/>
              <a:chOff x="7979724" y="3580291"/>
              <a:chExt cx="242005" cy="43678"/>
            </a:xfrm>
          </p:grpSpPr>
          <p:sp>
            <p:nvSpPr>
              <p:cNvPr id="1069" name="Oval 1068">
                <a:extLst>
                  <a:ext uri="{FF2B5EF4-FFF2-40B4-BE49-F238E27FC236}">
                    <a16:creationId xmlns:a16="http://schemas.microsoft.com/office/drawing/2014/main" id="{E44BCD97-998F-45D7-942D-82156EBE20E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Oval 1069">
                <a:extLst>
                  <a:ext uri="{FF2B5EF4-FFF2-40B4-BE49-F238E27FC236}">
                    <a16:creationId xmlns:a16="http://schemas.microsoft.com/office/drawing/2014/main" id="{5289AA84-BB4D-474F-BE68-A11F9435E35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Oval 1070">
                <a:extLst>
                  <a:ext uri="{FF2B5EF4-FFF2-40B4-BE49-F238E27FC236}">
                    <a16:creationId xmlns:a16="http://schemas.microsoft.com/office/drawing/2014/main" id="{B682AE78-DA6F-4CED-99EF-9A690115D45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Oval 1071">
                <a:extLst>
                  <a:ext uri="{FF2B5EF4-FFF2-40B4-BE49-F238E27FC236}">
                    <a16:creationId xmlns:a16="http://schemas.microsoft.com/office/drawing/2014/main" id="{C5F736F5-C259-47BC-9374-2E014D10418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Oval 1072">
                <a:extLst>
                  <a:ext uri="{FF2B5EF4-FFF2-40B4-BE49-F238E27FC236}">
                    <a16:creationId xmlns:a16="http://schemas.microsoft.com/office/drawing/2014/main" id="{EA44C9C5-5E64-4E7A-ADE3-7DCCB8CF504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Oval 1073">
                <a:extLst>
                  <a:ext uri="{FF2B5EF4-FFF2-40B4-BE49-F238E27FC236}">
                    <a16:creationId xmlns:a16="http://schemas.microsoft.com/office/drawing/2014/main" id="{C8BD8563-A33C-4462-A57F-F1930B26B27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Oval 1074">
                <a:extLst>
                  <a:ext uri="{FF2B5EF4-FFF2-40B4-BE49-F238E27FC236}">
                    <a16:creationId xmlns:a16="http://schemas.microsoft.com/office/drawing/2014/main" id="{3E864727-D71D-44E2-89FB-3A2D71AC41B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Oval 1075">
                <a:extLst>
                  <a:ext uri="{FF2B5EF4-FFF2-40B4-BE49-F238E27FC236}">
                    <a16:creationId xmlns:a16="http://schemas.microsoft.com/office/drawing/2014/main" id="{7CF9D270-7448-43C2-81F1-9967CA319D9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77" name="Group 1076">
              <a:extLst>
                <a:ext uri="{FF2B5EF4-FFF2-40B4-BE49-F238E27FC236}">
                  <a16:creationId xmlns:a16="http://schemas.microsoft.com/office/drawing/2014/main" id="{AA4F7A7B-922E-46D4-9AC7-6031E8C401E9}"/>
                </a:ext>
              </a:extLst>
            </p:cNvPr>
            <p:cNvGrpSpPr/>
            <p:nvPr/>
          </p:nvGrpSpPr>
          <p:grpSpPr>
            <a:xfrm rot="10800000">
              <a:off x="8530657" y="3621613"/>
              <a:ext cx="242005" cy="46723"/>
              <a:chOff x="7979724" y="3580291"/>
              <a:chExt cx="242005" cy="43678"/>
            </a:xfrm>
          </p:grpSpPr>
          <p:sp>
            <p:nvSpPr>
              <p:cNvPr id="1078" name="Oval 1077">
                <a:extLst>
                  <a:ext uri="{FF2B5EF4-FFF2-40B4-BE49-F238E27FC236}">
                    <a16:creationId xmlns:a16="http://schemas.microsoft.com/office/drawing/2014/main" id="{9A5F3E94-5AFE-4856-A227-6ABF19BFEE6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Oval 1078">
                <a:extLst>
                  <a:ext uri="{FF2B5EF4-FFF2-40B4-BE49-F238E27FC236}">
                    <a16:creationId xmlns:a16="http://schemas.microsoft.com/office/drawing/2014/main" id="{D5038492-8544-4AB1-B89D-748D9F5C2BA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Oval 1079">
                <a:extLst>
                  <a:ext uri="{FF2B5EF4-FFF2-40B4-BE49-F238E27FC236}">
                    <a16:creationId xmlns:a16="http://schemas.microsoft.com/office/drawing/2014/main" id="{05C6DAF8-08D7-46D6-8028-4B2BAD06135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9DA082BC-1395-4D04-ABAE-4D2078A410A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Oval 1081">
                <a:extLst>
                  <a:ext uri="{FF2B5EF4-FFF2-40B4-BE49-F238E27FC236}">
                    <a16:creationId xmlns:a16="http://schemas.microsoft.com/office/drawing/2014/main" id="{7538C08C-6736-47B3-B6E7-2B399867A81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Oval 1082">
                <a:extLst>
                  <a:ext uri="{FF2B5EF4-FFF2-40B4-BE49-F238E27FC236}">
                    <a16:creationId xmlns:a16="http://schemas.microsoft.com/office/drawing/2014/main" id="{7DE373F7-B5B4-4978-BD83-CE7AB84DE03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Oval 1083">
                <a:extLst>
                  <a:ext uri="{FF2B5EF4-FFF2-40B4-BE49-F238E27FC236}">
                    <a16:creationId xmlns:a16="http://schemas.microsoft.com/office/drawing/2014/main" id="{A84249A1-D08F-49F0-ACEE-3F8F05DB5F2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Oval 1084">
                <a:extLst>
                  <a:ext uri="{FF2B5EF4-FFF2-40B4-BE49-F238E27FC236}">
                    <a16:creationId xmlns:a16="http://schemas.microsoft.com/office/drawing/2014/main" id="{5BBA8B97-89AD-44DA-BA1A-AD733EE587E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6" name="Group 1085">
              <a:extLst>
                <a:ext uri="{FF2B5EF4-FFF2-40B4-BE49-F238E27FC236}">
                  <a16:creationId xmlns:a16="http://schemas.microsoft.com/office/drawing/2014/main" id="{B4CD3895-13F5-4E4D-9FB7-07B576181FAE}"/>
                </a:ext>
              </a:extLst>
            </p:cNvPr>
            <p:cNvGrpSpPr/>
            <p:nvPr/>
          </p:nvGrpSpPr>
          <p:grpSpPr>
            <a:xfrm rot="11689693">
              <a:off x="8459500" y="3622429"/>
              <a:ext cx="242005" cy="43678"/>
              <a:chOff x="7979724" y="3580291"/>
              <a:chExt cx="242005" cy="43678"/>
            </a:xfrm>
          </p:grpSpPr>
          <p:sp>
            <p:nvSpPr>
              <p:cNvPr id="1087" name="Oval 1086">
                <a:extLst>
                  <a:ext uri="{FF2B5EF4-FFF2-40B4-BE49-F238E27FC236}">
                    <a16:creationId xmlns:a16="http://schemas.microsoft.com/office/drawing/2014/main" id="{85393652-4D2E-4896-B2E0-601F89A165C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Oval 1087">
                <a:extLst>
                  <a:ext uri="{FF2B5EF4-FFF2-40B4-BE49-F238E27FC236}">
                    <a16:creationId xmlns:a16="http://schemas.microsoft.com/office/drawing/2014/main" id="{CBED9EAA-C26C-46F5-B02E-118D9FC17DB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Oval 1088">
                <a:extLst>
                  <a:ext uri="{FF2B5EF4-FFF2-40B4-BE49-F238E27FC236}">
                    <a16:creationId xmlns:a16="http://schemas.microsoft.com/office/drawing/2014/main" id="{518FA5BE-3F16-493D-B301-EA501661970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Oval 1089">
                <a:extLst>
                  <a:ext uri="{FF2B5EF4-FFF2-40B4-BE49-F238E27FC236}">
                    <a16:creationId xmlns:a16="http://schemas.microsoft.com/office/drawing/2014/main" id="{50FB708B-4B85-4B7C-97EE-17E42A88A47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Oval 1090">
                <a:extLst>
                  <a:ext uri="{FF2B5EF4-FFF2-40B4-BE49-F238E27FC236}">
                    <a16:creationId xmlns:a16="http://schemas.microsoft.com/office/drawing/2014/main" id="{2ADD0905-6144-4D8B-9700-770C399BB8F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4250793B-76AD-478D-999E-FAA368518A5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Oval 1092">
                <a:extLst>
                  <a:ext uri="{FF2B5EF4-FFF2-40B4-BE49-F238E27FC236}">
                    <a16:creationId xmlns:a16="http://schemas.microsoft.com/office/drawing/2014/main" id="{95BD85B0-4367-4B59-83B4-6AC596E81EA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Oval 1093">
                <a:extLst>
                  <a:ext uri="{FF2B5EF4-FFF2-40B4-BE49-F238E27FC236}">
                    <a16:creationId xmlns:a16="http://schemas.microsoft.com/office/drawing/2014/main" id="{555B4FF5-044D-46BC-B3E1-05ADD74EBBB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5" name="Group 1094">
              <a:extLst>
                <a:ext uri="{FF2B5EF4-FFF2-40B4-BE49-F238E27FC236}">
                  <a16:creationId xmlns:a16="http://schemas.microsoft.com/office/drawing/2014/main" id="{1E451E4C-606E-43B7-9075-778316F63369}"/>
                </a:ext>
              </a:extLst>
            </p:cNvPr>
            <p:cNvGrpSpPr/>
            <p:nvPr/>
          </p:nvGrpSpPr>
          <p:grpSpPr>
            <a:xfrm rot="21292958">
              <a:off x="8706954" y="3622453"/>
              <a:ext cx="242005" cy="46723"/>
              <a:chOff x="7979724" y="3580291"/>
              <a:chExt cx="242005" cy="43678"/>
            </a:xfrm>
          </p:grpSpPr>
          <p:sp>
            <p:nvSpPr>
              <p:cNvPr id="1096" name="Oval 1095">
                <a:extLst>
                  <a:ext uri="{FF2B5EF4-FFF2-40B4-BE49-F238E27FC236}">
                    <a16:creationId xmlns:a16="http://schemas.microsoft.com/office/drawing/2014/main" id="{66703AA1-82F6-4C4E-ACE3-A7095C17515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Oval 1096">
                <a:extLst>
                  <a:ext uri="{FF2B5EF4-FFF2-40B4-BE49-F238E27FC236}">
                    <a16:creationId xmlns:a16="http://schemas.microsoft.com/office/drawing/2014/main" id="{0B28093D-1EE5-4341-8768-F3227917D02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Oval 1097">
                <a:extLst>
                  <a:ext uri="{FF2B5EF4-FFF2-40B4-BE49-F238E27FC236}">
                    <a16:creationId xmlns:a16="http://schemas.microsoft.com/office/drawing/2014/main" id="{7243AEEA-76CD-408C-801D-B29FA2F8BA0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Oval 1098">
                <a:extLst>
                  <a:ext uri="{FF2B5EF4-FFF2-40B4-BE49-F238E27FC236}">
                    <a16:creationId xmlns:a16="http://schemas.microsoft.com/office/drawing/2014/main" id="{A378E82A-3FF4-4625-998E-1A96A642495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Oval 1099">
                <a:extLst>
                  <a:ext uri="{FF2B5EF4-FFF2-40B4-BE49-F238E27FC236}">
                    <a16:creationId xmlns:a16="http://schemas.microsoft.com/office/drawing/2014/main" id="{D88A187E-8C05-4569-8FC5-0974555A0C7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Oval 1100">
                <a:extLst>
                  <a:ext uri="{FF2B5EF4-FFF2-40B4-BE49-F238E27FC236}">
                    <a16:creationId xmlns:a16="http://schemas.microsoft.com/office/drawing/2014/main" id="{410F403D-04C1-409C-9287-246749F6875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Oval 1101">
                <a:extLst>
                  <a:ext uri="{FF2B5EF4-FFF2-40B4-BE49-F238E27FC236}">
                    <a16:creationId xmlns:a16="http://schemas.microsoft.com/office/drawing/2014/main" id="{E452ED85-87DA-47CA-A8E3-3AC62F78E0F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Oval 1102">
                <a:extLst>
                  <a:ext uri="{FF2B5EF4-FFF2-40B4-BE49-F238E27FC236}">
                    <a16:creationId xmlns:a16="http://schemas.microsoft.com/office/drawing/2014/main" id="{123D100E-FBFA-4A65-A258-FDF5FDA7D34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4" name="Group 1103">
              <a:extLst>
                <a:ext uri="{FF2B5EF4-FFF2-40B4-BE49-F238E27FC236}">
                  <a16:creationId xmlns:a16="http://schemas.microsoft.com/office/drawing/2014/main" id="{52547F04-0486-4172-B667-FBF71FF90E4F}"/>
                </a:ext>
              </a:extLst>
            </p:cNvPr>
            <p:cNvGrpSpPr/>
            <p:nvPr/>
          </p:nvGrpSpPr>
          <p:grpSpPr>
            <a:xfrm>
              <a:off x="8635797" y="3623269"/>
              <a:ext cx="242005" cy="43678"/>
              <a:chOff x="7979724" y="3580291"/>
              <a:chExt cx="242005" cy="43678"/>
            </a:xfrm>
          </p:grpSpPr>
          <p:sp>
            <p:nvSpPr>
              <p:cNvPr id="1105" name="Oval 1104">
                <a:extLst>
                  <a:ext uri="{FF2B5EF4-FFF2-40B4-BE49-F238E27FC236}">
                    <a16:creationId xmlns:a16="http://schemas.microsoft.com/office/drawing/2014/main" id="{E85FF0AB-85AE-4864-B0AF-63F56D8F425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Oval 1105">
                <a:extLst>
                  <a:ext uri="{FF2B5EF4-FFF2-40B4-BE49-F238E27FC236}">
                    <a16:creationId xmlns:a16="http://schemas.microsoft.com/office/drawing/2014/main" id="{EF33A112-7D61-4D45-94F8-A2014CD8B90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Oval 1106">
                <a:extLst>
                  <a:ext uri="{FF2B5EF4-FFF2-40B4-BE49-F238E27FC236}">
                    <a16:creationId xmlns:a16="http://schemas.microsoft.com/office/drawing/2014/main" id="{BE9B2ED0-EC31-4F4A-BAAC-2813920D206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Oval 1107">
                <a:extLst>
                  <a:ext uri="{FF2B5EF4-FFF2-40B4-BE49-F238E27FC236}">
                    <a16:creationId xmlns:a16="http://schemas.microsoft.com/office/drawing/2014/main" id="{CCD1D045-758E-495D-9162-D7DFA25A362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9" name="Oval 1108">
                <a:extLst>
                  <a:ext uri="{FF2B5EF4-FFF2-40B4-BE49-F238E27FC236}">
                    <a16:creationId xmlns:a16="http://schemas.microsoft.com/office/drawing/2014/main" id="{3617D5EF-9FAD-473C-A847-D24CEBCB503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Oval 1109">
                <a:extLst>
                  <a:ext uri="{FF2B5EF4-FFF2-40B4-BE49-F238E27FC236}">
                    <a16:creationId xmlns:a16="http://schemas.microsoft.com/office/drawing/2014/main" id="{D43C4C07-1011-45CF-8B99-91367EC7141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Oval 1110">
                <a:extLst>
                  <a:ext uri="{FF2B5EF4-FFF2-40B4-BE49-F238E27FC236}">
                    <a16:creationId xmlns:a16="http://schemas.microsoft.com/office/drawing/2014/main" id="{55EBE827-5899-4938-BD05-02D6EE90623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Oval 1111">
                <a:extLst>
                  <a:ext uri="{FF2B5EF4-FFF2-40B4-BE49-F238E27FC236}">
                    <a16:creationId xmlns:a16="http://schemas.microsoft.com/office/drawing/2014/main" id="{459DE7BC-D9C5-4F28-823D-EA78DA41464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3" name="Group 1112">
              <a:extLst>
                <a:ext uri="{FF2B5EF4-FFF2-40B4-BE49-F238E27FC236}">
                  <a16:creationId xmlns:a16="http://schemas.microsoft.com/office/drawing/2014/main" id="{B6C522E1-B810-45D2-9DEE-E303C9FDBF13}"/>
                </a:ext>
              </a:extLst>
            </p:cNvPr>
            <p:cNvGrpSpPr/>
            <p:nvPr/>
          </p:nvGrpSpPr>
          <p:grpSpPr>
            <a:xfrm rot="10800000">
              <a:off x="8947997" y="3625629"/>
              <a:ext cx="242005" cy="46723"/>
              <a:chOff x="7979724" y="3580291"/>
              <a:chExt cx="242005" cy="43678"/>
            </a:xfrm>
          </p:grpSpPr>
          <p:sp>
            <p:nvSpPr>
              <p:cNvPr id="1114" name="Oval 1113">
                <a:extLst>
                  <a:ext uri="{FF2B5EF4-FFF2-40B4-BE49-F238E27FC236}">
                    <a16:creationId xmlns:a16="http://schemas.microsoft.com/office/drawing/2014/main" id="{B69AFEE6-1B7E-43BA-93E5-2E61A29BAB0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5" name="Oval 1114">
                <a:extLst>
                  <a:ext uri="{FF2B5EF4-FFF2-40B4-BE49-F238E27FC236}">
                    <a16:creationId xmlns:a16="http://schemas.microsoft.com/office/drawing/2014/main" id="{439417AE-44C4-4CCB-A569-3EA2CFA6F9C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Oval 1115">
                <a:extLst>
                  <a:ext uri="{FF2B5EF4-FFF2-40B4-BE49-F238E27FC236}">
                    <a16:creationId xmlns:a16="http://schemas.microsoft.com/office/drawing/2014/main" id="{BE5BF4ED-D5DB-4355-8979-F768EF5CE45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7" name="Oval 1116">
                <a:extLst>
                  <a:ext uri="{FF2B5EF4-FFF2-40B4-BE49-F238E27FC236}">
                    <a16:creationId xmlns:a16="http://schemas.microsoft.com/office/drawing/2014/main" id="{71A642DC-0F5F-4CAC-8866-471563EEC2A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Oval 1117">
                <a:extLst>
                  <a:ext uri="{FF2B5EF4-FFF2-40B4-BE49-F238E27FC236}">
                    <a16:creationId xmlns:a16="http://schemas.microsoft.com/office/drawing/2014/main" id="{4FE0226C-5943-49B8-B4B1-D92683BA063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Oval 1118">
                <a:extLst>
                  <a:ext uri="{FF2B5EF4-FFF2-40B4-BE49-F238E27FC236}">
                    <a16:creationId xmlns:a16="http://schemas.microsoft.com/office/drawing/2014/main" id="{7BFA0DF8-2EE1-4263-B17B-DFE618B7AB7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Oval 1119">
                <a:extLst>
                  <a:ext uri="{FF2B5EF4-FFF2-40B4-BE49-F238E27FC236}">
                    <a16:creationId xmlns:a16="http://schemas.microsoft.com/office/drawing/2014/main" id="{E0ADDA7E-5BD7-4516-8315-E600D9ED98E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Oval 1120">
                <a:extLst>
                  <a:ext uri="{FF2B5EF4-FFF2-40B4-BE49-F238E27FC236}">
                    <a16:creationId xmlns:a16="http://schemas.microsoft.com/office/drawing/2014/main" id="{97C35517-6602-4CFC-80A7-B33EF6DA18A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2" name="Group 1121">
              <a:extLst>
                <a:ext uri="{FF2B5EF4-FFF2-40B4-BE49-F238E27FC236}">
                  <a16:creationId xmlns:a16="http://schemas.microsoft.com/office/drawing/2014/main" id="{C8AF2F6F-43D7-4F78-BA61-8C467796F0BF}"/>
                </a:ext>
              </a:extLst>
            </p:cNvPr>
            <p:cNvGrpSpPr/>
            <p:nvPr/>
          </p:nvGrpSpPr>
          <p:grpSpPr>
            <a:xfrm>
              <a:off x="8876840" y="3626445"/>
              <a:ext cx="242005" cy="43678"/>
              <a:chOff x="7979724" y="3580291"/>
              <a:chExt cx="242005" cy="43678"/>
            </a:xfrm>
          </p:grpSpPr>
          <p:sp>
            <p:nvSpPr>
              <p:cNvPr id="1123" name="Oval 1122">
                <a:extLst>
                  <a:ext uri="{FF2B5EF4-FFF2-40B4-BE49-F238E27FC236}">
                    <a16:creationId xmlns:a16="http://schemas.microsoft.com/office/drawing/2014/main" id="{07A7ACF6-DCC4-4627-86DB-34A3A75F007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Oval 1123">
                <a:extLst>
                  <a:ext uri="{FF2B5EF4-FFF2-40B4-BE49-F238E27FC236}">
                    <a16:creationId xmlns:a16="http://schemas.microsoft.com/office/drawing/2014/main" id="{AE1CEC79-BE15-4C4F-A5AB-3564A28BAB1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Oval 1124">
                <a:extLst>
                  <a:ext uri="{FF2B5EF4-FFF2-40B4-BE49-F238E27FC236}">
                    <a16:creationId xmlns:a16="http://schemas.microsoft.com/office/drawing/2014/main" id="{9A8339AD-DD22-4133-9944-13FA1C2A803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Oval 1125">
                <a:extLst>
                  <a:ext uri="{FF2B5EF4-FFF2-40B4-BE49-F238E27FC236}">
                    <a16:creationId xmlns:a16="http://schemas.microsoft.com/office/drawing/2014/main" id="{FEC7A59E-95AF-4F9D-BB42-C501B1AC8AB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Oval 1126">
                <a:extLst>
                  <a:ext uri="{FF2B5EF4-FFF2-40B4-BE49-F238E27FC236}">
                    <a16:creationId xmlns:a16="http://schemas.microsoft.com/office/drawing/2014/main" id="{86BF1CCA-E300-415F-B464-3B56EA4C8A5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Oval 1127">
                <a:extLst>
                  <a:ext uri="{FF2B5EF4-FFF2-40B4-BE49-F238E27FC236}">
                    <a16:creationId xmlns:a16="http://schemas.microsoft.com/office/drawing/2014/main" id="{3944FE5D-E5F3-496E-B648-E95B0196F9A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Oval 1128">
                <a:extLst>
                  <a:ext uri="{FF2B5EF4-FFF2-40B4-BE49-F238E27FC236}">
                    <a16:creationId xmlns:a16="http://schemas.microsoft.com/office/drawing/2014/main" id="{65B6529F-66BE-4923-B52A-7B190B41801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Oval 1129">
                <a:extLst>
                  <a:ext uri="{FF2B5EF4-FFF2-40B4-BE49-F238E27FC236}">
                    <a16:creationId xmlns:a16="http://schemas.microsoft.com/office/drawing/2014/main" id="{68A3D525-ABD7-4CDF-B4B2-E9B2F09EC95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1" name="Group 1130">
              <a:extLst>
                <a:ext uri="{FF2B5EF4-FFF2-40B4-BE49-F238E27FC236}">
                  <a16:creationId xmlns:a16="http://schemas.microsoft.com/office/drawing/2014/main" id="{D71250A2-B2B8-4F9E-9F25-FC9FA6971668}"/>
                </a:ext>
              </a:extLst>
            </p:cNvPr>
            <p:cNvGrpSpPr/>
            <p:nvPr/>
          </p:nvGrpSpPr>
          <p:grpSpPr>
            <a:xfrm rot="10800000">
              <a:off x="7271547" y="3132517"/>
              <a:ext cx="242005" cy="46723"/>
              <a:chOff x="7979724" y="3580291"/>
              <a:chExt cx="242005" cy="43678"/>
            </a:xfrm>
          </p:grpSpPr>
          <p:sp>
            <p:nvSpPr>
              <p:cNvPr id="1132" name="Oval 1131">
                <a:extLst>
                  <a:ext uri="{FF2B5EF4-FFF2-40B4-BE49-F238E27FC236}">
                    <a16:creationId xmlns:a16="http://schemas.microsoft.com/office/drawing/2014/main" id="{ACA11FFA-0F4C-414D-A361-353EF893BA3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Oval 1132">
                <a:extLst>
                  <a:ext uri="{FF2B5EF4-FFF2-40B4-BE49-F238E27FC236}">
                    <a16:creationId xmlns:a16="http://schemas.microsoft.com/office/drawing/2014/main" id="{48E41D49-EE2E-43AB-8749-C89B4048A6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Oval 1133">
                <a:extLst>
                  <a:ext uri="{FF2B5EF4-FFF2-40B4-BE49-F238E27FC236}">
                    <a16:creationId xmlns:a16="http://schemas.microsoft.com/office/drawing/2014/main" id="{8F83E162-5E47-4811-BE0D-581CE070712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Oval 1134">
                <a:extLst>
                  <a:ext uri="{FF2B5EF4-FFF2-40B4-BE49-F238E27FC236}">
                    <a16:creationId xmlns:a16="http://schemas.microsoft.com/office/drawing/2014/main" id="{95A95074-2965-48D9-87C8-F71E217838D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Oval 1135">
                <a:extLst>
                  <a:ext uri="{FF2B5EF4-FFF2-40B4-BE49-F238E27FC236}">
                    <a16:creationId xmlns:a16="http://schemas.microsoft.com/office/drawing/2014/main" id="{00D5E683-F546-4140-8CBD-E99864CF324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Oval 1136">
                <a:extLst>
                  <a:ext uri="{FF2B5EF4-FFF2-40B4-BE49-F238E27FC236}">
                    <a16:creationId xmlns:a16="http://schemas.microsoft.com/office/drawing/2014/main" id="{31A53BA9-878C-4A23-9B37-F7245125B32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Oval 1137">
                <a:extLst>
                  <a:ext uri="{FF2B5EF4-FFF2-40B4-BE49-F238E27FC236}">
                    <a16:creationId xmlns:a16="http://schemas.microsoft.com/office/drawing/2014/main" id="{A1AA8892-5FD8-4DD6-A393-0FEBD1856C2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Oval 1138">
                <a:extLst>
                  <a:ext uri="{FF2B5EF4-FFF2-40B4-BE49-F238E27FC236}">
                    <a16:creationId xmlns:a16="http://schemas.microsoft.com/office/drawing/2014/main" id="{FE339DBF-6BC5-47A2-B659-795AD8E87A3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0" name="Group 1139">
              <a:extLst>
                <a:ext uri="{FF2B5EF4-FFF2-40B4-BE49-F238E27FC236}">
                  <a16:creationId xmlns:a16="http://schemas.microsoft.com/office/drawing/2014/main" id="{B0F1B4E7-17E7-4043-A593-0B94E71FF65B}"/>
                </a:ext>
              </a:extLst>
            </p:cNvPr>
            <p:cNvGrpSpPr/>
            <p:nvPr/>
          </p:nvGrpSpPr>
          <p:grpSpPr>
            <a:xfrm>
              <a:off x="7200390" y="3133333"/>
              <a:ext cx="242005" cy="43678"/>
              <a:chOff x="7979724" y="3580291"/>
              <a:chExt cx="242005" cy="43678"/>
            </a:xfrm>
          </p:grpSpPr>
          <p:sp>
            <p:nvSpPr>
              <p:cNvPr id="1141" name="Oval 1140">
                <a:extLst>
                  <a:ext uri="{FF2B5EF4-FFF2-40B4-BE49-F238E27FC236}">
                    <a16:creationId xmlns:a16="http://schemas.microsoft.com/office/drawing/2014/main" id="{46022C2F-B610-4459-B607-F778D206952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Oval 1141">
                <a:extLst>
                  <a:ext uri="{FF2B5EF4-FFF2-40B4-BE49-F238E27FC236}">
                    <a16:creationId xmlns:a16="http://schemas.microsoft.com/office/drawing/2014/main" id="{52E475E2-B324-4113-8F91-199D5E759E2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Oval 1142">
                <a:extLst>
                  <a:ext uri="{FF2B5EF4-FFF2-40B4-BE49-F238E27FC236}">
                    <a16:creationId xmlns:a16="http://schemas.microsoft.com/office/drawing/2014/main" id="{369C687B-BEAC-42C9-AC2E-389B8ED3B5E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Oval 1143">
                <a:extLst>
                  <a:ext uri="{FF2B5EF4-FFF2-40B4-BE49-F238E27FC236}">
                    <a16:creationId xmlns:a16="http://schemas.microsoft.com/office/drawing/2014/main" id="{5AEEA460-1202-464F-8C88-656958B4942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Oval 1144">
                <a:extLst>
                  <a:ext uri="{FF2B5EF4-FFF2-40B4-BE49-F238E27FC236}">
                    <a16:creationId xmlns:a16="http://schemas.microsoft.com/office/drawing/2014/main" id="{854FE997-FFDD-4962-BEA2-90B0164FEEE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Oval 1145">
                <a:extLst>
                  <a:ext uri="{FF2B5EF4-FFF2-40B4-BE49-F238E27FC236}">
                    <a16:creationId xmlns:a16="http://schemas.microsoft.com/office/drawing/2014/main" id="{6B3FEA7F-B308-4458-9653-A8D1602BB1D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Oval 1146">
                <a:extLst>
                  <a:ext uri="{FF2B5EF4-FFF2-40B4-BE49-F238E27FC236}">
                    <a16:creationId xmlns:a16="http://schemas.microsoft.com/office/drawing/2014/main" id="{65D54E56-ED83-4AB8-82C1-C7394FDECF4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Oval 1147">
                <a:extLst>
                  <a:ext uri="{FF2B5EF4-FFF2-40B4-BE49-F238E27FC236}">
                    <a16:creationId xmlns:a16="http://schemas.microsoft.com/office/drawing/2014/main" id="{E065FD0F-861C-40FC-AB70-8A26861A175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49" name="Group 1148">
              <a:extLst>
                <a:ext uri="{FF2B5EF4-FFF2-40B4-BE49-F238E27FC236}">
                  <a16:creationId xmlns:a16="http://schemas.microsoft.com/office/drawing/2014/main" id="{5FC6D088-6C8A-40AE-89BA-0D3CF75B8CD0}"/>
                </a:ext>
              </a:extLst>
            </p:cNvPr>
            <p:cNvGrpSpPr/>
            <p:nvPr/>
          </p:nvGrpSpPr>
          <p:grpSpPr>
            <a:xfrm rot="10800000">
              <a:off x="7512590" y="3135693"/>
              <a:ext cx="242005" cy="46723"/>
              <a:chOff x="7979724" y="3580291"/>
              <a:chExt cx="242005" cy="43678"/>
            </a:xfrm>
          </p:grpSpPr>
          <p:sp>
            <p:nvSpPr>
              <p:cNvPr id="1150" name="Oval 1149">
                <a:extLst>
                  <a:ext uri="{FF2B5EF4-FFF2-40B4-BE49-F238E27FC236}">
                    <a16:creationId xmlns:a16="http://schemas.microsoft.com/office/drawing/2014/main" id="{D970C2C5-75BB-4342-8947-DE8DD530894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1" name="Oval 1150">
                <a:extLst>
                  <a:ext uri="{FF2B5EF4-FFF2-40B4-BE49-F238E27FC236}">
                    <a16:creationId xmlns:a16="http://schemas.microsoft.com/office/drawing/2014/main" id="{25697C4F-61C1-482B-BD18-4AC06E2A5E1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Oval 1151">
                <a:extLst>
                  <a:ext uri="{FF2B5EF4-FFF2-40B4-BE49-F238E27FC236}">
                    <a16:creationId xmlns:a16="http://schemas.microsoft.com/office/drawing/2014/main" id="{22A76553-6E0E-43F7-84FE-5916F2B669D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3" name="Oval 1152">
                <a:extLst>
                  <a:ext uri="{FF2B5EF4-FFF2-40B4-BE49-F238E27FC236}">
                    <a16:creationId xmlns:a16="http://schemas.microsoft.com/office/drawing/2014/main" id="{B4CDCADC-D0C1-4850-9908-2846A05D5FF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4" name="Oval 1153">
                <a:extLst>
                  <a:ext uri="{FF2B5EF4-FFF2-40B4-BE49-F238E27FC236}">
                    <a16:creationId xmlns:a16="http://schemas.microsoft.com/office/drawing/2014/main" id="{7AFCADB5-80A0-4C4C-A4FE-F59E3AB22CA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Oval 1154">
                <a:extLst>
                  <a:ext uri="{FF2B5EF4-FFF2-40B4-BE49-F238E27FC236}">
                    <a16:creationId xmlns:a16="http://schemas.microsoft.com/office/drawing/2014/main" id="{06D30509-37C4-4DF9-8DBF-082CEE13543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Oval 1155">
                <a:extLst>
                  <a:ext uri="{FF2B5EF4-FFF2-40B4-BE49-F238E27FC236}">
                    <a16:creationId xmlns:a16="http://schemas.microsoft.com/office/drawing/2014/main" id="{7DF8628F-6A96-4A84-8F9C-75C56A01E05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Oval 1156">
                <a:extLst>
                  <a:ext uri="{FF2B5EF4-FFF2-40B4-BE49-F238E27FC236}">
                    <a16:creationId xmlns:a16="http://schemas.microsoft.com/office/drawing/2014/main" id="{4741C461-466F-43E7-B327-C2B16B2FD13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8" name="Group 1157">
              <a:extLst>
                <a:ext uri="{FF2B5EF4-FFF2-40B4-BE49-F238E27FC236}">
                  <a16:creationId xmlns:a16="http://schemas.microsoft.com/office/drawing/2014/main" id="{3F34DF9B-FD03-4F04-8F60-D6502D8F68AC}"/>
                </a:ext>
              </a:extLst>
            </p:cNvPr>
            <p:cNvGrpSpPr/>
            <p:nvPr/>
          </p:nvGrpSpPr>
          <p:grpSpPr>
            <a:xfrm rot="11689693">
              <a:off x="7441433" y="3136509"/>
              <a:ext cx="242005" cy="43678"/>
              <a:chOff x="7979724" y="3580291"/>
              <a:chExt cx="242005" cy="43678"/>
            </a:xfrm>
          </p:grpSpPr>
          <p:sp>
            <p:nvSpPr>
              <p:cNvPr id="1159" name="Oval 1158">
                <a:extLst>
                  <a:ext uri="{FF2B5EF4-FFF2-40B4-BE49-F238E27FC236}">
                    <a16:creationId xmlns:a16="http://schemas.microsoft.com/office/drawing/2014/main" id="{2E53E29B-B138-4E7A-AB37-29C7B007D87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Oval 1159">
                <a:extLst>
                  <a:ext uri="{FF2B5EF4-FFF2-40B4-BE49-F238E27FC236}">
                    <a16:creationId xmlns:a16="http://schemas.microsoft.com/office/drawing/2014/main" id="{1A459CEF-744A-49F5-ADCB-42CE16AE0D9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Oval 1160">
                <a:extLst>
                  <a:ext uri="{FF2B5EF4-FFF2-40B4-BE49-F238E27FC236}">
                    <a16:creationId xmlns:a16="http://schemas.microsoft.com/office/drawing/2014/main" id="{FEC333F8-1AD5-403C-BC4F-FA544043027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Oval 1161">
                <a:extLst>
                  <a:ext uri="{FF2B5EF4-FFF2-40B4-BE49-F238E27FC236}">
                    <a16:creationId xmlns:a16="http://schemas.microsoft.com/office/drawing/2014/main" id="{14A70EFE-2F7E-4F0D-873D-AC29D6D6514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Oval 1162">
                <a:extLst>
                  <a:ext uri="{FF2B5EF4-FFF2-40B4-BE49-F238E27FC236}">
                    <a16:creationId xmlns:a16="http://schemas.microsoft.com/office/drawing/2014/main" id="{FE2ACC11-39E6-42C9-A869-6850E17D434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Oval 1163">
                <a:extLst>
                  <a:ext uri="{FF2B5EF4-FFF2-40B4-BE49-F238E27FC236}">
                    <a16:creationId xmlns:a16="http://schemas.microsoft.com/office/drawing/2014/main" id="{BF7A2540-E75E-47F9-A097-0899E8CC658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Oval 1164">
                <a:extLst>
                  <a:ext uri="{FF2B5EF4-FFF2-40B4-BE49-F238E27FC236}">
                    <a16:creationId xmlns:a16="http://schemas.microsoft.com/office/drawing/2014/main" id="{3DCBF351-6DF3-4FF7-94FE-8CE73517DE6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Oval 1165">
                <a:extLst>
                  <a:ext uri="{FF2B5EF4-FFF2-40B4-BE49-F238E27FC236}">
                    <a16:creationId xmlns:a16="http://schemas.microsoft.com/office/drawing/2014/main" id="{8BF73AA3-4108-4EA2-B295-82F6A5E4FBE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67" name="Group 1166">
              <a:extLst>
                <a:ext uri="{FF2B5EF4-FFF2-40B4-BE49-F238E27FC236}">
                  <a16:creationId xmlns:a16="http://schemas.microsoft.com/office/drawing/2014/main" id="{609E15B6-3428-4B9F-ADCA-D68A1417F0CE}"/>
                </a:ext>
              </a:extLst>
            </p:cNvPr>
            <p:cNvGrpSpPr/>
            <p:nvPr/>
          </p:nvGrpSpPr>
          <p:grpSpPr>
            <a:xfrm rot="21292958">
              <a:off x="7688887" y="3136533"/>
              <a:ext cx="242005" cy="46723"/>
              <a:chOff x="7979724" y="3580291"/>
              <a:chExt cx="242005" cy="43678"/>
            </a:xfrm>
          </p:grpSpPr>
          <p:sp>
            <p:nvSpPr>
              <p:cNvPr id="1168" name="Oval 1167">
                <a:extLst>
                  <a:ext uri="{FF2B5EF4-FFF2-40B4-BE49-F238E27FC236}">
                    <a16:creationId xmlns:a16="http://schemas.microsoft.com/office/drawing/2014/main" id="{218C3139-8DD0-43E3-AB28-AAE45F91603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Oval 1168">
                <a:extLst>
                  <a:ext uri="{FF2B5EF4-FFF2-40B4-BE49-F238E27FC236}">
                    <a16:creationId xmlns:a16="http://schemas.microsoft.com/office/drawing/2014/main" id="{531998BE-90B0-4CDF-8A96-85EDB6E8712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Oval 1169">
                <a:extLst>
                  <a:ext uri="{FF2B5EF4-FFF2-40B4-BE49-F238E27FC236}">
                    <a16:creationId xmlns:a16="http://schemas.microsoft.com/office/drawing/2014/main" id="{CE925EE0-1FFF-4C34-828B-CC460FFC0B2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Oval 1170">
                <a:extLst>
                  <a:ext uri="{FF2B5EF4-FFF2-40B4-BE49-F238E27FC236}">
                    <a16:creationId xmlns:a16="http://schemas.microsoft.com/office/drawing/2014/main" id="{B6B7049D-49F6-44EB-A03B-06143254B0A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Oval 1171">
                <a:extLst>
                  <a:ext uri="{FF2B5EF4-FFF2-40B4-BE49-F238E27FC236}">
                    <a16:creationId xmlns:a16="http://schemas.microsoft.com/office/drawing/2014/main" id="{5B1C3481-6E03-4C97-A9EE-3027A28703A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3" name="Oval 1172">
                <a:extLst>
                  <a:ext uri="{FF2B5EF4-FFF2-40B4-BE49-F238E27FC236}">
                    <a16:creationId xmlns:a16="http://schemas.microsoft.com/office/drawing/2014/main" id="{45B131FD-631C-444A-AA6B-72B6C77B663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Oval 1173">
                <a:extLst>
                  <a:ext uri="{FF2B5EF4-FFF2-40B4-BE49-F238E27FC236}">
                    <a16:creationId xmlns:a16="http://schemas.microsoft.com/office/drawing/2014/main" id="{AC470BEA-E287-4B13-9222-E064CE78427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Oval 1174">
                <a:extLst>
                  <a:ext uri="{FF2B5EF4-FFF2-40B4-BE49-F238E27FC236}">
                    <a16:creationId xmlns:a16="http://schemas.microsoft.com/office/drawing/2014/main" id="{FC0BCE9E-689A-4881-9485-A4414977C41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6" name="Group 1175">
              <a:extLst>
                <a:ext uri="{FF2B5EF4-FFF2-40B4-BE49-F238E27FC236}">
                  <a16:creationId xmlns:a16="http://schemas.microsoft.com/office/drawing/2014/main" id="{996ABF1C-AFDB-4795-8063-5984B48B9785}"/>
                </a:ext>
              </a:extLst>
            </p:cNvPr>
            <p:cNvGrpSpPr/>
            <p:nvPr/>
          </p:nvGrpSpPr>
          <p:grpSpPr>
            <a:xfrm>
              <a:off x="7617730" y="3137349"/>
              <a:ext cx="242005" cy="43678"/>
              <a:chOff x="7979724" y="3580291"/>
              <a:chExt cx="242005" cy="43678"/>
            </a:xfrm>
          </p:grpSpPr>
          <p:sp>
            <p:nvSpPr>
              <p:cNvPr id="1177" name="Oval 1176">
                <a:extLst>
                  <a:ext uri="{FF2B5EF4-FFF2-40B4-BE49-F238E27FC236}">
                    <a16:creationId xmlns:a16="http://schemas.microsoft.com/office/drawing/2014/main" id="{178DBA23-0B73-454C-A7B5-075F19B2891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Oval 1177">
                <a:extLst>
                  <a:ext uri="{FF2B5EF4-FFF2-40B4-BE49-F238E27FC236}">
                    <a16:creationId xmlns:a16="http://schemas.microsoft.com/office/drawing/2014/main" id="{62199449-25DB-47F4-8FFF-6C66EF25DAE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Oval 1178">
                <a:extLst>
                  <a:ext uri="{FF2B5EF4-FFF2-40B4-BE49-F238E27FC236}">
                    <a16:creationId xmlns:a16="http://schemas.microsoft.com/office/drawing/2014/main" id="{3686611B-AE67-4C3F-8329-1DFF2F11D74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Oval 1179">
                <a:extLst>
                  <a:ext uri="{FF2B5EF4-FFF2-40B4-BE49-F238E27FC236}">
                    <a16:creationId xmlns:a16="http://schemas.microsoft.com/office/drawing/2014/main" id="{62D1AC23-1A6F-4723-9F9E-3B42BF90F01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Oval 1180">
                <a:extLst>
                  <a:ext uri="{FF2B5EF4-FFF2-40B4-BE49-F238E27FC236}">
                    <a16:creationId xmlns:a16="http://schemas.microsoft.com/office/drawing/2014/main" id="{25C6A294-5C88-4C76-907B-6EFDC341CDC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Oval 1181">
                <a:extLst>
                  <a:ext uri="{FF2B5EF4-FFF2-40B4-BE49-F238E27FC236}">
                    <a16:creationId xmlns:a16="http://schemas.microsoft.com/office/drawing/2014/main" id="{B52DDA12-B8A0-4592-BBE4-07E5C177A57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3" name="Oval 1182">
                <a:extLst>
                  <a:ext uri="{FF2B5EF4-FFF2-40B4-BE49-F238E27FC236}">
                    <a16:creationId xmlns:a16="http://schemas.microsoft.com/office/drawing/2014/main" id="{BBC77501-1BC2-4743-91FC-E37F25B725B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Oval 1183">
                <a:extLst>
                  <a:ext uri="{FF2B5EF4-FFF2-40B4-BE49-F238E27FC236}">
                    <a16:creationId xmlns:a16="http://schemas.microsoft.com/office/drawing/2014/main" id="{BD51BD8D-5146-4D61-836B-C1754185835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85" name="Group 1184">
              <a:extLst>
                <a:ext uri="{FF2B5EF4-FFF2-40B4-BE49-F238E27FC236}">
                  <a16:creationId xmlns:a16="http://schemas.microsoft.com/office/drawing/2014/main" id="{511BF5C3-61CD-46CB-9221-D8AF71A9A196}"/>
                </a:ext>
              </a:extLst>
            </p:cNvPr>
            <p:cNvGrpSpPr/>
            <p:nvPr/>
          </p:nvGrpSpPr>
          <p:grpSpPr>
            <a:xfrm rot="10800000">
              <a:off x="7929930" y="3139709"/>
              <a:ext cx="242005" cy="46723"/>
              <a:chOff x="7979724" y="3580291"/>
              <a:chExt cx="242005" cy="43678"/>
            </a:xfrm>
          </p:grpSpPr>
          <p:sp>
            <p:nvSpPr>
              <p:cNvPr id="1186" name="Oval 1185">
                <a:extLst>
                  <a:ext uri="{FF2B5EF4-FFF2-40B4-BE49-F238E27FC236}">
                    <a16:creationId xmlns:a16="http://schemas.microsoft.com/office/drawing/2014/main" id="{E31B4950-60B6-44BA-8D2B-4EE70C5A764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Oval 1186">
                <a:extLst>
                  <a:ext uri="{FF2B5EF4-FFF2-40B4-BE49-F238E27FC236}">
                    <a16:creationId xmlns:a16="http://schemas.microsoft.com/office/drawing/2014/main" id="{4083E5AC-552E-4C00-8CBD-6510465CE17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Oval 1187">
                <a:extLst>
                  <a:ext uri="{FF2B5EF4-FFF2-40B4-BE49-F238E27FC236}">
                    <a16:creationId xmlns:a16="http://schemas.microsoft.com/office/drawing/2014/main" id="{4DBC4984-F577-463C-946F-F9FF6AF7A98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Oval 1188">
                <a:extLst>
                  <a:ext uri="{FF2B5EF4-FFF2-40B4-BE49-F238E27FC236}">
                    <a16:creationId xmlns:a16="http://schemas.microsoft.com/office/drawing/2014/main" id="{475734CE-54C9-49DB-852C-B30F6126F76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Oval 1189">
                <a:extLst>
                  <a:ext uri="{FF2B5EF4-FFF2-40B4-BE49-F238E27FC236}">
                    <a16:creationId xmlns:a16="http://schemas.microsoft.com/office/drawing/2014/main" id="{478250D9-E384-4803-821D-4ECB454508E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Oval 1190">
                <a:extLst>
                  <a:ext uri="{FF2B5EF4-FFF2-40B4-BE49-F238E27FC236}">
                    <a16:creationId xmlns:a16="http://schemas.microsoft.com/office/drawing/2014/main" id="{FE12EB36-DA3E-4458-AEE5-8D0394DD047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2" name="Oval 1191">
                <a:extLst>
                  <a:ext uri="{FF2B5EF4-FFF2-40B4-BE49-F238E27FC236}">
                    <a16:creationId xmlns:a16="http://schemas.microsoft.com/office/drawing/2014/main" id="{20ED98BF-C0A2-4E17-A5AD-6F4F5C66075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Oval 1192">
                <a:extLst>
                  <a:ext uri="{FF2B5EF4-FFF2-40B4-BE49-F238E27FC236}">
                    <a16:creationId xmlns:a16="http://schemas.microsoft.com/office/drawing/2014/main" id="{4332073D-81F8-4C2A-A0D9-8E0F77C8984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94" name="Group 1193">
              <a:extLst>
                <a:ext uri="{FF2B5EF4-FFF2-40B4-BE49-F238E27FC236}">
                  <a16:creationId xmlns:a16="http://schemas.microsoft.com/office/drawing/2014/main" id="{542D826A-6070-4E5D-A8FF-4B8C491B04AD}"/>
                </a:ext>
              </a:extLst>
            </p:cNvPr>
            <p:cNvGrpSpPr/>
            <p:nvPr/>
          </p:nvGrpSpPr>
          <p:grpSpPr>
            <a:xfrm>
              <a:off x="7858773" y="3140525"/>
              <a:ext cx="242005" cy="43678"/>
              <a:chOff x="7979724" y="3580291"/>
              <a:chExt cx="242005" cy="43678"/>
            </a:xfrm>
          </p:grpSpPr>
          <p:sp>
            <p:nvSpPr>
              <p:cNvPr id="1195" name="Oval 1194">
                <a:extLst>
                  <a:ext uri="{FF2B5EF4-FFF2-40B4-BE49-F238E27FC236}">
                    <a16:creationId xmlns:a16="http://schemas.microsoft.com/office/drawing/2014/main" id="{D38ABF9A-2F92-4C53-84EB-865E54A6C9D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Oval 1195">
                <a:extLst>
                  <a:ext uri="{FF2B5EF4-FFF2-40B4-BE49-F238E27FC236}">
                    <a16:creationId xmlns:a16="http://schemas.microsoft.com/office/drawing/2014/main" id="{7E8E772F-2863-4A37-A1EA-4E95A61C4EE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Oval 1196">
                <a:extLst>
                  <a:ext uri="{FF2B5EF4-FFF2-40B4-BE49-F238E27FC236}">
                    <a16:creationId xmlns:a16="http://schemas.microsoft.com/office/drawing/2014/main" id="{C03923AE-F030-4129-9675-F9318BDE769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Oval 1197">
                <a:extLst>
                  <a:ext uri="{FF2B5EF4-FFF2-40B4-BE49-F238E27FC236}">
                    <a16:creationId xmlns:a16="http://schemas.microsoft.com/office/drawing/2014/main" id="{AD764B6F-3562-44AF-BC4D-F8B04617B11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Oval 1198">
                <a:extLst>
                  <a:ext uri="{FF2B5EF4-FFF2-40B4-BE49-F238E27FC236}">
                    <a16:creationId xmlns:a16="http://schemas.microsoft.com/office/drawing/2014/main" id="{42A30751-2FDE-462E-BAC7-7C18EDF1336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0" name="Oval 1199">
                <a:extLst>
                  <a:ext uri="{FF2B5EF4-FFF2-40B4-BE49-F238E27FC236}">
                    <a16:creationId xmlns:a16="http://schemas.microsoft.com/office/drawing/2014/main" id="{82730067-84CD-4224-9CF0-94E092BAE59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1" name="Oval 1200">
                <a:extLst>
                  <a:ext uri="{FF2B5EF4-FFF2-40B4-BE49-F238E27FC236}">
                    <a16:creationId xmlns:a16="http://schemas.microsoft.com/office/drawing/2014/main" id="{6A9A9F26-7D2D-4DCE-A2A9-538840F86B5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Oval 1201">
                <a:extLst>
                  <a:ext uri="{FF2B5EF4-FFF2-40B4-BE49-F238E27FC236}">
                    <a16:creationId xmlns:a16="http://schemas.microsoft.com/office/drawing/2014/main" id="{FBCF59B5-C391-4D83-AE7B-2557B11FAFA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03" name="Group 1202">
              <a:extLst>
                <a:ext uri="{FF2B5EF4-FFF2-40B4-BE49-F238E27FC236}">
                  <a16:creationId xmlns:a16="http://schemas.microsoft.com/office/drawing/2014/main" id="{87A440B0-620D-4CD8-AF88-3FE5C717CEB1}"/>
                </a:ext>
              </a:extLst>
            </p:cNvPr>
            <p:cNvGrpSpPr/>
            <p:nvPr/>
          </p:nvGrpSpPr>
          <p:grpSpPr>
            <a:xfrm rot="10800000">
              <a:off x="6934772" y="3424659"/>
              <a:ext cx="242005" cy="46723"/>
              <a:chOff x="7979724" y="3580291"/>
              <a:chExt cx="242005" cy="43678"/>
            </a:xfrm>
          </p:grpSpPr>
          <p:sp>
            <p:nvSpPr>
              <p:cNvPr id="1204" name="Oval 1203">
                <a:extLst>
                  <a:ext uri="{FF2B5EF4-FFF2-40B4-BE49-F238E27FC236}">
                    <a16:creationId xmlns:a16="http://schemas.microsoft.com/office/drawing/2014/main" id="{083165D3-ACDD-4E95-BE1C-CE890590193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5" name="Oval 1204">
                <a:extLst>
                  <a:ext uri="{FF2B5EF4-FFF2-40B4-BE49-F238E27FC236}">
                    <a16:creationId xmlns:a16="http://schemas.microsoft.com/office/drawing/2014/main" id="{6B9FD347-80F3-4413-A11E-73F0CECA282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Oval 1205">
                <a:extLst>
                  <a:ext uri="{FF2B5EF4-FFF2-40B4-BE49-F238E27FC236}">
                    <a16:creationId xmlns:a16="http://schemas.microsoft.com/office/drawing/2014/main" id="{A787B420-2226-4ED4-B958-FCF874D4BE1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7" name="Oval 1206">
                <a:extLst>
                  <a:ext uri="{FF2B5EF4-FFF2-40B4-BE49-F238E27FC236}">
                    <a16:creationId xmlns:a16="http://schemas.microsoft.com/office/drawing/2014/main" id="{4352DBD9-238E-4D6F-A7A0-E20F348B92A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8" name="Oval 1207">
                <a:extLst>
                  <a:ext uri="{FF2B5EF4-FFF2-40B4-BE49-F238E27FC236}">
                    <a16:creationId xmlns:a16="http://schemas.microsoft.com/office/drawing/2014/main" id="{003AF506-DCDF-4117-8E90-4FF3296B293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9" name="Oval 1208">
                <a:extLst>
                  <a:ext uri="{FF2B5EF4-FFF2-40B4-BE49-F238E27FC236}">
                    <a16:creationId xmlns:a16="http://schemas.microsoft.com/office/drawing/2014/main" id="{B8941158-3C62-43D6-9BCE-782E85BBF18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0" name="Oval 1209">
                <a:extLst>
                  <a:ext uri="{FF2B5EF4-FFF2-40B4-BE49-F238E27FC236}">
                    <a16:creationId xmlns:a16="http://schemas.microsoft.com/office/drawing/2014/main" id="{35D4E879-59EB-43BB-B9A0-4447D6CA7CE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1" name="Oval 1210">
                <a:extLst>
                  <a:ext uri="{FF2B5EF4-FFF2-40B4-BE49-F238E27FC236}">
                    <a16:creationId xmlns:a16="http://schemas.microsoft.com/office/drawing/2014/main" id="{D176306B-21A9-4DA6-926B-76294BCDF7E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12" name="Group 1211">
              <a:extLst>
                <a:ext uri="{FF2B5EF4-FFF2-40B4-BE49-F238E27FC236}">
                  <a16:creationId xmlns:a16="http://schemas.microsoft.com/office/drawing/2014/main" id="{3E1EE0F2-5B87-47D5-A7C4-CDA73FC491A2}"/>
                </a:ext>
              </a:extLst>
            </p:cNvPr>
            <p:cNvGrpSpPr/>
            <p:nvPr/>
          </p:nvGrpSpPr>
          <p:grpSpPr>
            <a:xfrm>
              <a:off x="6863615" y="3425475"/>
              <a:ext cx="242005" cy="43678"/>
              <a:chOff x="7979724" y="3580291"/>
              <a:chExt cx="242005" cy="43678"/>
            </a:xfrm>
          </p:grpSpPr>
          <p:sp>
            <p:nvSpPr>
              <p:cNvPr id="1213" name="Oval 1212">
                <a:extLst>
                  <a:ext uri="{FF2B5EF4-FFF2-40B4-BE49-F238E27FC236}">
                    <a16:creationId xmlns:a16="http://schemas.microsoft.com/office/drawing/2014/main" id="{DE4007B0-6224-480D-BB71-9B757B944F0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4" name="Oval 1213">
                <a:extLst>
                  <a:ext uri="{FF2B5EF4-FFF2-40B4-BE49-F238E27FC236}">
                    <a16:creationId xmlns:a16="http://schemas.microsoft.com/office/drawing/2014/main" id="{EDB8896A-B78D-4684-BF18-62D1467E7FC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5" name="Oval 1214">
                <a:extLst>
                  <a:ext uri="{FF2B5EF4-FFF2-40B4-BE49-F238E27FC236}">
                    <a16:creationId xmlns:a16="http://schemas.microsoft.com/office/drawing/2014/main" id="{A7B4DB19-19B9-4D1E-905E-A0092CF91DE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6" name="Oval 1215">
                <a:extLst>
                  <a:ext uri="{FF2B5EF4-FFF2-40B4-BE49-F238E27FC236}">
                    <a16:creationId xmlns:a16="http://schemas.microsoft.com/office/drawing/2014/main" id="{94D1B5A9-5EE1-4687-AA05-5A9C71C9E96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7" name="Oval 1216">
                <a:extLst>
                  <a:ext uri="{FF2B5EF4-FFF2-40B4-BE49-F238E27FC236}">
                    <a16:creationId xmlns:a16="http://schemas.microsoft.com/office/drawing/2014/main" id="{94B94E88-743B-4C12-9BAE-79153DC05E1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 name="Oval 1217">
                <a:extLst>
                  <a:ext uri="{FF2B5EF4-FFF2-40B4-BE49-F238E27FC236}">
                    <a16:creationId xmlns:a16="http://schemas.microsoft.com/office/drawing/2014/main" id="{51E193F9-73CC-47F2-95B9-9C9821EC042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9" name="Oval 1218">
                <a:extLst>
                  <a:ext uri="{FF2B5EF4-FFF2-40B4-BE49-F238E27FC236}">
                    <a16:creationId xmlns:a16="http://schemas.microsoft.com/office/drawing/2014/main" id="{98347DB5-8C3A-4788-9931-9CE7C0AD6D7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0" name="Oval 1219">
                <a:extLst>
                  <a:ext uri="{FF2B5EF4-FFF2-40B4-BE49-F238E27FC236}">
                    <a16:creationId xmlns:a16="http://schemas.microsoft.com/office/drawing/2014/main" id="{63DC4C4D-21E1-483C-826C-58A1E8A2932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1" name="Group 1220">
              <a:extLst>
                <a:ext uri="{FF2B5EF4-FFF2-40B4-BE49-F238E27FC236}">
                  <a16:creationId xmlns:a16="http://schemas.microsoft.com/office/drawing/2014/main" id="{5EFE0C4B-FFF1-443D-BD64-001905518992}"/>
                </a:ext>
              </a:extLst>
            </p:cNvPr>
            <p:cNvGrpSpPr/>
            <p:nvPr/>
          </p:nvGrpSpPr>
          <p:grpSpPr>
            <a:xfrm rot="10800000">
              <a:off x="7175815" y="3427835"/>
              <a:ext cx="242005" cy="46723"/>
              <a:chOff x="7979724" y="3580291"/>
              <a:chExt cx="242005" cy="43678"/>
            </a:xfrm>
          </p:grpSpPr>
          <p:sp>
            <p:nvSpPr>
              <p:cNvPr id="1222" name="Oval 1221">
                <a:extLst>
                  <a:ext uri="{FF2B5EF4-FFF2-40B4-BE49-F238E27FC236}">
                    <a16:creationId xmlns:a16="http://schemas.microsoft.com/office/drawing/2014/main" id="{C1E61598-B65C-4BA0-B1EF-813F734EB61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3" name="Oval 1222">
                <a:extLst>
                  <a:ext uri="{FF2B5EF4-FFF2-40B4-BE49-F238E27FC236}">
                    <a16:creationId xmlns:a16="http://schemas.microsoft.com/office/drawing/2014/main" id="{36DF7E2F-D1E1-4683-A3B2-B29C4CC967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4" name="Oval 1223">
                <a:extLst>
                  <a:ext uri="{FF2B5EF4-FFF2-40B4-BE49-F238E27FC236}">
                    <a16:creationId xmlns:a16="http://schemas.microsoft.com/office/drawing/2014/main" id="{2170579E-A432-4511-93C6-CFDE28FF4BB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5" name="Oval 1224">
                <a:extLst>
                  <a:ext uri="{FF2B5EF4-FFF2-40B4-BE49-F238E27FC236}">
                    <a16:creationId xmlns:a16="http://schemas.microsoft.com/office/drawing/2014/main" id="{3089A47E-5D57-47FC-8F33-44C953BC1A3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6" name="Oval 1225">
                <a:extLst>
                  <a:ext uri="{FF2B5EF4-FFF2-40B4-BE49-F238E27FC236}">
                    <a16:creationId xmlns:a16="http://schemas.microsoft.com/office/drawing/2014/main" id="{8D31C539-6616-4DD5-BEDB-D79085B7DF9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7" name="Oval 1226">
                <a:extLst>
                  <a:ext uri="{FF2B5EF4-FFF2-40B4-BE49-F238E27FC236}">
                    <a16:creationId xmlns:a16="http://schemas.microsoft.com/office/drawing/2014/main" id="{3B1DCFA5-621F-45AD-9CC8-BF13960277B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8" name="Oval 1227">
                <a:extLst>
                  <a:ext uri="{FF2B5EF4-FFF2-40B4-BE49-F238E27FC236}">
                    <a16:creationId xmlns:a16="http://schemas.microsoft.com/office/drawing/2014/main" id="{6E40506D-1FA8-47A9-A52E-8BBEF1DEB8B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 name="Oval 1228">
                <a:extLst>
                  <a:ext uri="{FF2B5EF4-FFF2-40B4-BE49-F238E27FC236}">
                    <a16:creationId xmlns:a16="http://schemas.microsoft.com/office/drawing/2014/main" id="{11C2A619-33B1-4503-81DC-E015DC90672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0" name="Group 1229">
              <a:extLst>
                <a:ext uri="{FF2B5EF4-FFF2-40B4-BE49-F238E27FC236}">
                  <a16:creationId xmlns:a16="http://schemas.microsoft.com/office/drawing/2014/main" id="{18A99AA2-C8B3-465D-9EF3-2662D5D7933D}"/>
                </a:ext>
              </a:extLst>
            </p:cNvPr>
            <p:cNvGrpSpPr/>
            <p:nvPr/>
          </p:nvGrpSpPr>
          <p:grpSpPr>
            <a:xfrm rot="11689693">
              <a:off x="7104658" y="3428651"/>
              <a:ext cx="242005" cy="43678"/>
              <a:chOff x="7979724" y="3580291"/>
              <a:chExt cx="242005" cy="43678"/>
            </a:xfrm>
          </p:grpSpPr>
          <p:sp>
            <p:nvSpPr>
              <p:cNvPr id="1231" name="Oval 1230">
                <a:extLst>
                  <a:ext uri="{FF2B5EF4-FFF2-40B4-BE49-F238E27FC236}">
                    <a16:creationId xmlns:a16="http://schemas.microsoft.com/office/drawing/2014/main" id="{F6772590-73A3-48D5-97BF-0D9B71651A9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2" name="Oval 1231">
                <a:extLst>
                  <a:ext uri="{FF2B5EF4-FFF2-40B4-BE49-F238E27FC236}">
                    <a16:creationId xmlns:a16="http://schemas.microsoft.com/office/drawing/2014/main" id="{AEEFB4D3-A75A-467C-9E3D-A4C337F7DB1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3" name="Oval 1232">
                <a:extLst>
                  <a:ext uri="{FF2B5EF4-FFF2-40B4-BE49-F238E27FC236}">
                    <a16:creationId xmlns:a16="http://schemas.microsoft.com/office/drawing/2014/main" id="{49E6DBFE-AA28-4C0B-921F-5ED79F0D93D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4" name="Oval 1233">
                <a:extLst>
                  <a:ext uri="{FF2B5EF4-FFF2-40B4-BE49-F238E27FC236}">
                    <a16:creationId xmlns:a16="http://schemas.microsoft.com/office/drawing/2014/main" id="{218A3279-167E-4C4C-AD42-97B92BB414B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5" name="Oval 1234">
                <a:extLst>
                  <a:ext uri="{FF2B5EF4-FFF2-40B4-BE49-F238E27FC236}">
                    <a16:creationId xmlns:a16="http://schemas.microsoft.com/office/drawing/2014/main" id="{553C77C7-CAF2-4730-A665-EC91A3DE8BD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6" name="Oval 1235">
                <a:extLst>
                  <a:ext uri="{FF2B5EF4-FFF2-40B4-BE49-F238E27FC236}">
                    <a16:creationId xmlns:a16="http://schemas.microsoft.com/office/drawing/2014/main" id="{50594EC8-7F6A-4444-B7BC-934DF641410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7" name="Oval 1236">
                <a:extLst>
                  <a:ext uri="{FF2B5EF4-FFF2-40B4-BE49-F238E27FC236}">
                    <a16:creationId xmlns:a16="http://schemas.microsoft.com/office/drawing/2014/main" id="{E290CFFB-DE49-473C-BEC5-FC7E326BEB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8" name="Oval 1237">
                <a:extLst>
                  <a:ext uri="{FF2B5EF4-FFF2-40B4-BE49-F238E27FC236}">
                    <a16:creationId xmlns:a16="http://schemas.microsoft.com/office/drawing/2014/main" id="{66F8C98B-6974-4083-809C-39F249C0EA2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39" name="Group 1238">
              <a:extLst>
                <a:ext uri="{FF2B5EF4-FFF2-40B4-BE49-F238E27FC236}">
                  <a16:creationId xmlns:a16="http://schemas.microsoft.com/office/drawing/2014/main" id="{5345731E-9631-4EF1-AB45-F137BD0D7693}"/>
                </a:ext>
              </a:extLst>
            </p:cNvPr>
            <p:cNvGrpSpPr/>
            <p:nvPr/>
          </p:nvGrpSpPr>
          <p:grpSpPr>
            <a:xfrm rot="21292958">
              <a:off x="7352112" y="3428675"/>
              <a:ext cx="242005" cy="46723"/>
              <a:chOff x="7979724" y="3580291"/>
              <a:chExt cx="242005" cy="43678"/>
            </a:xfrm>
          </p:grpSpPr>
          <p:sp>
            <p:nvSpPr>
              <p:cNvPr id="1240" name="Oval 1239">
                <a:extLst>
                  <a:ext uri="{FF2B5EF4-FFF2-40B4-BE49-F238E27FC236}">
                    <a16:creationId xmlns:a16="http://schemas.microsoft.com/office/drawing/2014/main" id="{034A4E1F-11C4-4A71-BE2D-F01FEC245B2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1" name="Oval 1240">
                <a:extLst>
                  <a:ext uri="{FF2B5EF4-FFF2-40B4-BE49-F238E27FC236}">
                    <a16:creationId xmlns:a16="http://schemas.microsoft.com/office/drawing/2014/main" id="{2A382BA5-C5CE-4CBF-B302-FAF88DADD06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2" name="Oval 1241">
                <a:extLst>
                  <a:ext uri="{FF2B5EF4-FFF2-40B4-BE49-F238E27FC236}">
                    <a16:creationId xmlns:a16="http://schemas.microsoft.com/office/drawing/2014/main" id="{AB0BC0E0-D08E-40ED-811A-CEC297C99B9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3" name="Oval 1242">
                <a:extLst>
                  <a:ext uri="{FF2B5EF4-FFF2-40B4-BE49-F238E27FC236}">
                    <a16:creationId xmlns:a16="http://schemas.microsoft.com/office/drawing/2014/main" id="{F90A642D-19C3-4A76-A784-4B56FC43D12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4" name="Oval 1243">
                <a:extLst>
                  <a:ext uri="{FF2B5EF4-FFF2-40B4-BE49-F238E27FC236}">
                    <a16:creationId xmlns:a16="http://schemas.microsoft.com/office/drawing/2014/main" id="{CE229DE8-07AC-404E-B79B-DA6481C035E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5" name="Oval 1244">
                <a:extLst>
                  <a:ext uri="{FF2B5EF4-FFF2-40B4-BE49-F238E27FC236}">
                    <a16:creationId xmlns:a16="http://schemas.microsoft.com/office/drawing/2014/main" id="{64BCBD91-9B96-4912-97B7-1590869EDD0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6" name="Oval 1245">
                <a:extLst>
                  <a:ext uri="{FF2B5EF4-FFF2-40B4-BE49-F238E27FC236}">
                    <a16:creationId xmlns:a16="http://schemas.microsoft.com/office/drawing/2014/main" id="{585EB456-A388-49DA-8688-32BD5EBD0DD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7" name="Oval 1246">
                <a:extLst>
                  <a:ext uri="{FF2B5EF4-FFF2-40B4-BE49-F238E27FC236}">
                    <a16:creationId xmlns:a16="http://schemas.microsoft.com/office/drawing/2014/main" id="{93E09FC3-D3DD-4D8F-95FD-3F58657EE20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48" name="Group 1247">
              <a:extLst>
                <a:ext uri="{FF2B5EF4-FFF2-40B4-BE49-F238E27FC236}">
                  <a16:creationId xmlns:a16="http://schemas.microsoft.com/office/drawing/2014/main" id="{E2D3776A-0722-485B-817E-5751E5A71427}"/>
                </a:ext>
              </a:extLst>
            </p:cNvPr>
            <p:cNvGrpSpPr/>
            <p:nvPr/>
          </p:nvGrpSpPr>
          <p:grpSpPr>
            <a:xfrm>
              <a:off x="7280955" y="3429491"/>
              <a:ext cx="242005" cy="43678"/>
              <a:chOff x="7979724" y="3580291"/>
              <a:chExt cx="242005" cy="43678"/>
            </a:xfrm>
          </p:grpSpPr>
          <p:sp>
            <p:nvSpPr>
              <p:cNvPr id="1249" name="Oval 1248">
                <a:extLst>
                  <a:ext uri="{FF2B5EF4-FFF2-40B4-BE49-F238E27FC236}">
                    <a16:creationId xmlns:a16="http://schemas.microsoft.com/office/drawing/2014/main" id="{D2446445-E3F2-4D89-AE1F-CE4E91BAA69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0" name="Oval 1249">
                <a:extLst>
                  <a:ext uri="{FF2B5EF4-FFF2-40B4-BE49-F238E27FC236}">
                    <a16:creationId xmlns:a16="http://schemas.microsoft.com/office/drawing/2014/main" id="{33A99848-D1EB-45B1-B737-CE34AAE59FC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1" name="Oval 1250">
                <a:extLst>
                  <a:ext uri="{FF2B5EF4-FFF2-40B4-BE49-F238E27FC236}">
                    <a16:creationId xmlns:a16="http://schemas.microsoft.com/office/drawing/2014/main" id="{9A96F3B9-3785-4EA5-A8B0-130B700809B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2" name="Oval 1251">
                <a:extLst>
                  <a:ext uri="{FF2B5EF4-FFF2-40B4-BE49-F238E27FC236}">
                    <a16:creationId xmlns:a16="http://schemas.microsoft.com/office/drawing/2014/main" id="{F6214D46-09DD-49ED-8BB1-5F650E97675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3" name="Oval 1252">
                <a:extLst>
                  <a:ext uri="{FF2B5EF4-FFF2-40B4-BE49-F238E27FC236}">
                    <a16:creationId xmlns:a16="http://schemas.microsoft.com/office/drawing/2014/main" id="{293C793C-D45A-4B62-8F09-37ECB61611A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4" name="Oval 1253">
                <a:extLst>
                  <a:ext uri="{FF2B5EF4-FFF2-40B4-BE49-F238E27FC236}">
                    <a16:creationId xmlns:a16="http://schemas.microsoft.com/office/drawing/2014/main" id="{FBC681EC-D277-471B-A1C3-7F055C1F334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5" name="Oval 1254">
                <a:extLst>
                  <a:ext uri="{FF2B5EF4-FFF2-40B4-BE49-F238E27FC236}">
                    <a16:creationId xmlns:a16="http://schemas.microsoft.com/office/drawing/2014/main" id="{0A1E6E62-B390-4A3D-B5CC-41E7FCA87EC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6" name="Oval 1255">
                <a:extLst>
                  <a:ext uri="{FF2B5EF4-FFF2-40B4-BE49-F238E27FC236}">
                    <a16:creationId xmlns:a16="http://schemas.microsoft.com/office/drawing/2014/main" id="{BDCE61AF-2AD5-4D6E-BCC5-E9AB990E60C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7" name="Group 1256">
              <a:extLst>
                <a:ext uri="{FF2B5EF4-FFF2-40B4-BE49-F238E27FC236}">
                  <a16:creationId xmlns:a16="http://schemas.microsoft.com/office/drawing/2014/main" id="{43005923-3856-4C35-9AFA-953E7B9176D4}"/>
                </a:ext>
              </a:extLst>
            </p:cNvPr>
            <p:cNvGrpSpPr/>
            <p:nvPr/>
          </p:nvGrpSpPr>
          <p:grpSpPr>
            <a:xfrm rot="10800000">
              <a:off x="7593155" y="3431851"/>
              <a:ext cx="242005" cy="46723"/>
              <a:chOff x="7979724" y="3580291"/>
              <a:chExt cx="242005" cy="43678"/>
            </a:xfrm>
          </p:grpSpPr>
          <p:sp>
            <p:nvSpPr>
              <p:cNvPr id="1258" name="Oval 1257">
                <a:extLst>
                  <a:ext uri="{FF2B5EF4-FFF2-40B4-BE49-F238E27FC236}">
                    <a16:creationId xmlns:a16="http://schemas.microsoft.com/office/drawing/2014/main" id="{8CBFEC50-95A9-4C19-9955-BBD8031AFB0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9" name="Oval 1258">
                <a:extLst>
                  <a:ext uri="{FF2B5EF4-FFF2-40B4-BE49-F238E27FC236}">
                    <a16:creationId xmlns:a16="http://schemas.microsoft.com/office/drawing/2014/main" id="{B375FEDF-D8E5-420C-8E19-1CB5D912946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0" name="Oval 1259">
                <a:extLst>
                  <a:ext uri="{FF2B5EF4-FFF2-40B4-BE49-F238E27FC236}">
                    <a16:creationId xmlns:a16="http://schemas.microsoft.com/office/drawing/2014/main" id="{ADBFD790-DC5D-493F-87C0-E5F78C94AF2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1" name="Oval 1260">
                <a:extLst>
                  <a:ext uri="{FF2B5EF4-FFF2-40B4-BE49-F238E27FC236}">
                    <a16:creationId xmlns:a16="http://schemas.microsoft.com/office/drawing/2014/main" id="{41EF51C1-C640-4CF8-8946-952BC583CF0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2" name="Oval 1261">
                <a:extLst>
                  <a:ext uri="{FF2B5EF4-FFF2-40B4-BE49-F238E27FC236}">
                    <a16:creationId xmlns:a16="http://schemas.microsoft.com/office/drawing/2014/main" id="{CB9B7E99-C3E3-46AB-92F6-9AE5F23EBD5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3" name="Oval 1262">
                <a:extLst>
                  <a:ext uri="{FF2B5EF4-FFF2-40B4-BE49-F238E27FC236}">
                    <a16:creationId xmlns:a16="http://schemas.microsoft.com/office/drawing/2014/main" id="{856E2756-BF18-4224-8FB5-B94685F50B0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Oval 1263">
                <a:extLst>
                  <a:ext uri="{FF2B5EF4-FFF2-40B4-BE49-F238E27FC236}">
                    <a16:creationId xmlns:a16="http://schemas.microsoft.com/office/drawing/2014/main" id="{2EED7819-E61C-49BA-AE0C-39433F98DC1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5" name="Oval 1264">
                <a:extLst>
                  <a:ext uri="{FF2B5EF4-FFF2-40B4-BE49-F238E27FC236}">
                    <a16:creationId xmlns:a16="http://schemas.microsoft.com/office/drawing/2014/main" id="{39BD8D8C-377B-4802-942F-A3120062473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6" name="Group 1265">
              <a:extLst>
                <a:ext uri="{FF2B5EF4-FFF2-40B4-BE49-F238E27FC236}">
                  <a16:creationId xmlns:a16="http://schemas.microsoft.com/office/drawing/2014/main" id="{596CE44D-A1A8-4967-A331-EEF48F743780}"/>
                </a:ext>
              </a:extLst>
            </p:cNvPr>
            <p:cNvGrpSpPr/>
            <p:nvPr/>
          </p:nvGrpSpPr>
          <p:grpSpPr>
            <a:xfrm>
              <a:off x="7521998" y="3432667"/>
              <a:ext cx="242005" cy="43678"/>
              <a:chOff x="7979724" y="3580291"/>
              <a:chExt cx="242005" cy="43678"/>
            </a:xfrm>
          </p:grpSpPr>
          <p:sp>
            <p:nvSpPr>
              <p:cNvPr id="1267" name="Oval 1266">
                <a:extLst>
                  <a:ext uri="{FF2B5EF4-FFF2-40B4-BE49-F238E27FC236}">
                    <a16:creationId xmlns:a16="http://schemas.microsoft.com/office/drawing/2014/main" id="{5902175D-5680-4EDC-B6DE-7DCE6084593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Oval 1267">
                <a:extLst>
                  <a:ext uri="{FF2B5EF4-FFF2-40B4-BE49-F238E27FC236}">
                    <a16:creationId xmlns:a16="http://schemas.microsoft.com/office/drawing/2014/main" id="{012D5BC6-1C75-42AB-BCBA-8FB620AAC68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Oval 1268">
                <a:extLst>
                  <a:ext uri="{FF2B5EF4-FFF2-40B4-BE49-F238E27FC236}">
                    <a16:creationId xmlns:a16="http://schemas.microsoft.com/office/drawing/2014/main" id="{69EEC1E3-6A47-43AE-99F8-30C10925D37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Oval 1269">
                <a:extLst>
                  <a:ext uri="{FF2B5EF4-FFF2-40B4-BE49-F238E27FC236}">
                    <a16:creationId xmlns:a16="http://schemas.microsoft.com/office/drawing/2014/main" id="{800349C0-07E1-49EB-A53A-9CBB0E4AB2F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Oval 1270">
                <a:extLst>
                  <a:ext uri="{FF2B5EF4-FFF2-40B4-BE49-F238E27FC236}">
                    <a16:creationId xmlns:a16="http://schemas.microsoft.com/office/drawing/2014/main" id="{0B887705-F6C2-420D-B7EE-0ECDF2B685C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Oval 1271">
                <a:extLst>
                  <a:ext uri="{FF2B5EF4-FFF2-40B4-BE49-F238E27FC236}">
                    <a16:creationId xmlns:a16="http://schemas.microsoft.com/office/drawing/2014/main" id="{7CA6D89E-94DE-4AF9-B0C4-987A66B3721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Oval 1272">
                <a:extLst>
                  <a:ext uri="{FF2B5EF4-FFF2-40B4-BE49-F238E27FC236}">
                    <a16:creationId xmlns:a16="http://schemas.microsoft.com/office/drawing/2014/main" id="{EE17B0E8-60D5-402A-B613-BF08BCD7958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Oval 1273">
                <a:extLst>
                  <a:ext uri="{FF2B5EF4-FFF2-40B4-BE49-F238E27FC236}">
                    <a16:creationId xmlns:a16="http://schemas.microsoft.com/office/drawing/2014/main" id="{11ABF478-6A32-48F7-8DAB-B3A93C362DC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5" name="Group 1274">
              <a:extLst>
                <a:ext uri="{FF2B5EF4-FFF2-40B4-BE49-F238E27FC236}">
                  <a16:creationId xmlns:a16="http://schemas.microsoft.com/office/drawing/2014/main" id="{30381738-334B-4B09-AA84-056434049E7E}"/>
                </a:ext>
              </a:extLst>
            </p:cNvPr>
            <p:cNvGrpSpPr/>
            <p:nvPr/>
          </p:nvGrpSpPr>
          <p:grpSpPr>
            <a:xfrm rot="10800000">
              <a:off x="8133475" y="3142078"/>
              <a:ext cx="242005" cy="46723"/>
              <a:chOff x="7979724" y="3580291"/>
              <a:chExt cx="242005" cy="43678"/>
            </a:xfrm>
          </p:grpSpPr>
          <p:sp>
            <p:nvSpPr>
              <p:cNvPr id="1276" name="Oval 1275">
                <a:extLst>
                  <a:ext uri="{FF2B5EF4-FFF2-40B4-BE49-F238E27FC236}">
                    <a16:creationId xmlns:a16="http://schemas.microsoft.com/office/drawing/2014/main" id="{97DC9ACB-A913-4C2C-AA93-2D8CCFFC207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Oval 1276">
                <a:extLst>
                  <a:ext uri="{FF2B5EF4-FFF2-40B4-BE49-F238E27FC236}">
                    <a16:creationId xmlns:a16="http://schemas.microsoft.com/office/drawing/2014/main" id="{9FBB1BF0-F592-4D1E-9FC7-B6B28015931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Oval 1277">
                <a:extLst>
                  <a:ext uri="{FF2B5EF4-FFF2-40B4-BE49-F238E27FC236}">
                    <a16:creationId xmlns:a16="http://schemas.microsoft.com/office/drawing/2014/main" id="{45D8D9AC-6EE1-4BEA-B358-1CFB0C857EE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Oval 1278">
                <a:extLst>
                  <a:ext uri="{FF2B5EF4-FFF2-40B4-BE49-F238E27FC236}">
                    <a16:creationId xmlns:a16="http://schemas.microsoft.com/office/drawing/2014/main" id="{816940B2-051D-4097-8EB3-62721EB1F50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0" name="Oval 1279">
                <a:extLst>
                  <a:ext uri="{FF2B5EF4-FFF2-40B4-BE49-F238E27FC236}">
                    <a16:creationId xmlns:a16="http://schemas.microsoft.com/office/drawing/2014/main" id="{8281C93C-52DE-408F-ACDB-AEFBDC4A305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1" name="Oval 1280">
                <a:extLst>
                  <a:ext uri="{FF2B5EF4-FFF2-40B4-BE49-F238E27FC236}">
                    <a16:creationId xmlns:a16="http://schemas.microsoft.com/office/drawing/2014/main" id="{86F26E4B-FEFE-4581-9977-3B223321D15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2" name="Oval 1281">
                <a:extLst>
                  <a:ext uri="{FF2B5EF4-FFF2-40B4-BE49-F238E27FC236}">
                    <a16:creationId xmlns:a16="http://schemas.microsoft.com/office/drawing/2014/main" id="{B5881134-230B-46E2-B5C9-2E162DFB218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3" name="Oval 1282">
                <a:extLst>
                  <a:ext uri="{FF2B5EF4-FFF2-40B4-BE49-F238E27FC236}">
                    <a16:creationId xmlns:a16="http://schemas.microsoft.com/office/drawing/2014/main" id="{4D4AEB39-213B-45B5-8C58-0EE6426CA43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4" name="Group 1283">
              <a:extLst>
                <a:ext uri="{FF2B5EF4-FFF2-40B4-BE49-F238E27FC236}">
                  <a16:creationId xmlns:a16="http://schemas.microsoft.com/office/drawing/2014/main" id="{BC9B6FFB-4E5F-4680-A88E-61C0AD9ADD8B}"/>
                </a:ext>
              </a:extLst>
            </p:cNvPr>
            <p:cNvGrpSpPr/>
            <p:nvPr/>
          </p:nvGrpSpPr>
          <p:grpSpPr>
            <a:xfrm>
              <a:off x="8062318" y="3142894"/>
              <a:ext cx="242005" cy="43678"/>
              <a:chOff x="7979724" y="3580291"/>
              <a:chExt cx="242005" cy="43678"/>
            </a:xfrm>
          </p:grpSpPr>
          <p:sp>
            <p:nvSpPr>
              <p:cNvPr id="1285" name="Oval 1284">
                <a:extLst>
                  <a:ext uri="{FF2B5EF4-FFF2-40B4-BE49-F238E27FC236}">
                    <a16:creationId xmlns:a16="http://schemas.microsoft.com/office/drawing/2014/main" id="{6F3B5CF5-EACC-4113-84CB-523441DC828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6" name="Oval 1285">
                <a:extLst>
                  <a:ext uri="{FF2B5EF4-FFF2-40B4-BE49-F238E27FC236}">
                    <a16:creationId xmlns:a16="http://schemas.microsoft.com/office/drawing/2014/main" id="{ADA091DC-3A49-42FC-BD44-4526D24C57C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7" name="Oval 1286">
                <a:extLst>
                  <a:ext uri="{FF2B5EF4-FFF2-40B4-BE49-F238E27FC236}">
                    <a16:creationId xmlns:a16="http://schemas.microsoft.com/office/drawing/2014/main" id="{3D103E56-03A6-4379-B2D8-2485FCE3388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8" name="Oval 1287">
                <a:extLst>
                  <a:ext uri="{FF2B5EF4-FFF2-40B4-BE49-F238E27FC236}">
                    <a16:creationId xmlns:a16="http://schemas.microsoft.com/office/drawing/2014/main" id="{1BBE6DC1-E105-4CEB-BC37-F5A59657C8E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9" name="Oval 1288">
                <a:extLst>
                  <a:ext uri="{FF2B5EF4-FFF2-40B4-BE49-F238E27FC236}">
                    <a16:creationId xmlns:a16="http://schemas.microsoft.com/office/drawing/2014/main" id="{32ABE05C-70F4-4770-A064-4ECED61D78D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0" name="Oval 1289">
                <a:extLst>
                  <a:ext uri="{FF2B5EF4-FFF2-40B4-BE49-F238E27FC236}">
                    <a16:creationId xmlns:a16="http://schemas.microsoft.com/office/drawing/2014/main" id="{D7E38F68-0150-4664-8F31-E6FCC78E04D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1" name="Oval 1290">
                <a:extLst>
                  <a:ext uri="{FF2B5EF4-FFF2-40B4-BE49-F238E27FC236}">
                    <a16:creationId xmlns:a16="http://schemas.microsoft.com/office/drawing/2014/main" id="{9F478F12-B8A7-403E-B63A-6B8BA7E50A5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2" name="Oval 1291">
                <a:extLst>
                  <a:ext uri="{FF2B5EF4-FFF2-40B4-BE49-F238E27FC236}">
                    <a16:creationId xmlns:a16="http://schemas.microsoft.com/office/drawing/2014/main" id="{0DAC814F-A3E9-4222-BF5E-2889EBE0488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3" name="Group 1292">
              <a:extLst>
                <a:ext uri="{FF2B5EF4-FFF2-40B4-BE49-F238E27FC236}">
                  <a16:creationId xmlns:a16="http://schemas.microsoft.com/office/drawing/2014/main" id="{1AA93016-EB90-40CF-B4A9-A344F87C5439}"/>
                </a:ext>
              </a:extLst>
            </p:cNvPr>
            <p:cNvGrpSpPr/>
            <p:nvPr/>
          </p:nvGrpSpPr>
          <p:grpSpPr>
            <a:xfrm rot="10800000">
              <a:off x="8374518" y="3145254"/>
              <a:ext cx="242005" cy="46723"/>
              <a:chOff x="7979724" y="3580291"/>
              <a:chExt cx="242005" cy="43678"/>
            </a:xfrm>
          </p:grpSpPr>
          <p:sp>
            <p:nvSpPr>
              <p:cNvPr id="1294" name="Oval 1293">
                <a:extLst>
                  <a:ext uri="{FF2B5EF4-FFF2-40B4-BE49-F238E27FC236}">
                    <a16:creationId xmlns:a16="http://schemas.microsoft.com/office/drawing/2014/main" id="{5E64F0D3-CF29-4DE1-8889-250FFA59D2F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5" name="Oval 1294">
                <a:extLst>
                  <a:ext uri="{FF2B5EF4-FFF2-40B4-BE49-F238E27FC236}">
                    <a16:creationId xmlns:a16="http://schemas.microsoft.com/office/drawing/2014/main" id="{69D9AACB-45D3-4727-9DE5-9A921141A46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6" name="Oval 1295">
                <a:extLst>
                  <a:ext uri="{FF2B5EF4-FFF2-40B4-BE49-F238E27FC236}">
                    <a16:creationId xmlns:a16="http://schemas.microsoft.com/office/drawing/2014/main" id="{70AD9031-2BFB-4B27-AFC4-C32E18B78C3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7" name="Oval 1296">
                <a:extLst>
                  <a:ext uri="{FF2B5EF4-FFF2-40B4-BE49-F238E27FC236}">
                    <a16:creationId xmlns:a16="http://schemas.microsoft.com/office/drawing/2014/main" id="{C10A326F-02AB-4789-B45D-9C82C1C15F6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8" name="Oval 1297">
                <a:extLst>
                  <a:ext uri="{FF2B5EF4-FFF2-40B4-BE49-F238E27FC236}">
                    <a16:creationId xmlns:a16="http://schemas.microsoft.com/office/drawing/2014/main" id="{D687C021-ED15-4C79-B222-52A26C8A9FC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9" name="Oval 1298">
                <a:extLst>
                  <a:ext uri="{FF2B5EF4-FFF2-40B4-BE49-F238E27FC236}">
                    <a16:creationId xmlns:a16="http://schemas.microsoft.com/office/drawing/2014/main" id="{2371FF48-CA11-4FF2-B4A3-1C2F5DF053E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0" name="Oval 1299">
                <a:extLst>
                  <a:ext uri="{FF2B5EF4-FFF2-40B4-BE49-F238E27FC236}">
                    <a16:creationId xmlns:a16="http://schemas.microsoft.com/office/drawing/2014/main" id="{9F757293-AACA-4EF9-86D0-C7E7C30A5EF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1" name="Oval 1300">
                <a:extLst>
                  <a:ext uri="{FF2B5EF4-FFF2-40B4-BE49-F238E27FC236}">
                    <a16:creationId xmlns:a16="http://schemas.microsoft.com/office/drawing/2014/main" id="{3BD5CF07-2F49-484E-BE17-B03D2AC3924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2" name="Group 1301">
              <a:extLst>
                <a:ext uri="{FF2B5EF4-FFF2-40B4-BE49-F238E27FC236}">
                  <a16:creationId xmlns:a16="http://schemas.microsoft.com/office/drawing/2014/main" id="{DF3E87A0-2BD5-48D0-9BC6-A9778CB68C36}"/>
                </a:ext>
              </a:extLst>
            </p:cNvPr>
            <p:cNvGrpSpPr/>
            <p:nvPr/>
          </p:nvGrpSpPr>
          <p:grpSpPr>
            <a:xfrm rot="11689693">
              <a:off x="8303361" y="3146070"/>
              <a:ext cx="242005" cy="43678"/>
              <a:chOff x="7979724" y="3580291"/>
              <a:chExt cx="242005" cy="43678"/>
            </a:xfrm>
          </p:grpSpPr>
          <p:sp>
            <p:nvSpPr>
              <p:cNvPr id="1303" name="Oval 1302">
                <a:extLst>
                  <a:ext uri="{FF2B5EF4-FFF2-40B4-BE49-F238E27FC236}">
                    <a16:creationId xmlns:a16="http://schemas.microsoft.com/office/drawing/2014/main" id="{0F6059AE-C9D5-4D93-9F57-70F7880B7A4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4" name="Oval 1303">
                <a:extLst>
                  <a:ext uri="{FF2B5EF4-FFF2-40B4-BE49-F238E27FC236}">
                    <a16:creationId xmlns:a16="http://schemas.microsoft.com/office/drawing/2014/main" id="{DA4169BB-76DE-4165-B131-F329982BB0D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 name="Oval 1304">
                <a:extLst>
                  <a:ext uri="{FF2B5EF4-FFF2-40B4-BE49-F238E27FC236}">
                    <a16:creationId xmlns:a16="http://schemas.microsoft.com/office/drawing/2014/main" id="{889DDBAF-7B1B-43E8-9B4C-56627EB530A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6" name="Oval 1305">
                <a:extLst>
                  <a:ext uri="{FF2B5EF4-FFF2-40B4-BE49-F238E27FC236}">
                    <a16:creationId xmlns:a16="http://schemas.microsoft.com/office/drawing/2014/main" id="{F0ADF6E0-F9F0-4C45-929C-FF2CBDD423A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7" name="Oval 1306">
                <a:extLst>
                  <a:ext uri="{FF2B5EF4-FFF2-40B4-BE49-F238E27FC236}">
                    <a16:creationId xmlns:a16="http://schemas.microsoft.com/office/drawing/2014/main" id="{46BDF725-10D3-4EB5-AE2A-C3C2755DAFF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8" name="Oval 1307">
                <a:extLst>
                  <a:ext uri="{FF2B5EF4-FFF2-40B4-BE49-F238E27FC236}">
                    <a16:creationId xmlns:a16="http://schemas.microsoft.com/office/drawing/2014/main" id="{10301709-6BAA-4739-A89A-2F2C4B6DC1C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9" name="Oval 1308">
                <a:extLst>
                  <a:ext uri="{FF2B5EF4-FFF2-40B4-BE49-F238E27FC236}">
                    <a16:creationId xmlns:a16="http://schemas.microsoft.com/office/drawing/2014/main" id="{83B7E7E9-4776-476C-9C23-CE23B59ADE7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Oval 1309">
                <a:extLst>
                  <a:ext uri="{FF2B5EF4-FFF2-40B4-BE49-F238E27FC236}">
                    <a16:creationId xmlns:a16="http://schemas.microsoft.com/office/drawing/2014/main" id="{DEDE75DE-9D58-4235-9C1C-198BF9F0D2C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11" name="Group 1310">
              <a:extLst>
                <a:ext uri="{FF2B5EF4-FFF2-40B4-BE49-F238E27FC236}">
                  <a16:creationId xmlns:a16="http://schemas.microsoft.com/office/drawing/2014/main" id="{2D8FEAEC-4F81-449B-9F12-344C30B353A4}"/>
                </a:ext>
              </a:extLst>
            </p:cNvPr>
            <p:cNvGrpSpPr/>
            <p:nvPr/>
          </p:nvGrpSpPr>
          <p:grpSpPr>
            <a:xfrm rot="21292958">
              <a:off x="8550815" y="3146094"/>
              <a:ext cx="242005" cy="46723"/>
              <a:chOff x="7979724" y="3580291"/>
              <a:chExt cx="242005" cy="43678"/>
            </a:xfrm>
          </p:grpSpPr>
          <p:sp>
            <p:nvSpPr>
              <p:cNvPr id="1312" name="Oval 1311">
                <a:extLst>
                  <a:ext uri="{FF2B5EF4-FFF2-40B4-BE49-F238E27FC236}">
                    <a16:creationId xmlns:a16="http://schemas.microsoft.com/office/drawing/2014/main" id="{533B7EE5-F6FF-4522-AE1D-7A2AB32227C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3" name="Oval 1312">
                <a:extLst>
                  <a:ext uri="{FF2B5EF4-FFF2-40B4-BE49-F238E27FC236}">
                    <a16:creationId xmlns:a16="http://schemas.microsoft.com/office/drawing/2014/main" id="{8AA9077D-3349-4F7E-BBA3-EBF2506352D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4" name="Oval 1313">
                <a:extLst>
                  <a:ext uri="{FF2B5EF4-FFF2-40B4-BE49-F238E27FC236}">
                    <a16:creationId xmlns:a16="http://schemas.microsoft.com/office/drawing/2014/main" id="{BE5A07E7-9E5B-4A49-9EA2-B7871FED313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5" name="Oval 1314">
                <a:extLst>
                  <a:ext uri="{FF2B5EF4-FFF2-40B4-BE49-F238E27FC236}">
                    <a16:creationId xmlns:a16="http://schemas.microsoft.com/office/drawing/2014/main" id="{D1E65981-82D6-401E-8E01-7207631D90C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6" name="Oval 1315">
                <a:extLst>
                  <a:ext uri="{FF2B5EF4-FFF2-40B4-BE49-F238E27FC236}">
                    <a16:creationId xmlns:a16="http://schemas.microsoft.com/office/drawing/2014/main" id="{D43F7184-A2B2-4B72-92E8-96AD7650F09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7" name="Oval 1316">
                <a:extLst>
                  <a:ext uri="{FF2B5EF4-FFF2-40B4-BE49-F238E27FC236}">
                    <a16:creationId xmlns:a16="http://schemas.microsoft.com/office/drawing/2014/main" id="{CCF2FB78-8849-40D9-BB6B-FB083628744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8" name="Oval 1317">
                <a:extLst>
                  <a:ext uri="{FF2B5EF4-FFF2-40B4-BE49-F238E27FC236}">
                    <a16:creationId xmlns:a16="http://schemas.microsoft.com/office/drawing/2014/main" id="{A98398C7-82A8-4579-A669-3A70DB9F398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9" name="Oval 1318">
                <a:extLst>
                  <a:ext uri="{FF2B5EF4-FFF2-40B4-BE49-F238E27FC236}">
                    <a16:creationId xmlns:a16="http://schemas.microsoft.com/office/drawing/2014/main" id="{4AC4BAEE-078C-4242-9D35-8C5DAE94D41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0" name="Group 1319">
              <a:extLst>
                <a:ext uri="{FF2B5EF4-FFF2-40B4-BE49-F238E27FC236}">
                  <a16:creationId xmlns:a16="http://schemas.microsoft.com/office/drawing/2014/main" id="{B6103FFA-3518-49C1-B648-805A34AEC341}"/>
                </a:ext>
              </a:extLst>
            </p:cNvPr>
            <p:cNvGrpSpPr/>
            <p:nvPr/>
          </p:nvGrpSpPr>
          <p:grpSpPr>
            <a:xfrm>
              <a:off x="8479658" y="3146910"/>
              <a:ext cx="242005" cy="43678"/>
              <a:chOff x="7979724" y="3580291"/>
              <a:chExt cx="242005" cy="43678"/>
            </a:xfrm>
          </p:grpSpPr>
          <p:sp>
            <p:nvSpPr>
              <p:cNvPr id="1321" name="Oval 1320">
                <a:extLst>
                  <a:ext uri="{FF2B5EF4-FFF2-40B4-BE49-F238E27FC236}">
                    <a16:creationId xmlns:a16="http://schemas.microsoft.com/office/drawing/2014/main" id="{B95AE59A-9291-456D-931C-692E3E40E26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2" name="Oval 1321">
                <a:extLst>
                  <a:ext uri="{FF2B5EF4-FFF2-40B4-BE49-F238E27FC236}">
                    <a16:creationId xmlns:a16="http://schemas.microsoft.com/office/drawing/2014/main" id="{0CB9B657-47E9-4F18-83B5-157F8C1AD2F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3" name="Oval 1322">
                <a:extLst>
                  <a:ext uri="{FF2B5EF4-FFF2-40B4-BE49-F238E27FC236}">
                    <a16:creationId xmlns:a16="http://schemas.microsoft.com/office/drawing/2014/main" id="{94DCECDD-78D2-4BE3-8E1D-6C7844A009D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4" name="Oval 1323">
                <a:extLst>
                  <a:ext uri="{FF2B5EF4-FFF2-40B4-BE49-F238E27FC236}">
                    <a16:creationId xmlns:a16="http://schemas.microsoft.com/office/drawing/2014/main" id="{C68CB5AA-4070-4FEE-B69B-804809A6CB8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5" name="Oval 1324">
                <a:extLst>
                  <a:ext uri="{FF2B5EF4-FFF2-40B4-BE49-F238E27FC236}">
                    <a16:creationId xmlns:a16="http://schemas.microsoft.com/office/drawing/2014/main" id="{C814ACD0-F438-4525-AA94-FF2803B4FAA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6" name="Oval 1325">
                <a:extLst>
                  <a:ext uri="{FF2B5EF4-FFF2-40B4-BE49-F238E27FC236}">
                    <a16:creationId xmlns:a16="http://schemas.microsoft.com/office/drawing/2014/main" id="{BBCFC0D1-5711-49E1-AFB6-5CEDDCCA4C2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7" name="Oval 1326">
                <a:extLst>
                  <a:ext uri="{FF2B5EF4-FFF2-40B4-BE49-F238E27FC236}">
                    <a16:creationId xmlns:a16="http://schemas.microsoft.com/office/drawing/2014/main" id="{85B491D9-D55C-4E58-9685-85581D02650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8" name="Oval 1327">
                <a:extLst>
                  <a:ext uri="{FF2B5EF4-FFF2-40B4-BE49-F238E27FC236}">
                    <a16:creationId xmlns:a16="http://schemas.microsoft.com/office/drawing/2014/main" id="{48BFE268-7F29-4566-9BA7-AB11EB1BB39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9" name="Group 1328">
              <a:extLst>
                <a:ext uri="{FF2B5EF4-FFF2-40B4-BE49-F238E27FC236}">
                  <a16:creationId xmlns:a16="http://schemas.microsoft.com/office/drawing/2014/main" id="{B0EF81CD-3482-449D-8A82-5A931081C8F7}"/>
                </a:ext>
              </a:extLst>
            </p:cNvPr>
            <p:cNvGrpSpPr/>
            <p:nvPr/>
          </p:nvGrpSpPr>
          <p:grpSpPr>
            <a:xfrm rot="10800000">
              <a:off x="8791858" y="3149270"/>
              <a:ext cx="242005" cy="46723"/>
              <a:chOff x="7979724" y="3580291"/>
              <a:chExt cx="242005" cy="43678"/>
            </a:xfrm>
          </p:grpSpPr>
          <p:sp>
            <p:nvSpPr>
              <p:cNvPr id="1330" name="Oval 1329">
                <a:extLst>
                  <a:ext uri="{FF2B5EF4-FFF2-40B4-BE49-F238E27FC236}">
                    <a16:creationId xmlns:a16="http://schemas.microsoft.com/office/drawing/2014/main" id="{95AD3A9D-420A-44BF-B194-BAE17830471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 name="Oval 1330">
                <a:extLst>
                  <a:ext uri="{FF2B5EF4-FFF2-40B4-BE49-F238E27FC236}">
                    <a16:creationId xmlns:a16="http://schemas.microsoft.com/office/drawing/2014/main" id="{A3B2561B-9685-46D0-AFD5-53C786D3671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 name="Oval 1331">
                <a:extLst>
                  <a:ext uri="{FF2B5EF4-FFF2-40B4-BE49-F238E27FC236}">
                    <a16:creationId xmlns:a16="http://schemas.microsoft.com/office/drawing/2014/main" id="{3EACF623-4CEC-4F59-8CD1-71AAAE6C3FB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3" name="Oval 1332">
                <a:extLst>
                  <a:ext uri="{FF2B5EF4-FFF2-40B4-BE49-F238E27FC236}">
                    <a16:creationId xmlns:a16="http://schemas.microsoft.com/office/drawing/2014/main" id="{45B9A948-7E82-494D-B628-4910DE6FAB9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 name="Oval 1333">
                <a:extLst>
                  <a:ext uri="{FF2B5EF4-FFF2-40B4-BE49-F238E27FC236}">
                    <a16:creationId xmlns:a16="http://schemas.microsoft.com/office/drawing/2014/main" id="{7FE3C0D8-B5DF-48C8-80DE-E81D82E0E2F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5" name="Oval 1334">
                <a:extLst>
                  <a:ext uri="{FF2B5EF4-FFF2-40B4-BE49-F238E27FC236}">
                    <a16:creationId xmlns:a16="http://schemas.microsoft.com/office/drawing/2014/main" id="{805ECC17-0002-40ED-A542-FB9A7642C77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6" name="Oval 1335">
                <a:extLst>
                  <a:ext uri="{FF2B5EF4-FFF2-40B4-BE49-F238E27FC236}">
                    <a16:creationId xmlns:a16="http://schemas.microsoft.com/office/drawing/2014/main" id="{59339CE5-8872-4AED-9F75-D500EA1583F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7" name="Oval 1336">
                <a:extLst>
                  <a:ext uri="{FF2B5EF4-FFF2-40B4-BE49-F238E27FC236}">
                    <a16:creationId xmlns:a16="http://schemas.microsoft.com/office/drawing/2014/main" id="{A5D4C6CC-6DF1-42CA-B426-D49806F516D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8" name="Group 1337">
              <a:extLst>
                <a:ext uri="{FF2B5EF4-FFF2-40B4-BE49-F238E27FC236}">
                  <a16:creationId xmlns:a16="http://schemas.microsoft.com/office/drawing/2014/main" id="{92237F21-8F74-4B8C-908F-9A7541625BFE}"/>
                </a:ext>
              </a:extLst>
            </p:cNvPr>
            <p:cNvGrpSpPr/>
            <p:nvPr/>
          </p:nvGrpSpPr>
          <p:grpSpPr>
            <a:xfrm>
              <a:off x="8720701" y="3150086"/>
              <a:ext cx="242005" cy="43678"/>
              <a:chOff x="7979724" y="3580291"/>
              <a:chExt cx="242005" cy="43678"/>
            </a:xfrm>
          </p:grpSpPr>
          <p:sp>
            <p:nvSpPr>
              <p:cNvPr id="1339" name="Oval 1338">
                <a:extLst>
                  <a:ext uri="{FF2B5EF4-FFF2-40B4-BE49-F238E27FC236}">
                    <a16:creationId xmlns:a16="http://schemas.microsoft.com/office/drawing/2014/main" id="{D82CBA49-F844-4CC5-AA10-11BA88DFE7D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0" name="Oval 1339">
                <a:extLst>
                  <a:ext uri="{FF2B5EF4-FFF2-40B4-BE49-F238E27FC236}">
                    <a16:creationId xmlns:a16="http://schemas.microsoft.com/office/drawing/2014/main" id="{619202C0-76AC-4B2E-9C31-BC8126FF372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1" name="Oval 1340">
                <a:extLst>
                  <a:ext uri="{FF2B5EF4-FFF2-40B4-BE49-F238E27FC236}">
                    <a16:creationId xmlns:a16="http://schemas.microsoft.com/office/drawing/2014/main" id="{B2CD4144-DACA-45D2-8BBA-7570A1CE0D9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2" name="Oval 1341">
                <a:extLst>
                  <a:ext uri="{FF2B5EF4-FFF2-40B4-BE49-F238E27FC236}">
                    <a16:creationId xmlns:a16="http://schemas.microsoft.com/office/drawing/2014/main" id="{2755B2D5-940B-442E-A61B-12594D445F2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3" name="Oval 1342">
                <a:extLst>
                  <a:ext uri="{FF2B5EF4-FFF2-40B4-BE49-F238E27FC236}">
                    <a16:creationId xmlns:a16="http://schemas.microsoft.com/office/drawing/2014/main" id="{A6A889A1-8933-449C-8039-BDB812DAB7C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Oval 1343">
                <a:extLst>
                  <a:ext uri="{FF2B5EF4-FFF2-40B4-BE49-F238E27FC236}">
                    <a16:creationId xmlns:a16="http://schemas.microsoft.com/office/drawing/2014/main" id="{CDC89F59-7DDE-4DFE-8166-AB377D98E6E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Oval 1344">
                <a:extLst>
                  <a:ext uri="{FF2B5EF4-FFF2-40B4-BE49-F238E27FC236}">
                    <a16:creationId xmlns:a16="http://schemas.microsoft.com/office/drawing/2014/main" id="{46843869-38E0-45F6-B6FD-CC7FC1CA07A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6" name="Oval 1345">
                <a:extLst>
                  <a:ext uri="{FF2B5EF4-FFF2-40B4-BE49-F238E27FC236}">
                    <a16:creationId xmlns:a16="http://schemas.microsoft.com/office/drawing/2014/main" id="{9FCD28EB-2FC6-47EB-8569-3CFB02B8795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47" name="Group 1346">
              <a:extLst>
                <a:ext uri="{FF2B5EF4-FFF2-40B4-BE49-F238E27FC236}">
                  <a16:creationId xmlns:a16="http://schemas.microsoft.com/office/drawing/2014/main" id="{005EC293-D608-4A31-B6F7-0E5F873E81B9}"/>
                </a:ext>
              </a:extLst>
            </p:cNvPr>
            <p:cNvGrpSpPr/>
            <p:nvPr/>
          </p:nvGrpSpPr>
          <p:grpSpPr>
            <a:xfrm rot="10800000">
              <a:off x="9024148" y="3129026"/>
              <a:ext cx="242005" cy="46723"/>
              <a:chOff x="7979724" y="3580291"/>
              <a:chExt cx="242005" cy="43678"/>
            </a:xfrm>
          </p:grpSpPr>
          <p:sp>
            <p:nvSpPr>
              <p:cNvPr id="1348" name="Oval 1347">
                <a:extLst>
                  <a:ext uri="{FF2B5EF4-FFF2-40B4-BE49-F238E27FC236}">
                    <a16:creationId xmlns:a16="http://schemas.microsoft.com/office/drawing/2014/main" id="{C0BA3453-AA79-4DA2-868E-23C79A2BD1D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9" name="Oval 1348">
                <a:extLst>
                  <a:ext uri="{FF2B5EF4-FFF2-40B4-BE49-F238E27FC236}">
                    <a16:creationId xmlns:a16="http://schemas.microsoft.com/office/drawing/2014/main" id="{415560FF-0B23-4DE3-9E9B-CDBC327D07E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0" name="Oval 1349">
                <a:extLst>
                  <a:ext uri="{FF2B5EF4-FFF2-40B4-BE49-F238E27FC236}">
                    <a16:creationId xmlns:a16="http://schemas.microsoft.com/office/drawing/2014/main" id="{7656E2FD-84E3-4EB5-A19C-CE9EC0B3D80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1" name="Oval 1350">
                <a:extLst>
                  <a:ext uri="{FF2B5EF4-FFF2-40B4-BE49-F238E27FC236}">
                    <a16:creationId xmlns:a16="http://schemas.microsoft.com/office/drawing/2014/main" id="{0E0B5EC7-5D36-4AE1-A1B3-568246DB531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Oval 1351">
                <a:extLst>
                  <a:ext uri="{FF2B5EF4-FFF2-40B4-BE49-F238E27FC236}">
                    <a16:creationId xmlns:a16="http://schemas.microsoft.com/office/drawing/2014/main" id="{8D2C0152-FB55-46E4-BB63-7C4FF24F98E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3" name="Oval 1352">
                <a:extLst>
                  <a:ext uri="{FF2B5EF4-FFF2-40B4-BE49-F238E27FC236}">
                    <a16:creationId xmlns:a16="http://schemas.microsoft.com/office/drawing/2014/main" id="{079A6708-CEA1-42C6-A5F4-DDBE5452B32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4" name="Oval 1353">
                <a:extLst>
                  <a:ext uri="{FF2B5EF4-FFF2-40B4-BE49-F238E27FC236}">
                    <a16:creationId xmlns:a16="http://schemas.microsoft.com/office/drawing/2014/main" id="{F9096738-91AC-4CFA-BAA1-C6CE1FD8BEC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Oval 1354">
                <a:extLst>
                  <a:ext uri="{FF2B5EF4-FFF2-40B4-BE49-F238E27FC236}">
                    <a16:creationId xmlns:a16="http://schemas.microsoft.com/office/drawing/2014/main" id="{C8B357B7-FFF4-4981-8964-1F544A4012D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56" name="Group 1355">
              <a:extLst>
                <a:ext uri="{FF2B5EF4-FFF2-40B4-BE49-F238E27FC236}">
                  <a16:creationId xmlns:a16="http://schemas.microsoft.com/office/drawing/2014/main" id="{5820328B-170D-4976-A862-0CD5AEC399DD}"/>
                </a:ext>
              </a:extLst>
            </p:cNvPr>
            <p:cNvGrpSpPr/>
            <p:nvPr/>
          </p:nvGrpSpPr>
          <p:grpSpPr>
            <a:xfrm>
              <a:off x="8952991" y="3129842"/>
              <a:ext cx="242005" cy="43678"/>
              <a:chOff x="7979724" y="3580291"/>
              <a:chExt cx="242005" cy="43678"/>
            </a:xfrm>
          </p:grpSpPr>
          <p:sp>
            <p:nvSpPr>
              <p:cNvPr id="1357" name="Oval 1356">
                <a:extLst>
                  <a:ext uri="{FF2B5EF4-FFF2-40B4-BE49-F238E27FC236}">
                    <a16:creationId xmlns:a16="http://schemas.microsoft.com/office/drawing/2014/main" id="{3FC88E5A-8027-425B-9F49-134D1DACA18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8" name="Oval 1357">
                <a:extLst>
                  <a:ext uri="{FF2B5EF4-FFF2-40B4-BE49-F238E27FC236}">
                    <a16:creationId xmlns:a16="http://schemas.microsoft.com/office/drawing/2014/main" id="{2724C703-0D7C-4F12-BCC2-094BDE6A39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Oval 1358">
                <a:extLst>
                  <a:ext uri="{FF2B5EF4-FFF2-40B4-BE49-F238E27FC236}">
                    <a16:creationId xmlns:a16="http://schemas.microsoft.com/office/drawing/2014/main" id="{5AF944A0-0386-4B15-B50B-DB3CE3DACD7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Oval 1359">
                <a:extLst>
                  <a:ext uri="{FF2B5EF4-FFF2-40B4-BE49-F238E27FC236}">
                    <a16:creationId xmlns:a16="http://schemas.microsoft.com/office/drawing/2014/main" id="{DE3F7C02-91FC-4888-A9A6-95122095E21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Oval 1360">
                <a:extLst>
                  <a:ext uri="{FF2B5EF4-FFF2-40B4-BE49-F238E27FC236}">
                    <a16:creationId xmlns:a16="http://schemas.microsoft.com/office/drawing/2014/main" id="{EF01D6F1-C955-439A-93E5-04E554D50C6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2" name="Oval 1361">
                <a:extLst>
                  <a:ext uri="{FF2B5EF4-FFF2-40B4-BE49-F238E27FC236}">
                    <a16:creationId xmlns:a16="http://schemas.microsoft.com/office/drawing/2014/main" id="{1466E460-C9EB-40D1-9B3A-CF48977C896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Oval 1362">
                <a:extLst>
                  <a:ext uri="{FF2B5EF4-FFF2-40B4-BE49-F238E27FC236}">
                    <a16:creationId xmlns:a16="http://schemas.microsoft.com/office/drawing/2014/main" id="{3450E8CE-C0DA-4DC0-AD1B-F3662457405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4" name="Oval 1363">
                <a:extLst>
                  <a:ext uri="{FF2B5EF4-FFF2-40B4-BE49-F238E27FC236}">
                    <a16:creationId xmlns:a16="http://schemas.microsoft.com/office/drawing/2014/main" id="{AEFE2AA4-76D2-4BAA-8DC1-D25DEBE6085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5" name="Group 1364">
              <a:extLst>
                <a:ext uri="{FF2B5EF4-FFF2-40B4-BE49-F238E27FC236}">
                  <a16:creationId xmlns:a16="http://schemas.microsoft.com/office/drawing/2014/main" id="{4413BCF6-EF23-4493-A7AD-14523E2687FA}"/>
                </a:ext>
              </a:extLst>
            </p:cNvPr>
            <p:cNvGrpSpPr/>
            <p:nvPr/>
          </p:nvGrpSpPr>
          <p:grpSpPr>
            <a:xfrm rot="10800000">
              <a:off x="9265191" y="3132202"/>
              <a:ext cx="242005" cy="46723"/>
              <a:chOff x="7979724" y="3580291"/>
              <a:chExt cx="242005" cy="43678"/>
            </a:xfrm>
          </p:grpSpPr>
          <p:sp>
            <p:nvSpPr>
              <p:cNvPr id="1366" name="Oval 1365">
                <a:extLst>
                  <a:ext uri="{FF2B5EF4-FFF2-40B4-BE49-F238E27FC236}">
                    <a16:creationId xmlns:a16="http://schemas.microsoft.com/office/drawing/2014/main" id="{87CC8C47-ED31-45ED-9006-568E4436707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7" name="Oval 1366">
                <a:extLst>
                  <a:ext uri="{FF2B5EF4-FFF2-40B4-BE49-F238E27FC236}">
                    <a16:creationId xmlns:a16="http://schemas.microsoft.com/office/drawing/2014/main" id="{52DB75F9-A34A-43EF-989C-875764BB7F6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8" name="Oval 1367">
                <a:extLst>
                  <a:ext uri="{FF2B5EF4-FFF2-40B4-BE49-F238E27FC236}">
                    <a16:creationId xmlns:a16="http://schemas.microsoft.com/office/drawing/2014/main" id="{4CBABDFB-AFA7-4194-9EAB-A213866A61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Oval 1368">
                <a:extLst>
                  <a:ext uri="{FF2B5EF4-FFF2-40B4-BE49-F238E27FC236}">
                    <a16:creationId xmlns:a16="http://schemas.microsoft.com/office/drawing/2014/main" id="{55460F7B-162D-48D9-B0B4-EE5CBA30C37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0" name="Oval 1369">
                <a:extLst>
                  <a:ext uri="{FF2B5EF4-FFF2-40B4-BE49-F238E27FC236}">
                    <a16:creationId xmlns:a16="http://schemas.microsoft.com/office/drawing/2014/main" id="{E3690DB5-0314-4828-952E-BD392467BBA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1" name="Oval 1370">
                <a:extLst>
                  <a:ext uri="{FF2B5EF4-FFF2-40B4-BE49-F238E27FC236}">
                    <a16:creationId xmlns:a16="http://schemas.microsoft.com/office/drawing/2014/main" id="{FEF4C4C3-065E-47B4-B895-A95EE36AD8E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2" name="Oval 1371">
                <a:extLst>
                  <a:ext uri="{FF2B5EF4-FFF2-40B4-BE49-F238E27FC236}">
                    <a16:creationId xmlns:a16="http://schemas.microsoft.com/office/drawing/2014/main" id="{5EDCE1A0-E889-4E0A-9895-07EDDE98331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3" name="Oval 1372">
                <a:extLst>
                  <a:ext uri="{FF2B5EF4-FFF2-40B4-BE49-F238E27FC236}">
                    <a16:creationId xmlns:a16="http://schemas.microsoft.com/office/drawing/2014/main" id="{CC8E9F50-C08F-4F62-BA34-E20637D8643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4" name="Group 1373">
              <a:extLst>
                <a:ext uri="{FF2B5EF4-FFF2-40B4-BE49-F238E27FC236}">
                  <a16:creationId xmlns:a16="http://schemas.microsoft.com/office/drawing/2014/main" id="{3A5D72E3-CD90-45D1-BB39-0B1A12DAFC03}"/>
                </a:ext>
              </a:extLst>
            </p:cNvPr>
            <p:cNvGrpSpPr/>
            <p:nvPr/>
          </p:nvGrpSpPr>
          <p:grpSpPr>
            <a:xfrm rot="11689693">
              <a:off x="9194034" y="3133018"/>
              <a:ext cx="242005" cy="43678"/>
              <a:chOff x="7979724" y="3580291"/>
              <a:chExt cx="242005" cy="43678"/>
            </a:xfrm>
          </p:grpSpPr>
          <p:sp>
            <p:nvSpPr>
              <p:cNvPr id="1375" name="Oval 1374">
                <a:extLst>
                  <a:ext uri="{FF2B5EF4-FFF2-40B4-BE49-F238E27FC236}">
                    <a16:creationId xmlns:a16="http://schemas.microsoft.com/office/drawing/2014/main" id="{D0CD83F4-0670-44CA-AD20-739987AD03A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6" name="Oval 1375">
                <a:extLst>
                  <a:ext uri="{FF2B5EF4-FFF2-40B4-BE49-F238E27FC236}">
                    <a16:creationId xmlns:a16="http://schemas.microsoft.com/office/drawing/2014/main" id="{0E1BE858-705E-4105-953F-3347ECD3F81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7" name="Oval 1376">
                <a:extLst>
                  <a:ext uri="{FF2B5EF4-FFF2-40B4-BE49-F238E27FC236}">
                    <a16:creationId xmlns:a16="http://schemas.microsoft.com/office/drawing/2014/main" id="{E444974E-8895-4482-A46A-34E8905CE3B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8" name="Oval 1377">
                <a:extLst>
                  <a:ext uri="{FF2B5EF4-FFF2-40B4-BE49-F238E27FC236}">
                    <a16:creationId xmlns:a16="http://schemas.microsoft.com/office/drawing/2014/main" id="{D972B680-7EB3-4D5C-84E2-7819BA1A682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Oval 1378">
                <a:extLst>
                  <a:ext uri="{FF2B5EF4-FFF2-40B4-BE49-F238E27FC236}">
                    <a16:creationId xmlns:a16="http://schemas.microsoft.com/office/drawing/2014/main" id="{5246E293-C502-4437-91B6-657D7854DE3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Oval 1379">
                <a:extLst>
                  <a:ext uri="{FF2B5EF4-FFF2-40B4-BE49-F238E27FC236}">
                    <a16:creationId xmlns:a16="http://schemas.microsoft.com/office/drawing/2014/main" id="{53F8D853-DBDB-4AE1-8535-4CECAB4514B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1" name="Oval 1380">
                <a:extLst>
                  <a:ext uri="{FF2B5EF4-FFF2-40B4-BE49-F238E27FC236}">
                    <a16:creationId xmlns:a16="http://schemas.microsoft.com/office/drawing/2014/main" id="{BD18E3E9-298E-4626-9FA3-C292F93CDB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2" name="Oval 1381">
                <a:extLst>
                  <a:ext uri="{FF2B5EF4-FFF2-40B4-BE49-F238E27FC236}">
                    <a16:creationId xmlns:a16="http://schemas.microsoft.com/office/drawing/2014/main" id="{7558D866-6C8D-45A4-AB87-666AEDDCC13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83" name="Group 1382">
              <a:extLst>
                <a:ext uri="{FF2B5EF4-FFF2-40B4-BE49-F238E27FC236}">
                  <a16:creationId xmlns:a16="http://schemas.microsoft.com/office/drawing/2014/main" id="{8035F599-2A52-40A1-AB6D-49C37771A2C2}"/>
                </a:ext>
              </a:extLst>
            </p:cNvPr>
            <p:cNvGrpSpPr/>
            <p:nvPr/>
          </p:nvGrpSpPr>
          <p:grpSpPr>
            <a:xfrm rot="21292958">
              <a:off x="9441488" y="3133042"/>
              <a:ext cx="242005" cy="46723"/>
              <a:chOff x="7979724" y="3580291"/>
              <a:chExt cx="242005" cy="43678"/>
            </a:xfrm>
          </p:grpSpPr>
          <p:sp>
            <p:nvSpPr>
              <p:cNvPr id="1384" name="Oval 1383">
                <a:extLst>
                  <a:ext uri="{FF2B5EF4-FFF2-40B4-BE49-F238E27FC236}">
                    <a16:creationId xmlns:a16="http://schemas.microsoft.com/office/drawing/2014/main" id="{7ABF4B81-6390-45FA-A15E-948721989E3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5" name="Oval 1384">
                <a:extLst>
                  <a:ext uri="{FF2B5EF4-FFF2-40B4-BE49-F238E27FC236}">
                    <a16:creationId xmlns:a16="http://schemas.microsoft.com/office/drawing/2014/main" id="{B3B9E2C3-8B29-40BB-B72E-CF26E615193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6" name="Oval 1385">
                <a:extLst>
                  <a:ext uri="{FF2B5EF4-FFF2-40B4-BE49-F238E27FC236}">
                    <a16:creationId xmlns:a16="http://schemas.microsoft.com/office/drawing/2014/main" id="{8447FF40-AC8A-4C4B-9191-CF54DBF3C43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7" name="Oval 1386">
                <a:extLst>
                  <a:ext uri="{FF2B5EF4-FFF2-40B4-BE49-F238E27FC236}">
                    <a16:creationId xmlns:a16="http://schemas.microsoft.com/office/drawing/2014/main" id="{D583AA20-34E2-4B7E-936E-8353D18FE0F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8" name="Oval 1387">
                <a:extLst>
                  <a:ext uri="{FF2B5EF4-FFF2-40B4-BE49-F238E27FC236}">
                    <a16:creationId xmlns:a16="http://schemas.microsoft.com/office/drawing/2014/main" id="{01064582-EB3B-4644-8EC2-ED4F21156C4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9" name="Oval 1388">
                <a:extLst>
                  <a:ext uri="{FF2B5EF4-FFF2-40B4-BE49-F238E27FC236}">
                    <a16:creationId xmlns:a16="http://schemas.microsoft.com/office/drawing/2014/main" id="{60548632-48D7-45A6-B651-347C5F72C4B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0" name="Oval 1389">
                <a:extLst>
                  <a:ext uri="{FF2B5EF4-FFF2-40B4-BE49-F238E27FC236}">
                    <a16:creationId xmlns:a16="http://schemas.microsoft.com/office/drawing/2014/main" id="{6BF080B1-E65B-45D4-81FE-9D3A280DD61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1" name="Oval 1390">
                <a:extLst>
                  <a:ext uri="{FF2B5EF4-FFF2-40B4-BE49-F238E27FC236}">
                    <a16:creationId xmlns:a16="http://schemas.microsoft.com/office/drawing/2014/main" id="{FB11CFE1-9AB3-4AB9-AB96-9320B305132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2" name="Group 1391">
              <a:extLst>
                <a:ext uri="{FF2B5EF4-FFF2-40B4-BE49-F238E27FC236}">
                  <a16:creationId xmlns:a16="http://schemas.microsoft.com/office/drawing/2014/main" id="{4737ADAD-9328-493B-B58A-FC94BCBD41F8}"/>
                </a:ext>
              </a:extLst>
            </p:cNvPr>
            <p:cNvGrpSpPr/>
            <p:nvPr/>
          </p:nvGrpSpPr>
          <p:grpSpPr>
            <a:xfrm>
              <a:off x="9370331" y="3133858"/>
              <a:ext cx="242005" cy="43678"/>
              <a:chOff x="7979724" y="3580291"/>
              <a:chExt cx="242005" cy="43678"/>
            </a:xfrm>
          </p:grpSpPr>
          <p:sp>
            <p:nvSpPr>
              <p:cNvPr id="1393" name="Oval 1392">
                <a:extLst>
                  <a:ext uri="{FF2B5EF4-FFF2-40B4-BE49-F238E27FC236}">
                    <a16:creationId xmlns:a16="http://schemas.microsoft.com/office/drawing/2014/main" id="{141E2717-3EA9-461F-B71B-995D21496C2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4" name="Oval 1393">
                <a:extLst>
                  <a:ext uri="{FF2B5EF4-FFF2-40B4-BE49-F238E27FC236}">
                    <a16:creationId xmlns:a16="http://schemas.microsoft.com/office/drawing/2014/main" id="{F475D576-9C3D-49B6-A130-01A440FAFE8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5" name="Oval 1394">
                <a:extLst>
                  <a:ext uri="{FF2B5EF4-FFF2-40B4-BE49-F238E27FC236}">
                    <a16:creationId xmlns:a16="http://schemas.microsoft.com/office/drawing/2014/main" id="{C518B88C-BDA8-409C-A369-4CC98C1F414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6" name="Oval 1395">
                <a:extLst>
                  <a:ext uri="{FF2B5EF4-FFF2-40B4-BE49-F238E27FC236}">
                    <a16:creationId xmlns:a16="http://schemas.microsoft.com/office/drawing/2014/main" id="{72771607-3BBA-48DD-A492-F8FA6451B19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7" name="Oval 1396">
                <a:extLst>
                  <a:ext uri="{FF2B5EF4-FFF2-40B4-BE49-F238E27FC236}">
                    <a16:creationId xmlns:a16="http://schemas.microsoft.com/office/drawing/2014/main" id="{056D8D9D-0AC4-4DF7-8C3F-20F49FF1271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8" name="Oval 1397">
                <a:extLst>
                  <a:ext uri="{FF2B5EF4-FFF2-40B4-BE49-F238E27FC236}">
                    <a16:creationId xmlns:a16="http://schemas.microsoft.com/office/drawing/2014/main" id="{823E026C-9153-412D-B24D-CE673DBC890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 name="Oval 1398">
                <a:extLst>
                  <a:ext uri="{FF2B5EF4-FFF2-40B4-BE49-F238E27FC236}">
                    <a16:creationId xmlns:a16="http://schemas.microsoft.com/office/drawing/2014/main" id="{982BA848-BEB6-443E-BA4F-B4B5B84A020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0" name="Oval 1399">
                <a:extLst>
                  <a:ext uri="{FF2B5EF4-FFF2-40B4-BE49-F238E27FC236}">
                    <a16:creationId xmlns:a16="http://schemas.microsoft.com/office/drawing/2014/main" id="{9A4BED1B-5591-4B4A-AFB2-91F4A2B010F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01" name="Group 1400">
              <a:extLst>
                <a:ext uri="{FF2B5EF4-FFF2-40B4-BE49-F238E27FC236}">
                  <a16:creationId xmlns:a16="http://schemas.microsoft.com/office/drawing/2014/main" id="{E1B47C61-AF1F-4575-8771-FD8D28C6525E}"/>
                </a:ext>
              </a:extLst>
            </p:cNvPr>
            <p:cNvGrpSpPr/>
            <p:nvPr/>
          </p:nvGrpSpPr>
          <p:grpSpPr>
            <a:xfrm rot="10800000">
              <a:off x="9682531" y="3136218"/>
              <a:ext cx="242005" cy="46723"/>
              <a:chOff x="7979724" y="3580291"/>
              <a:chExt cx="242005" cy="43678"/>
            </a:xfrm>
          </p:grpSpPr>
          <p:sp>
            <p:nvSpPr>
              <p:cNvPr id="1402" name="Oval 1401">
                <a:extLst>
                  <a:ext uri="{FF2B5EF4-FFF2-40B4-BE49-F238E27FC236}">
                    <a16:creationId xmlns:a16="http://schemas.microsoft.com/office/drawing/2014/main" id="{0E5A2AAE-DBA3-4FA3-A273-B5CC4D6C0E5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3" name="Oval 1402">
                <a:extLst>
                  <a:ext uri="{FF2B5EF4-FFF2-40B4-BE49-F238E27FC236}">
                    <a16:creationId xmlns:a16="http://schemas.microsoft.com/office/drawing/2014/main" id="{7390B473-3DD4-49D8-8561-F93159354C5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4" name="Oval 1403">
                <a:extLst>
                  <a:ext uri="{FF2B5EF4-FFF2-40B4-BE49-F238E27FC236}">
                    <a16:creationId xmlns:a16="http://schemas.microsoft.com/office/drawing/2014/main" id="{631533AA-D982-472E-BBF3-20E392769D7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5" name="Oval 1404">
                <a:extLst>
                  <a:ext uri="{FF2B5EF4-FFF2-40B4-BE49-F238E27FC236}">
                    <a16:creationId xmlns:a16="http://schemas.microsoft.com/office/drawing/2014/main" id="{522D0B27-2E85-492E-827D-03C06CD7DEC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6" name="Oval 1405">
                <a:extLst>
                  <a:ext uri="{FF2B5EF4-FFF2-40B4-BE49-F238E27FC236}">
                    <a16:creationId xmlns:a16="http://schemas.microsoft.com/office/drawing/2014/main" id="{C093535A-0E78-4C38-92C8-122A2156563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7" name="Oval 1406">
                <a:extLst>
                  <a:ext uri="{FF2B5EF4-FFF2-40B4-BE49-F238E27FC236}">
                    <a16:creationId xmlns:a16="http://schemas.microsoft.com/office/drawing/2014/main" id="{F6E0A5B9-8D32-4A41-8A3B-9E3346865C6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Oval 1407">
                <a:extLst>
                  <a:ext uri="{FF2B5EF4-FFF2-40B4-BE49-F238E27FC236}">
                    <a16:creationId xmlns:a16="http://schemas.microsoft.com/office/drawing/2014/main" id="{1985F827-1834-46B6-AFD6-064642DA15A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Oval 1408">
                <a:extLst>
                  <a:ext uri="{FF2B5EF4-FFF2-40B4-BE49-F238E27FC236}">
                    <a16:creationId xmlns:a16="http://schemas.microsoft.com/office/drawing/2014/main" id="{45F5CD20-DEC4-4A54-92B8-75FFC4AE4C0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0" name="Group 1409">
              <a:extLst>
                <a:ext uri="{FF2B5EF4-FFF2-40B4-BE49-F238E27FC236}">
                  <a16:creationId xmlns:a16="http://schemas.microsoft.com/office/drawing/2014/main" id="{EBDED381-CAD8-46CB-8E50-F804CC941633}"/>
                </a:ext>
              </a:extLst>
            </p:cNvPr>
            <p:cNvGrpSpPr/>
            <p:nvPr/>
          </p:nvGrpSpPr>
          <p:grpSpPr>
            <a:xfrm>
              <a:off x="9611374" y="3137034"/>
              <a:ext cx="242005" cy="43678"/>
              <a:chOff x="7979724" y="3580291"/>
              <a:chExt cx="242005" cy="43678"/>
            </a:xfrm>
          </p:grpSpPr>
          <p:sp>
            <p:nvSpPr>
              <p:cNvPr id="1411" name="Oval 1410">
                <a:extLst>
                  <a:ext uri="{FF2B5EF4-FFF2-40B4-BE49-F238E27FC236}">
                    <a16:creationId xmlns:a16="http://schemas.microsoft.com/office/drawing/2014/main" id="{86B9832F-5534-4F99-AB4D-C6F584FAAB9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Oval 1411">
                <a:extLst>
                  <a:ext uri="{FF2B5EF4-FFF2-40B4-BE49-F238E27FC236}">
                    <a16:creationId xmlns:a16="http://schemas.microsoft.com/office/drawing/2014/main" id="{7A8AD424-ACA1-4825-B96F-E51D0D16B02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3" name="Oval 1412">
                <a:extLst>
                  <a:ext uri="{FF2B5EF4-FFF2-40B4-BE49-F238E27FC236}">
                    <a16:creationId xmlns:a16="http://schemas.microsoft.com/office/drawing/2014/main" id="{0FF69BFF-1D19-4129-B6ED-DC38A3BB9C1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Oval 1413">
                <a:extLst>
                  <a:ext uri="{FF2B5EF4-FFF2-40B4-BE49-F238E27FC236}">
                    <a16:creationId xmlns:a16="http://schemas.microsoft.com/office/drawing/2014/main" id="{2A64CD91-F0A1-4CD4-A50D-7BC198F78AF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Oval 1414">
                <a:extLst>
                  <a:ext uri="{FF2B5EF4-FFF2-40B4-BE49-F238E27FC236}">
                    <a16:creationId xmlns:a16="http://schemas.microsoft.com/office/drawing/2014/main" id="{C7FD4A4A-1597-47CF-B36D-7FD50AC6127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Oval 1415">
                <a:extLst>
                  <a:ext uri="{FF2B5EF4-FFF2-40B4-BE49-F238E27FC236}">
                    <a16:creationId xmlns:a16="http://schemas.microsoft.com/office/drawing/2014/main" id="{2E85036F-CBF9-43BD-AD14-2E8D66E084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Oval 1416">
                <a:extLst>
                  <a:ext uri="{FF2B5EF4-FFF2-40B4-BE49-F238E27FC236}">
                    <a16:creationId xmlns:a16="http://schemas.microsoft.com/office/drawing/2014/main" id="{BF941B63-406C-4355-9FBB-0B152E28882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Oval 1417">
                <a:extLst>
                  <a:ext uri="{FF2B5EF4-FFF2-40B4-BE49-F238E27FC236}">
                    <a16:creationId xmlns:a16="http://schemas.microsoft.com/office/drawing/2014/main" id="{27AF8432-4821-4B8D-91FE-09771B166DF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9" name="Group 1418">
              <a:extLst>
                <a:ext uri="{FF2B5EF4-FFF2-40B4-BE49-F238E27FC236}">
                  <a16:creationId xmlns:a16="http://schemas.microsoft.com/office/drawing/2014/main" id="{1CF45547-20E6-45B1-8DC9-9F6B8A4B60FF}"/>
                </a:ext>
              </a:extLst>
            </p:cNvPr>
            <p:cNvGrpSpPr/>
            <p:nvPr/>
          </p:nvGrpSpPr>
          <p:grpSpPr>
            <a:xfrm rot="10800000">
              <a:off x="8761387" y="3418096"/>
              <a:ext cx="242005" cy="46723"/>
              <a:chOff x="7979724" y="3580291"/>
              <a:chExt cx="242005" cy="43678"/>
            </a:xfrm>
          </p:grpSpPr>
          <p:sp>
            <p:nvSpPr>
              <p:cNvPr id="1420" name="Oval 1419">
                <a:extLst>
                  <a:ext uri="{FF2B5EF4-FFF2-40B4-BE49-F238E27FC236}">
                    <a16:creationId xmlns:a16="http://schemas.microsoft.com/office/drawing/2014/main" id="{1F661D00-842D-479E-91C0-644645D63A1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1" name="Oval 1420">
                <a:extLst>
                  <a:ext uri="{FF2B5EF4-FFF2-40B4-BE49-F238E27FC236}">
                    <a16:creationId xmlns:a16="http://schemas.microsoft.com/office/drawing/2014/main" id="{451E6029-2BF8-4A67-937E-FE24E380B89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Oval 1421">
                <a:extLst>
                  <a:ext uri="{FF2B5EF4-FFF2-40B4-BE49-F238E27FC236}">
                    <a16:creationId xmlns:a16="http://schemas.microsoft.com/office/drawing/2014/main" id="{E1E5ECDF-B489-40AB-BFA9-2398D6B5773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Oval 1422">
                <a:extLst>
                  <a:ext uri="{FF2B5EF4-FFF2-40B4-BE49-F238E27FC236}">
                    <a16:creationId xmlns:a16="http://schemas.microsoft.com/office/drawing/2014/main" id="{F4164D42-108F-4D41-9E07-B65139CBFDE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Oval 1423">
                <a:extLst>
                  <a:ext uri="{FF2B5EF4-FFF2-40B4-BE49-F238E27FC236}">
                    <a16:creationId xmlns:a16="http://schemas.microsoft.com/office/drawing/2014/main" id="{18255343-EAC4-45F7-B1AE-F9472A9C58B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Oval 1424">
                <a:extLst>
                  <a:ext uri="{FF2B5EF4-FFF2-40B4-BE49-F238E27FC236}">
                    <a16:creationId xmlns:a16="http://schemas.microsoft.com/office/drawing/2014/main" id="{C55C0D29-C79A-40D8-B676-0117B3A9554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Oval 1425">
                <a:extLst>
                  <a:ext uri="{FF2B5EF4-FFF2-40B4-BE49-F238E27FC236}">
                    <a16:creationId xmlns:a16="http://schemas.microsoft.com/office/drawing/2014/main" id="{D8B9875E-9096-4884-8E69-E010524EA65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Oval 1426">
                <a:extLst>
                  <a:ext uri="{FF2B5EF4-FFF2-40B4-BE49-F238E27FC236}">
                    <a16:creationId xmlns:a16="http://schemas.microsoft.com/office/drawing/2014/main" id="{E3B0BDFF-F53F-4C73-8490-FED7C3B7F4F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28" name="Group 1427">
              <a:extLst>
                <a:ext uri="{FF2B5EF4-FFF2-40B4-BE49-F238E27FC236}">
                  <a16:creationId xmlns:a16="http://schemas.microsoft.com/office/drawing/2014/main" id="{32C3319E-EA60-4443-ADE5-A4C0D468F341}"/>
                </a:ext>
              </a:extLst>
            </p:cNvPr>
            <p:cNvGrpSpPr/>
            <p:nvPr/>
          </p:nvGrpSpPr>
          <p:grpSpPr>
            <a:xfrm>
              <a:off x="8690230" y="3418912"/>
              <a:ext cx="242005" cy="43678"/>
              <a:chOff x="7979724" y="3580291"/>
              <a:chExt cx="242005" cy="43678"/>
            </a:xfrm>
          </p:grpSpPr>
          <p:sp>
            <p:nvSpPr>
              <p:cNvPr id="1429" name="Oval 1428">
                <a:extLst>
                  <a:ext uri="{FF2B5EF4-FFF2-40B4-BE49-F238E27FC236}">
                    <a16:creationId xmlns:a16="http://schemas.microsoft.com/office/drawing/2014/main" id="{856BA963-298B-4670-A332-85DC199C82C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0" name="Oval 1429">
                <a:extLst>
                  <a:ext uri="{FF2B5EF4-FFF2-40B4-BE49-F238E27FC236}">
                    <a16:creationId xmlns:a16="http://schemas.microsoft.com/office/drawing/2014/main" id="{B173CFFE-5276-460B-AA2C-09543E2827B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Oval 1430">
                <a:extLst>
                  <a:ext uri="{FF2B5EF4-FFF2-40B4-BE49-F238E27FC236}">
                    <a16:creationId xmlns:a16="http://schemas.microsoft.com/office/drawing/2014/main" id="{7D07E4B4-93C9-42CA-AF95-B10B51B770E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Oval 1431">
                <a:extLst>
                  <a:ext uri="{FF2B5EF4-FFF2-40B4-BE49-F238E27FC236}">
                    <a16:creationId xmlns:a16="http://schemas.microsoft.com/office/drawing/2014/main" id="{68D8DBC5-6FE2-4212-9ECB-5C16A447868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Oval 1432">
                <a:extLst>
                  <a:ext uri="{FF2B5EF4-FFF2-40B4-BE49-F238E27FC236}">
                    <a16:creationId xmlns:a16="http://schemas.microsoft.com/office/drawing/2014/main" id="{BD50D711-6731-462E-A196-9C23F6D88F6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Oval 1433">
                <a:extLst>
                  <a:ext uri="{FF2B5EF4-FFF2-40B4-BE49-F238E27FC236}">
                    <a16:creationId xmlns:a16="http://schemas.microsoft.com/office/drawing/2014/main" id="{02C2C5B9-A8AB-4113-8398-56B67906632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 name="Oval 1434">
                <a:extLst>
                  <a:ext uri="{FF2B5EF4-FFF2-40B4-BE49-F238E27FC236}">
                    <a16:creationId xmlns:a16="http://schemas.microsoft.com/office/drawing/2014/main" id="{6C72307C-1600-4CEC-9411-9DCE37F1A30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6" name="Oval 1435">
                <a:extLst>
                  <a:ext uri="{FF2B5EF4-FFF2-40B4-BE49-F238E27FC236}">
                    <a16:creationId xmlns:a16="http://schemas.microsoft.com/office/drawing/2014/main" id="{C2C9B770-9E69-4DCC-8EF3-E1EC8A1B281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37" name="Group 1436">
              <a:extLst>
                <a:ext uri="{FF2B5EF4-FFF2-40B4-BE49-F238E27FC236}">
                  <a16:creationId xmlns:a16="http://schemas.microsoft.com/office/drawing/2014/main" id="{8A6B70C9-7F9D-4B84-A4E6-05BA3C47C5BF}"/>
                </a:ext>
              </a:extLst>
            </p:cNvPr>
            <p:cNvGrpSpPr/>
            <p:nvPr/>
          </p:nvGrpSpPr>
          <p:grpSpPr>
            <a:xfrm rot="10800000">
              <a:off x="9002430" y="3421272"/>
              <a:ext cx="242005" cy="46723"/>
              <a:chOff x="7979724" y="3580291"/>
              <a:chExt cx="242005" cy="43678"/>
            </a:xfrm>
          </p:grpSpPr>
          <p:sp>
            <p:nvSpPr>
              <p:cNvPr id="1438" name="Oval 1437">
                <a:extLst>
                  <a:ext uri="{FF2B5EF4-FFF2-40B4-BE49-F238E27FC236}">
                    <a16:creationId xmlns:a16="http://schemas.microsoft.com/office/drawing/2014/main" id="{F6A129FD-FCA2-4D33-9445-D2312679E7F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9" name="Oval 1438">
                <a:extLst>
                  <a:ext uri="{FF2B5EF4-FFF2-40B4-BE49-F238E27FC236}">
                    <a16:creationId xmlns:a16="http://schemas.microsoft.com/office/drawing/2014/main" id="{4AD0FECC-391D-4D0A-9E8E-193B1AD1DC5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0" name="Oval 1439">
                <a:extLst>
                  <a:ext uri="{FF2B5EF4-FFF2-40B4-BE49-F238E27FC236}">
                    <a16:creationId xmlns:a16="http://schemas.microsoft.com/office/drawing/2014/main" id="{81B4A1FD-1FD4-4D09-997A-15AF78B7EEE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1" name="Oval 1440">
                <a:extLst>
                  <a:ext uri="{FF2B5EF4-FFF2-40B4-BE49-F238E27FC236}">
                    <a16:creationId xmlns:a16="http://schemas.microsoft.com/office/drawing/2014/main" id="{E296557C-A989-49B0-8E71-0C9C6615273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2" name="Oval 1441">
                <a:extLst>
                  <a:ext uri="{FF2B5EF4-FFF2-40B4-BE49-F238E27FC236}">
                    <a16:creationId xmlns:a16="http://schemas.microsoft.com/office/drawing/2014/main" id="{010104A9-FE78-4F7F-93A3-FB473D3EFD8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3" name="Oval 1442">
                <a:extLst>
                  <a:ext uri="{FF2B5EF4-FFF2-40B4-BE49-F238E27FC236}">
                    <a16:creationId xmlns:a16="http://schemas.microsoft.com/office/drawing/2014/main" id="{3DDAE894-A2CC-4E55-B6A8-BF24BFE5339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4" name="Oval 1443">
                <a:extLst>
                  <a:ext uri="{FF2B5EF4-FFF2-40B4-BE49-F238E27FC236}">
                    <a16:creationId xmlns:a16="http://schemas.microsoft.com/office/drawing/2014/main" id="{6DFF29B7-4A0D-4D3B-8F6B-4AE7F39B72D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5" name="Oval 1444">
                <a:extLst>
                  <a:ext uri="{FF2B5EF4-FFF2-40B4-BE49-F238E27FC236}">
                    <a16:creationId xmlns:a16="http://schemas.microsoft.com/office/drawing/2014/main" id="{DA69AD74-5F27-4AC3-B35E-F3433F15F11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6" name="Group 1445">
              <a:extLst>
                <a:ext uri="{FF2B5EF4-FFF2-40B4-BE49-F238E27FC236}">
                  <a16:creationId xmlns:a16="http://schemas.microsoft.com/office/drawing/2014/main" id="{4A6A8DCC-2DE8-4056-A82A-0F3EE7DA7F2E}"/>
                </a:ext>
              </a:extLst>
            </p:cNvPr>
            <p:cNvGrpSpPr/>
            <p:nvPr/>
          </p:nvGrpSpPr>
          <p:grpSpPr>
            <a:xfrm rot="11689693">
              <a:off x="8931273" y="3422088"/>
              <a:ext cx="242005" cy="43678"/>
              <a:chOff x="7979724" y="3580291"/>
              <a:chExt cx="242005" cy="43678"/>
            </a:xfrm>
          </p:grpSpPr>
          <p:sp>
            <p:nvSpPr>
              <p:cNvPr id="1447" name="Oval 1446">
                <a:extLst>
                  <a:ext uri="{FF2B5EF4-FFF2-40B4-BE49-F238E27FC236}">
                    <a16:creationId xmlns:a16="http://schemas.microsoft.com/office/drawing/2014/main" id="{5AFE71DC-9362-460F-B222-286E20D69E2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8" name="Oval 1447">
                <a:extLst>
                  <a:ext uri="{FF2B5EF4-FFF2-40B4-BE49-F238E27FC236}">
                    <a16:creationId xmlns:a16="http://schemas.microsoft.com/office/drawing/2014/main" id="{4E0A9E52-B2DA-484B-833D-4978516609F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9" name="Oval 1448">
                <a:extLst>
                  <a:ext uri="{FF2B5EF4-FFF2-40B4-BE49-F238E27FC236}">
                    <a16:creationId xmlns:a16="http://schemas.microsoft.com/office/drawing/2014/main" id="{1B65B29B-EB6C-48A0-AF04-FC5501DC666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0" name="Oval 1449">
                <a:extLst>
                  <a:ext uri="{FF2B5EF4-FFF2-40B4-BE49-F238E27FC236}">
                    <a16:creationId xmlns:a16="http://schemas.microsoft.com/office/drawing/2014/main" id="{F4FD0CA1-B023-4020-8E80-09941513E0B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1" name="Oval 1450">
                <a:extLst>
                  <a:ext uri="{FF2B5EF4-FFF2-40B4-BE49-F238E27FC236}">
                    <a16:creationId xmlns:a16="http://schemas.microsoft.com/office/drawing/2014/main" id="{AB4EE46B-B2E8-45B7-90D5-0A3E834D82D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 name="Oval 1451">
                <a:extLst>
                  <a:ext uri="{FF2B5EF4-FFF2-40B4-BE49-F238E27FC236}">
                    <a16:creationId xmlns:a16="http://schemas.microsoft.com/office/drawing/2014/main" id="{C8BDC46C-D759-475B-8634-A0D3B01AD0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3" name="Oval 1452">
                <a:extLst>
                  <a:ext uri="{FF2B5EF4-FFF2-40B4-BE49-F238E27FC236}">
                    <a16:creationId xmlns:a16="http://schemas.microsoft.com/office/drawing/2014/main" id="{8547C049-C68D-4464-8CBD-7AE7F6B81F4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4" name="Oval 1453">
                <a:extLst>
                  <a:ext uri="{FF2B5EF4-FFF2-40B4-BE49-F238E27FC236}">
                    <a16:creationId xmlns:a16="http://schemas.microsoft.com/office/drawing/2014/main" id="{6602550D-4491-4113-9C7E-1819BF0F79B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5" name="Group 1454">
              <a:extLst>
                <a:ext uri="{FF2B5EF4-FFF2-40B4-BE49-F238E27FC236}">
                  <a16:creationId xmlns:a16="http://schemas.microsoft.com/office/drawing/2014/main" id="{A6107215-6A3A-4AD6-8A05-8EFAC7175B37}"/>
                </a:ext>
              </a:extLst>
            </p:cNvPr>
            <p:cNvGrpSpPr/>
            <p:nvPr/>
          </p:nvGrpSpPr>
          <p:grpSpPr>
            <a:xfrm rot="21292958">
              <a:off x="9178727" y="3422112"/>
              <a:ext cx="242005" cy="46723"/>
              <a:chOff x="7979724" y="3580291"/>
              <a:chExt cx="242005" cy="43678"/>
            </a:xfrm>
          </p:grpSpPr>
          <p:sp>
            <p:nvSpPr>
              <p:cNvPr id="1456" name="Oval 1455">
                <a:extLst>
                  <a:ext uri="{FF2B5EF4-FFF2-40B4-BE49-F238E27FC236}">
                    <a16:creationId xmlns:a16="http://schemas.microsoft.com/office/drawing/2014/main" id="{277CBC50-614B-4093-8446-142411C9A53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7" name="Oval 1456">
                <a:extLst>
                  <a:ext uri="{FF2B5EF4-FFF2-40B4-BE49-F238E27FC236}">
                    <a16:creationId xmlns:a16="http://schemas.microsoft.com/office/drawing/2014/main" id="{8E5E5AD5-B3E6-4B44-B151-9FED3524305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8" name="Oval 1457">
                <a:extLst>
                  <a:ext uri="{FF2B5EF4-FFF2-40B4-BE49-F238E27FC236}">
                    <a16:creationId xmlns:a16="http://schemas.microsoft.com/office/drawing/2014/main" id="{6BE9BA5C-154D-4635-8D60-69234220CD6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 name="Oval 1458">
                <a:extLst>
                  <a:ext uri="{FF2B5EF4-FFF2-40B4-BE49-F238E27FC236}">
                    <a16:creationId xmlns:a16="http://schemas.microsoft.com/office/drawing/2014/main" id="{6921934A-0C17-40C1-829A-F91E863E27D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0" name="Oval 1459">
                <a:extLst>
                  <a:ext uri="{FF2B5EF4-FFF2-40B4-BE49-F238E27FC236}">
                    <a16:creationId xmlns:a16="http://schemas.microsoft.com/office/drawing/2014/main" id="{EF9F6CEA-1EE3-4243-BD5E-452EED063D7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1" name="Oval 1460">
                <a:extLst>
                  <a:ext uri="{FF2B5EF4-FFF2-40B4-BE49-F238E27FC236}">
                    <a16:creationId xmlns:a16="http://schemas.microsoft.com/office/drawing/2014/main" id="{F148B91B-44FD-47F4-A37D-68B0D06B661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2" name="Oval 1461">
                <a:extLst>
                  <a:ext uri="{FF2B5EF4-FFF2-40B4-BE49-F238E27FC236}">
                    <a16:creationId xmlns:a16="http://schemas.microsoft.com/office/drawing/2014/main" id="{84189AAC-091F-46A1-9187-69A0180AA23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3" name="Oval 1462">
                <a:extLst>
                  <a:ext uri="{FF2B5EF4-FFF2-40B4-BE49-F238E27FC236}">
                    <a16:creationId xmlns:a16="http://schemas.microsoft.com/office/drawing/2014/main" id="{DC87960A-183B-4F34-B5EC-8C82F47C513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4" name="Group 1463">
              <a:extLst>
                <a:ext uri="{FF2B5EF4-FFF2-40B4-BE49-F238E27FC236}">
                  <a16:creationId xmlns:a16="http://schemas.microsoft.com/office/drawing/2014/main" id="{AF84CA5A-29A0-4C40-93C6-C85899CD2306}"/>
                </a:ext>
              </a:extLst>
            </p:cNvPr>
            <p:cNvGrpSpPr/>
            <p:nvPr/>
          </p:nvGrpSpPr>
          <p:grpSpPr>
            <a:xfrm>
              <a:off x="9107570" y="3422928"/>
              <a:ext cx="242005" cy="43678"/>
              <a:chOff x="7979724" y="3580291"/>
              <a:chExt cx="242005" cy="43678"/>
            </a:xfrm>
          </p:grpSpPr>
          <p:sp>
            <p:nvSpPr>
              <p:cNvPr id="1465" name="Oval 1464">
                <a:extLst>
                  <a:ext uri="{FF2B5EF4-FFF2-40B4-BE49-F238E27FC236}">
                    <a16:creationId xmlns:a16="http://schemas.microsoft.com/office/drawing/2014/main" id="{7C2E62AF-8CDB-4719-B62F-CD38A6DF18B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6" name="Oval 1465">
                <a:extLst>
                  <a:ext uri="{FF2B5EF4-FFF2-40B4-BE49-F238E27FC236}">
                    <a16:creationId xmlns:a16="http://schemas.microsoft.com/office/drawing/2014/main" id="{9747FDC7-B2CE-4B85-9983-E0C020D68A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7" name="Oval 1466">
                <a:extLst>
                  <a:ext uri="{FF2B5EF4-FFF2-40B4-BE49-F238E27FC236}">
                    <a16:creationId xmlns:a16="http://schemas.microsoft.com/office/drawing/2014/main" id="{181587DF-7FA1-4E25-91AF-1B5D3030684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 name="Oval 1467">
                <a:extLst>
                  <a:ext uri="{FF2B5EF4-FFF2-40B4-BE49-F238E27FC236}">
                    <a16:creationId xmlns:a16="http://schemas.microsoft.com/office/drawing/2014/main" id="{43B85AA8-756A-427A-86F7-5ED6615B444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 name="Oval 1468">
                <a:extLst>
                  <a:ext uri="{FF2B5EF4-FFF2-40B4-BE49-F238E27FC236}">
                    <a16:creationId xmlns:a16="http://schemas.microsoft.com/office/drawing/2014/main" id="{DAF2E04C-C0AC-4B78-946C-954971668AA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0" name="Oval 1469">
                <a:extLst>
                  <a:ext uri="{FF2B5EF4-FFF2-40B4-BE49-F238E27FC236}">
                    <a16:creationId xmlns:a16="http://schemas.microsoft.com/office/drawing/2014/main" id="{7002FC12-5841-4DE7-A15D-2262C15E03D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Oval 1470">
                <a:extLst>
                  <a:ext uri="{FF2B5EF4-FFF2-40B4-BE49-F238E27FC236}">
                    <a16:creationId xmlns:a16="http://schemas.microsoft.com/office/drawing/2014/main" id="{26FAA07A-E8EE-46C2-B9D1-9704CF5932C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2" name="Oval 1471">
                <a:extLst>
                  <a:ext uri="{FF2B5EF4-FFF2-40B4-BE49-F238E27FC236}">
                    <a16:creationId xmlns:a16="http://schemas.microsoft.com/office/drawing/2014/main" id="{1B23305E-396F-4245-8A9B-F55F5981086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73" name="Group 1472">
              <a:extLst>
                <a:ext uri="{FF2B5EF4-FFF2-40B4-BE49-F238E27FC236}">
                  <a16:creationId xmlns:a16="http://schemas.microsoft.com/office/drawing/2014/main" id="{18D4034F-0128-4265-87A3-25492A5C00F4}"/>
                </a:ext>
              </a:extLst>
            </p:cNvPr>
            <p:cNvGrpSpPr/>
            <p:nvPr/>
          </p:nvGrpSpPr>
          <p:grpSpPr>
            <a:xfrm rot="10800000">
              <a:off x="9419770" y="3425288"/>
              <a:ext cx="242005" cy="46723"/>
              <a:chOff x="7979724" y="3580291"/>
              <a:chExt cx="242005" cy="43678"/>
            </a:xfrm>
          </p:grpSpPr>
          <p:sp>
            <p:nvSpPr>
              <p:cNvPr id="1474" name="Oval 1473">
                <a:extLst>
                  <a:ext uri="{FF2B5EF4-FFF2-40B4-BE49-F238E27FC236}">
                    <a16:creationId xmlns:a16="http://schemas.microsoft.com/office/drawing/2014/main" id="{BC10A4C6-8F11-43EC-A9B8-0B8FDF65D92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5" name="Oval 1474">
                <a:extLst>
                  <a:ext uri="{FF2B5EF4-FFF2-40B4-BE49-F238E27FC236}">
                    <a16:creationId xmlns:a16="http://schemas.microsoft.com/office/drawing/2014/main" id="{4058D56B-3DE2-4F82-B237-25E60AA1BBF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 name="Oval 1475">
                <a:extLst>
                  <a:ext uri="{FF2B5EF4-FFF2-40B4-BE49-F238E27FC236}">
                    <a16:creationId xmlns:a16="http://schemas.microsoft.com/office/drawing/2014/main" id="{F1F496AF-5896-43F7-B95D-93178BDBD1C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7" name="Oval 1476">
                <a:extLst>
                  <a:ext uri="{FF2B5EF4-FFF2-40B4-BE49-F238E27FC236}">
                    <a16:creationId xmlns:a16="http://schemas.microsoft.com/office/drawing/2014/main" id="{984C43C7-3CFB-42F7-A0B0-C79FA429A87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8" name="Oval 1477">
                <a:extLst>
                  <a:ext uri="{FF2B5EF4-FFF2-40B4-BE49-F238E27FC236}">
                    <a16:creationId xmlns:a16="http://schemas.microsoft.com/office/drawing/2014/main" id="{F04FA791-4670-44F5-82B6-A340C64B2A4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 name="Oval 1478">
                <a:extLst>
                  <a:ext uri="{FF2B5EF4-FFF2-40B4-BE49-F238E27FC236}">
                    <a16:creationId xmlns:a16="http://schemas.microsoft.com/office/drawing/2014/main" id="{9503D115-4E19-45E9-ABFE-C82DF45D6C8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 name="Oval 1479">
                <a:extLst>
                  <a:ext uri="{FF2B5EF4-FFF2-40B4-BE49-F238E27FC236}">
                    <a16:creationId xmlns:a16="http://schemas.microsoft.com/office/drawing/2014/main" id="{D296A856-002F-4436-9907-07237B7A3BD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1" name="Oval 1480">
                <a:extLst>
                  <a:ext uri="{FF2B5EF4-FFF2-40B4-BE49-F238E27FC236}">
                    <a16:creationId xmlns:a16="http://schemas.microsoft.com/office/drawing/2014/main" id="{56ECBE5F-15E1-457A-9838-BFAC9034931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82" name="Group 1481">
              <a:extLst>
                <a:ext uri="{FF2B5EF4-FFF2-40B4-BE49-F238E27FC236}">
                  <a16:creationId xmlns:a16="http://schemas.microsoft.com/office/drawing/2014/main" id="{CE02B1BC-770D-4916-933F-8F0591CAECD5}"/>
                </a:ext>
              </a:extLst>
            </p:cNvPr>
            <p:cNvGrpSpPr/>
            <p:nvPr/>
          </p:nvGrpSpPr>
          <p:grpSpPr>
            <a:xfrm>
              <a:off x="9348613" y="3426104"/>
              <a:ext cx="242005" cy="43678"/>
              <a:chOff x="7979724" y="3580291"/>
              <a:chExt cx="242005" cy="43678"/>
            </a:xfrm>
          </p:grpSpPr>
          <p:sp>
            <p:nvSpPr>
              <p:cNvPr id="1483" name="Oval 1482">
                <a:extLst>
                  <a:ext uri="{FF2B5EF4-FFF2-40B4-BE49-F238E27FC236}">
                    <a16:creationId xmlns:a16="http://schemas.microsoft.com/office/drawing/2014/main" id="{9711BBA1-C214-493F-A351-13DFC66663C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 name="Oval 1483">
                <a:extLst>
                  <a:ext uri="{FF2B5EF4-FFF2-40B4-BE49-F238E27FC236}">
                    <a16:creationId xmlns:a16="http://schemas.microsoft.com/office/drawing/2014/main" id="{22B8D654-072E-49AE-B8E6-4EDED1CAAEB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5" name="Oval 1484">
                <a:extLst>
                  <a:ext uri="{FF2B5EF4-FFF2-40B4-BE49-F238E27FC236}">
                    <a16:creationId xmlns:a16="http://schemas.microsoft.com/office/drawing/2014/main" id="{B1CD42ED-3C93-4017-9805-7029CDAE81E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6" name="Oval 1485">
                <a:extLst>
                  <a:ext uri="{FF2B5EF4-FFF2-40B4-BE49-F238E27FC236}">
                    <a16:creationId xmlns:a16="http://schemas.microsoft.com/office/drawing/2014/main" id="{5FEAFB08-80AB-42CA-A1F5-30096DC157E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7" name="Oval 1486">
                <a:extLst>
                  <a:ext uri="{FF2B5EF4-FFF2-40B4-BE49-F238E27FC236}">
                    <a16:creationId xmlns:a16="http://schemas.microsoft.com/office/drawing/2014/main" id="{9BF385F4-F254-4191-8DC3-1B0F49F6AF5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8" name="Oval 1487">
                <a:extLst>
                  <a:ext uri="{FF2B5EF4-FFF2-40B4-BE49-F238E27FC236}">
                    <a16:creationId xmlns:a16="http://schemas.microsoft.com/office/drawing/2014/main" id="{412FB3C0-F4F6-4DEE-BE88-CDCCE1BB137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9" name="Oval 1488">
                <a:extLst>
                  <a:ext uri="{FF2B5EF4-FFF2-40B4-BE49-F238E27FC236}">
                    <a16:creationId xmlns:a16="http://schemas.microsoft.com/office/drawing/2014/main" id="{6068F5DF-BC66-49A1-8D8F-D68C0FFEE55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0" name="Oval 1489">
                <a:extLst>
                  <a:ext uri="{FF2B5EF4-FFF2-40B4-BE49-F238E27FC236}">
                    <a16:creationId xmlns:a16="http://schemas.microsoft.com/office/drawing/2014/main" id="{66D49155-5D7B-4BFD-9871-008AC0C316A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1" name="Oval 1490">
              <a:extLst>
                <a:ext uri="{FF2B5EF4-FFF2-40B4-BE49-F238E27FC236}">
                  <a16:creationId xmlns:a16="http://schemas.microsoft.com/office/drawing/2014/main" id="{B8D0F64D-978E-4FDE-8D47-1CB4BC2735A2}"/>
                </a:ext>
              </a:extLst>
            </p:cNvPr>
            <p:cNvSpPr/>
            <p:nvPr/>
          </p:nvSpPr>
          <p:spPr>
            <a:xfrm rot="1379869">
              <a:off x="7849345" y="34880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2" name="Oval 1491">
              <a:extLst>
                <a:ext uri="{FF2B5EF4-FFF2-40B4-BE49-F238E27FC236}">
                  <a16:creationId xmlns:a16="http://schemas.microsoft.com/office/drawing/2014/main" id="{2F30D341-8FFE-40FD-9BAC-18D8C2D8ED99}"/>
                </a:ext>
              </a:extLst>
            </p:cNvPr>
            <p:cNvSpPr/>
            <p:nvPr/>
          </p:nvSpPr>
          <p:spPr>
            <a:xfrm rot="1379869">
              <a:off x="7874772" y="35108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3" name="Oval 1492">
              <a:extLst>
                <a:ext uri="{FF2B5EF4-FFF2-40B4-BE49-F238E27FC236}">
                  <a16:creationId xmlns:a16="http://schemas.microsoft.com/office/drawing/2014/main" id="{F3D7A531-39F1-4020-BE10-719272A8AFB9}"/>
                </a:ext>
              </a:extLst>
            </p:cNvPr>
            <p:cNvSpPr/>
            <p:nvPr/>
          </p:nvSpPr>
          <p:spPr>
            <a:xfrm rot="1379869">
              <a:off x="7898845" y="35217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4" name="Oval 1493">
              <a:extLst>
                <a:ext uri="{FF2B5EF4-FFF2-40B4-BE49-F238E27FC236}">
                  <a16:creationId xmlns:a16="http://schemas.microsoft.com/office/drawing/2014/main" id="{11509C3E-933E-4D1D-9645-CB2AE58FBE73}"/>
                </a:ext>
              </a:extLst>
            </p:cNvPr>
            <p:cNvSpPr/>
            <p:nvPr/>
          </p:nvSpPr>
          <p:spPr>
            <a:xfrm rot="1379869">
              <a:off x="7799453" y="34692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5" name="Oval 1494">
              <a:extLst>
                <a:ext uri="{FF2B5EF4-FFF2-40B4-BE49-F238E27FC236}">
                  <a16:creationId xmlns:a16="http://schemas.microsoft.com/office/drawing/2014/main" id="{F7D04F2A-3D41-4E62-81AD-82650F8C350C}"/>
                </a:ext>
              </a:extLst>
            </p:cNvPr>
            <p:cNvSpPr/>
            <p:nvPr/>
          </p:nvSpPr>
          <p:spPr>
            <a:xfrm rot="1379869">
              <a:off x="7835884" y="34674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6" name="Oval 1495">
              <a:extLst>
                <a:ext uri="{FF2B5EF4-FFF2-40B4-BE49-F238E27FC236}">
                  <a16:creationId xmlns:a16="http://schemas.microsoft.com/office/drawing/2014/main" id="{931E40D3-9DF4-4BA7-917A-F3DBDEB70534}"/>
                </a:ext>
              </a:extLst>
            </p:cNvPr>
            <p:cNvSpPr/>
            <p:nvPr/>
          </p:nvSpPr>
          <p:spPr>
            <a:xfrm rot="1379869">
              <a:off x="7967304" y="35501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 name="Oval 1496">
              <a:extLst>
                <a:ext uri="{FF2B5EF4-FFF2-40B4-BE49-F238E27FC236}">
                  <a16:creationId xmlns:a16="http://schemas.microsoft.com/office/drawing/2014/main" id="{FB3590BF-2098-46E6-A605-36C54F421935}"/>
                </a:ext>
              </a:extLst>
            </p:cNvPr>
            <p:cNvSpPr/>
            <p:nvPr/>
          </p:nvSpPr>
          <p:spPr>
            <a:xfrm rot="1379869">
              <a:off x="8004657" y="35584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8" name="Oval 1497">
              <a:extLst>
                <a:ext uri="{FF2B5EF4-FFF2-40B4-BE49-F238E27FC236}">
                  <a16:creationId xmlns:a16="http://schemas.microsoft.com/office/drawing/2014/main" id="{462B28C9-2B7D-46AA-9829-09FAD58792BF}"/>
                </a:ext>
              </a:extLst>
            </p:cNvPr>
            <p:cNvSpPr/>
            <p:nvPr/>
          </p:nvSpPr>
          <p:spPr>
            <a:xfrm rot="1379869">
              <a:off x="7943701" y="353655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9" name="Oval 1498">
              <a:extLst>
                <a:ext uri="{FF2B5EF4-FFF2-40B4-BE49-F238E27FC236}">
                  <a16:creationId xmlns:a16="http://schemas.microsoft.com/office/drawing/2014/main" id="{0E96D402-2953-4E4E-A4FD-440E28D192E9}"/>
                </a:ext>
              </a:extLst>
            </p:cNvPr>
            <p:cNvSpPr/>
            <p:nvPr/>
          </p:nvSpPr>
          <p:spPr>
            <a:xfrm rot="569977">
              <a:off x="9077319" y="3476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0" name="Oval 1499">
              <a:extLst>
                <a:ext uri="{FF2B5EF4-FFF2-40B4-BE49-F238E27FC236}">
                  <a16:creationId xmlns:a16="http://schemas.microsoft.com/office/drawing/2014/main" id="{5AA1F2F0-764E-4E41-A998-D9FF1C7C7723}"/>
                </a:ext>
              </a:extLst>
            </p:cNvPr>
            <p:cNvSpPr/>
            <p:nvPr/>
          </p:nvSpPr>
          <p:spPr>
            <a:xfrm rot="569977">
              <a:off x="9107372" y="34930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1" name="Oval 1500">
              <a:extLst>
                <a:ext uri="{FF2B5EF4-FFF2-40B4-BE49-F238E27FC236}">
                  <a16:creationId xmlns:a16="http://schemas.microsoft.com/office/drawing/2014/main" id="{15C4D6F2-F76D-488D-822F-CD6B147E0742}"/>
                </a:ext>
              </a:extLst>
            </p:cNvPr>
            <p:cNvSpPr/>
            <p:nvPr/>
          </p:nvSpPr>
          <p:spPr>
            <a:xfrm rot="569977">
              <a:off x="9133325" y="34980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2" name="Oval 1501">
              <a:extLst>
                <a:ext uri="{FF2B5EF4-FFF2-40B4-BE49-F238E27FC236}">
                  <a16:creationId xmlns:a16="http://schemas.microsoft.com/office/drawing/2014/main" id="{7B074FDA-2B31-452F-8145-2191E653C108}"/>
                </a:ext>
              </a:extLst>
            </p:cNvPr>
            <p:cNvSpPr/>
            <p:nvPr/>
          </p:nvSpPr>
          <p:spPr>
            <a:xfrm rot="569977">
              <a:off x="9024424" y="34702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3" name="Oval 1502">
              <a:extLst>
                <a:ext uri="{FF2B5EF4-FFF2-40B4-BE49-F238E27FC236}">
                  <a16:creationId xmlns:a16="http://schemas.microsoft.com/office/drawing/2014/main" id="{A55541C9-9EFF-4639-B646-3EA2D0A94CA2}"/>
                </a:ext>
              </a:extLst>
            </p:cNvPr>
            <p:cNvSpPr/>
            <p:nvPr/>
          </p:nvSpPr>
          <p:spPr>
            <a:xfrm rot="569977">
              <a:off x="9059428" y="34599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4" name="Oval 1503">
              <a:extLst>
                <a:ext uri="{FF2B5EF4-FFF2-40B4-BE49-F238E27FC236}">
                  <a16:creationId xmlns:a16="http://schemas.microsoft.com/office/drawing/2014/main" id="{E452BBE3-05A2-49F7-9197-F5E56969FD00}"/>
                </a:ext>
              </a:extLst>
            </p:cNvPr>
            <p:cNvSpPr/>
            <p:nvPr/>
          </p:nvSpPr>
          <p:spPr>
            <a:xfrm rot="569977">
              <a:off x="9206514" y="35096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5" name="Oval 1504">
              <a:extLst>
                <a:ext uri="{FF2B5EF4-FFF2-40B4-BE49-F238E27FC236}">
                  <a16:creationId xmlns:a16="http://schemas.microsoft.com/office/drawing/2014/main" id="{BEED91BA-374D-455A-9A80-07C4F29B5115}"/>
                </a:ext>
              </a:extLst>
            </p:cNvPr>
            <p:cNvSpPr/>
            <p:nvPr/>
          </p:nvSpPr>
          <p:spPr>
            <a:xfrm rot="569977">
              <a:off x="9244764" y="35089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6" name="Oval 1505">
              <a:extLst>
                <a:ext uri="{FF2B5EF4-FFF2-40B4-BE49-F238E27FC236}">
                  <a16:creationId xmlns:a16="http://schemas.microsoft.com/office/drawing/2014/main" id="{1788CACE-2266-451F-8A0C-BF219BDFD8A7}"/>
                </a:ext>
              </a:extLst>
            </p:cNvPr>
            <p:cNvSpPr/>
            <p:nvPr/>
          </p:nvSpPr>
          <p:spPr>
            <a:xfrm rot="569977">
              <a:off x="9180390" y="35019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7" name="Oval 1506">
              <a:extLst>
                <a:ext uri="{FF2B5EF4-FFF2-40B4-BE49-F238E27FC236}">
                  <a16:creationId xmlns:a16="http://schemas.microsoft.com/office/drawing/2014/main" id="{A18F01D9-1B12-4484-A022-43A4CFF11406}"/>
                </a:ext>
              </a:extLst>
            </p:cNvPr>
            <p:cNvSpPr/>
            <p:nvPr/>
          </p:nvSpPr>
          <p:spPr>
            <a:xfrm rot="1379869">
              <a:off x="7918918" y="355196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8" name="Oval 1507">
              <a:extLst>
                <a:ext uri="{FF2B5EF4-FFF2-40B4-BE49-F238E27FC236}">
                  <a16:creationId xmlns:a16="http://schemas.microsoft.com/office/drawing/2014/main" id="{F42E0554-5E32-4465-AA94-6021EB4F968C}"/>
                </a:ext>
              </a:extLst>
            </p:cNvPr>
            <p:cNvSpPr/>
            <p:nvPr/>
          </p:nvSpPr>
          <p:spPr>
            <a:xfrm rot="1379869">
              <a:off x="7944345" y="35747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9" name="Oval 1508">
              <a:extLst>
                <a:ext uri="{FF2B5EF4-FFF2-40B4-BE49-F238E27FC236}">
                  <a16:creationId xmlns:a16="http://schemas.microsoft.com/office/drawing/2014/main" id="{22EC8F31-6CEE-4DE1-91FB-DBFC9CD12845}"/>
                </a:ext>
              </a:extLst>
            </p:cNvPr>
            <p:cNvSpPr/>
            <p:nvPr/>
          </p:nvSpPr>
          <p:spPr>
            <a:xfrm rot="1379869">
              <a:off x="7968418" y="35856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0" name="Oval 1509">
              <a:extLst>
                <a:ext uri="{FF2B5EF4-FFF2-40B4-BE49-F238E27FC236}">
                  <a16:creationId xmlns:a16="http://schemas.microsoft.com/office/drawing/2014/main" id="{E801B5C7-8B6D-4B2A-9D7E-A54456B7D0D1}"/>
                </a:ext>
              </a:extLst>
            </p:cNvPr>
            <p:cNvSpPr/>
            <p:nvPr/>
          </p:nvSpPr>
          <p:spPr>
            <a:xfrm rot="1379869">
              <a:off x="7869026" y="35331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1" name="Oval 1510">
              <a:extLst>
                <a:ext uri="{FF2B5EF4-FFF2-40B4-BE49-F238E27FC236}">
                  <a16:creationId xmlns:a16="http://schemas.microsoft.com/office/drawing/2014/main" id="{CD2E71B9-BA9F-4566-A18E-22CB48D43A68}"/>
                </a:ext>
              </a:extLst>
            </p:cNvPr>
            <p:cNvSpPr/>
            <p:nvPr/>
          </p:nvSpPr>
          <p:spPr>
            <a:xfrm rot="1379869">
              <a:off x="7905457" y="353139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2" name="Oval 1511">
              <a:extLst>
                <a:ext uri="{FF2B5EF4-FFF2-40B4-BE49-F238E27FC236}">
                  <a16:creationId xmlns:a16="http://schemas.microsoft.com/office/drawing/2014/main" id="{17EF47ED-8BE2-49FD-AF96-5C18EE69F8BD}"/>
                </a:ext>
              </a:extLst>
            </p:cNvPr>
            <p:cNvSpPr/>
            <p:nvPr/>
          </p:nvSpPr>
          <p:spPr>
            <a:xfrm rot="1379869">
              <a:off x="8036877" y="36140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3" name="Oval 1512">
              <a:extLst>
                <a:ext uri="{FF2B5EF4-FFF2-40B4-BE49-F238E27FC236}">
                  <a16:creationId xmlns:a16="http://schemas.microsoft.com/office/drawing/2014/main" id="{D5CDB81D-0F2F-47C6-8755-C20D5CFC271F}"/>
                </a:ext>
              </a:extLst>
            </p:cNvPr>
            <p:cNvSpPr/>
            <p:nvPr/>
          </p:nvSpPr>
          <p:spPr>
            <a:xfrm rot="1379869">
              <a:off x="8074230" y="36223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4" name="Oval 1513">
              <a:extLst>
                <a:ext uri="{FF2B5EF4-FFF2-40B4-BE49-F238E27FC236}">
                  <a16:creationId xmlns:a16="http://schemas.microsoft.com/office/drawing/2014/main" id="{7F9A7F97-633B-46C5-BE24-47A9A76BC3F3}"/>
                </a:ext>
              </a:extLst>
            </p:cNvPr>
            <p:cNvSpPr/>
            <p:nvPr/>
          </p:nvSpPr>
          <p:spPr>
            <a:xfrm rot="1379869">
              <a:off x="8013274" y="36004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5" name="Oval 1514">
              <a:extLst>
                <a:ext uri="{FF2B5EF4-FFF2-40B4-BE49-F238E27FC236}">
                  <a16:creationId xmlns:a16="http://schemas.microsoft.com/office/drawing/2014/main" id="{AC1421C3-58F1-4FC5-B46C-BEE086B20E17}"/>
                </a:ext>
              </a:extLst>
            </p:cNvPr>
            <p:cNvSpPr/>
            <p:nvPr/>
          </p:nvSpPr>
          <p:spPr>
            <a:xfrm rot="10800000">
              <a:off x="8261621" y="36179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6" name="Oval 1515">
              <a:extLst>
                <a:ext uri="{FF2B5EF4-FFF2-40B4-BE49-F238E27FC236}">
                  <a16:creationId xmlns:a16="http://schemas.microsoft.com/office/drawing/2014/main" id="{631BFEA3-9F66-4990-AC67-6EE7676A5E3F}"/>
                </a:ext>
              </a:extLst>
            </p:cNvPr>
            <p:cNvSpPr/>
            <p:nvPr/>
          </p:nvSpPr>
          <p:spPr>
            <a:xfrm rot="10800000">
              <a:off x="8229296" y="36061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7" name="Oval 1516">
              <a:extLst>
                <a:ext uri="{FF2B5EF4-FFF2-40B4-BE49-F238E27FC236}">
                  <a16:creationId xmlns:a16="http://schemas.microsoft.com/office/drawing/2014/main" id="{7455359A-03C3-41BD-9530-C5ACCC6E8F8E}"/>
                </a:ext>
              </a:extLst>
            </p:cNvPr>
            <p:cNvSpPr/>
            <p:nvPr/>
          </p:nvSpPr>
          <p:spPr>
            <a:xfrm rot="10800000">
              <a:off x="8202876" y="36054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8" name="Oval 1517">
              <a:extLst>
                <a:ext uri="{FF2B5EF4-FFF2-40B4-BE49-F238E27FC236}">
                  <a16:creationId xmlns:a16="http://schemas.microsoft.com/office/drawing/2014/main" id="{984775A6-EB6A-4F84-9B5B-F4F628783CA7}"/>
                </a:ext>
              </a:extLst>
            </p:cNvPr>
            <p:cNvSpPr/>
            <p:nvPr/>
          </p:nvSpPr>
          <p:spPr>
            <a:xfrm rot="10800000">
              <a:off x="8314880" y="3615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9" name="Oval 1518">
              <a:extLst>
                <a:ext uri="{FF2B5EF4-FFF2-40B4-BE49-F238E27FC236}">
                  <a16:creationId xmlns:a16="http://schemas.microsoft.com/office/drawing/2014/main" id="{04E02759-E038-4054-90ED-75B31374C955}"/>
                </a:ext>
              </a:extLst>
            </p:cNvPr>
            <p:cNvSpPr/>
            <p:nvPr/>
          </p:nvSpPr>
          <p:spPr>
            <a:xfrm rot="10800000">
              <a:off x="8282049" y="3632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0" name="Oval 1519">
              <a:extLst>
                <a:ext uri="{FF2B5EF4-FFF2-40B4-BE49-F238E27FC236}">
                  <a16:creationId xmlns:a16="http://schemas.microsoft.com/office/drawing/2014/main" id="{BE6973D6-72C6-4756-ACAC-F5819E95128D}"/>
                </a:ext>
              </a:extLst>
            </p:cNvPr>
            <p:cNvSpPr/>
            <p:nvPr/>
          </p:nvSpPr>
          <p:spPr>
            <a:xfrm rot="10800000">
              <a:off x="8128775" y="360613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1" name="Oval 1520">
              <a:extLst>
                <a:ext uri="{FF2B5EF4-FFF2-40B4-BE49-F238E27FC236}">
                  <a16:creationId xmlns:a16="http://schemas.microsoft.com/office/drawing/2014/main" id="{D19EF0DD-2098-45BC-BCD5-AA117EB400CC}"/>
                </a:ext>
              </a:extLst>
            </p:cNvPr>
            <p:cNvSpPr/>
            <p:nvPr/>
          </p:nvSpPr>
          <p:spPr>
            <a:xfrm rot="10800000">
              <a:off x="8091163" y="36136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2" name="Oval 1521">
              <a:extLst>
                <a:ext uri="{FF2B5EF4-FFF2-40B4-BE49-F238E27FC236}">
                  <a16:creationId xmlns:a16="http://schemas.microsoft.com/office/drawing/2014/main" id="{9511CBC2-7FD8-43B9-9B34-4D2CA0B77C8C}"/>
                </a:ext>
              </a:extLst>
            </p:cNvPr>
            <p:cNvSpPr/>
            <p:nvPr/>
          </p:nvSpPr>
          <p:spPr>
            <a:xfrm rot="10800000">
              <a:off x="8155813" y="36096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3" name="Oval 1522">
              <a:extLst>
                <a:ext uri="{FF2B5EF4-FFF2-40B4-BE49-F238E27FC236}">
                  <a16:creationId xmlns:a16="http://schemas.microsoft.com/office/drawing/2014/main" id="{1982FA14-118C-4473-976C-5A072CE3B8D5}"/>
                </a:ext>
              </a:extLst>
            </p:cNvPr>
            <p:cNvSpPr/>
            <p:nvPr/>
          </p:nvSpPr>
          <p:spPr>
            <a:xfrm>
              <a:off x="8073265" y="36199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4" name="Oval 1523">
              <a:extLst>
                <a:ext uri="{FF2B5EF4-FFF2-40B4-BE49-F238E27FC236}">
                  <a16:creationId xmlns:a16="http://schemas.microsoft.com/office/drawing/2014/main" id="{88065DEF-6D07-4FE7-9F88-96F623F7C672}"/>
                </a:ext>
              </a:extLst>
            </p:cNvPr>
            <p:cNvSpPr/>
            <p:nvPr/>
          </p:nvSpPr>
          <p:spPr>
            <a:xfrm>
              <a:off x="8105590" y="36310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5" name="Oval 1524">
              <a:extLst>
                <a:ext uri="{FF2B5EF4-FFF2-40B4-BE49-F238E27FC236}">
                  <a16:creationId xmlns:a16="http://schemas.microsoft.com/office/drawing/2014/main" id="{514DC6F8-F15F-485A-B150-EDE30E9E42FF}"/>
                </a:ext>
              </a:extLst>
            </p:cNvPr>
            <p:cNvSpPr/>
            <p:nvPr/>
          </p:nvSpPr>
          <p:spPr>
            <a:xfrm>
              <a:off x="8132010" y="36316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6" name="Oval 1525">
              <a:extLst>
                <a:ext uri="{FF2B5EF4-FFF2-40B4-BE49-F238E27FC236}">
                  <a16:creationId xmlns:a16="http://schemas.microsoft.com/office/drawing/2014/main" id="{09FA264F-6215-4EF1-B134-46833BD052F0}"/>
                </a:ext>
              </a:extLst>
            </p:cNvPr>
            <p:cNvSpPr/>
            <p:nvPr/>
          </p:nvSpPr>
          <p:spPr>
            <a:xfrm>
              <a:off x="8020006" y="36221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7" name="Oval 1526">
              <a:extLst>
                <a:ext uri="{FF2B5EF4-FFF2-40B4-BE49-F238E27FC236}">
                  <a16:creationId xmlns:a16="http://schemas.microsoft.com/office/drawing/2014/main" id="{305E5C81-AE69-4F15-8BB6-59BC4002F048}"/>
                </a:ext>
              </a:extLst>
            </p:cNvPr>
            <p:cNvSpPr/>
            <p:nvPr/>
          </p:nvSpPr>
          <p:spPr>
            <a:xfrm>
              <a:off x="8052837" y="36062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8" name="Oval 1527">
              <a:extLst>
                <a:ext uri="{FF2B5EF4-FFF2-40B4-BE49-F238E27FC236}">
                  <a16:creationId xmlns:a16="http://schemas.microsoft.com/office/drawing/2014/main" id="{8F2651A1-0EBA-4A87-A36A-83FA337EDD0E}"/>
                </a:ext>
              </a:extLst>
            </p:cNvPr>
            <p:cNvSpPr/>
            <p:nvPr/>
          </p:nvSpPr>
          <p:spPr>
            <a:xfrm>
              <a:off x="8206111" y="36310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9" name="Oval 1528">
              <a:extLst>
                <a:ext uri="{FF2B5EF4-FFF2-40B4-BE49-F238E27FC236}">
                  <a16:creationId xmlns:a16="http://schemas.microsoft.com/office/drawing/2014/main" id="{55617CFC-8C64-4C8B-8F50-C7C7E952894A}"/>
                </a:ext>
              </a:extLst>
            </p:cNvPr>
            <p:cNvSpPr/>
            <p:nvPr/>
          </p:nvSpPr>
          <p:spPr>
            <a:xfrm>
              <a:off x="8243723" y="36240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0" name="Oval 1529">
              <a:extLst>
                <a:ext uri="{FF2B5EF4-FFF2-40B4-BE49-F238E27FC236}">
                  <a16:creationId xmlns:a16="http://schemas.microsoft.com/office/drawing/2014/main" id="{AAE2AAAE-B2BF-4824-B971-BC56BDF8B8BE}"/>
                </a:ext>
              </a:extLst>
            </p:cNvPr>
            <p:cNvSpPr/>
            <p:nvPr/>
          </p:nvSpPr>
          <p:spPr>
            <a:xfrm>
              <a:off x="8179073" y="36277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1" name="Oval 1530">
              <a:extLst>
                <a:ext uri="{FF2B5EF4-FFF2-40B4-BE49-F238E27FC236}">
                  <a16:creationId xmlns:a16="http://schemas.microsoft.com/office/drawing/2014/main" id="{33234E08-8226-4507-AFC8-00AF0E60F3CC}"/>
                </a:ext>
              </a:extLst>
            </p:cNvPr>
            <p:cNvSpPr/>
            <p:nvPr/>
          </p:nvSpPr>
          <p:spPr>
            <a:xfrm rot="10800000">
              <a:off x="7601290" y="32844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2" name="Oval 1531">
              <a:extLst>
                <a:ext uri="{FF2B5EF4-FFF2-40B4-BE49-F238E27FC236}">
                  <a16:creationId xmlns:a16="http://schemas.microsoft.com/office/drawing/2014/main" id="{41F029CF-9DF8-4607-9822-0C1D6A3A9AC8}"/>
                </a:ext>
              </a:extLst>
            </p:cNvPr>
            <p:cNvSpPr/>
            <p:nvPr/>
          </p:nvSpPr>
          <p:spPr>
            <a:xfrm rot="10800000">
              <a:off x="7568965" y="32726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3" name="Oval 1532">
              <a:extLst>
                <a:ext uri="{FF2B5EF4-FFF2-40B4-BE49-F238E27FC236}">
                  <a16:creationId xmlns:a16="http://schemas.microsoft.com/office/drawing/2014/main" id="{F7A4634F-8A91-4C0A-A346-8918DD206BCB}"/>
                </a:ext>
              </a:extLst>
            </p:cNvPr>
            <p:cNvSpPr/>
            <p:nvPr/>
          </p:nvSpPr>
          <p:spPr>
            <a:xfrm rot="10800000">
              <a:off x="7542545" y="32719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4" name="Oval 1533">
              <a:extLst>
                <a:ext uri="{FF2B5EF4-FFF2-40B4-BE49-F238E27FC236}">
                  <a16:creationId xmlns:a16="http://schemas.microsoft.com/office/drawing/2014/main" id="{B9A1D524-987E-426A-BB9A-225F11F5ED36}"/>
                </a:ext>
              </a:extLst>
            </p:cNvPr>
            <p:cNvSpPr/>
            <p:nvPr/>
          </p:nvSpPr>
          <p:spPr>
            <a:xfrm rot="10800000">
              <a:off x="7654549" y="3282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5" name="Oval 1534">
              <a:extLst>
                <a:ext uri="{FF2B5EF4-FFF2-40B4-BE49-F238E27FC236}">
                  <a16:creationId xmlns:a16="http://schemas.microsoft.com/office/drawing/2014/main" id="{F4EF3AB0-185D-4FE5-9344-0E2304CF7E9D}"/>
                </a:ext>
              </a:extLst>
            </p:cNvPr>
            <p:cNvSpPr/>
            <p:nvPr/>
          </p:nvSpPr>
          <p:spPr>
            <a:xfrm rot="10800000">
              <a:off x="7621718" y="3299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6" name="Oval 1535">
              <a:extLst>
                <a:ext uri="{FF2B5EF4-FFF2-40B4-BE49-F238E27FC236}">
                  <a16:creationId xmlns:a16="http://schemas.microsoft.com/office/drawing/2014/main" id="{DE95132B-5C61-4841-930B-0A97395EE585}"/>
                </a:ext>
              </a:extLst>
            </p:cNvPr>
            <p:cNvSpPr/>
            <p:nvPr/>
          </p:nvSpPr>
          <p:spPr>
            <a:xfrm rot="10800000">
              <a:off x="7468444" y="32726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7" name="Oval 1536">
              <a:extLst>
                <a:ext uri="{FF2B5EF4-FFF2-40B4-BE49-F238E27FC236}">
                  <a16:creationId xmlns:a16="http://schemas.microsoft.com/office/drawing/2014/main" id="{B4AC3344-599E-4AE7-8139-57B2A436602F}"/>
                </a:ext>
              </a:extLst>
            </p:cNvPr>
            <p:cNvSpPr/>
            <p:nvPr/>
          </p:nvSpPr>
          <p:spPr>
            <a:xfrm rot="10800000">
              <a:off x="7430832" y="32800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8" name="Oval 1537">
              <a:extLst>
                <a:ext uri="{FF2B5EF4-FFF2-40B4-BE49-F238E27FC236}">
                  <a16:creationId xmlns:a16="http://schemas.microsoft.com/office/drawing/2014/main" id="{2580CE01-00F6-4E82-9374-4A0679A77755}"/>
                </a:ext>
              </a:extLst>
            </p:cNvPr>
            <p:cNvSpPr/>
            <p:nvPr/>
          </p:nvSpPr>
          <p:spPr>
            <a:xfrm rot="10800000">
              <a:off x="7495482" y="32761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9" name="Oval 1538">
              <a:extLst>
                <a:ext uri="{FF2B5EF4-FFF2-40B4-BE49-F238E27FC236}">
                  <a16:creationId xmlns:a16="http://schemas.microsoft.com/office/drawing/2014/main" id="{0FF09FAE-1C63-4683-AAD3-B99BDCFC3F50}"/>
                </a:ext>
              </a:extLst>
            </p:cNvPr>
            <p:cNvSpPr/>
            <p:nvPr/>
          </p:nvSpPr>
          <p:spPr>
            <a:xfrm>
              <a:off x="7412934" y="32864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0" name="Oval 1539">
              <a:extLst>
                <a:ext uri="{FF2B5EF4-FFF2-40B4-BE49-F238E27FC236}">
                  <a16:creationId xmlns:a16="http://schemas.microsoft.com/office/drawing/2014/main" id="{99F09C65-69E6-4B6A-8405-355553C3E19B}"/>
                </a:ext>
              </a:extLst>
            </p:cNvPr>
            <p:cNvSpPr/>
            <p:nvPr/>
          </p:nvSpPr>
          <p:spPr>
            <a:xfrm>
              <a:off x="7445259" y="329750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1" name="Oval 1540">
              <a:extLst>
                <a:ext uri="{FF2B5EF4-FFF2-40B4-BE49-F238E27FC236}">
                  <a16:creationId xmlns:a16="http://schemas.microsoft.com/office/drawing/2014/main" id="{A2A69609-7C70-4415-A58E-8FF30343ABF0}"/>
                </a:ext>
              </a:extLst>
            </p:cNvPr>
            <p:cNvSpPr/>
            <p:nvPr/>
          </p:nvSpPr>
          <p:spPr>
            <a:xfrm>
              <a:off x="7471679" y="329813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 name="Oval 1541">
              <a:extLst>
                <a:ext uri="{FF2B5EF4-FFF2-40B4-BE49-F238E27FC236}">
                  <a16:creationId xmlns:a16="http://schemas.microsoft.com/office/drawing/2014/main" id="{B1970646-B317-42AD-AE1B-2497AD4B3D49}"/>
                </a:ext>
              </a:extLst>
            </p:cNvPr>
            <p:cNvSpPr/>
            <p:nvPr/>
          </p:nvSpPr>
          <p:spPr>
            <a:xfrm>
              <a:off x="7359675" y="32886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 name="Oval 1542">
              <a:extLst>
                <a:ext uri="{FF2B5EF4-FFF2-40B4-BE49-F238E27FC236}">
                  <a16:creationId xmlns:a16="http://schemas.microsoft.com/office/drawing/2014/main" id="{E0F5A576-FE45-461D-B09F-21DAA3C79501}"/>
                </a:ext>
              </a:extLst>
            </p:cNvPr>
            <p:cNvSpPr/>
            <p:nvPr/>
          </p:nvSpPr>
          <p:spPr>
            <a:xfrm>
              <a:off x="7392506" y="32727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4" name="Oval 1543">
              <a:extLst>
                <a:ext uri="{FF2B5EF4-FFF2-40B4-BE49-F238E27FC236}">
                  <a16:creationId xmlns:a16="http://schemas.microsoft.com/office/drawing/2014/main" id="{34DE6852-CC10-4B0C-A7D2-4B50995D4934}"/>
                </a:ext>
              </a:extLst>
            </p:cNvPr>
            <p:cNvSpPr/>
            <p:nvPr/>
          </p:nvSpPr>
          <p:spPr>
            <a:xfrm>
              <a:off x="7545780" y="329750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5" name="Oval 1544">
              <a:extLst>
                <a:ext uri="{FF2B5EF4-FFF2-40B4-BE49-F238E27FC236}">
                  <a16:creationId xmlns:a16="http://schemas.microsoft.com/office/drawing/2014/main" id="{A9F986E4-00CC-4BF6-91A4-5278A6EB1BDC}"/>
                </a:ext>
              </a:extLst>
            </p:cNvPr>
            <p:cNvSpPr/>
            <p:nvPr/>
          </p:nvSpPr>
          <p:spPr>
            <a:xfrm>
              <a:off x="7583392" y="329051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6" name="Oval 1545">
              <a:extLst>
                <a:ext uri="{FF2B5EF4-FFF2-40B4-BE49-F238E27FC236}">
                  <a16:creationId xmlns:a16="http://schemas.microsoft.com/office/drawing/2014/main" id="{F38A5D47-B616-422B-8E91-57D9D959AA03}"/>
                </a:ext>
              </a:extLst>
            </p:cNvPr>
            <p:cNvSpPr/>
            <p:nvPr/>
          </p:nvSpPr>
          <p:spPr>
            <a:xfrm>
              <a:off x="7518742" y="32942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7" name="Oval 1546">
              <a:extLst>
                <a:ext uri="{FF2B5EF4-FFF2-40B4-BE49-F238E27FC236}">
                  <a16:creationId xmlns:a16="http://schemas.microsoft.com/office/drawing/2014/main" id="{1218B12F-4C65-4E8A-8E14-904582FFDCF9}"/>
                </a:ext>
              </a:extLst>
            </p:cNvPr>
            <p:cNvSpPr/>
            <p:nvPr/>
          </p:nvSpPr>
          <p:spPr>
            <a:xfrm rot="10800000">
              <a:off x="8002545" y="32866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8" name="Oval 1547">
              <a:extLst>
                <a:ext uri="{FF2B5EF4-FFF2-40B4-BE49-F238E27FC236}">
                  <a16:creationId xmlns:a16="http://schemas.microsoft.com/office/drawing/2014/main" id="{C596C75B-2F70-490F-B720-29A5B030DFEE}"/>
                </a:ext>
              </a:extLst>
            </p:cNvPr>
            <p:cNvSpPr/>
            <p:nvPr/>
          </p:nvSpPr>
          <p:spPr>
            <a:xfrm rot="10800000">
              <a:off x="7970220" y="32748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9" name="Oval 1548">
              <a:extLst>
                <a:ext uri="{FF2B5EF4-FFF2-40B4-BE49-F238E27FC236}">
                  <a16:creationId xmlns:a16="http://schemas.microsoft.com/office/drawing/2014/main" id="{1284B801-96F6-4280-892A-9B50FFA20C4D}"/>
                </a:ext>
              </a:extLst>
            </p:cNvPr>
            <p:cNvSpPr/>
            <p:nvPr/>
          </p:nvSpPr>
          <p:spPr>
            <a:xfrm rot="10800000">
              <a:off x="7943800" y="32741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0" name="Oval 1549">
              <a:extLst>
                <a:ext uri="{FF2B5EF4-FFF2-40B4-BE49-F238E27FC236}">
                  <a16:creationId xmlns:a16="http://schemas.microsoft.com/office/drawing/2014/main" id="{E0C2A215-9033-4A86-9627-52E5B4EDF7FA}"/>
                </a:ext>
              </a:extLst>
            </p:cNvPr>
            <p:cNvSpPr/>
            <p:nvPr/>
          </p:nvSpPr>
          <p:spPr>
            <a:xfrm rot="10800000">
              <a:off x="8055804" y="3284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1" name="Oval 1550">
              <a:extLst>
                <a:ext uri="{FF2B5EF4-FFF2-40B4-BE49-F238E27FC236}">
                  <a16:creationId xmlns:a16="http://schemas.microsoft.com/office/drawing/2014/main" id="{F9EED476-CE9F-4E3A-8F97-C1C7484E8C9E}"/>
                </a:ext>
              </a:extLst>
            </p:cNvPr>
            <p:cNvSpPr/>
            <p:nvPr/>
          </p:nvSpPr>
          <p:spPr>
            <a:xfrm rot="10800000">
              <a:off x="8022973" y="3301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2" name="Oval 1551">
              <a:extLst>
                <a:ext uri="{FF2B5EF4-FFF2-40B4-BE49-F238E27FC236}">
                  <a16:creationId xmlns:a16="http://schemas.microsoft.com/office/drawing/2014/main" id="{307E2452-BF60-43D0-8A94-B84C139F49A0}"/>
                </a:ext>
              </a:extLst>
            </p:cNvPr>
            <p:cNvSpPr/>
            <p:nvPr/>
          </p:nvSpPr>
          <p:spPr>
            <a:xfrm rot="10800000">
              <a:off x="7869699" y="32748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3" name="Oval 1552">
              <a:extLst>
                <a:ext uri="{FF2B5EF4-FFF2-40B4-BE49-F238E27FC236}">
                  <a16:creationId xmlns:a16="http://schemas.microsoft.com/office/drawing/2014/main" id="{1440BDDA-0142-4939-A941-1F9362976625}"/>
                </a:ext>
              </a:extLst>
            </p:cNvPr>
            <p:cNvSpPr/>
            <p:nvPr/>
          </p:nvSpPr>
          <p:spPr>
            <a:xfrm rot="10800000">
              <a:off x="7832087" y="32822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4" name="Oval 1553">
              <a:extLst>
                <a:ext uri="{FF2B5EF4-FFF2-40B4-BE49-F238E27FC236}">
                  <a16:creationId xmlns:a16="http://schemas.microsoft.com/office/drawing/2014/main" id="{EB080162-D888-45EB-8F35-76529C6A2F9E}"/>
                </a:ext>
              </a:extLst>
            </p:cNvPr>
            <p:cNvSpPr/>
            <p:nvPr/>
          </p:nvSpPr>
          <p:spPr>
            <a:xfrm rot="10800000">
              <a:off x="7896737" y="32783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5" name="Oval 1554">
              <a:extLst>
                <a:ext uri="{FF2B5EF4-FFF2-40B4-BE49-F238E27FC236}">
                  <a16:creationId xmlns:a16="http://schemas.microsoft.com/office/drawing/2014/main" id="{52FEC74E-AF42-4684-893F-6AEE0C3F7A3E}"/>
                </a:ext>
              </a:extLst>
            </p:cNvPr>
            <p:cNvSpPr/>
            <p:nvPr/>
          </p:nvSpPr>
          <p:spPr>
            <a:xfrm>
              <a:off x="7814189" y="328863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6" name="Oval 1555">
              <a:extLst>
                <a:ext uri="{FF2B5EF4-FFF2-40B4-BE49-F238E27FC236}">
                  <a16:creationId xmlns:a16="http://schemas.microsoft.com/office/drawing/2014/main" id="{10887C26-4EBE-410E-8BB2-C8494A66ED9B}"/>
                </a:ext>
              </a:extLst>
            </p:cNvPr>
            <p:cNvSpPr/>
            <p:nvPr/>
          </p:nvSpPr>
          <p:spPr>
            <a:xfrm>
              <a:off x="7846514" y="329971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7" name="Oval 1556">
              <a:extLst>
                <a:ext uri="{FF2B5EF4-FFF2-40B4-BE49-F238E27FC236}">
                  <a16:creationId xmlns:a16="http://schemas.microsoft.com/office/drawing/2014/main" id="{613E7B6E-3161-48F2-A472-6691AC824429}"/>
                </a:ext>
              </a:extLst>
            </p:cNvPr>
            <p:cNvSpPr/>
            <p:nvPr/>
          </p:nvSpPr>
          <p:spPr>
            <a:xfrm>
              <a:off x="7872934" y="33003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8" name="Oval 1557">
              <a:extLst>
                <a:ext uri="{FF2B5EF4-FFF2-40B4-BE49-F238E27FC236}">
                  <a16:creationId xmlns:a16="http://schemas.microsoft.com/office/drawing/2014/main" id="{797B8F31-79B4-4EBB-866C-06F058C2BF8E}"/>
                </a:ext>
              </a:extLst>
            </p:cNvPr>
            <p:cNvSpPr/>
            <p:nvPr/>
          </p:nvSpPr>
          <p:spPr>
            <a:xfrm>
              <a:off x="7760930" y="329084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9" name="Oval 1558">
              <a:extLst>
                <a:ext uri="{FF2B5EF4-FFF2-40B4-BE49-F238E27FC236}">
                  <a16:creationId xmlns:a16="http://schemas.microsoft.com/office/drawing/2014/main" id="{86CC67DD-9296-44B2-9E87-0BC44BA79C0E}"/>
                </a:ext>
              </a:extLst>
            </p:cNvPr>
            <p:cNvSpPr/>
            <p:nvPr/>
          </p:nvSpPr>
          <p:spPr>
            <a:xfrm>
              <a:off x="7793761" y="327495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0" name="Oval 1559">
              <a:extLst>
                <a:ext uri="{FF2B5EF4-FFF2-40B4-BE49-F238E27FC236}">
                  <a16:creationId xmlns:a16="http://schemas.microsoft.com/office/drawing/2014/main" id="{15D35630-783C-4DA8-9464-83479E620A2E}"/>
                </a:ext>
              </a:extLst>
            </p:cNvPr>
            <p:cNvSpPr/>
            <p:nvPr/>
          </p:nvSpPr>
          <p:spPr>
            <a:xfrm>
              <a:off x="7947035" y="32997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1" name="Oval 1560">
              <a:extLst>
                <a:ext uri="{FF2B5EF4-FFF2-40B4-BE49-F238E27FC236}">
                  <a16:creationId xmlns:a16="http://schemas.microsoft.com/office/drawing/2014/main" id="{E18D32F3-2CC7-4B50-B5A0-CEE8F8CC51B2}"/>
                </a:ext>
              </a:extLst>
            </p:cNvPr>
            <p:cNvSpPr/>
            <p:nvPr/>
          </p:nvSpPr>
          <p:spPr>
            <a:xfrm>
              <a:off x="7984647" y="32927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2" name="Oval 1561">
              <a:extLst>
                <a:ext uri="{FF2B5EF4-FFF2-40B4-BE49-F238E27FC236}">
                  <a16:creationId xmlns:a16="http://schemas.microsoft.com/office/drawing/2014/main" id="{8A8EFBC8-3E8C-472B-B7EE-B3683696EB05}"/>
                </a:ext>
              </a:extLst>
            </p:cNvPr>
            <p:cNvSpPr/>
            <p:nvPr/>
          </p:nvSpPr>
          <p:spPr>
            <a:xfrm>
              <a:off x="7919997" y="32964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3" name="Oval 1562">
              <a:extLst>
                <a:ext uri="{FF2B5EF4-FFF2-40B4-BE49-F238E27FC236}">
                  <a16:creationId xmlns:a16="http://schemas.microsoft.com/office/drawing/2014/main" id="{9879C0D9-C3AB-4C21-A75C-4732EB6745DD}"/>
                </a:ext>
              </a:extLst>
            </p:cNvPr>
            <p:cNvSpPr/>
            <p:nvPr/>
          </p:nvSpPr>
          <p:spPr>
            <a:xfrm rot="10800000">
              <a:off x="8396635"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4" name="Oval 1563">
              <a:extLst>
                <a:ext uri="{FF2B5EF4-FFF2-40B4-BE49-F238E27FC236}">
                  <a16:creationId xmlns:a16="http://schemas.microsoft.com/office/drawing/2014/main" id="{56E1A7F5-01F0-4BCE-B964-1B38E8B4B576}"/>
                </a:ext>
              </a:extLst>
            </p:cNvPr>
            <p:cNvSpPr/>
            <p:nvPr/>
          </p:nvSpPr>
          <p:spPr>
            <a:xfrm rot="10800000">
              <a:off x="8364310"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5" name="Oval 1564">
              <a:extLst>
                <a:ext uri="{FF2B5EF4-FFF2-40B4-BE49-F238E27FC236}">
                  <a16:creationId xmlns:a16="http://schemas.microsoft.com/office/drawing/2014/main" id="{69254A1A-D8ED-42AB-B89C-A600F8CBBDF5}"/>
                </a:ext>
              </a:extLst>
            </p:cNvPr>
            <p:cNvSpPr/>
            <p:nvPr/>
          </p:nvSpPr>
          <p:spPr>
            <a:xfrm rot="10800000">
              <a:off x="8337890"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6" name="Oval 1565">
              <a:extLst>
                <a:ext uri="{FF2B5EF4-FFF2-40B4-BE49-F238E27FC236}">
                  <a16:creationId xmlns:a16="http://schemas.microsoft.com/office/drawing/2014/main" id="{FD1192CB-553D-4AEF-9D1A-D3D310A4844A}"/>
                </a:ext>
              </a:extLst>
            </p:cNvPr>
            <p:cNvSpPr/>
            <p:nvPr/>
          </p:nvSpPr>
          <p:spPr>
            <a:xfrm rot="10800000">
              <a:off x="8449894"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 name="Oval 1566">
              <a:extLst>
                <a:ext uri="{FF2B5EF4-FFF2-40B4-BE49-F238E27FC236}">
                  <a16:creationId xmlns:a16="http://schemas.microsoft.com/office/drawing/2014/main" id="{043B6B5F-58E9-4A8F-8499-C658AD59F161}"/>
                </a:ext>
              </a:extLst>
            </p:cNvPr>
            <p:cNvSpPr/>
            <p:nvPr/>
          </p:nvSpPr>
          <p:spPr>
            <a:xfrm rot="10800000">
              <a:off x="8417063"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8" name="Oval 1567">
              <a:extLst>
                <a:ext uri="{FF2B5EF4-FFF2-40B4-BE49-F238E27FC236}">
                  <a16:creationId xmlns:a16="http://schemas.microsoft.com/office/drawing/2014/main" id="{34A23715-C034-48E3-A3C1-CB4E3E21847F}"/>
                </a:ext>
              </a:extLst>
            </p:cNvPr>
            <p:cNvSpPr/>
            <p:nvPr/>
          </p:nvSpPr>
          <p:spPr>
            <a:xfrm rot="10800000">
              <a:off x="8263789"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Oval 1568">
              <a:extLst>
                <a:ext uri="{FF2B5EF4-FFF2-40B4-BE49-F238E27FC236}">
                  <a16:creationId xmlns:a16="http://schemas.microsoft.com/office/drawing/2014/main" id="{7CAD17FD-E9AC-4D91-B649-D4AB28C23619}"/>
                </a:ext>
              </a:extLst>
            </p:cNvPr>
            <p:cNvSpPr/>
            <p:nvPr/>
          </p:nvSpPr>
          <p:spPr>
            <a:xfrm rot="10800000">
              <a:off x="8226177"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0" name="Oval 1569">
              <a:extLst>
                <a:ext uri="{FF2B5EF4-FFF2-40B4-BE49-F238E27FC236}">
                  <a16:creationId xmlns:a16="http://schemas.microsoft.com/office/drawing/2014/main" id="{BAEC04EE-BC59-4ED0-A0CA-727FA9968098}"/>
                </a:ext>
              </a:extLst>
            </p:cNvPr>
            <p:cNvSpPr/>
            <p:nvPr/>
          </p:nvSpPr>
          <p:spPr>
            <a:xfrm rot="10800000">
              <a:off x="8290827"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1" name="Oval 1570">
              <a:extLst>
                <a:ext uri="{FF2B5EF4-FFF2-40B4-BE49-F238E27FC236}">
                  <a16:creationId xmlns:a16="http://schemas.microsoft.com/office/drawing/2014/main" id="{5244494D-8EC1-4888-9FD0-C28E70960E19}"/>
                </a:ext>
              </a:extLst>
            </p:cNvPr>
            <p:cNvSpPr/>
            <p:nvPr/>
          </p:nvSpPr>
          <p:spPr>
            <a:xfrm>
              <a:off x="8208279"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2" name="Oval 1571">
              <a:extLst>
                <a:ext uri="{FF2B5EF4-FFF2-40B4-BE49-F238E27FC236}">
                  <a16:creationId xmlns:a16="http://schemas.microsoft.com/office/drawing/2014/main" id="{689F6717-54CB-4B3D-9E33-A3E5DEFA527E}"/>
                </a:ext>
              </a:extLst>
            </p:cNvPr>
            <p:cNvSpPr/>
            <p:nvPr/>
          </p:nvSpPr>
          <p:spPr>
            <a:xfrm>
              <a:off x="8240604"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3" name="Oval 1572">
              <a:extLst>
                <a:ext uri="{FF2B5EF4-FFF2-40B4-BE49-F238E27FC236}">
                  <a16:creationId xmlns:a16="http://schemas.microsoft.com/office/drawing/2014/main" id="{B151E052-E0F8-4EC6-B256-4744AB3DDE15}"/>
                </a:ext>
              </a:extLst>
            </p:cNvPr>
            <p:cNvSpPr/>
            <p:nvPr/>
          </p:nvSpPr>
          <p:spPr>
            <a:xfrm>
              <a:off x="8267024"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4" name="Oval 1573">
              <a:extLst>
                <a:ext uri="{FF2B5EF4-FFF2-40B4-BE49-F238E27FC236}">
                  <a16:creationId xmlns:a16="http://schemas.microsoft.com/office/drawing/2014/main" id="{72B1030A-45D7-441F-8B8D-F483ADB5C4FF}"/>
                </a:ext>
              </a:extLst>
            </p:cNvPr>
            <p:cNvSpPr/>
            <p:nvPr/>
          </p:nvSpPr>
          <p:spPr>
            <a:xfrm>
              <a:off x="8155020"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5" name="Oval 1574">
              <a:extLst>
                <a:ext uri="{FF2B5EF4-FFF2-40B4-BE49-F238E27FC236}">
                  <a16:creationId xmlns:a16="http://schemas.microsoft.com/office/drawing/2014/main" id="{1BC7C8E8-0DDF-4E39-A934-290AC789A94B}"/>
                </a:ext>
              </a:extLst>
            </p:cNvPr>
            <p:cNvSpPr/>
            <p:nvPr/>
          </p:nvSpPr>
          <p:spPr>
            <a:xfrm>
              <a:off x="8187851"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6" name="Oval 1575">
              <a:extLst>
                <a:ext uri="{FF2B5EF4-FFF2-40B4-BE49-F238E27FC236}">
                  <a16:creationId xmlns:a16="http://schemas.microsoft.com/office/drawing/2014/main" id="{0C3E722A-52FE-4ED2-A4FF-6B4CDA168C12}"/>
                </a:ext>
              </a:extLst>
            </p:cNvPr>
            <p:cNvSpPr/>
            <p:nvPr/>
          </p:nvSpPr>
          <p:spPr>
            <a:xfrm>
              <a:off x="8341125"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7" name="Oval 1576">
              <a:extLst>
                <a:ext uri="{FF2B5EF4-FFF2-40B4-BE49-F238E27FC236}">
                  <a16:creationId xmlns:a16="http://schemas.microsoft.com/office/drawing/2014/main" id="{0555FFE6-C014-4BE3-B16E-A1D9B64A8BE0}"/>
                </a:ext>
              </a:extLst>
            </p:cNvPr>
            <p:cNvSpPr/>
            <p:nvPr/>
          </p:nvSpPr>
          <p:spPr>
            <a:xfrm>
              <a:off x="8378737"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8" name="Oval 1577">
              <a:extLst>
                <a:ext uri="{FF2B5EF4-FFF2-40B4-BE49-F238E27FC236}">
                  <a16:creationId xmlns:a16="http://schemas.microsoft.com/office/drawing/2014/main" id="{E234A2EC-8FBB-42D3-9946-08F3DC8E25F2}"/>
                </a:ext>
              </a:extLst>
            </p:cNvPr>
            <p:cNvSpPr/>
            <p:nvPr/>
          </p:nvSpPr>
          <p:spPr>
            <a:xfrm>
              <a:off x="8314087"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9" name="Oval 1578">
              <a:extLst>
                <a:ext uri="{FF2B5EF4-FFF2-40B4-BE49-F238E27FC236}">
                  <a16:creationId xmlns:a16="http://schemas.microsoft.com/office/drawing/2014/main" id="{903DFA0A-BA85-48E0-88F7-46E6B707ED5C}"/>
                </a:ext>
              </a:extLst>
            </p:cNvPr>
            <p:cNvSpPr/>
            <p:nvPr/>
          </p:nvSpPr>
          <p:spPr>
            <a:xfrm rot="10800000">
              <a:off x="8504696" y="346411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0" name="Oval 1579">
              <a:extLst>
                <a:ext uri="{FF2B5EF4-FFF2-40B4-BE49-F238E27FC236}">
                  <a16:creationId xmlns:a16="http://schemas.microsoft.com/office/drawing/2014/main" id="{FE0E03CE-3378-4977-A95B-C26B58085481}"/>
                </a:ext>
              </a:extLst>
            </p:cNvPr>
            <p:cNvSpPr/>
            <p:nvPr/>
          </p:nvSpPr>
          <p:spPr>
            <a:xfrm rot="10800000">
              <a:off x="8472371" y="3452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1" name="Oval 1580">
              <a:extLst>
                <a:ext uri="{FF2B5EF4-FFF2-40B4-BE49-F238E27FC236}">
                  <a16:creationId xmlns:a16="http://schemas.microsoft.com/office/drawing/2014/main" id="{50370B5E-9044-4349-9A2D-4174001EC67E}"/>
                </a:ext>
              </a:extLst>
            </p:cNvPr>
            <p:cNvSpPr/>
            <p:nvPr/>
          </p:nvSpPr>
          <p:spPr>
            <a:xfrm rot="10800000">
              <a:off x="8445951" y="34515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2" name="Oval 1581">
              <a:extLst>
                <a:ext uri="{FF2B5EF4-FFF2-40B4-BE49-F238E27FC236}">
                  <a16:creationId xmlns:a16="http://schemas.microsoft.com/office/drawing/2014/main" id="{0FB1F3C1-955A-43C3-B218-CB3717F6E521}"/>
                </a:ext>
              </a:extLst>
            </p:cNvPr>
            <p:cNvSpPr/>
            <p:nvPr/>
          </p:nvSpPr>
          <p:spPr>
            <a:xfrm rot="10800000">
              <a:off x="8557955" y="3461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3" name="Oval 1582">
              <a:extLst>
                <a:ext uri="{FF2B5EF4-FFF2-40B4-BE49-F238E27FC236}">
                  <a16:creationId xmlns:a16="http://schemas.microsoft.com/office/drawing/2014/main" id="{71275678-40B5-4751-896B-D7CFF075F87D}"/>
                </a:ext>
              </a:extLst>
            </p:cNvPr>
            <p:cNvSpPr/>
            <p:nvPr/>
          </p:nvSpPr>
          <p:spPr>
            <a:xfrm rot="10800000">
              <a:off x="8525124" y="3478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4" name="Oval 1583">
              <a:extLst>
                <a:ext uri="{FF2B5EF4-FFF2-40B4-BE49-F238E27FC236}">
                  <a16:creationId xmlns:a16="http://schemas.microsoft.com/office/drawing/2014/main" id="{7A9D5042-1730-4AE4-A601-44B5118CCCEB}"/>
                </a:ext>
              </a:extLst>
            </p:cNvPr>
            <p:cNvSpPr/>
            <p:nvPr/>
          </p:nvSpPr>
          <p:spPr>
            <a:xfrm rot="10800000">
              <a:off x="8371850" y="34522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5" name="Oval 1584">
              <a:extLst>
                <a:ext uri="{FF2B5EF4-FFF2-40B4-BE49-F238E27FC236}">
                  <a16:creationId xmlns:a16="http://schemas.microsoft.com/office/drawing/2014/main" id="{4C076057-D329-47C5-B657-FE090A2DEB7C}"/>
                </a:ext>
              </a:extLst>
            </p:cNvPr>
            <p:cNvSpPr/>
            <p:nvPr/>
          </p:nvSpPr>
          <p:spPr>
            <a:xfrm rot="10800000">
              <a:off x="8334238" y="34597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6" name="Oval 1585">
              <a:extLst>
                <a:ext uri="{FF2B5EF4-FFF2-40B4-BE49-F238E27FC236}">
                  <a16:creationId xmlns:a16="http://schemas.microsoft.com/office/drawing/2014/main" id="{12556220-1D22-497D-8BE1-D4BC58C7440D}"/>
                </a:ext>
              </a:extLst>
            </p:cNvPr>
            <p:cNvSpPr/>
            <p:nvPr/>
          </p:nvSpPr>
          <p:spPr>
            <a:xfrm rot="10800000">
              <a:off x="8398888" y="34557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7" name="Oval 1586">
              <a:extLst>
                <a:ext uri="{FF2B5EF4-FFF2-40B4-BE49-F238E27FC236}">
                  <a16:creationId xmlns:a16="http://schemas.microsoft.com/office/drawing/2014/main" id="{5D56E4D5-4613-4BFA-B9AD-0F8F7640C220}"/>
                </a:ext>
              </a:extLst>
            </p:cNvPr>
            <p:cNvSpPr/>
            <p:nvPr/>
          </p:nvSpPr>
          <p:spPr>
            <a:xfrm>
              <a:off x="8316340" y="34660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8" name="Oval 1587">
              <a:extLst>
                <a:ext uri="{FF2B5EF4-FFF2-40B4-BE49-F238E27FC236}">
                  <a16:creationId xmlns:a16="http://schemas.microsoft.com/office/drawing/2014/main" id="{077FA561-2501-484A-A9D7-64857A44EB6D}"/>
                </a:ext>
              </a:extLst>
            </p:cNvPr>
            <p:cNvSpPr/>
            <p:nvPr/>
          </p:nvSpPr>
          <p:spPr>
            <a:xfrm>
              <a:off x="8348665" y="34771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9" name="Oval 1588">
              <a:extLst>
                <a:ext uri="{FF2B5EF4-FFF2-40B4-BE49-F238E27FC236}">
                  <a16:creationId xmlns:a16="http://schemas.microsoft.com/office/drawing/2014/main" id="{F260FFBE-F3E1-43F9-8DA9-34DB5755AF8D}"/>
                </a:ext>
              </a:extLst>
            </p:cNvPr>
            <p:cNvSpPr/>
            <p:nvPr/>
          </p:nvSpPr>
          <p:spPr>
            <a:xfrm>
              <a:off x="8375085" y="347778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0" name="Oval 1589">
              <a:extLst>
                <a:ext uri="{FF2B5EF4-FFF2-40B4-BE49-F238E27FC236}">
                  <a16:creationId xmlns:a16="http://schemas.microsoft.com/office/drawing/2014/main" id="{DA6058BC-751A-474E-B4D4-C61DB2170120}"/>
                </a:ext>
              </a:extLst>
            </p:cNvPr>
            <p:cNvSpPr/>
            <p:nvPr/>
          </p:nvSpPr>
          <p:spPr>
            <a:xfrm>
              <a:off x="8263081" y="3468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1" name="Oval 1590">
              <a:extLst>
                <a:ext uri="{FF2B5EF4-FFF2-40B4-BE49-F238E27FC236}">
                  <a16:creationId xmlns:a16="http://schemas.microsoft.com/office/drawing/2014/main" id="{298FED42-BBC9-46FC-B499-18EF2FC16F89}"/>
                </a:ext>
              </a:extLst>
            </p:cNvPr>
            <p:cNvSpPr/>
            <p:nvPr/>
          </p:nvSpPr>
          <p:spPr>
            <a:xfrm>
              <a:off x="8295912" y="34523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2" name="Oval 1591">
              <a:extLst>
                <a:ext uri="{FF2B5EF4-FFF2-40B4-BE49-F238E27FC236}">
                  <a16:creationId xmlns:a16="http://schemas.microsoft.com/office/drawing/2014/main" id="{93A45A8E-20C7-498D-B6C9-438265E25687}"/>
                </a:ext>
              </a:extLst>
            </p:cNvPr>
            <p:cNvSpPr/>
            <p:nvPr/>
          </p:nvSpPr>
          <p:spPr>
            <a:xfrm>
              <a:off x="8449186" y="3477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3" name="Oval 1592">
              <a:extLst>
                <a:ext uri="{FF2B5EF4-FFF2-40B4-BE49-F238E27FC236}">
                  <a16:creationId xmlns:a16="http://schemas.microsoft.com/office/drawing/2014/main" id="{AC24CD39-689A-4B80-88F9-5982A17435E9}"/>
                </a:ext>
              </a:extLst>
            </p:cNvPr>
            <p:cNvSpPr/>
            <p:nvPr/>
          </p:nvSpPr>
          <p:spPr>
            <a:xfrm>
              <a:off x="8486798" y="34701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4" name="Oval 1593">
              <a:extLst>
                <a:ext uri="{FF2B5EF4-FFF2-40B4-BE49-F238E27FC236}">
                  <a16:creationId xmlns:a16="http://schemas.microsoft.com/office/drawing/2014/main" id="{58FB4616-BF19-4E1C-82E8-54C5768FB291}"/>
                </a:ext>
              </a:extLst>
            </p:cNvPr>
            <p:cNvSpPr/>
            <p:nvPr/>
          </p:nvSpPr>
          <p:spPr>
            <a:xfrm>
              <a:off x="8422148" y="34738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5" name="Oval 1594">
              <a:extLst>
                <a:ext uri="{FF2B5EF4-FFF2-40B4-BE49-F238E27FC236}">
                  <a16:creationId xmlns:a16="http://schemas.microsoft.com/office/drawing/2014/main" id="{65E58F43-AC64-489C-BA48-F48A473BA5EF}"/>
                </a:ext>
              </a:extLst>
            </p:cNvPr>
            <p:cNvSpPr/>
            <p:nvPr/>
          </p:nvSpPr>
          <p:spPr>
            <a:xfrm rot="10800000">
              <a:off x="8047516" y="34517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6" name="Oval 1595">
              <a:extLst>
                <a:ext uri="{FF2B5EF4-FFF2-40B4-BE49-F238E27FC236}">
                  <a16:creationId xmlns:a16="http://schemas.microsoft.com/office/drawing/2014/main" id="{9680A657-0E4C-4412-9411-96BBBBC5C53E}"/>
                </a:ext>
              </a:extLst>
            </p:cNvPr>
            <p:cNvSpPr/>
            <p:nvPr/>
          </p:nvSpPr>
          <p:spPr>
            <a:xfrm rot="10800000">
              <a:off x="8015191" y="34399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7" name="Oval 1596">
              <a:extLst>
                <a:ext uri="{FF2B5EF4-FFF2-40B4-BE49-F238E27FC236}">
                  <a16:creationId xmlns:a16="http://schemas.microsoft.com/office/drawing/2014/main" id="{F66B6C4B-76A5-46D0-B022-F28A566AC3CA}"/>
                </a:ext>
              </a:extLst>
            </p:cNvPr>
            <p:cNvSpPr/>
            <p:nvPr/>
          </p:nvSpPr>
          <p:spPr>
            <a:xfrm rot="10800000">
              <a:off x="7988771" y="34392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8" name="Oval 1597">
              <a:extLst>
                <a:ext uri="{FF2B5EF4-FFF2-40B4-BE49-F238E27FC236}">
                  <a16:creationId xmlns:a16="http://schemas.microsoft.com/office/drawing/2014/main" id="{7DCCAA2C-BCCF-42D1-A6D3-868F324C7499}"/>
                </a:ext>
              </a:extLst>
            </p:cNvPr>
            <p:cNvSpPr/>
            <p:nvPr/>
          </p:nvSpPr>
          <p:spPr>
            <a:xfrm rot="10800000">
              <a:off x="8100775" y="3449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9" name="Oval 1598">
              <a:extLst>
                <a:ext uri="{FF2B5EF4-FFF2-40B4-BE49-F238E27FC236}">
                  <a16:creationId xmlns:a16="http://schemas.microsoft.com/office/drawing/2014/main" id="{3C5639FB-8074-499A-9ADE-81EF16A61B70}"/>
                </a:ext>
              </a:extLst>
            </p:cNvPr>
            <p:cNvSpPr/>
            <p:nvPr/>
          </p:nvSpPr>
          <p:spPr>
            <a:xfrm rot="10800000">
              <a:off x="8067944" y="3466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0" name="Oval 1599">
              <a:extLst>
                <a:ext uri="{FF2B5EF4-FFF2-40B4-BE49-F238E27FC236}">
                  <a16:creationId xmlns:a16="http://schemas.microsoft.com/office/drawing/2014/main" id="{D5DF0762-FBE2-4474-BF26-D34520419D94}"/>
                </a:ext>
              </a:extLst>
            </p:cNvPr>
            <p:cNvSpPr/>
            <p:nvPr/>
          </p:nvSpPr>
          <p:spPr>
            <a:xfrm rot="10800000">
              <a:off x="7914670" y="34399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1" name="Oval 1600">
              <a:extLst>
                <a:ext uri="{FF2B5EF4-FFF2-40B4-BE49-F238E27FC236}">
                  <a16:creationId xmlns:a16="http://schemas.microsoft.com/office/drawing/2014/main" id="{EAA09DE1-6F95-475B-AA60-0CA123C8B6F4}"/>
                </a:ext>
              </a:extLst>
            </p:cNvPr>
            <p:cNvSpPr/>
            <p:nvPr/>
          </p:nvSpPr>
          <p:spPr>
            <a:xfrm rot="10800000">
              <a:off x="7877058" y="34473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Oval 1601">
              <a:extLst>
                <a:ext uri="{FF2B5EF4-FFF2-40B4-BE49-F238E27FC236}">
                  <a16:creationId xmlns:a16="http://schemas.microsoft.com/office/drawing/2014/main" id="{D129D8CD-1E4E-4F1F-B5FA-A167783045C8}"/>
                </a:ext>
              </a:extLst>
            </p:cNvPr>
            <p:cNvSpPr/>
            <p:nvPr/>
          </p:nvSpPr>
          <p:spPr>
            <a:xfrm rot="10800000">
              <a:off x="7941708" y="34434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Oval 1602">
              <a:extLst>
                <a:ext uri="{FF2B5EF4-FFF2-40B4-BE49-F238E27FC236}">
                  <a16:creationId xmlns:a16="http://schemas.microsoft.com/office/drawing/2014/main" id="{4F7B59CE-99A9-4786-B867-7BCCC14A4226}"/>
                </a:ext>
              </a:extLst>
            </p:cNvPr>
            <p:cNvSpPr/>
            <p:nvPr/>
          </p:nvSpPr>
          <p:spPr>
            <a:xfrm>
              <a:off x="7859160" y="34537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Oval 1603">
              <a:extLst>
                <a:ext uri="{FF2B5EF4-FFF2-40B4-BE49-F238E27FC236}">
                  <a16:creationId xmlns:a16="http://schemas.microsoft.com/office/drawing/2014/main" id="{081F0905-DF6A-4E30-B660-F50C73E3FC68}"/>
                </a:ext>
              </a:extLst>
            </p:cNvPr>
            <p:cNvSpPr/>
            <p:nvPr/>
          </p:nvSpPr>
          <p:spPr>
            <a:xfrm>
              <a:off x="7891485" y="34648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 name="Oval 1604">
              <a:extLst>
                <a:ext uri="{FF2B5EF4-FFF2-40B4-BE49-F238E27FC236}">
                  <a16:creationId xmlns:a16="http://schemas.microsoft.com/office/drawing/2014/main" id="{EECB994D-788E-4D68-B515-CBE3E67AA1CF}"/>
                </a:ext>
              </a:extLst>
            </p:cNvPr>
            <p:cNvSpPr/>
            <p:nvPr/>
          </p:nvSpPr>
          <p:spPr>
            <a:xfrm>
              <a:off x="7917905" y="34654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 name="Oval 1605">
              <a:extLst>
                <a:ext uri="{FF2B5EF4-FFF2-40B4-BE49-F238E27FC236}">
                  <a16:creationId xmlns:a16="http://schemas.microsoft.com/office/drawing/2014/main" id="{241BA7E2-693A-4073-8C28-060AAAD9F5B5}"/>
                </a:ext>
              </a:extLst>
            </p:cNvPr>
            <p:cNvSpPr/>
            <p:nvPr/>
          </p:nvSpPr>
          <p:spPr>
            <a:xfrm>
              <a:off x="7805901" y="34559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 name="Oval 1606">
              <a:extLst>
                <a:ext uri="{FF2B5EF4-FFF2-40B4-BE49-F238E27FC236}">
                  <a16:creationId xmlns:a16="http://schemas.microsoft.com/office/drawing/2014/main" id="{D6915DA2-E50B-44F1-8F1A-149CA2C503D3}"/>
                </a:ext>
              </a:extLst>
            </p:cNvPr>
            <p:cNvSpPr/>
            <p:nvPr/>
          </p:nvSpPr>
          <p:spPr>
            <a:xfrm>
              <a:off x="7838732" y="344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 name="Oval 1607">
              <a:extLst>
                <a:ext uri="{FF2B5EF4-FFF2-40B4-BE49-F238E27FC236}">
                  <a16:creationId xmlns:a16="http://schemas.microsoft.com/office/drawing/2014/main" id="{A73A36B5-AE19-488B-9223-6915B137B5BC}"/>
                </a:ext>
              </a:extLst>
            </p:cNvPr>
            <p:cNvSpPr/>
            <p:nvPr/>
          </p:nvSpPr>
          <p:spPr>
            <a:xfrm>
              <a:off x="7992006" y="346481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9" name="Oval 1608">
              <a:extLst>
                <a:ext uri="{FF2B5EF4-FFF2-40B4-BE49-F238E27FC236}">
                  <a16:creationId xmlns:a16="http://schemas.microsoft.com/office/drawing/2014/main" id="{EE45A30E-A8A3-42A1-B99D-126B1145D82F}"/>
                </a:ext>
              </a:extLst>
            </p:cNvPr>
            <p:cNvSpPr/>
            <p:nvPr/>
          </p:nvSpPr>
          <p:spPr>
            <a:xfrm>
              <a:off x="8029618" y="3457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 name="Oval 1609">
              <a:extLst>
                <a:ext uri="{FF2B5EF4-FFF2-40B4-BE49-F238E27FC236}">
                  <a16:creationId xmlns:a16="http://schemas.microsoft.com/office/drawing/2014/main" id="{19D0F39E-BAA5-4770-A633-1B7B6354014F}"/>
                </a:ext>
              </a:extLst>
            </p:cNvPr>
            <p:cNvSpPr/>
            <p:nvPr/>
          </p:nvSpPr>
          <p:spPr>
            <a:xfrm>
              <a:off x="7964968" y="34615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 name="Oval 1610">
              <a:extLst>
                <a:ext uri="{FF2B5EF4-FFF2-40B4-BE49-F238E27FC236}">
                  <a16:creationId xmlns:a16="http://schemas.microsoft.com/office/drawing/2014/main" id="{B862DBAA-D1CE-42D2-A929-FF1B792779EB}"/>
                </a:ext>
              </a:extLst>
            </p:cNvPr>
            <p:cNvSpPr/>
            <p:nvPr/>
          </p:nvSpPr>
          <p:spPr>
            <a:xfrm rot="10800000">
              <a:off x="7155331" y="3299141"/>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2" name="Oval 1611">
              <a:extLst>
                <a:ext uri="{FF2B5EF4-FFF2-40B4-BE49-F238E27FC236}">
                  <a16:creationId xmlns:a16="http://schemas.microsoft.com/office/drawing/2014/main" id="{B031E4C5-0135-4999-A9D4-5E3F95500AAE}"/>
                </a:ext>
              </a:extLst>
            </p:cNvPr>
            <p:cNvSpPr/>
            <p:nvPr/>
          </p:nvSpPr>
          <p:spPr>
            <a:xfrm rot="10800000">
              <a:off x="7136384" y="3277795"/>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 name="Oval 1612">
              <a:extLst>
                <a:ext uri="{FF2B5EF4-FFF2-40B4-BE49-F238E27FC236}">
                  <a16:creationId xmlns:a16="http://schemas.microsoft.com/office/drawing/2014/main" id="{3A70B246-D2D1-41E3-A291-863877469A26}"/>
                </a:ext>
              </a:extLst>
            </p:cNvPr>
            <p:cNvSpPr/>
            <p:nvPr/>
          </p:nvSpPr>
          <p:spPr>
            <a:xfrm rot="10800000">
              <a:off x="7120898" y="3276574"/>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Oval 1613">
              <a:extLst>
                <a:ext uri="{FF2B5EF4-FFF2-40B4-BE49-F238E27FC236}">
                  <a16:creationId xmlns:a16="http://schemas.microsoft.com/office/drawing/2014/main" id="{B72718EF-A8E0-40E1-A9E4-59DF7CDAD7EE}"/>
                </a:ext>
              </a:extLst>
            </p:cNvPr>
            <p:cNvSpPr/>
            <p:nvPr/>
          </p:nvSpPr>
          <p:spPr>
            <a:xfrm rot="10800000">
              <a:off x="7186549" y="3294872"/>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5" name="Oval 1614">
              <a:extLst>
                <a:ext uri="{FF2B5EF4-FFF2-40B4-BE49-F238E27FC236}">
                  <a16:creationId xmlns:a16="http://schemas.microsoft.com/office/drawing/2014/main" id="{050ACBC2-CE19-4FC3-A5B4-A8BF62BECDF5}"/>
                </a:ext>
              </a:extLst>
            </p:cNvPr>
            <p:cNvSpPr/>
            <p:nvPr/>
          </p:nvSpPr>
          <p:spPr>
            <a:xfrm rot="10800000">
              <a:off x="7167305" y="3325489"/>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Oval 1615">
              <a:extLst>
                <a:ext uri="{FF2B5EF4-FFF2-40B4-BE49-F238E27FC236}">
                  <a16:creationId xmlns:a16="http://schemas.microsoft.com/office/drawing/2014/main" id="{2E724D12-7BC9-47A6-BF70-7BE771171A38}"/>
                </a:ext>
              </a:extLst>
            </p:cNvPr>
            <p:cNvSpPr/>
            <p:nvPr/>
          </p:nvSpPr>
          <p:spPr>
            <a:xfrm rot="10800000">
              <a:off x="7077463" y="3277797"/>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Oval 1616">
              <a:extLst>
                <a:ext uri="{FF2B5EF4-FFF2-40B4-BE49-F238E27FC236}">
                  <a16:creationId xmlns:a16="http://schemas.microsoft.com/office/drawing/2014/main" id="{FD049FB2-C2BE-4414-848E-DDBF6B4CFB6F}"/>
                </a:ext>
              </a:extLst>
            </p:cNvPr>
            <p:cNvSpPr/>
            <p:nvPr/>
          </p:nvSpPr>
          <p:spPr>
            <a:xfrm rot="10800000">
              <a:off x="7055417" y="3291260"/>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Oval 1617">
              <a:extLst>
                <a:ext uri="{FF2B5EF4-FFF2-40B4-BE49-F238E27FC236}">
                  <a16:creationId xmlns:a16="http://schemas.microsoft.com/office/drawing/2014/main" id="{E723064F-4FE8-42DC-BBC2-FF5CB609292A}"/>
                </a:ext>
              </a:extLst>
            </p:cNvPr>
            <p:cNvSpPr/>
            <p:nvPr/>
          </p:nvSpPr>
          <p:spPr>
            <a:xfrm rot="10800000">
              <a:off x="7093312" y="3284138"/>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Oval 1618">
              <a:extLst>
                <a:ext uri="{FF2B5EF4-FFF2-40B4-BE49-F238E27FC236}">
                  <a16:creationId xmlns:a16="http://schemas.microsoft.com/office/drawing/2014/main" id="{FB382972-C3E5-4F0E-96D9-92D11E3AE0AA}"/>
                </a:ext>
              </a:extLst>
            </p:cNvPr>
            <p:cNvSpPr/>
            <p:nvPr/>
          </p:nvSpPr>
          <p:spPr>
            <a:xfrm rot="10800000">
              <a:off x="7244242" y="368147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Oval 1619">
              <a:extLst>
                <a:ext uri="{FF2B5EF4-FFF2-40B4-BE49-F238E27FC236}">
                  <a16:creationId xmlns:a16="http://schemas.microsoft.com/office/drawing/2014/main" id="{DFE34949-6D2F-4B77-A555-B747AE0817C4}"/>
                </a:ext>
              </a:extLst>
            </p:cNvPr>
            <p:cNvSpPr/>
            <p:nvPr/>
          </p:nvSpPr>
          <p:spPr>
            <a:xfrm rot="10800000">
              <a:off x="7211917" y="366053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1" name="Oval 1620">
              <a:extLst>
                <a:ext uri="{FF2B5EF4-FFF2-40B4-BE49-F238E27FC236}">
                  <a16:creationId xmlns:a16="http://schemas.microsoft.com/office/drawing/2014/main" id="{16B06C7F-BC89-4DA7-85CD-7CA39195C305}"/>
                </a:ext>
              </a:extLst>
            </p:cNvPr>
            <p:cNvSpPr/>
            <p:nvPr/>
          </p:nvSpPr>
          <p:spPr>
            <a:xfrm rot="10800000">
              <a:off x="7185497" y="36593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Oval 1621">
              <a:extLst>
                <a:ext uri="{FF2B5EF4-FFF2-40B4-BE49-F238E27FC236}">
                  <a16:creationId xmlns:a16="http://schemas.microsoft.com/office/drawing/2014/main" id="{0954A0FB-FABB-4238-BC50-51BFD8B7B74B}"/>
                </a:ext>
              </a:extLst>
            </p:cNvPr>
            <p:cNvSpPr/>
            <p:nvPr/>
          </p:nvSpPr>
          <p:spPr>
            <a:xfrm rot="10800000">
              <a:off x="7297501" y="367728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Oval 1622">
              <a:extLst>
                <a:ext uri="{FF2B5EF4-FFF2-40B4-BE49-F238E27FC236}">
                  <a16:creationId xmlns:a16="http://schemas.microsoft.com/office/drawing/2014/main" id="{6DB798F8-A61D-472B-9D18-5A733A904B3C}"/>
                </a:ext>
              </a:extLst>
            </p:cNvPr>
            <p:cNvSpPr/>
            <p:nvPr/>
          </p:nvSpPr>
          <p:spPr>
            <a:xfrm rot="10800000">
              <a:off x="7264670" y="3707326"/>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Oval 1623">
              <a:extLst>
                <a:ext uri="{FF2B5EF4-FFF2-40B4-BE49-F238E27FC236}">
                  <a16:creationId xmlns:a16="http://schemas.microsoft.com/office/drawing/2014/main" id="{562EF2A8-93DA-4786-BF65-E7E6C6FC85B3}"/>
                </a:ext>
              </a:extLst>
            </p:cNvPr>
            <p:cNvSpPr/>
            <p:nvPr/>
          </p:nvSpPr>
          <p:spPr>
            <a:xfrm rot="10800000">
              <a:off x="7111396" y="36605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Oval 1624">
              <a:extLst>
                <a:ext uri="{FF2B5EF4-FFF2-40B4-BE49-F238E27FC236}">
                  <a16:creationId xmlns:a16="http://schemas.microsoft.com/office/drawing/2014/main" id="{DC79EC8C-8238-474C-8E48-0655BEB91CCA}"/>
                </a:ext>
              </a:extLst>
            </p:cNvPr>
            <p:cNvSpPr/>
            <p:nvPr/>
          </p:nvSpPr>
          <p:spPr>
            <a:xfrm rot="10800000">
              <a:off x="7073784" y="367374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Oval 1625">
              <a:extLst>
                <a:ext uri="{FF2B5EF4-FFF2-40B4-BE49-F238E27FC236}">
                  <a16:creationId xmlns:a16="http://schemas.microsoft.com/office/drawing/2014/main" id="{28775450-6384-438E-835D-7C2E574C89F2}"/>
                </a:ext>
              </a:extLst>
            </p:cNvPr>
            <p:cNvSpPr/>
            <p:nvPr/>
          </p:nvSpPr>
          <p:spPr>
            <a:xfrm rot="10800000">
              <a:off x="7138434" y="366675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Oval 1626">
              <a:extLst>
                <a:ext uri="{FF2B5EF4-FFF2-40B4-BE49-F238E27FC236}">
                  <a16:creationId xmlns:a16="http://schemas.microsoft.com/office/drawing/2014/main" id="{ABE868DB-3EB0-414D-B51C-07801D13EE3C}"/>
                </a:ext>
              </a:extLst>
            </p:cNvPr>
            <p:cNvSpPr/>
            <p:nvPr/>
          </p:nvSpPr>
          <p:spPr>
            <a:xfrm>
              <a:off x="7055887" y="368431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Oval 1627">
              <a:extLst>
                <a:ext uri="{FF2B5EF4-FFF2-40B4-BE49-F238E27FC236}">
                  <a16:creationId xmlns:a16="http://schemas.microsoft.com/office/drawing/2014/main" id="{D9E410F3-20C8-47D2-A6F4-B6FE09119EBB}"/>
                </a:ext>
              </a:extLst>
            </p:cNvPr>
            <p:cNvSpPr/>
            <p:nvPr/>
          </p:nvSpPr>
          <p:spPr>
            <a:xfrm>
              <a:off x="7088212" y="370389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9" name="Oval 1628">
              <a:extLst>
                <a:ext uri="{FF2B5EF4-FFF2-40B4-BE49-F238E27FC236}">
                  <a16:creationId xmlns:a16="http://schemas.microsoft.com/office/drawing/2014/main" id="{6B7E3ABF-CB01-4C6D-ADEC-625656F87953}"/>
                </a:ext>
              </a:extLst>
            </p:cNvPr>
            <p:cNvSpPr/>
            <p:nvPr/>
          </p:nvSpPr>
          <p:spPr>
            <a:xfrm>
              <a:off x="7114632" y="370501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Oval 1629">
              <a:extLst>
                <a:ext uri="{FF2B5EF4-FFF2-40B4-BE49-F238E27FC236}">
                  <a16:creationId xmlns:a16="http://schemas.microsoft.com/office/drawing/2014/main" id="{1F55821B-D161-412A-92AE-D5EAEBF82867}"/>
                </a:ext>
              </a:extLst>
            </p:cNvPr>
            <p:cNvSpPr/>
            <p:nvPr/>
          </p:nvSpPr>
          <p:spPr>
            <a:xfrm>
              <a:off x="7002628" y="368823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Oval 1630">
              <a:extLst>
                <a:ext uri="{FF2B5EF4-FFF2-40B4-BE49-F238E27FC236}">
                  <a16:creationId xmlns:a16="http://schemas.microsoft.com/office/drawing/2014/main" id="{50E6E3CE-4E02-43C6-BDC5-C399B45C6C60}"/>
                </a:ext>
              </a:extLst>
            </p:cNvPr>
            <p:cNvSpPr/>
            <p:nvPr/>
          </p:nvSpPr>
          <p:spPr>
            <a:xfrm>
              <a:off x="7035459" y="366015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Oval 1631">
              <a:extLst>
                <a:ext uri="{FF2B5EF4-FFF2-40B4-BE49-F238E27FC236}">
                  <a16:creationId xmlns:a16="http://schemas.microsoft.com/office/drawing/2014/main" id="{ADA52CA8-65CA-4D4A-97D0-2E25CA0CF738}"/>
                </a:ext>
              </a:extLst>
            </p:cNvPr>
            <p:cNvSpPr/>
            <p:nvPr/>
          </p:nvSpPr>
          <p:spPr>
            <a:xfrm>
              <a:off x="7188733" y="370389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Oval 1632">
              <a:extLst>
                <a:ext uri="{FF2B5EF4-FFF2-40B4-BE49-F238E27FC236}">
                  <a16:creationId xmlns:a16="http://schemas.microsoft.com/office/drawing/2014/main" id="{6341E14A-EEBA-4F23-912F-8D81A38D1FA5}"/>
                </a:ext>
              </a:extLst>
            </p:cNvPr>
            <p:cNvSpPr/>
            <p:nvPr/>
          </p:nvSpPr>
          <p:spPr>
            <a:xfrm>
              <a:off x="7226345" y="3691546"/>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Oval 1633">
              <a:extLst>
                <a:ext uri="{FF2B5EF4-FFF2-40B4-BE49-F238E27FC236}">
                  <a16:creationId xmlns:a16="http://schemas.microsoft.com/office/drawing/2014/main" id="{1115268D-1008-4ECA-8FB0-A01C321FC6B7}"/>
                </a:ext>
              </a:extLst>
            </p:cNvPr>
            <p:cNvSpPr/>
            <p:nvPr/>
          </p:nvSpPr>
          <p:spPr>
            <a:xfrm>
              <a:off x="7161695" y="3698078"/>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Oval 1634">
              <a:extLst>
                <a:ext uri="{FF2B5EF4-FFF2-40B4-BE49-F238E27FC236}">
                  <a16:creationId xmlns:a16="http://schemas.microsoft.com/office/drawing/2014/main" id="{2E51751D-CC3A-4156-B050-4EA97D781C74}"/>
                </a:ext>
              </a:extLst>
            </p:cNvPr>
            <p:cNvSpPr/>
            <p:nvPr/>
          </p:nvSpPr>
          <p:spPr>
            <a:xfrm rot="10800000">
              <a:off x="7837830" y="309587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Oval 1635">
              <a:extLst>
                <a:ext uri="{FF2B5EF4-FFF2-40B4-BE49-F238E27FC236}">
                  <a16:creationId xmlns:a16="http://schemas.microsoft.com/office/drawing/2014/main" id="{72A4FDF3-CF82-46C3-9C0C-3E8F58334266}"/>
                </a:ext>
              </a:extLst>
            </p:cNvPr>
            <p:cNvSpPr/>
            <p:nvPr/>
          </p:nvSpPr>
          <p:spPr>
            <a:xfrm rot="10800000">
              <a:off x="7805505" y="308402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7" name="Oval 1636">
              <a:extLst>
                <a:ext uri="{FF2B5EF4-FFF2-40B4-BE49-F238E27FC236}">
                  <a16:creationId xmlns:a16="http://schemas.microsoft.com/office/drawing/2014/main" id="{8013C87D-F806-4296-88DF-B56CA1CE79FE}"/>
                </a:ext>
              </a:extLst>
            </p:cNvPr>
            <p:cNvSpPr/>
            <p:nvPr/>
          </p:nvSpPr>
          <p:spPr>
            <a:xfrm rot="10800000">
              <a:off x="7779085" y="3083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Oval 1637">
              <a:extLst>
                <a:ext uri="{FF2B5EF4-FFF2-40B4-BE49-F238E27FC236}">
                  <a16:creationId xmlns:a16="http://schemas.microsoft.com/office/drawing/2014/main" id="{102C17EF-5800-494A-9FC2-640C623DE268}"/>
                </a:ext>
              </a:extLst>
            </p:cNvPr>
            <p:cNvSpPr/>
            <p:nvPr/>
          </p:nvSpPr>
          <p:spPr>
            <a:xfrm rot="10800000">
              <a:off x="7891089" y="3093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Oval 1638">
              <a:extLst>
                <a:ext uri="{FF2B5EF4-FFF2-40B4-BE49-F238E27FC236}">
                  <a16:creationId xmlns:a16="http://schemas.microsoft.com/office/drawing/2014/main" id="{CDC25E07-E65A-43E2-9211-8F476C16B361}"/>
                </a:ext>
              </a:extLst>
            </p:cNvPr>
            <p:cNvSpPr/>
            <p:nvPr/>
          </p:nvSpPr>
          <p:spPr>
            <a:xfrm rot="10800000">
              <a:off x="7858258" y="3110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Oval 1639">
              <a:extLst>
                <a:ext uri="{FF2B5EF4-FFF2-40B4-BE49-F238E27FC236}">
                  <a16:creationId xmlns:a16="http://schemas.microsoft.com/office/drawing/2014/main" id="{51652A98-42B4-4A35-8D75-918B60633797}"/>
                </a:ext>
              </a:extLst>
            </p:cNvPr>
            <p:cNvSpPr/>
            <p:nvPr/>
          </p:nvSpPr>
          <p:spPr>
            <a:xfrm rot="10800000">
              <a:off x="7704984" y="308402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Oval 1640">
              <a:extLst>
                <a:ext uri="{FF2B5EF4-FFF2-40B4-BE49-F238E27FC236}">
                  <a16:creationId xmlns:a16="http://schemas.microsoft.com/office/drawing/2014/main" id="{7FEE3276-4BEE-4FA5-8DE0-9A1D7EDAECC9}"/>
                </a:ext>
              </a:extLst>
            </p:cNvPr>
            <p:cNvSpPr/>
            <p:nvPr/>
          </p:nvSpPr>
          <p:spPr>
            <a:xfrm rot="10800000">
              <a:off x="7667372" y="30915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Oval 1641">
              <a:extLst>
                <a:ext uri="{FF2B5EF4-FFF2-40B4-BE49-F238E27FC236}">
                  <a16:creationId xmlns:a16="http://schemas.microsoft.com/office/drawing/2014/main" id="{AE3F753A-ADC5-4C77-A916-F4F20678F32E}"/>
                </a:ext>
              </a:extLst>
            </p:cNvPr>
            <p:cNvSpPr/>
            <p:nvPr/>
          </p:nvSpPr>
          <p:spPr>
            <a:xfrm rot="10800000">
              <a:off x="7732022" y="30875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Oval 1642">
              <a:extLst>
                <a:ext uri="{FF2B5EF4-FFF2-40B4-BE49-F238E27FC236}">
                  <a16:creationId xmlns:a16="http://schemas.microsoft.com/office/drawing/2014/main" id="{BFD19E2C-E52E-4647-BCC8-F83636C8F67E}"/>
                </a:ext>
              </a:extLst>
            </p:cNvPr>
            <p:cNvSpPr/>
            <p:nvPr/>
          </p:nvSpPr>
          <p:spPr>
            <a:xfrm>
              <a:off x="7649474" y="30978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Oval 1643">
              <a:extLst>
                <a:ext uri="{FF2B5EF4-FFF2-40B4-BE49-F238E27FC236}">
                  <a16:creationId xmlns:a16="http://schemas.microsoft.com/office/drawing/2014/main" id="{88A36073-B46E-4438-BAA8-D960AB596DAD}"/>
                </a:ext>
              </a:extLst>
            </p:cNvPr>
            <p:cNvSpPr/>
            <p:nvPr/>
          </p:nvSpPr>
          <p:spPr>
            <a:xfrm>
              <a:off x="7681799" y="31089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5" name="Oval 1644">
              <a:extLst>
                <a:ext uri="{FF2B5EF4-FFF2-40B4-BE49-F238E27FC236}">
                  <a16:creationId xmlns:a16="http://schemas.microsoft.com/office/drawing/2014/main" id="{453C9C93-4DB5-4CD6-B91C-E5DC42EFDB0C}"/>
                </a:ext>
              </a:extLst>
            </p:cNvPr>
            <p:cNvSpPr/>
            <p:nvPr/>
          </p:nvSpPr>
          <p:spPr>
            <a:xfrm>
              <a:off x="7708219" y="31095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Oval 1645">
              <a:extLst>
                <a:ext uri="{FF2B5EF4-FFF2-40B4-BE49-F238E27FC236}">
                  <a16:creationId xmlns:a16="http://schemas.microsoft.com/office/drawing/2014/main" id="{3008A891-FCEE-43D4-9117-6194616936F8}"/>
                </a:ext>
              </a:extLst>
            </p:cNvPr>
            <p:cNvSpPr/>
            <p:nvPr/>
          </p:nvSpPr>
          <p:spPr>
            <a:xfrm>
              <a:off x="7596215" y="310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Oval 1646">
              <a:extLst>
                <a:ext uri="{FF2B5EF4-FFF2-40B4-BE49-F238E27FC236}">
                  <a16:creationId xmlns:a16="http://schemas.microsoft.com/office/drawing/2014/main" id="{298E23EF-444B-4A5B-894F-E9606C4FFD04}"/>
                </a:ext>
              </a:extLst>
            </p:cNvPr>
            <p:cNvSpPr/>
            <p:nvPr/>
          </p:nvSpPr>
          <p:spPr>
            <a:xfrm>
              <a:off x="7629046" y="30841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Oval 1647">
              <a:extLst>
                <a:ext uri="{FF2B5EF4-FFF2-40B4-BE49-F238E27FC236}">
                  <a16:creationId xmlns:a16="http://schemas.microsoft.com/office/drawing/2014/main" id="{8D609D82-E3A5-4B40-BB68-99932D96F950}"/>
                </a:ext>
              </a:extLst>
            </p:cNvPr>
            <p:cNvSpPr/>
            <p:nvPr/>
          </p:nvSpPr>
          <p:spPr>
            <a:xfrm>
              <a:off x="7782320" y="31089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Oval 1648">
              <a:extLst>
                <a:ext uri="{FF2B5EF4-FFF2-40B4-BE49-F238E27FC236}">
                  <a16:creationId xmlns:a16="http://schemas.microsoft.com/office/drawing/2014/main" id="{3371423C-2F45-41DA-BAFB-0D6EA0C234C8}"/>
                </a:ext>
              </a:extLst>
            </p:cNvPr>
            <p:cNvSpPr/>
            <p:nvPr/>
          </p:nvSpPr>
          <p:spPr>
            <a:xfrm>
              <a:off x="7819932" y="31019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Oval 1649">
              <a:extLst>
                <a:ext uri="{FF2B5EF4-FFF2-40B4-BE49-F238E27FC236}">
                  <a16:creationId xmlns:a16="http://schemas.microsoft.com/office/drawing/2014/main" id="{B5F1AA06-8EC9-4F33-9634-E4D9453AECD5}"/>
                </a:ext>
              </a:extLst>
            </p:cNvPr>
            <p:cNvSpPr/>
            <p:nvPr/>
          </p:nvSpPr>
          <p:spPr>
            <a:xfrm>
              <a:off x="7755282" y="310562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51" name="Group 1650">
              <a:extLst>
                <a:ext uri="{FF2B5EF4-FFF2-40B4-BE49-F238E27FC236}">
                  <a16:creationId xmlns:a16="http://schemas.microsoft.com/office/drawing/2014/main" id="{38D7EBD8-7161-4456-A1EF-7F5D23D93366}"/>
                </a:ext>
              </a:extLst>
            </p:cNvPr>
            <p:cNvGrpSpPr/>
            <p:nvPr/>
          </p:nvGrpSpPr>
          <p:grpSpPr>
            <a:xfrm rot="13181925">
              <a:off x="7238331" y="3730687"/>
              <a:ext cx="242005" cy="46723"/>
              <a:chOff x="7979724" y="3580291"/>
              <a:chExt cx="242005" cy="43678"/>
            </a:xfrm>
          </p:grpSpPr>
          <p:sp>
            <p:nvSpPr>
              <p:cNvPr id="1652" name="Oval 1651">
                <a:extLst>
                  <a:ext uri="{FF2B5EF4-FFF2-40B4-BE49-F238E27FC236}">
                    <a16:creationId xmlns:a16="http://schemas.microsoft.com/office/drawing/2014/main" id="{12AB24E9-E950-4C77-B6C7-08365E63637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3" name="Oval 1652">
                <a:extLst>
                  <a:ext uri="{FF2B5EF4-FFF2-40B4-BE49-F238E27FC236}">
                    <a16:creationId xmlns:a16="http://schemas.microsoft.com/office/drawing/2014/main" id="{E744C128-0DA5-4C5D-A3B2-7FEEA372DB1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Oval 1653">
                <a:extLst>
                  <a:ext uri="{FF2B5EF4-FFF2-40B4-BE49-F238E27FC236}">
                    <a16:creationId xmlns:a16="http://schemas.microsoft.com/office/drawing/2014/main" id="{5CB60681-9D9D-4831-8A0D-25DB782443F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Oval 1654">
                <a:extLst>
                  <a:ext uri="{FF2B5EF4-FFF2-40B4-BE49-F238E27FC236}">
                    <a16:creationId xmlns:a16="http://schemas.microsoft.com/office/drawing/2014/main" id="{E405A560-A46B-472C-B761-9F7DC98D6A4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Oval 1655">
                <a:extLst>
                  <a:ext uri="{FF2B5EF4-FFF2-40B4-BE49-F238E27FC236}">
                    <a16:creationId xmlns:a16="http://schemas.microsoft.com/office/drawing/2014/main" id="{764F273A-C98E-4A7B-BEE8-30C4D93D7F9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Oval 1656">
                <a:extLst>
                  <a:ext uri="{FF2B5EF4-FFF2-40B4-BE49-F238E27FC236}">
                    <a16:creationId xmlns:a16="http://schemas.microsoft.com/office/drawing/2014/main" id="{2FB27DE8-0A47-4938-A3A1-772DCFCEB3F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8" name="Oval 1657">
                <a:extLst>
                  <a:ext uri="{FF2B5EF4-FFF2-40B4-BE49-F238E27FC236}">
                    <a16:creationId xmlns:a16="http://schemas.microsoft.com/office/drawing/2014/main" id="{3F822A02-B2E9-473E-A3A7-6CAF03AD379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Oval 1658">
                <a:extLst>
                  <a:ext uri="{FF2B5EF4-FFF2-40B4-BE49-F238E27FC236}">
                    <a16:creationId xmlns:a16="http://schemas.microsoft.com/office/drawing/2014/main" id="{790016E0-459B-467B-A9AB-879ADAB6BD8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60" name="Oval 1659">
              <a:extLst>
                <a:ext uri="{FF2B5EF4-FFF2-40B4-BE49-F238E27FC236}">
                  <a16:creationId xmlns:a16="http://schemas.microsoft.com/office/drawing/2014/main" id="{6C2AE5D8-78D4-4526-BACE-EEAE3320E5E0}"/>
                </a:ext>
              </a:extLst>
            </p:cNvPr>
            <p:cNvSpPr/>
            <p:nvPr/>
          </p:nvSpPr>
          <p:spPr>
            <a:xfrm rot="13181925">
              <a:off x="7583384" y="309426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1" name="Oval 1660">
              <a:extLst>
                <a:ext uri="{FF2B5EF4-FFF2-40B4-BE49-F238E27FC236}">
                  <a16:creationId xmlns:a16="http://schemas.microsoft.com/office/drawing/2014/main" id="{F00F94CE-198C-4FA2-8CAA-D3D414764A36}"/>
                </a:ext>
              </a:extLst>
            </p:cNvPr>
            <p:cNvSpPr/>
            <p:nvPr/>
          </p:nvSpPr>
          <p:spPr>
            <a:xfrm rot="13181925">
              <a:off x="7574236" y="3068709"/>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Oval 1661">
              <a:extLst>
                <a:ext uri="{FF2B5EF4-FFF2-40B4-BE49-F238E27FC236}">
                  <a16:creationId xmlns:a16="http://schemas.microsoft.com/office/drawing/2014/main" id="{7908EBB1-77F9-40CF-867F-18C27AB1FA85}"/>
                </a:ext>
              </a:extLst>
            </p:cNvPr>
            <p:cNvSpPr/>
            <p:nvPr/>
          </p:nvSpPr>
          <p:spPr>
            <a:xfrm rot="13181925">
              <a:off x="7560048" y="305590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Oval 1662">
              <a:extLst>
                <a:ext uri="{FF2B5EF4-FFF2-40B4-BE49-F238E27FC236}">
                  <a16:creationId xmlns:a16="http://schemas.microsoft.com/office/drawing/2014/main" id="{55120FA9-2718-4395-B7AB-9ABDAD3810BB}"/>
                </a:ext>
              </a:extLst>
            </p:cNvPr>
            <p:cNvSpPr/>
            <p:nvPr/>
          </p:nvSpPr>
          <p:spPr>
            <a:xfrm rot="13181925">
              <a:off x="7614768" y="311672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Oval 1663">
              <a:extLst>
                <a:ext uri="{FF2B5EF4-FFF2-40B4-BE49-F238E27FC236}">
                  <a16:creationId xmlns:a16="http://schemas.microsoft.com/office/drawing/2014/main" id="{19280E21-A37D-4D8D-86F2-E7CB1225B86E}"/>
                </a:ext>
              </a:extLst>
            </p:cNvPr>
            <p:cNvSpPr/>
            <p:nvPr/>
          </p:nvSpPr>
          <p:spPr>
            <a:xfrm rot="13181925">
              <a:off x="7583849" y="311682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Oval 1664">
              <a:extLst>
                <a:ext uri="{FF2B5EF4-FFF2-40B4-BE49-F238E27FC236}">
                  <a16:creationId xmlns:a16="http://schemas.microsoft.com/office/drawing/2014/main" id="{C06210EE-1B6C-4E00-829B-25FDD117C35D}"/>
                </a:ext>
              </a:extLst>
            </p:cNvPr>
            <p:cNvSpPr/>
            <p:nvPr/>
          </p:nvSpPr>
          <p:spPr>
            <a:xfrm rot="13181925">
              <a:off x="7518334" y="302230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Oval 1665">
              <a:extLst>
                <a:ext uri="{FF2B5EF4-FFF2-40B4-BE49-F238E27FC236}">
                  <a16:creationId xmlns:a16="http://schemas.microsoft.com/office/drawing/2014/main" id="{539E8413-02E0-4C69-8CB4-E335B73C1496}"/>
                </a:ext>
              </a:extLst>
            </p:cNvPr>
            <p:cNvSpPr/>
            <p:nvPr/>
          </p:nvSpPr>
          <p:spPr>
            <a:xfrm rot="13181925">
              <a:off x="7491850" y="3011644"/>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Oval 1666">
              <a:extLst>
                <a:ext uri="{FF2B5EF4-FFF2-40B4-BE49-F238E27FC236}">
                  <a16:creationId xmlns:a16="http://schemas.microsoft.com/office/drawing/2014/main" id="{456CAC73-D4D7-4C86-993A-4A3140B9B95C}"/>
                </a:ext>
              </a:extLst>
            </p:cNvPr>
            <p:cNvSpPr/>
            <p:nvPr/>
          </p:nvSpPr>
          <p:spPr>
            <a:xfrm rot="13181925">
              <a:off x="7530748" y="303794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Oval 1667">
              <a:extLst>
                <a:ext uri="{FF2B5EF4-FFF2-40B4-BE49-F238E27FC236}">
                  <a16:creationId xmlns:a16="http://schemas.microsoft.com/office/drawing/2014/main" id="{79989997-0736-4F1A-B988-3ECACBF965AD}"/>
                </a:ext>
              </a:extLst>
            </p:cNvPr>
            <p:cNvSpPr/>
            <p:nvPr/>
          </p:nvSpPr>
          <p:spPr>
            <a:xfrm rot="8224268">
              <a:off x="7006108" y="3697563"/>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9" name="Oval 1668">
              <a:extLst>
                <a:ext uri="{FF2B5EF4-FFF2-40B4-BE49-F238E27FC236}">
                  <a16:creationId xmlns:a16="http://schemas.microsoft.com/office/drawing/2014/main" id="{473AE7A2-FE47-4DF5-892F-CC7451F420C7}"/>
                </a:ext>
              </a:extLst>
            </p:cNvPr>
            <p:cNvSpPr/>
            <p:nvPr/>
          </p:nvSpPr>
          <p:spPr>
            <a:xfrm rot="8224268">
              <a:off x="6978240" y="369561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Oval 1669">
              <a:extLst>
                <a:ext uri="{FF2B5EF4-FFF2-40B4-BE49-F238E27FC236}">
                  <a16:creationId xmlns:a16="http://schemas.microsoft.com/office/drawing/2014/main" id="{7B0C71A9-DED6-4500-B83F-007B8B3E7B8A}"/>
                </a:ext>
              </a:extLst>
            </p:cNvPr>
            <p:cNvSpPr/>
            <p:nvPr/>
          </p:nvSpPr>
          <p:spPr>
            <a:xfrm rot="8224268">
              <a:off x="6966029" y="370537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Oval 1670">
              <a:extLst>
                <a:ext uri="{FF2B5EF4-FFF2-40B4-BE49-F238E27FC236}">
                  <a16:creationId xmlns:a16="http://schemas.microsoft.com/office/drawing/2014/main" id="{664E2FCB-91F8-4AC3-934E-B0408BE42950}"/>
                </a:ext>
              </a:extLst>
            </p:cNvPr>
            <p:cNvSpPr/>
            <p:nvPr/>
          </p:nvSpPr>
          <p:spPr>
            <a:xfrm rot="8224268">
              <a:off x="7026341" y="367316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Oval 1671">
              <a:extLst>
                <a:ext uri="{FF2B5EF4-FFF2-40B4-BE49-F238E27FC236}">
                  <a16:creationId xmlns:a16="http://schemas.microsoft.com/office/drawing/2014/main" id="{B1A18642-30BC-4722-98ED-18C9AFDA32EA}"/>
                </a:ext>
              </a:extLst>
            </p:cNvPr>
            <p:cNvSpPr/>
            <p:nvPr/>
          </p:nvSpPr>
          <p:spPr>
            <a:xfrm rot="8224268">
              <a:off x="7032093" y="370779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Oval 1672">
              <a:extLst>
                <a:ext uri="{FF2B5EF4-FFF2-40B4-BE49-F238E27FC236}">
                  <a16:creationId xmlns:a16="http://schemas.microsoft.com/office/drawing/2014/main" id="{0EEC5934-CAB3-4B5F-81BF-1663666CE8B3}"/>
                </a:ext>
              </a:extLst>
            </p:cNvPr>
            <p:cNvSpPr/>
            <p:nvPr/>
          </p:nvSpPr>
          <p:spPr>
            <a:xfrm rot="8224268">
              <a:off x="6934807" y="373601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Oval 1673">
              <a:extLst>
                <a:ext uri="{FF2B5EF4-FFF2-40B4-BE49-F238E27FC236}">
                  <a16:creationId xmlns:a16="http://schemas.microsoft.com/office/drawing/2014/main" id="{BE84AE77-690C-4363-83D6-7BB043A640B4}"/>
                </a:ext>
              </a:extLst>
            </p:cNvPr>
            <p:cNvSpPr/>
            <p:nvPr/>
          </p:nvSpPr>
          <p:spPr>
            <a:xfrm rot="8224268">
              <a:off x="6927322" y="376055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Oval 1674">
              <a:extLst>
                <a:ext uri="{FF2B5EF4-FFF2-40B4-BE49-F238E27FC236}">
                  <a16:creationId xmlns:a16="http://schemas.microsoft.com/office/drawing/2014/main" id="{7A7B0680-42D1-4ACE-A2B6-2D08BEB3C810}"/>
                </a:ext>
              </a:extLst>
            </p:cNvPr>
            <p:cNvSpPr/>
            <p:nvPr/>
          </p:nvSpPr>
          <p:spPr>
            <a:xfrm rot="8224268">
              <a:off x="6950618" y="3729587"/>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76" name="Group 1675">
              <a:extLst>
                <a:ext uri="{FF2B5EF4-FFF2-40B4-BE49-F238E27FC236}">
                  <a16:creationId xmlns:a16="http://schemas.microsoft.com/office/drawing/2014/main" id="{4A4353A2-C746-4574-8802-D1A9100612C8}"/>
                </a:ext>
              </a:extLst>
            </p:cNvPr>
            <p:cNvGrpSpPr/>
            <p:nvPr/>
          </p:nvGrpSpPr>
          <p:grpSpPr>
            <a:xfrm rot="10800000">
              <a:off x="7389400" y="3658380"/>
              <a:ext cx="242005" cy="46723"/>
              <a:chOff x="7979724" y="3580291"/>
              <a:chExt cx="242005" cy="43678"/>
            </a:xfrm>
          </p:grpSpPr>
          <p:sp>
            <p:nvSpPr>
              <p:cNvPr id="1677" name="Oval 1676">
                <a:extLst>
                  <a:ext uri="{FF2B5EF4-FFF2-40B4-BE49-F238E27FC236}">
                    <a16:creationId xmlns:a16="http://schemas.microsoft.com/office/drawing/2014/main" id="{7BCC2130-28BA-4E94-B3CA-D088D67DC78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8" name="Oval 1677">
                <a:extLst>
                  <a:ext uri="{FF2B5EF4-FFF2-40B4-BE49-F238E27FC236}">
                    <a16:creationId xmlns:a16="http://schemas.microsoft.com/office/drawing/2014/main" id="{AAC277C5-28F0-43B8-8301-C7D35A2B0CF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9" name="Oval 1678">
                <a:extLst>
                  <a:ext uri="{FF2B5EF4-FFF2-40B4-BE49-F238E27FC236}">
                    <a16:creationId xmlns:a16="http://schemas.microsoft.com/office/drawing/2014/main" id="{B6D9B560-DA2C-4362-A19F-93591769D76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0" name="Oval 1679">
                <a:extLst>
                  <a:ext uri="{FF2B5EF4-FFF2-40B4-BE49-F238E27FC236}">
                    <a16:creationId xmlns:a16="http://schemas.microsoft.com/office/drawing/2014/main" id="{01D4579C-18AD-40D4-A747-901792FE65B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1" name="Oval 1680">
                <a:extLst>
                  <a:ext uri="{FF2B5EF4-FFF2-40B4-BE49-F238E27FC236}">
                    <a16:creationId xmlns:a16="http://schemas.microsoft.com/office/drawing/2014/main" id="{9CA16768-7AC2-4206-916C-4EB61710AD2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2" name="Oval 1681">
                <a:extLst>
                  <a:ext uri="{FF2B5EF4-FFF2-40B4-BE49-F238E27FC236}">
                    <a16:creationId xmlns:a16="http://schemas.microsoft.com/office/drawing/2014/main" id="{1B4F0E3C-49B8-49C2-B318-8B795E76F92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3" name="Oval 1682">
                <a:extLst>
                  <a:ext uri="{FF2B5EF4-FFF2-40B4-BE49-F238E27FC236}">
                    <a16:creationId xmlns:a16="http://schemas.microsoft.com/office/drawing/2014/main" id="{B86C90DD-9233-4EB3-A8DB-6340757ACAA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4" name="Oval 1683">
                <a:extLst>
                  <a:ext uri="{FF2B5EF4-FFF2-40B4-BE49-F238E27FC236}">
                    <a16:creationId xmlns:a16="http://schemas.microsoft.com/office/drawing/2014/main" id="{D08243CA-17DC-4C1D-8EBA-FD046E7E8DA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5" name="Group 1684">
              <a:extLst>
                <a:ext uri="{FF2B5EF4-FFF2-40B4-BE49-F238E27FC236}">
                  <a16:creationId xmlns:a16="http://schemas.microsoft.com/office/drawing/2014/main" id="{82F47733-A57E-4298-B74F-48EE879375EA}"/>
                </a:ext>
              </a:extLst>
            </p:cNvPr>
            <p:cNvGrpSpPr/>
            <p:nvPr/>
          </p:nvGrpSpPr>
          <p:grpSpPr>
            <a:xfrm>
              <a:off x="7318243" y="3659196"/>
              <a:ext cx="242005" cy="43678"/>
              <a:chOff x="7979724" y="3580291"/>
              <a:chExt cx="242005" cy="43678"/>
            </a:xfrm>
          </p:grpSpPr>
          <p:sp>
            <p:nvSpPr>
              <p:cNvPr id="1686" name="Oval 1685">
                <a:extLst>
                  <a:ext uri="{FF2B5EF4-FFF2-40B4-BE49-F238E27FC236}">
                    <a16:creationId xmlns:a16="http://schemas.microsoft.com/office/drawing/2014/main" id="{4EE4D96D-C081-4724-9FFE-3DD44E1D94A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Oval 1686">
                <a:extLst>
                  <a:ext uri="{FF2B5EF4-FFF2-40B4-BE49-F238E27FC236}">
                    <a16:creationId xmlns:a16="http://schemas.microsoft.com/office/drawing/2014/main" id="{A09388CB-B97E-4D9B-B4E2-580DD834410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Oval 1687">
                <a:extLst>
                  <a:ext uri="{FF2B5EF4-FFF2-40B4-BE49-F238E27FC236}">
                    <a16:creationId xmlns:a16="http://schemas.microsoft.com/office/drawing/2014/main" id="{ACA5852D-A779-466A-8794-85E213B840A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Oval 1688">
                <a:extLst>
                  <a:ext uri="{FF2B5EF4-FFF2-40B4-BE49-F238E27FC236}">
                    <a16:creationId xmlns:a16="http://schemas.microsoft.com/office/drawing/2014/main" id="{6514F4B1-86DE-4E81-A607-4A1CE9E6387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Oval 1689">
                <a:extLst>
                  <a:ext uri="{FF2B5EF4-FFF2-40B4-BE49-F238E27FC236}">
                    <a16:creationId xmlns:a16="http://schemas.microsoft.com/office/drawing/2014/main" id="{92FE3D0E-0665-4B8B-B6AB-EDA081CEE0F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Oval 1690">
                <a:extLst>
                  <a:ext uri="{FF2B5EF4-FFF2-40B4-BE49-F238E27FC236}">
                    <a16:creationId xmlns:a16="http://schemas.microsoft.com/office/drawing/2014/main" id="{691D3C73-7A1C-4919-8341-E94B8749153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Oval 1691">
                <a:extLst>
                  <a:ext uri="{FF2B5EF4-FFF2-40B4-BE49-F238E27FC236}">
                    <a16:creationId xmlns:a16="http://schemas.microsoft.com/office/drawing/2014/main" id="{8E17188A-5C9A-43B5-B83F-CC1D0364686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3" name="Oval 1692">
                <a:extLst>
                  <a:ext uri="{FF2B5EF4-FFF2-40B4-BE49-F238E27FC236}">
                    <a16:creationId xmlns:a16="http://schemas.microsoft.com/office/drawing/2014/main" id="{81490031-8C12-4056-994F-806D8B708EB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4" name="Group 1693">
              <a:extLst>
                <a:ext uri="{FF2B5EF4-FFF2-40B4-BE49-F238E27FC236}">
                  <a16:creationId xmlns:a16="http://schemas.microsoft.com/office/drawing/2014/main" id="{B96B8A73-D8E7-4BE0-8326-EB2C01EABF85}"/>
                </a:ext>
              </a:extLst>
            </p:cNvPr>
            <p:cNvGrpSpPr/>
            <p:nvPr/>
          </p:nvGrpSpPr>
          <p:grpSpPr>
            <a:xfrm rot="10800000">
              <a:off x="7630443" y="3661556"/>
              <a:ext cx="242005" cy="46723"/>
              <a:chOff x="7979724" y="3580291"/>
              <a:chExt cx="242005" cy="43678"/>
            </a:xfrm>
          </p:grpSpPr>
          <p:sp>
            <p:nvSpPr>
              <p:cNvPr id="1695" name="Oval 1694">
                <a:extLst>
                  <a:ext uri="{FF2B5EF4-FFF2-40B4-BE49-F238E27FC236}">
                    <a16:creationId xmlns:a16="http://schemas.microsoft.com/office/drawing/2014/main" id="{2ABD5ADC-8E80-4849-B1F3-70116A74D5D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Oval 1695">
                <a:extLst>
                  <a:ext uri="{FF2B5EF4-FFF2-40B4-BE49-F238E27FC236}">
                    <a16:creationId xmlns:a16="http://schemas.microsoft.com/office/drawing/2014/main" id="{DDBAFC1E-9A8C-4EE3-9168-9E9B4F2CB43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Oval 1696">
                <a:extLst>
                  <a:ext uri="{FF2B5EF4-FFF2-40B4-BE49-F238E27FC236}">
                    <a16:creationId xmlns:a16="http://schemas.microsoft.com/office/drawing/2014/main" id="{15A9F8DC-0D99-423C-BBFA-41BDF762FCC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Oval 1697">
                <a:extLst>
                  <a:ext uri="{FF2B5EF4-FFF2-40B4-BE49-F238E27FC236}">
                    <a16:creationId xmlns:a16="http://schemas.microsoft.com/office/drawing/2014/main" id="{5964AEFC-A452-42B1-9171-AE5C214158B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Oval 1698">
                <a:extLst>
                  <a:ext uri="{FF2B5EF4-FFF2-40B4-BE49-F238E27FC236}">
                    <a16:creationId xmlns:a16="http://schemas.microsoft.com/office/drawing/2014/main" id="{C151913A-6FD1-4E96-BA0B-E496EABACCA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Oval 1699">
                <a:extLst>
                  <a:ext uri="{FF2B5EF4-FFF2-40B4-BE49-F238E27FC236}">
                    <a16:creationId xmlns:a16="http://schemas.microsoft.com/office/drawing/2014/main" id="{DFD7DB61-9D55-4FD4-9C29-FC6639178B0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1" name="Oval 1700">
                <a:extLst>
                  <a:ext uri="{FF2B5EF4-FFF2-40B4-BE49-F238E27FC236}">
                    <a16:creationId xmlns:a16="http://schemas.microsoft.com/office/drawing/2014/main" id="{12450DA2-1CED-4826-955D-DD852D4DB5F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Oval 1701">
                <a:extLst>
                  <a:ext uri="{FF2B5EF4-FFF2-40B4-BE49-F238E27FC236}">
                    <a16:creationId xmlns:a16="http://schemas.microsoft.com/office/drawing/2014/main" id="{A13CBEC1-C3F2-4401-BA9A-74946DF00AE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03" name="Group 1702">
              <a:extLst>
                <a:ext uri="{FF2B5EF4-FFF2-40B4-BE49-F238E27FC236}">
                  <a16:creationId xmlns:a16="http://schemas.microsoft.com/office/drawing/2014/main" id="{AD3296D3-0C38-4537-B5AF-D7AFC8BD6979}"/>
                </a:ext>
              </a:extLst>
            </p:cNvPr>
            <p:cNvGrpSpPr/>
            <p:nvPr/>
          </p:nvGrpSpPr>
          <p:grpSpPr>
            <a:xfrm rot="11689693">
              <a:off x="7559286" y="3662372"/>
              <a:ext cx="242005" cy="43678"/>
              <a:chOff x="7979724" y="3580291"/>
              <a:chExt cx="242005" cy="43678"/>
            </a:xfrm>
          </p:grpSpPr>
          <p:sp>
            <p:nvSpPr>
              <p:cNvPr id="1704" name="Oval 1703">
                <a:extLst>
                  <a:ext uri="{FF2B5EF4-FFF2-40B4-BE49-F238E27FC236}">
                    <a16:creationId xmlns:a16="http://schemas.microsoft.com/office/drawing/2014/main" id="{84702E47-B213-4559-B352-4A73AD76941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Oval 1704">
                <a:extLst>
                  <a:ext uri="{FF2B5EF4-FFF2-40B4-BE49-F238E27FC236}">
                    <a16:creationId xmlns:a16="http://schemas.microsoft.com/office/drawing/2014/main" id="{8523BF6C-609C-4A54-8FDE-08967F67BD8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Oval 1705">
                <a:extLst>
                  <a:ext uri="{FF2B5EF4-FFF2-40B4-BE49-F238E27FC236}">
                    <a16:creationId xmlns:a16="http://schemas.microsoft.com/office/drawing/2014/main" id="{F56E4939-AE24-4442-BE9F-7D1B2531B88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Oval 1706">
                <a:extLst>
                  <a:ext uri="{FF2B5EF4-FFF2-40B4-BE49-F238E27FC236}">
                    <a16:creationId xmlns:a16="http://schemas.microsoft.com/office/drawing/2014/main" id="{D2195467-BEF8-4533-8EEC-49D86B80935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Oval 1707">
                <a:extLst>
                  <a:ext uri="{FF2B5EF4-FFF2-40B4-BE49-F238E27FC236}">
                    <a16:creationId xmlns:a16="http://schemas.microsoft.com/office/drawing/2014/main" id="{333375CC-5966-443F-8D5A-8B2D7803C1E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9" name="Oval 1708">
                <a:extLst>
                  <a:ext uri="{FF2B5EF4-FFF2-40B4-BE49-F238E27FC236}">
                    <a16:creationId xmlns:a16="http://schemas.microsoft.com/office/drawing/2014/main" id="{CD1A57C6-5F40-4F20-BD70-A669E427FCD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Oval 1709">
                <a:extLst>
                  <a:ext uri="{FF2B5EF4-FFF2-40B4-BE49-F238E27FC236}">
                    <a16:creationId xmlns:a16="http://schemas.microsoft.com/office/drawing/2014/main" id="{39843D51-36FC-4049-95F7-F52E54A8D20A}"/>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Oval 1710">
                <a:extLst>
                  <a:ext uri="{FF2B5EF4-FFF2-40B4-BE49-F238E27FC236}">
                    <a16:creationId xmlns:a16="http://schemas.microsoft.com/office/drawing/2014/main" id="{E6BF9D69-FA52-4694-B1FF-CE6350E2523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2" name="Group 1711">
              <a:extLst>
                <a:ext uri="{FF2B5EF4-FFF2-40B4-BE49-F238E27FC236}">
                  <a16:creationId xmlns:a16="http://schemas.microsoft.com/office/drawing/2014/main" id="{C2B3090B-E079-48EB-86E2-0CADE9A18ACB}"/>
                </a:ext>
              </a:extLst>
            </p:cNvPr>
            <p:cNvGrpSpPr/>
            <p:nvPr/>
          </p:nvGrpSpPr>
          <p:grpSpPr>
            <a:xfrm rot="21292958">
              <a:off x="7806740" y="3662396"/>
              <a:ext cx="242005" cy="46723"/>
              <a:chOff x="7979724" y="3580291"/>
              <a:chExt cx="242005" cy="43678"/>
            </a:xfrm>
          </p:grpSpPr>
          <p:sp>
            <p:nvSpPr>
              <p:cNvPr id="1713" name="Oval 1712">
                <a:extLst>
                  <a:ext uri="{FF2B5EF4-FFF2-40B4-BE49-F238E27FC236}">
                    <a16:creationId xmlns:a16="http://schemas.microsoft.com/office/drawing/2014/main" id="{CA2FE33E-FE40-4C2B-8D3A-D1B2D6B26D9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Oval 1713">
                <a:extLst>
                  <a:ext uri="{FF2B5EF4-FFF2-40B4-BE49-F238E27FC236}">
                    <a16:creationId xmlns:a16="http://schemas.microsoft.com/office/drawing/2014/main" id="{30EB4A05-B866-4E43-B8B4-8551A2568F2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5" name="Oval 1714">
                <a:extLst>
                  <a:ext uri="{FF2B5EF4-FFF2-40B4-BE49-F238E27FC236}">
                    <a16:creationId xmlns:a16="http://schemas.microsoft.com/office/drawing/2014/main" id="{06CE141C-5D31-4B26-A04C-53F2A3111E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6" name="Oval 1715">
                <a:extLst>
                  <a:ext uri="{FF2B5EF4-FFF2-40B4-BE49-F238E27FC236}">
                    <a16:creationId xmlns:a16="http://schemas.microsoft.com/office/drawing/2014/main" id="{83401C4E-7814-4FB2-81C2-3435C70E8BF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7" name="Oval 1716">
                <a:extLst>
                  <a:ext uri="{FF2B5EF4-FFF2-40B4-BE49-F238E27FC236}">
                    <a16:creationId xmlns:a16="http://schemas.microsoft.com/office/drawing/2014/main" id="{1D7542A4-41E0-4613-8956-8C0BE85ABB3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8" name="Oval 1717">
                <a:extLst>
                  <a:ext uri="{FF2B5EF4-FFF2-40B4-BE49-F238E27FC236}">
                    <a16:creationId xmlns:a16="http://schemas.microsoft.com/office/drawing/2014/main" id="{0869B902-6ED7-49B2-8C75-338ACAEB9DA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Oval 1718">
                <a:extLst>
                  <a:ext uri="{FF2B5EF4-FFF2-40B4-BE49-F238E27FC236}">
                    <a16:creationId xmlns:a16="http://schemas.microsoft.com/office/drawing/2014/main" id="{1BCEF4A0-6BFB-490C-BA76-D37290EB81A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Oval 1719">
                <a:extLst>
                  <a:ext uri="{FF2B5EF4-FFF2-40B4-BE49-F238E27FC236}">
                    <a16:creationId xmlns:a16="http://schemas.microsoft.com/office/drawing/2014/main" id="{85A31E28-4957-42B8-9154-5FB4C2EF342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21" name="Group 1720">
              <a:extLst>
                <a:ext uri="{FF2B5EF4-FFF2-40B4-BE49-F238E27FC236}">
                  <a16:creationId xmlns:a16="http://schemas.microsoft.com/office/drawing/2014/main" id="{41D61945-C0F1-44A7-A358-DF8F21B1280A}"/>
                </a:ext>
              </a:extLst>
            </p:cNvPr>
            <p:cNvGrpSpPr/>
            <p:nvPr/>
          </p:nvGrpSpPr>
          <p:grpSpPr>
            <a:xfrm>
              <a:off x="7735583" y="3663212"/>
              <a:ext cx="242005" cy="43678"/>
              <a:chOff x="7979724" y="3580291"/>
              <a:chExt cx="242005" cy="43678"/>
            </a:xfrm>
          </p:grpSpPr>
          <p:sp>
            <p:nvSpPr>
              <p:cNvPr id="1722" name="Oval 1721">
                <a:extLst>
                  <a:ext uri="{FF2B5EF4-FFF2-40B4-BE49-F238E27FC236}">
                    <a16:creationId xmlns:a16="http://schemas.microsoft.com/office/drawing/2014/main" id="{03B5F48C-1C50-4183-9AEE-118858FBA47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Oval 1722">
                <a:extLst>
                  <a:ext uri="{FF2B5EF4-FFF2-40B4-BE49-F238E27FC236}">
                    <a16:creationId xmlns:a16="http://schemas.microsoft.com/office/drawing/2014/main" id="{C0D17365-86DF-4C11-A49D-9A8843D4FEF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Oval 1723">
                <a:extLst>
                  <a:ext uri="{FF2B5EF4-FFF2-40B4-BE49-F238E27FC236}">
                    <a16:creationId xmlns:a16="http://schemas.microsoft.com/office/drawing/2014/main" id="{D04A88A0-D2F6-4677-9D01-9995FF29E5F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Oval 1724">
                <a:extLst>
                  <a:ext uri="{FF2B5EF4-FFF2-40B4-BE49-F238E27FC236}">
                    <a16:creationId xmlns:a16="http://schemas.microsoft.com/office/drawing/2014/main" id="{1909BE4E-1359-4208-81DD-7E82C468AC9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Oval 1725">
                <a:extLst>
                  <a:ext uri="{FF2B5EF4-FFF2-40B4-BE49-F238E27FC236}">
                    <a16:creationId xmlns:a16="http://schemas.microsoft.com/office/drawing/2014/main" id="{D72CA0CA-DD91-42E4-8CEC-DCD538F7FB9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Oval 1726">
                <a:extLst>
                  <a:ext uri="{FF2B5EF4-FFF2-40B4-BE49-F238E27FC236}">
                    <a16:creationId xmlns:a16="http://schemas.microsoft.com/office/drawing/2014/main" id="{A656BF34-8D89-4683-949E-6F4E995D243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Oval 1727">
                <a:extLst>
                  <a:ext uri="{FF2B5EF4-FFF2-40B4-BE49-F238E27FC236}">
                    <a16:creationId xmlns:a16="http://schemas.microsoft.com/office/drawing/2014/main" id="{F4489BFF-0F7C-41C9-83C3-842A2EDD6B5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Oval 1728">
                <a:extLst>
                  <a:ext uri="{FF2B5EF4-FFF2-40B4-BE49-F238E27FC236}">
                    <a16:creationId xmlns:a16="http://schemas.microsoft.com/office/drawing/2014/main" id="{2BE4AB44-31D7-4640-8388-486317F72B3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0" name="Group 1729">
              <a:extLst>
                <a:ext uri="{FF2B5EF4-FFF2-40B4-BE49-F238E27FC236}">
                  <a16:creationId xmlns:a16="http://schemas.microsoft.com/office/drawing/2014/main" id="{2E6FEC49-BE7F-448F-AB9E-165E1ABD8911}"/>
                </a:ext>
              </a:extLst>
            </p:cNvPr>
            <p:cNvGrpSpPr/>
            <p:nvPr/>
          </p:nvGrpSpPr>
          <p:grpSpPr>
            <a:xfrm rot="10800000">
              <a:off x="8047783" y="3665572"/>
              <a:ext cx="242005" cy="46723"/>
              <a:chOff x="7979724" y="3580291"/>
              <a:chExt cx="242005" cy="43678"/>
            </a:xfrm>
          </p:grpSpPr>
          <p:sp>
            <p:nvSpPr>
              <p:cNvPr id="1731" name="Oval 1730">
                <a:extLst>
                  <a:ext uri="{FF2B5EF4-FFF2-40B4-BE49-F238E27FC236}">
                    <a16:creationId xmlns:a16="http://schemas.microsoft.com/office/drawing/2014/main" id="{55F44E5C-858C-4BF5-90D7-FD8CB84FD5F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Oval 1731">
                <a:extLst>
                  <a:ext uri="{FF2B5EF4-FFF2-40B4-BE49-F238E27FC236}">
                    <a16:creationId xmlns:a16="http://schemas.microsoft.com/office/drawing/2014/main" id="{9BB16D0E-C78A-4936-B028-20EC0C9B6E7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Oval 1732">
                <a:extLst>
                  <a:ext uri="{FF2B5EF4-FFF2-40B4-BE49-F238E27FC236}">
                    <a16:creationId xmlns:a16="http://schemas.microsoft.com/office/drawing/2014/main" id="{A06F69A8-D826-44DB-95BB-921C703FEAD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Oval 1733">
                <a:extLst>
                  <a:ext uri="{FF2B5EF4-FFF2-40B4-BE49-F238E27FC236}">
                    <a16:creationId xmlns:a16="http://schemas.microsoft.com/office/drawing/2014/main" id="{8CFCBC10-E5CA-49C2-A056-76FE49973E0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Oval 1734">
                <a:extLst>
                  <a:ext uri="{FF2B5EF4-FFF2-40B4-BE49-F238E27FC236}">
                    <a16:creationId xmlns:a16="http://schemas.microsoft.com/office/drawing/2014/main" id="{952DE05B-5A5B-43AF-8FA2-29C7C48B63C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Oval 1735">
                <a:extLst>
                  <a:ext uri="{FF2B5EF4-FFF2-40B4-BE49-F238E27FC236}">
                    <a16:creationId xmlns:a16="http://schemas.microsoft.com/office/drawing/2014/main" id="{9F774229-2176-45F5-8157-084D9CF0773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Oval 1736">
                <a:extLst>
                  <a:ext uri="{FF2B5EF4-FFF2-40B4-BE49-F238E27FC236}">
                    <a16:creationId xmlns:a16="http://schemas.microsoft.com/office/drawing/2014/main" id="{BB7C911D-AB14-4BD0-944F-7D45322DD20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Oval 1737">
                <a:extLst>
                  <a:ext uri="{FF2B5EF4-FFF2-40B4-BE49-F238E27FC236}">
                    <a16:creationId xmlns:a16="http://schemas.microsoft.com/office/drawing/2014/main" id="{319AB22A-F95D-47CB-B31C-F2512BC037E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39" name="Group 1738">
              <a:extLst>
                <a:ext uri="{FF2B5EF4-FFF2-40B4-BE49-F238E27FC236}">
                  <a16:creationId xmlns:a16="http://schemas.microsoft.com/office/drawing/2014/main" id="{D957C3C6-F9DA-4B0E-A96D-73E71D434ED6}"/>
                </a:ext>
              </a:extLst>
            </p:cNvPr>
            <p:cNvGrpSpPr/>
            <p:nvPr/>
          </p:nvGrpSpPr>
          <p:grpSpPr>
            <a:xfrm>
              <a:off x="7976626" y="3666388"/>
              <a:ext cx="242005" cy="43678"/>
              <a:chOff x="7979724" y="3580291"/>
              <a:chExt cx="242005" cy="43678"/>
            </a:xfrm>
          </p:grpSpPr>
          <p:sp>
            <p:nvSpPr>
              <p:cNvPr id="1740" name="Oval 1739">
                <a:extLst>
                  <a:ext uri="{FF2B5EF4-FFF2-40B4-BE49-F238E27FC236}">
                    <a16:creationId xmlns:a16="http://schemas.microsoft.com/office/drawing/2014/main" id="{160020BB-BE9E-4726-AC1F-F82651FDEC3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 name="Oval 1740">
                <a:extLst>
                  <a:ext uri="{FF2B5EF4-FFF2-40B4-BE49-F238E27FC236}">
                    <a16:creationId xmlns:a16="http://schemas.microsoft.com/office/drawing/2014/main" id="{1ECDFAC3-9F90-4D87-A0BB-9F318B60E29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Oval 1741">
                <a:extLst>
                  <a:ext uri="{FF2B5EF4-FFF2-40B4-BE49-F238E27FC236}">
                    <a16:creationId xmlns:a16="http://schemas.microsoft.com/office/drawing/2014/main" id="{B19BD35B-010C-4683-9970-A9B959B929C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Oval 1742">
                <a:extLst>
                  <a:ext uri="{FF2B5EF4-FFF2-40B4-BE49-F238E27FC236}">
                    <a16:creationId xmlns:a16="http://schemas.microsoft.com/office/drawing/2014/main" id="{CC9F8D7F-CBCA-4C96-BFE6-ACF48EE1118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Oval 1743">
                <a:extLst>
                  <a:ext uri="{FF2B5EF4-FFF2-40B4-BE49-F238E27FC236}">
                    <a16:creationId xmlns:a16="http://schemas.microsoft.com/office/drawing/2014/main" id="{B7AEDAD6-4DB5-4867-B00A-2B821F05B9F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Oval 1744">
                <a:extLst>
                  <a:ext uri="{FF2B5EF4-FFF2-40B4-BE49-F238E27FC236}">
                    <a16:creationId xmlns:a16="http://schemas.microsoft.com/office/drawing/2014/main" id="{BFB1B749-7E91-48F4-AD21-8F279BD0CD1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Oval 1745">
                <a:extLst>
                  <a:ext uri="{FF2B5EF4-FFF2-40B4-BE49-F238E27FC236}">
                    <a16:creationId xmlns:a16="http://schemas.microsoft.com/office/drawing/2014/main" id="{C9026DAF-3D64-4B12-8A2A-AFF91913342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7" name="Oval 1746">
                <a:extLst>
                  <a:ext uri="{FF2B5EF4-FFF2-40B4-BE49-F238E27FC236}">
                    <a16:creationId xmlns:a16="http://schemas.microsoft.com/office/drawing/2014/main" id="{D67E0AB3-04B3-4D51-84CE-A3A0424B7F3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8" name="Group 1747">
              <a:extLst>
                <a:ext uri="{FF2B5EF4-FFF2-40B4-BE49-F238E27FC236}">
                  <a16:creationId xmlns:a16="http://schemas.microsoft.com/office/drawing/2014/main" id="{A034BDDB-09A5-4ABC-8A77-379BAFFC02B3}"/>
                </a:ext>
              </a:extLst>
            </p:cNvPr>
            <p:cNvGrpSpPr/>
            <p:nvPr/>
          </p:nvGrpSpPr>
          <p:grpSpPr>
            <a:xfrm>
              <a:off x="6637489" y="3640726"/>
              <a:ext cx="971545" cy="53915"/>
              <a:chOff x="5754694" y="6008041"/>
              <a:chExt cx="971545" cy="53915"/>
            </a:xfrm>
          </p:grpSpPr>
          <p:grpSp>
            <p:nvGrpSpPr>
              <p:cNvPr id="1749" name="Group 1748">
                <a:extLst>
                  <a:ext uri="{FF2B5EF4-FFF2-40B4-BE49-F238E27FC236}">
                    <a16:creationId xmlns:a16="http://schemas.microsoft.com/office/drawing/2014/main" id="{F9043931-AE8F-41B1-B1C9-C995C9F6DDDB}"/>
                  </a:ext>
                </a:extLst>
              </p:cNvPr>
              <p:cNvGrpSpPr/>
              <p:nvPr/>
            </p:nvGrpSpPr>
            <p:grpSpPr>
              <a:xfrm rot="10800000">
                <a:off x="5825851" y="6008041"/>
                <a:ext cx="242005" cy="46723"/>
                <a:chOff x="7979724" y="3580291"/>
                <a:chExt cx="242005" cy="43678"/>
              </a:xfrm>
            </p:grpSpPr>
            <p:sp>
              <p:nvSpPr>
                <p:cNvPr id="1813" name="Oval 1812">
                  <a:extLst>
                    <a:ext uri="{FF2B5EF4-FFF2-40B4-BE49-F238E27FC236}">
                      <a16:creationId xmlns:a16="http://schemas.microsoft.com/office/drawing/2014/main" id="{3C3818CF-55B8-4D53-BED2-8A03F0A223C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Oval 1813">
                  <a:extLst>
                    <a:ext uri="{FF2B5EF4-FFF2-40B4-BE49-F238E27FC236}">
                      <a16:creationId xmlns:a16="http://schemas.microsoft.com/office/drawing/2014/main" id="{AC513594-A44A-4AA4-9640-78101D6FC3C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Oval 1814">
                  <a:extLst>
                    <a:ext uri="{FF2B5EF4-FFF2-40B4-BE49-F238E27FC236}">
                      <a16:creationId xmlns:a16="http://schemas.microsoft.com/office/drawing/2014/main" id="{216AE1B0-2153-4F3F-B751-65E4CEE4ECE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Oval 1815">
                  <a:extLst>
                    <a:ext uri="{FF2B5EF4-FFF2-40B4-BE49-F238E27FC236}">
                      <a16:creationId xmlns:a16="http://schemas.microsoft.com/office/drawing/2014/main" id="{43020533-BA58-4A41-91BC-9F46FCCC2E4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Oval 1816">
                  <a:extLst>
                    <a:ext uri="{FF2B5EF4-FFF2-40B4-BE49-F238E27FC236}">
                      <a16:creationId xmlns:a16="http://schemas.microsoft.com/office/drawing/2014/main" id="{CB32413F-4C72-4822-9DFF-2EEA6329027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Oval 1817">
                  <a:extLst>
                    <a:ext uri="{FF2B5EF4-FFF2-40B4-BE49-F238E27FC236}">
                      <a16:creationId xmlns:a16="http://schemas.microsoft.com/office/drawing/2014/main" id="{9BE1C868-1A0F-471D-B8CD-4C040498419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Oval 1818">
                  <a:extLst>
                    <a:ext uri="{FF2B5EF4-FFF2-40B4-BE49-F238E27FC236}">
                      <a16:creationId xmlns:a16="http://schemas.microsoft.com/office/drawing/2014/main" id="{5A2FAED2-EB92-4E59-9B5F-57C1ADAE55E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Oval 1819">
                  <a:extLst>
                    <a:ext uri="{FF2B5EF4-FFF2-40B4-BE49-F238E27FC236}">
                      <a16:creationId xmlns:a16="http://schemas.microsoft.com/office/drawing/2014/main" id="{1B529728-5A25-4E8F-8A1C-1A07EB20670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0" name="Group 1749">
                <a:extLst>
                  <a:ext uri="{FF2B5EF4-FFF2-40B4-BE49-F238E27FC236}">
                    <a16:creationId xmlns:a16="http://schemas.microsoft.com/office/drawing/2014/main" id="{9540672B-2AC6-4E40-AB5C-8B178CCB8311}"/>
                  </a:ext>
                </a:extLst>
              </p:cNvPr>
              <p:cNvGrpSpPr/>
              <p:nvPr/>
            </p:nvGrpSpPr>
            <p:grpSpPr>
              <a:xfrm>
                <a:off x="5754694" y="6008857"/>
                <a:ext cx="242005" cy="43678"/>
                <a:chOff x="7979724" y="3580291"/>
                <a:chExt cx="242005" cy="43678"/>
              </a:xfrm>
            </p:grpSpPr>
            <p:sp>
              <p:nvSpPr>
                <p:cNvPr id="1805" name="Oval 1804">
                  <a:extLst>
                    <a:ext uri="{FF2B5EF4-FFF2-40B4-BE49-F238E27FC236}">
                      <a16:creationId xmlns:a16="http://schemas.microsoft.com/office/drawing/2014/main" id="{6F6A67B0-E8E9-4782-98BE-96F4E6C0EDD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Oval 1805">
                  <a:extLst>
                    <a:ext uri="{FF2B5EF4-FFF2-40B4-BE49-F238E27FC236}">
                      <a16:creationId xmlns:a16="http://schemas.microsoft.com/office/drawing/2014/main" id="{998E4339-B8CD-4635-BFFC-BCEBFF848E1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7" name="Oval 1806">
                  <a:extLst>
                    <a:ext uri="{FF2B5EF4-FFF2-40B4-BE49-F238E27FC236}">
                      <a16:creationId xmlns:a16="http://schemas.microsoft.com/office/drawing/2014/main" id="{FA63BE77-B345-4B96-8446-3BEC8BFE1A2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8" name="Oval 1807">
                  <a:extLst>
                    <a:ext uri="{FF2B5EF4-FFF2-40B4-BE49-F238E27FC236}">
                      <a16:creationId xmlns:a16="http://schemas.microsoft.com/office/drawing/2014/main" id="{ADA743D0-349C-4D35-AE5E-A3E6954549A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Oval 1808">
                  <a:extLst>
                    <a:ext uri="{FF2B5EF4-FFF2-40B4-BE49-F238E27FC236}">
                      <a16:creationId xmlns:a16="http://schemas.microsoft.com/office/drawing/2014/main" id="{B2800A8A-2FED-43B7-B489-C3EB26574BE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Oval 1809">
                  <a:extLst>
                    <a:ext uri="{FF2B5EF4-FFF2-40B4-BE49-F238E27FC236}">
                      <a16:creationId xmlns:a16="http://schemas.microsoft.com/office/drawing/2014/main" id="{3683776C-1D97-46A8-B053-B5E2105CF2D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Oval 1810">
                  <a:extLst>
                    <a:ext uri="{FF2B5EF4-FFF2-40B4-BE49-F238E27FC236}">
                      <a16:creationId xmlns:a16="http://schemas.microsoft.com/office/drawing/2014/main" id="{52FBE609-4FC6-488D-9355-0729C7418AF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Oval 1811">
                  <a:extLst>
                    <a:ext uri="{FF2B5EF4-FFF2-40B4-BE49-F238E27FC236}">
                      <a16:creationId xmlns:a16="http://schemas.microsoft.com/office/drawing/2014/main" id="{0FCF1372-83C4-45C2-BB69-77C70E55A98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1" name="Group 1750">
                <a:extLst>
                  <a:ext uri="{FF2B5EF4-FFF2-40B4-BE49-F238E27FC236}">
                    <a16:creationId xmlns:a16="http://schemas.microsoft.com/office/drawing/2014/main" id="{C2AB2AA7-2ACD-4014-B9FA-CF51C196D44B}"/>
                  </a:ext>
                </a:extLst>
              </p:cNvPr>
              <p:cNvGrpSpPr/>
              <p:nvPr/>
            </p:nvGrpSpPr>
            <p:grpSpPr>
              <a:xfrm rot="10800000">
                <a:off x="6066894" y="6011217"/>
                <a:ext cx="242005" cy="46723"/>
                <a:chOff x="7979724" y="3580291"/>
                <a:chExt cx="242005" cy="43678"/>
              </a:xfrm>
            </p:grpSpPr>
            <p:sp>
              <p:nvSpPr>
                <p:cNvPr id="1797" name="Oval 1796">
                  <a:extLst>
                    <a:ext uri="{FF2B5EF4-FFF2-40B4-BE49-F238E27FC236}">
                      <a16:creationId xmlns:a16="http://schemas.microsoft.com/office/drawing/2014/main" id="{9C46530B-3345-44E3-BAC5-A6FE9EC4A4D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Oval 1797">
                  <a:extLst>
                    <a:ext uri="{FF2B5EF4-FFF2-40B4-BE49-F238E27FC236}">
                      <a16:creationId xmlns:a16="http://schemas.microsoft.com/office/drawing/2014/main" id="{6442448A-B1D3-45CB-AC63-50A85FB1F50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Oval 1798">
                  <a:extLst>
                    <a:ext uri="{FF2B5EF4-FFF2-40B4-BE49-F238E27FC236}">
                      <a16:creationId xmlns:a16="http://schemas.microsoft.com/office/drawing/2014/main" id="{E35AF5C5-5AFF-47F0-9B6E-A99F4FBF515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Oval 1799">
                  <a:extLst>
                    <a:ext uri="{FF2B5EF4-FFF2-40B4-BE49-F238E27FC236}">
                      <a16:creationId xmlns:a16="http://schemas.microsoft.com/office/drawing/2014/main" id="{8B43E7FF-782F-414F-95CD-64FF5123843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Oval 1800">
                  <a:extLst>
                    <a:ext uri="{FF2B5EF4-FFF2-40B4-BE49-F238E27FC236}">
                      <a16:creationId xmlns:a16="http://schemas.microsoft.com/office/drawing/2014/main" id="{4DB4BFD1-C487-42DE-89D7-41A0FE4B475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Oval 1801">
                  <a:extLst>
                    <a:ext uri="{FF2B5EF4-FFF2-40B4-BE49-F238E27FC236}">
                      <a16:creationId xmlns:a16="http://schemas.microsoft.com/office/drawing/2014/main" id="{BAF0093E-C146-4B54-8300-C4C81AF9A09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Oval 1802">
                  <a:extLst>
                    <a:ext uri="{FF2B5EF4-FFF2-40B4-BE49-F238E27FC236}">
                      <a16:creationId xmlns:a16="http://schemas.microsoft.com/office/drawing/2014/main" id="{E4FAEF56-BA27-48A2-A9AF-691B0E02571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Oval 1803">
                  <a:extLst>
                    <a:ext uri="{FF2B5EF4-FFF2-40B4-BE49-F238E27FC236}">
                      <a16:creationId xmlns:a16="http://schemas.microsoft.com/office/drawing/2014/main" id="{A79D6AE2-522E-4028-88A3-84006780938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2" name="Group 1751">
                <a:extLst>
                  <a:ext uri="{FF2B5EF4-FFF2-40B4-BE49-F238E27FC236}">
                    <a16:creationId xmlns:a16="http://schemas.microsoft.com/office/drawing/2014/main" id="{337637B9-CE91-4BC4-A147-FBFF64757A60}"/>
                  </a:ext>
                </a:extLst>
              </p:cNvPr>
              <p:cNvGrpSpPr/>
              <p:nvPr/>
            </p:nvGrpSpPr>
            <p:grpSpPr>
              <a:xfrm rot="11689693">
                <a:off x="5995737" y="6012033"/>
                <a:ext cx="242005" cy="43678"/>
                <a:chOff x="7979724" y="3580291"/>
                <a:chExt cx="242005" cy="43678"/>
              </a:xfrm>
            </p:grpSpPr>
            <p:sp>
              <p:nvSpPr>
                <p:cNvPr id="1789" name="Oval 1788">
                  <a:extLst>
                    <a:ext uri="{FF2B5EF4-FFF2-40B4-BE49-F238E27FC236}">
                      <a16:creationId xmlns:a16="http://schemas.microsoft.com/office/drawing/2014/main" id="{C4BF38AC-FC93-4170-9D30-AE1EF3378C6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Oval 1789">
                  <a:extLst>
                    <a:ext uri="{FF2B5EF4-FFF2-40B4-BE49-F238E27FC236}">
                      <a16:creationId xmlns:a16="http://schemas.microsoft.com/office/drawing/2014/main" id="{C3E5D265-D083-4308-9864-6C11873CB85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Oval 1790">
                  <a:extLst>
                    <a:ext uri="{FF2B5EF4-FFF2-40B4-BE49-F238E27FC236}">
                      <a16:creationId xmlns:a16="http://schemas.microsoft.com/office/drawing/2014/main" id="{6841C0A7-93DE-469A-B94E-1BA53526C0A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Oval 1791">
                  <a:extLst>
                    <a:ext uri="{FF2B5EF4-FFF2-40B4-BE49-F238E27FC236}">
                      <a16:creationId xmlns:a16="http://schemas.microsoft.com/office/drawing/2014/main" id="{3183B467-752B-455C-A8A3-F0FF13D4EF6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Oval 1792">
                  <a:extLst>
                    <a:ext uri="{FF2B5EF4-FFF2-40B4-BE49-F238E27FC236}">
                      <a16:creationId xmlns:a16="http://schemas.microsoft.com/office/drawing/2014/main" id="{D96260E7-2BE6-41FA-A9F5-4076B13CF8E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Oval 1793">
                  <a:extLst>
                    <a:ext uri="{FF2B5EF4-FFF2-40B4-BE49-F238E27FC236}">
                      <a16:creationId xmlns:a16="http://schemas.microsoft.com/office/drawing/2014/main" id="{DF68933F-3162-4B62-BE74-B1814F548F3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Oval 1794">
                  <a:extLst>
                    <a:ext uri="{FF2B5EF4-FFF2-40B4-BE49-F238E27FC236}">
                      <a16:creationId xmlns:a16="http://schemas.microsoft.com/office/drawing/2014/main" id="{8067587E-93CE-4FBA-90D5-260D9084658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Oval 1795">
                  <a:extLst>
                    <a:ext uri="{FF2B5EF4-FFF2-40B4-BE49-F238E27FC236}">
                      <a16:creationId xmlns:a16="http://schemas.microsoft.com/office/drawing/2014/main" id="{49428520-EAD9-4E06-95F5-E3D81DEDDC6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3" name="Group 1752">
                <a:extLst>
                  <a:ext uri="{FF2B5EF4-FFF2-40B4-BE49-F238E27FC236}">
                    <a16:creationId xmlns:a16="http://schemas.microsoft.com/office/drawing/2014/main" id="{DD376698-DB32-43B4-A0DE-46F47E9BCE67}"/>
                  </a:ext>
                </a:extLst>
              </p:cNvPr>
              <p:cNvGrpSpPr/>
              <p:nvPr/>
            </p:nvGrpSpPr>
            <p:grpSpPr>
              <a:xfrm rot="21292958">
                <a:off x="6243191" y="6012057"/>
                <a:ext cx="242005" cy="46723"/>
                <a:chOff x="7979724" y="3580291"/>
                <a:chExt cx="242005" cy="43678"/>
              </a:xfrm>
            </p:grpSpPr>
            <p:sp>
              <p:nvSpPr>
                <p:cNvPr id="1781" name="Oval 1780">
                  <a:extLst>
                    <a:ext uri="{FF2B5EF4-FFF2-40B4-BE49-F238E27FC236}">
                      <a16:creationId xmlns:a16="http://schemas.microsoft.com/office/drawing/2014/main" id="{A26D89EA-A2B3-474D-A084-6500CE535BE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Oval 1781">
                  <a:extLst>
                    <a:ext uri="{FF2B5EF4-FFF2-40B4-BE49-F238E27FC236}">
                      <a16:creationId xmlns:a16="http://schemas.microsoft.com/office/drawing/2014/main" id="{615031D2-9D0A-47B0-A7F7-83DF72202AB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Oval 1782">
                  <a:extLst>
                    <a:ext uri="{FF2B5EF4-FFF2-40B4-BE49-F238E27FC236}">
                      <a16:creationId xmlns:a16="http://schemas.microsoft.com/office/drawing/2014/main" id="{C1C93E58-6072-47CF-B8B0-4BA52D3869A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Oval 1783">
                  <a:extLst>
                    <a:ext uri="{FF2B5EF4-FFF2-40B4-BE49-F238E27FC236}">
                      <a16:creationId xmlns:a16="http://schemas.microsoft.com/office/drawing/2014/main" id="{DC6571E1-B232-4B32-971C-6FFF3BF0218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Oval 1784">
                  <a:extLst>
                    <a:ext uri="{FF2B5EF4-FFF2-40B4-BE49-F238E27FC236}">
                      <a16:creationId xmlns:a16="http://schemas.microsoft.com/office/drawing/2014/main" id="{03A7F705-2D0B-48B9-8D04-0823A38ED52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Oval 1785">
                  <a:extLst>
                    <a:ext uri="{FF2B5EF4-FFF2-40B4-BE49-F238E27FC236}">
                      <a16:creationId xmlns:a16="http://schemas.microsoft.com/office/drawing/2014/main" id="{EEEC93E8-0FC0-470D-A1E8-EE62BCBAE5E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Oval 1786">
                  <a:extLst>
                    <a:ext uri="{FF2B5EF4-FFF2-40B4-BE49-F238E27FC236}">
                      <a16:creationId xmlns:a16="http://schemas.microsoft.com/office/drawing/2014/main" id="{AEFB71C1-DE9F-424B-831E-7879AB0D4FA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Oval 1787">
                  <a:extLst>
                    <a:ext uri="{FF2B5EF4-FFF2-40B4-BE49-F238E27FC236}">
                      <a16:creationId xmlns:a16="http://schemas.microsoft.com/office/drawing/2014/main" id="{B7E46BFA-6779-4B59-B82B-E18CCF7EECE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4" name="Group 1753">
                <a:extLst>
                  <a:ext uri="{FF2B5EF4-FFF2-40B4-BE49-F238E27FC236}">
                    <a16:creationId xmlns:a16="http://schemas.microsoft.com/office/drawing/2014/main" id="{404F4443-99FB-4671-9486-07E09F59F114}"/>
                  </a:ext>
                </a:extLst>
              </p:cNvPr>
              <p:cNvGrpSpPr/>
              <p:nvPr/>
            </p:nvGrpSpPr>
            <p:grpSpPr>
              <a:xfrm>
                <a:off x="6172034" y="6012873"/>
                <a:ext cx="242005" cy="43678"/>
                <a:chOff x="7979724" y="3580291"/>
                <a:chExt cx="242005" cy="43678"/>
              </a:xfrm>
            </p:grpSpPr>
            <p:sp>
              <p:nvSpPr>
                <p:cNvPr id="1773" name="Oval 1772">
                  <a:extLst>
                    <a:ext uri="{FF2B5EF4-FFF2-40B4-BE49-F238E27FC236}">
                      <a16:creationId xmlns:a16="http://schemas.microsoft.com/office/drawing/2014/main" id="{BC152E10-1106-4265-90CF-A212D4EDA36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Oval 1773">
                  <a:extLst>
                    <a:ext uri="{FF2B5EF4-FFF2-40B4-BE49-F238E27FC236}">
                      <a16:creationId xmlns:a16="http://schemas.microsoft.com/office/drawing/2014/main" id="{03C9FA69-50F3-4355-8B57-5F874B1FCF8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Oval 1774">
                  <a:extLst>
                    <a:ext uri="{FF2B5EF4-FFF2-40B4-BE49-F238E27FC236}">
                      <a16:creationId xmlns:a16="http://schemas.microsoft.com/office/drawing/2014/main" id="{1E36CA5C-10FC-4D31-991E-3B121A68FAC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Oval 1775">
                  <a:extLst>
                    <a:ext uri="{FF2B5EF4-FFF2-40B4-BE49-F238E27FC236}">
                      <a16:creationId xmlns:a16="http://schemas.microsoft.com/office/drawing/2014/main" id="{BB3EC9CB-D681-4BFD-A508-2138C407370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Oval 1776">
                  <a:extLst>
                    <a:ext uri="{FF2B5EF4-FFF2-40B4-BE49-F238E27FC236}">
                      <a16:creationId xmlns:a16="http://schemas.microsoft.com/office/drawing/2014/main" id="{83510392-C577-4418-93F9-CCCFD981848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Oval 1777">
                  <a:extLst>
                    <a:ext uri="{FF2B5EF4-FFF2-40B4-BE49-F238E27FC236}">
                      <a16:creationId xmlns:a16="http://schemas.microsoft.com/office/drawing/2014/main" id="{9097B5BD-5DB7-4A02-A338-94B449AE373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Oval 1778">
                  <a:extLst>
                    <a:ext uri="{FF2B5EF4-FFF2-40B4-BE49-F238E27FC236}">
                      <a16:creationId xmlns:a16="http://schemas.microsoft.com/office/drawing/2014/main" id="{3539A718-266D-4654-BE49-662707D010A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Oval 1779">
                  <a:extLst>
                    <a:ext uri="{FF2B5EF4-FFF2-40B4-BE49-F238E27FC236}">
                      <a16:creationId xmlns:a16="http://schemas.microsoft.com/office/drawing/2014/main" id="{792014E2-5A6E-476E-B763-B91E7577D20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5" name="Group 1754">
                <a:extLst>
                  <a:ext uri="{FF2B5EF4-FFF2-40B4-BE49-F238E27FC236}">
                    <a16:creationId xmlns:a16="http://schemas.microsoft.com/office/drawing/2014/main" id="{8AEC7B36-DB34-4C2F-80D3-CBE14CF1AE9D}"/>
                  </a:ext>
                </a:extLst>
              </p:cNvPr>
              <p:cNvGrpSpPr/>
              <p:nvPr/>
            </p:nvGrpSpPr>
            <p:grpSpPr>
              <a:xfrm rot="10800000">
                <a:off x="6484234" y="6015233"/>
                <a:ext cx="242005" cy="46723"/>
                <a:chOff x="7979724" y="3580291"/>
                <a:chExt cx="242005" cy="43678"/>
              </a:xfrm>
            </p:grpSpPr>
            <p:sp>
              <p:nvSpPr>
                <p:cNvPr id="1765" name="Oval 1764">
                  <a:extLst>
                    <a:ext uri="{FF2B5EF4-FFF2-40B4-BE49-F238E27FC236}">
                      <a16:creationId xmlns:a16="http://schemas.microsoft.com/office/drawing/2014/main" id="{5C3991FC-E37C-4A3E-8BDE-C502CE7825C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Oval 1765">
                  <a:extLst>
                    <a:ext uri="{FF2B5EF4-FFF2-40B4-BE49-F238E27FC236}">
                      <a16:creationId xmlns:a16="http://schemas.microsoft.com/office/drawing/2014/main" id="{5E555745-9453-4108-A255-1AA8B654294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Oval 1766">
                  <a:extLst>
                    <a:ext uri="{FF2B5EF4-FFF2-40B4-BE49-F238E27FC236}">
                      <a16:creationId xmlns:a16="http://schemas.microsoft.com/office/drawing/2014/main" id="{8DC465F9-4312-43BE-8618-DA9B92BB2D2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Oval 1767">
                  <a:extLst>
                    <a:ext uri="{FF2B5EF4-FFF2-40B4-BE49-F238E27FC236}">
                      <a16:creationId xmlns:a16="http://schemas.microsoft.com/office/drawing/2014/main" id="{BB2DF228-A407-4798-A2C0-70936160AF2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Oval 1768">
                  <a:extLst>
                    <a:ext uri="{FF2B5EF4-FFF2-40B4-BE49-F238E27FC236}">
                      <a16:creationId xmlns:a16="http://schemas.microsoft.com/office/drawing/2014/main" id="{966B16BD-F7FB-4CAE-8027-958B98FF572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Oval 1769">
                  <a:extLst>
                    <a:ext uri="{FF2B5EF4-FFF2-40B4-BE49-F238E27FC236}">
                      <a16:creationId xmlns:a16="http://schemas.microsoft.com/office/drawing/2014/main" id="{A0E1AECD-0B04-4918-9E56-8D1F1A7DC54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Oval 1770">
                  <a:extLst>
                    <a:ext uri="{FF2B5EF4-FFF2-40B4-BE49-F238E27FC236}">
                      <a16:creationId xmlns:a16="http://schemas.microsoft.com/office/drawing/2014/main" id="{B18297B3-50E2-4DA5-B80B-13176ABCB7F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Oval 1771">
                  <a:extLst>
                    <a:ext uri="{FF2B5EF4-FFF2-40B4-BE49-F238E27FC236}">
                      <a16:creationId xmlns:a16="http://schemas.microsoft.com/office/drawing/2014/main" id="{0A4F2D00-A5B6-4E7E-8AF0-4FFCB6EC085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6" name="Group 1755">
                <a:extLst>
                  <a:ext uri="{FF2B5EF4-FFF2-40B4-BE49-F238E27FC236}">
                    <a16:creationId xmlns:a16="http://schemas.microsoft.com/office/drawing/2014/main" id="{46ECB2C0-4C12-464E-89A0-7085D6821330}"/>
                  </a:ext>
                </a:extLst>
              </p:cNvPr>
              <p:cNvGrpSpPr/>
              <p:nvPr/>
            </p:nvGrpSpPr>
            <p:grpSpPr>
              <a:xfrm>
                <a:off x="6413077" y="6016049"/>
                <a:ext cx="242005" cy="43678"/>
                <a:chOff x="7979724" y="3580291"/>
                <a:chExt cx="242005" cy="43678"/>
              </a:xfrm>
            </p:grpSpPr>
            <p:sp>
              <p:nvSpPr>
                <p:cNvPr id="1757" name="Oval 1756">
                  <a:extLst>
                    <a:ext uri="{FF2B5EF4-FFF2-40B4-BE49-F238E27FC236}">
                      <a16:creationId xmlns:a16="http://schemas.microsoft.com/office/drawing/2014/main" id="{A7C296DD-48E9-4D7F-B126-17FAF9CC0E0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Oval 1757">
                  <a:extLst>
                    <a:ext uri="{FF2B5EF4-FFF2-40B4-BE49-F238E27FC236}">
                      <a16:creationId xmlns:a16="http://schemas.microsoft.com/office/drawing/2014/main" id="{262BA094-D6F0-4FC1-9520-0EB89BCE35E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Oval 1758">
                  <a:extLst>
                    <a:ext uri="{FF2B5EF4-FFF2-40B4-BE49-F238E27FC236}">
                      <a16:creationId xmlns:a16="http://schemas.microsoft.com/office/drawing/2014/main" id="{B0AE3230-3F80-4057-932D-20BD778DDE9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Oval 1759">
                  <a:extLst>
                    <a:ext uri="{FF2B5EF4-FFF2-40B4-BE49-F238E27FC236}">
                      <a16:creationId xmlns:a16="http://schemas.microsoft.com/office/drawing/2014/main" id="{A3C908EE-BF69-489F-8406-281BB8C2CC7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Oval 1760">
                  <a:extLst>
                    <a:ext uri="{FF2B5EF4-FFF2-40B4-BE49-F238E27FC236}">
                      <a16:creationId xmlns:a16="http://schemas.microsoft.com/office/drawing/2014/main" id="{8F1EE30E-9B38-4883-8881-D2CA834CFE4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Oval 1761">
                  <a:extLst>
                    <a:ext uri="{FF2B5EF4-FFF2-40B4-BE49-F238E27FC236}">
                      <a16:creationId xmlns:a16="http://schemas.microsoft.com/office/drawing/2014/main" id="{270B8541-7CA9-4937-BDA7-101C64A1108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Oval 1762">
                  <a:extLst>
                    <a:ext uri="{FF2B5EF4-FFF2-40B4-BE49-F238E27FC236}">
                      <a16:creationId xmlns:a16="http://schemas.microsoft.com/office/drawing/2014/main" id="{78A59C99-EA60-41B6-955E-C531344F9E3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Oval 1763">
                  <a:extLst>
                    <a:ext uri="{FF2B5EF4-FFF2-40B4-BE49-F238E27FC236}">
                      <a16:creationId xmlns:a16="http://schemas.microsoft.com/office/drawing/2014/main" id="{463CE706-BECE-4DD2-A88B-386B3825773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821" name="TextBox 1820">
              <a:extLst>
                <a:ext uri="{FF2B5EF4-FFF2-40B4-BE49-F238E27FC236}">
                  <a16:creationId xmlns:a16="http://schemas.microsoft.com/office/drawing/2014/main" id="{F4B79CFF-8A5F-459E-9B3E-F23CAB14FBAD}"/>
                </a:ext>
              </a:extLst>
            </p:cNvPr>
            <p:cNvSpPr txBox="1"/>
            <p:nvPr/>
          </p:nvSpPr>
          <p:spPr>
            <a:xfrm>
              <a:off x="9901505" y="3814840"/>
              <a:ext cx="994183"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Traces and objects</a:t>
              </a:r>
            </a:p>
            <a:p>
              <a:pPr algn="l"/>
              <a:r>
                <a:rPr lang="en-US" sz="750" dirty="0">
                  <a:ln/>
                  <a:solidFill>
                    <a:srgbClr val="000000"/>
                  </a:solidFill>
                  <a:latin typeface="Helvetica"/>
                  <a:cs typeface="Helvetica"/>
                  <a:sym typeface="Helvetica"/>
                  <a:rtl val="0"/>
                </a:rPr>
                <a:t>clustered</a:t>
              </a:r>
              <a:endParaRPr lang="en-US" sz="750" spc="0" baseline="0" dirty="0">
                <a:ln/>
                <a:solidFill>
                  <a:srgbClr val="000000"/>
                </a:solidFill>
                <a:latin typeface="Helvetica"/>
                <a:cs typeface="Helvetica"/>
                <a:sym typeface="Helvetica"/>
                <a:rtl val="0"/>
              </a:endParaRPr>
            </a:p>
          </p:txBody>
        </p:sp>
        <p:sp>
          <p:nvSpPr>
            <p:cNvPr id="1822" name="TextBox 1821">
              <a:extLst>
                <a:ext uri="{FF2B5EF4-FFF2-40B4-BE49-F238E27FC236}">
                  <a16:creationId xmlns:a16="http://schemas.microsoft.com/office/drawing/2014/main" id="{DB9CB7AE-CE21-4B1D-A788-6E8AF97BB1F5}"/>
                </a:ext>
              </a:extLst>
            </p:cNvPr>
            <p:cNvSpPr txBox="1"/>
            <p:nvPr/>
          </p:nvSpPr>
          <p:spPr>
            <a:xfrm>
              <a:off x="9872905" y="4452906"/>
              <a:ext cx="81144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elements</a:t>
              </a:r>
            </a:p>
          </p:txBody>
        </p:sp>
        <p:sp>
          <p:nvSpPr>
            <p:cNvPr id="1823" name="TextBox 1822">
              <a:extLst>
                <a:ext uri="{FF2B5EF4-FFF2-40B4-BE49-F238E27FC236}">
                  <a16:creationId xmlns:a16="http://schemas.microsoft.com/office/drawing/2014/main" id="{3E9E95B7-34B7-40B9-BF29-3FBE9F4A88D8}"/>
                </a:ext>
              </a:extLst>
            </p:cNvPr>
            <p:cNvSpPr txBox="1"/>
            <p:nvPr/>
          </p:nvSpPr>
          <p:spPr>
            <a:xfrm>
              <a:off x="9869730" y="5102608"/>
              <a:ext cx="77457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sections</a:t>
              </a:r>
            </a:p>
          </p:txBody>
        </p:sp>
        <p:sp>
          <p:nvSpPr>
            <p:cNvPr id="1824" name="TextBox 1823">
              <a:extLst>
                <a:ext uri="{FF2B5EF4-FFF2-40B4-BE49-F238E27FC236}">
                  <a16:creationId xmlns:a16="http://schemas.microsoft.com/office/drawing/2014/main" id="{C80D3AE7-1E62-4BB6-B1A6-78E0F98EF26B}"/>
                </a:ext>
              </a:extLst>
            </p:cNvPr>
            <p:cNvSpPr txBox="1"/>
            <p:nvPr/>
          </p:nvSpPr>
          <p:spPr>
            <a:xfrm>
              <a:off x="9649436" y="5767552"/>
              <a:ext cx="1077539"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Roads and Junctions</a:t>
              </a:r>
            </a:p>
          </p:txBody>
        </p:sp>
        <p:grpSp>
          <p:nvGrpSpPr>
            <p:cNvPr id="1825" name="Group 1824">
              <a:extLst>
                <a:ext uri="{FF2B5EF4-FFF2-40B4-BE49-F238E27FC236}">
                  <a16:creationId xmlns:a16="http://schemas.microsoft.com/office/drawing/2014/main" id="{5DEDA514-1CE6-41D2-800E-D4017A4D8D5F}"/>
                </a:ext>
              </a:extLst>
            </p:cNvPr>
            <p:cNvGrpSpPr/>
            <p:nvPr/>
          </p:nvGrpSpPr>
          <p:grpSpPr>
            <a:xfrm>
              <a:off x="6744631" y="3068775"/>
              <a:ext cx="3016472" cy="676275"/>
              <a:chOff x="7611511" y="5020299"/>
              <a:chExt cx="3016472" cy="676275"/>
            </a:xfrm>
          </p:grpSpPr>
          <p:grpSp>
            <p:nvGrpSpPr>
              <p:cNvPr id="1826" name="Group 1825">
                <a:extLst>
                  <a:ext uri="{FF2B5EF4-FFF2-40B4-BE49-F238E27FC236}">
                    <a16:creationId xmlns:a16="http://schemas.microsoft.com/office/drawing/2014/main" id="{A8E225F4-AE9E-4C46-B748-FB529F2284D6}"/>
                  </a:ext>
                </a:extLst>
              </p:cNvPr>
              <p:cNvGrpSpPr/>
              <p:nvPr/>
            </p:nvGrpSpPr>
            <p:grpSpPr>
              <a:xfrm>
                <a:off x="7782696" y="5020299"/>
                <a:ext cx="2826257" cy="676275"/>
                <a:chOff x="7782696" y="5020299"/>
                <a:chExt cx="2826257" cy="676275"/>
              </a:xfrm>
            </p:grpSpPr>
            <p:sp>
              <p:nvSpPr>
                <p:cNvPr id="1828" name="Freeform: Shape 1827">
                  <a:extLst>
                    <a:ext uri="{FF2B5EF4-FFF2-40B4-BE49-F238E27FC236}">
                      <a16:creationId xmlns:a16="http://schemas.microsoft.com/office/drawing/2014/main" id="{A7D7E50E-0BF4-40AE-AF88-ACEACBDCBB1E}"/>
                    </a:ext>
                  </a:extLst>
                </p:cNvPr>
                <p:cNvSpPr/>
                <p:nvPr/>
              </p:nvSpPr>
              <p:spPr>
                <a:xfrm>
                  <a:off x="8163791" y="5114406"/>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chemeClr val="tx1"/>
                  </a:solidFill>
                  <a:prstDash val="solid"/>
                  <a:miter/>
                </a:ln>
              </p:spPr>
              <p:txBody>
                <a:bodyPr rtlCol="0" anchor="ctr"/>
                <a:lstStyle/>
                <a:p>
                  <a:endParaRPr lang="en-US"/>
                </a:p>
              </p:txBody>
            </p:sp>
            <p:sp>
              <p:nvSpPr>
                <p:cNvPr id="1829" name="Freeform: Shape 1828">
                  <a:extLst>
                    <a:ext uri="{FF2B5EF4-FFF2-40B4-BE49-F238E27FC236}">
                      <a16:creationId xmlns:a16="http://schemas.microsoft.com/office/drawing/2014/main" id="{3E8664E4-1FAD-495E-81E6-70D10CE2D59C}"/>
                    </a:ext>
                  </a:extLst>
                </p:cNvPr>
                <p:cNvSpPr/>
                <p:nvPr/>
              </p:nvSpPr>
              <p:spPr>
                <a:xfrm>
                  <a:off x="7910712" y="5257852"/>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tx1"/>
                  </a:solidFill>
                  <a:custDash>
                    <a:ds d="675000" sp="675000"/>
                  </a:custDash>
                  <a:miter/>
                </a:ln>
              </p:spPr>
              <p:txBody>
                <a:bodyPr rtlCol="0" anchor="ctr"/>
                <a:lstStyle/>
                <a:p>
                  <a:endParaRPr lang="en-US"/>
                </a:p>
              </p:txBody>
            </p:sp>
            <p:sp>
              <p:nvSpPr>
                <p:cNvPr id="1830" name="Freeform: Shape 1829">
                  <a:extLst>
                    <a:ext uri="{FF2B5EF4-FFF2-40B4-BE49-F238E27FC236}">
                      <a16:creationId xmlns:a16="http://schemas.microsoft.com/office/drawing/2014/main" id="{4BC58F6F-56C5-45B4-8746-F8C08544B71A}"/>
                    </a:ext>
                  </a:extLst>
                </p:cNvPr>
                <p:cNvSpPr/>
                <p:nvPr/>
              </p:nvSpPr>
              <p:spPr>
                <a:xfrm>
                  <a:off x="7782696" y="5401299"/>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chemeClr val="tx1"/>
                  </a:solidFill>
                  <a:prstDash val="solid"/>
                  <a:miter/>
                </a:ln>
              </p:spPr>
              <p:txBody>
                <a:bodyPr rtlCol="0" anchor="ctr"/>
                <a:lstStyle/>
                <a:p>
                  <a:endParaRPr lang="en-US"/>
                </a:p>
              </p:txBody>
            </p:sp>
            <p:sp>
              <p:nvSpPr>
                <p:cNvPr id="1831" name="Freeform: Shape 1830">
                  <a:extLst>
                    <a:ext uri="{FF2B5EF4-FFF2-40B4-BE49-F238E27FC236}">
                      <a16:creationId xmlns:a16="http://schemas.microsoft.com/office/drawing/2014/main" id="{6510F4BA-DEA6-4940-8E92-A25934B8F678}"/>
                    </a:ext>
                  </a:extLst>
                </p:cNvPr>
                <p:cNvSpPr/>
                <p:nvPr/>
              </p:nvSpPr>
              <p:spPr>
                <a:xfrm>
                  <a:off x="8960462" y="5557795"/>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chemeClr val="tx1"/>
                  </a:solidFill>
                  <a:prstDash val="solid"/>
                  <a:miter/>
                </a:ln>
              </p:spPr>
              <p:txBody>
                <a:bodyPr rtlCol="0" anchor="ctr"/>
                <a:lstStyle/>
                <a:p>
                  <a:endParaRPr lang="en-US"/>
                </a:p>
              </p:txBody>
            </p:sp>
            <p:sp>
              <p:nvSpPr>
                <p:cNvPr id="1832" name="Freeform: Shape 1831">
                  <a:extLst>
                    <a:ext uri="{FF2B5EF4-FFF2-40B4-BE49-F238E27FC236}">
                      <a16:creationId xmlns:a16="http://schemas.microsoft.com/office/drawing/2014/main" id="{36EE5FB2-715F-40A1-A6C0-DB34862FEE5A}"/>
                    </a:ext>
                  </a:extLst>
                </p:cNvPr>
                <p:cNvSpPr/>
                <p:nvPr/>
              </p:nvSpPr>
              <p:spPr>
                <a:xfrm>
                  <a:off x="8651757" y="5401299"/>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chemeClr val="tx1"/>
                  </a:solidFill>
                  <a:prstDash val="solid"/>
                  <a:miter/>
                </a:ln>
              </p:spPr>
              <p:txBody>
                <a:bodyPr rtlCol="0" anchor="ctr"/>
                <a:lstStyle/>
                <a:p>
                  <a:endParaRPr lang="en-US"/>
                </a:p>
              </p:txBody>
            </p:sp>
            <p:sp>
              <p:nvSpPr>
                <p:cNvPr id="1833" name="Freeform: Shape 1832">
                  <a:extLst>
                    <a:ext uri="{FF2B5EF4-FFF2-40B4-BE49-F238E27FC236}">
                      <a16:creationId xmlns:a16="http://schemas.microsoft.com/office/drawing/2014/main" id="{92F8FACF-B970-43BA-BC93-D20A6C735614}"/>
                    </a:ext>
                  </a:extLst>
                </p:cNvPr>
                <p:cNvSpPr/>
                <p:nvPr/>
              </p:nvSpPr>
              <p:spPr>
                <a:xfrm>
                  <a:off x="8739863" y="5407776"/>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chemeClr val="tx1"/>
                  </a:solidFill>
                  <a:custDash>
                    <a:ds d="675000" sp="675000"/>
                  </a:custDash>
                  <a:miter/>
                </a:ln>
              </p:spPr>
              <p:txBody>
                <a:bodyPr rtlCol="0" anchor="ctr"/>
                <a:lstStyle/>
                <a:p>
                  <a:endParaRPr lang="en-US"/>
                </a:p>
              </p:txBody>
            </p:sp>
            <p:sp>
              <p:nvSpPr>
                <p:cNvPr id="1834" name="Freeform: Shape 1833">
                  <a:extLst>
                    <a:ext uri="{FF2B5EF4-FFF2-40B4-BE49-F238E27FC236}">
                      <a16:creationId xmlns:a16="http://schemas.microsoft.com/office/drawing/2014/main" id="{AB3C2ACE-CFE8-427A-8C49-B87C3F183E5E}"/>
                    </a:ext>
                  </a:extLst>
                </p:cNvPr>
                <p:cNvSpPr/>
                <p:nvPr/>
              </p:nvSpPr>
              <p:spPr>
                <a:xfrm>
                  <a:off x="9539391" y="5407776"/>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chemeClr val="tx1"/>
                  </a:solidFill>
                  <a:prstDash val="solid"/>
                  <a:miter/>
                </a:ln>
              </p:spPr>
              <p:txBody>
                <a:bodyPr rtlCol="0" anchor="ctr"/>
                <a:lstStyle/>
                <a:p>
                  <a:endParaRPr lang="en-US"/>
                </a:p>
              </p:txBody>
            </p:sp>
            <p:sp>
              <p:nvSpPr>
                <p:cNvPr id="1835" name="Freeform: Shape 1834">
                  <a:extLst>
                    <a:ext uri="{FF2B5EF4-FFF2-40B4-BE49-F238E27FC236}">
                      <a16:creationId xmlns:a16="http://schemas.microsoft.com/office/drawing/2014/main" id="{E6004385-74A2-4353-A7F8-2C3ACEF5992A}"/>
                    </a:ext>
                  </a:extLst>
                </p:cNvPr>
                <p:cNvSpPr/>
                <p:nvPr/>
              </p:nvSpPr>
              <p:spPr>
                <a:xfrm>
                  <a:off x="9709222" y="5407966"/>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tx1"/>
                  </a:solidFill>
                  <a:prstDash val="solid"/>
                  <a:miter/>
                </a:ln>
              </p:spPr>
              <p:txBody>
                <a:bodyPr rtlCol="0" anchor="ctr"/>
                <a:lstStyle/>
                <a:p>
                  <a:endParaRPr lang="en-US"/>
                </a:p>
              </p:txBody>
            </p:sp>
            <p:sp>
              <p:nvSpPr>
                <p:cNvPr id="1836" name="Freeform: Shape 1835">
                  <a:extLst>
                    <a:ext uri="{FF2B5EF4-FFF2-40B4-BE49-F238E27FC236}">
                      <a16:creationId xmlns:a16="http://schemas.microsoft.com/office/drawing/2014/main" id="{32C14F09-FDB7-489C-B3E2-08D5DCC9308E}"/>
                    </a:ext>
                  </a:extLst>
                </p:cNvPr>
                <p:cNvSpPr/>
                <p:nvPr/>
              </p:nvSpPr>
              <p:spPr>
                <a:xfrm>
                  <a:off x="9539391" y="5563224"/>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chemeClr val="tx1"/>
                  </a:solidFill>
                  <a:prstDash val="solid"/>
                  <a:miter/>
                </a:ln>
              </p:spPr>
              <p:txBody>
                <a:bodyPr rtlCol="0" anchor="ctr"/>
                <a:lstStyle/>
                <a:p>
                  <a:endParaRPr lang="en-US"/>
                </a:p>
              </p:txBody>
            </p:sp>
            <p:sp>
              <p:nvSpPr>
                <p:cNvPr id="1837" name="Freeform: Shape 1836">
                  <a:extLst>
                    <a:ext uri="{FF2B5EF4-FFF2-40B4-BE49-F238E27FC236}">
                      <a16:creationId xmlns:a16="http://schemas.microsoft.com/office/drawing/2014/main" id="{20B3B539-881E-4DDD-8E58-65B1A7A2B167}"/>
                    </a:ext>
                  </a:extLst>
                </p:cNvPr>
                <p:cNvSpPr/>
                <p:nvPr/>
              </p:nvSpPr>
              <p:spPr>
                <a:xfrm>
                  <a:off x="9686076" y="5257852"/>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tx1"/>
                  </a:solidFill>
                  <a:prstDash val="solid"/>
                  <a:miter/>
                </a:ln>
              </p:spPr>
              <p:txBody>
                <a:bodyPr rtlCol="0" anchor="ctr"/>
                <a:lstStyle/>
                <a:p>
                  <a:endParaRPr lang="en-US"/>
                </a:p>
              </p:txBody>
            </p:sp>
            <p:sp>
              <p:nvSpPr>
                <p:cNvPr id="1838" name="Freeform: Shape 1837">
                  <a:extLst>
                    <a:ext uri="{FF2B5EF4-FFF2-40B4-BE49-F238E27FC236}">
                      <a16:creationId xmlns:a16="http://schemas.microsoft.com/office/drawing/2014/main" id="{B8203481-9635-4BAC-94D0-4C2538791A61}"/>
                    </a:ext>
                  </a:extLst>
                </p:cNvPr>
                <p:cNvSpPr/>
                <p:nvPr/>
              </p:nvSpPr>
              <p:spPr>
                <a:xfrm>
                  <a:off x="7870135" y="5620374"/>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chemeClr val="tx1"/>
                  </a:solidFill>
                  <a:prstDash val="solid"/>
                  <a:miter/>
                </a:ln>
              </p:spPr>
              <p:txBody>
                <a:bodyPr rtlCol="0" anchor="ctr"/>
                <a:lstStyle/>
                <a:p>
                  <a:endParaRPr lang="en-US"/>
                </a:p>
              </p:txBody>
            </p:sp>
            <p:sp>
              <p:nvSpPr>
                <p:cNvPr id="1839" name="Freeform: Shape 1838">
                  <a:extLst>
                    <a:ext uri="{FF2B5EF4-FFF2-40B4-BE49-F238E27FC236}">
                      <a16:creationId xmlns:a16="http://schemas.microsoft.com/office/drawing/2014/main" id="{2B14EEA7-297E-442E-BC93-1E949CFB9739}"/>
                    </a:ext>
                  </a:extLst>
                </p:cNvPr>
                <p:cNvSpPr/>
                <p:nvPr/>
              </p:nvSpPr>
              <p:spPr>
                <a:xfrm>
                  <a:off x="8404583" y="5020299"/>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chemeClr val="tx1"/>
                  </a:solidFill>
                  <a:prstDash val="solid"/>
                  <a:miter/>
                </a:ln>
              </p:spPr>
              <p:txBody>
                <a:bodyPr rtlCol="0" anchor="ctr"/>
                <a:lstStyle/>
                <a:p>
                  <a:endParaRPr lang="en-US"/>
                </a:p>
              </p:txBody>
            </p:sp>
          </p:grpSp>
          <p:sp>
            <p:nvSpPr>
              <p:cNvPr id="1827" name="Freeform: Shape 1826">
                <a:extLst>
                  <a:ext uri="{FF2B5EF4-FFF2-40B4-BE49-F238E27FC236}">
                    <a16:creationId xmlns:a16="http://schemas.microsoft.com/office/drawing/2014/main" id="{2658282B-463B-4D14-8436-AC50ACE31388}"/>
                  </a:ext>
                </a:extLst>
              </p:cNvPr>
              <p:cNvSpPr/>
              <p:nvPr/>
            </p:nvSpPr>
            <p:spPr>
              <a:xfrm>
                <a:off x="7611511" y="5096285"/>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alpha val="60000"/>
                </a:srgbClr>
              </a:solidFill>
              <a:ln w="9525" cap="flat">
                <a:noFill/>
                <a:prstDash val="solid"/>
                <a:miter/>
              </a:ln>
            </p:spPr>
            <p:txBody>
              <a:bodyPr rtlCol="0" anchor="ctr"/>
              <a:lstStyle/>
              <a:p>
                <a:endParaRPr lang="en-US"/>
              </a:p>
            </p:txBody>
          </p:sp>
        </p:grpSp>
        <p:grpSp>
          <p:nvGrpSpPr>
            <p:cNvPr id="1840" name="Group 1839">
              <a:extLst>
                <a:ext uri="{FF2B5EF4-FFF2-40B4-BE49-F238E27FC236}">
                  <a16:creationId xmlns:a16="http://schemas.microsoft.com/office/drawing/2014/main" id="{0F056FA1-5CB9-4FBC-B009-53D2A996FDA2}"/>
                </a:ext>
              </a:extLst>
            </p:cNvPr>
            <p:cNvGrpSpPr/>
            <p:nvPr/>
          </p:nvGrpSpPr>
          <p:grpSpPr>
            <a:xfrm>
              <a:off x="6882783" y="3843953"/>
              <a:ext cx="2826257" cy="676275"/>
              <a:chOff x="8799528" y="2667824"/>
              <a:chExt cx="2826257" cy="676275"/>
            </a:xfrm>
          </p:grpSpPr>
          <p:sp>
            <p:nvSpPr>
              <p:cNvPr id="1841" name="Freeform: Shape 1840">
                <a:extLst>
                  <a:ext uri="{FF2B5EF4-FFF2-40B4-BE49-F238E27FC236}">
                    <a16:creationId xmlns:a16="http://schemas.microsoft.com/office/drawing/2014/main" id="{92AC14EC-DB57-4624-B699-9A2853D1B987}"/>
                  </a:ext>
                </a:extLst>
              </p:cNvPr>
              <p:cNvSpPr/>
              <p:nvPr/>
            </p:nvSpPr>
            <p:spPr>
              <a:xfrm>
                <a:off x="9180623" y="2761931"/>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0070C0"/>
                </a:solidFill>
                <a:prstDash val="solid"/>
                <a:miter/>
              </a:ln>
            </p:spPr>
            <p:txBody>
              <a:bodyPr rtlCol="0" anchor="ctr"/>
              <a:lstStyle/>
              <a:p>
                <a:endParaRPr lang="en-US"/>
              </a:p>
            </p:txBody>
          </p:sp>
          <p:sp>
            <p:nvSpPr>
              <p:cNvPr id="1842" name="Freeform: Shape 1841">
                <a:extLst>
                  <a:ext uri="{FF2B5EF4-FFF2-40B4-BE49-F238E27FC236}">
                    <a16:creationId xmlns:a16="http://schemas.microsoft.com/office/drawing/2014/main" id="{9902491E-2A1C-46B3-9A39-45D077395D68}"/>
                  </a:ext>
                </a:extLst>
              </p:cNvPr>
              <p:cNvSpPr/>
              <p:nvPr/>
            </p:nvSpPr>
            <p:spPr>
              <a:xfrm>
                <a:off x="8927544" y="2905377"/>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accent2">
                    <a:lumMod val="50000"/>
                  </a:schemeClr>
                </a:solidFill>
                <a:custDash>
                  <a:ds d="675000" sp="675000"/>
                </a:custDash>
                <a:miter/>
              </a:ln>
            </p:spPr>
            <p:txBody>
              <a:bodyPr rtlCol="0" anchor="ctr"/>
              <a:lstStyle/>
              <a:p>
                <a:endParaRPr lang="en-US"/>
              </a:p>
            </p:txBody>
          </p:sp>
          <p:sp>
            <p:nvSpPr>
              <p:cNvPr id="1843" name="Freeform: Shape 1842">
                <a:extLst>
                  <a:ext uri="{FF2B5EF4-FFF2-40B4-BE49-F238E27FC236}">
                    <a16:creationId xmlns:a16="http://schemas.microsoft.com/office/drawing/2014/main" id="{F855DCFC-8266-43C0-AAE3-CA34E864D68B}"/>
                  </a:ext>
                </a:extLst>
              </p:cNvPr>
              <p:cNvSpPr/>
              <p:nvPr/>
            </p:nvSpPr>
            <p:spPr>
              <a:xfrm>
                <a:off x="8799528" y="3048824"/>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7030A0"/>
                </a:solidFill>
                <a:prstDash val="solid"/>
                <a:miter/>
              </a:ln>
            </p:spPr>
            <p:txBody>
              <a:bodyPr rtlCol="0" anchor="ctr"/>
              <a:lstStyle/>
              <a:p>
                <a:endParaRPr lang="en-US"/>
              </a:p>
            </p:txBody>
          </p:sp>
          <p:sp>
            <p:nvSpPr>
              <p:cNvPr id="1844" name="Freeform: Shape 1843">
                <a:extLst>
                  <a:ext uri="{FF2B5EF4-FFF2-40B4-BE49-F238E27FC236}">
                    <a16:creationId xmlns:a16="http://schemas.microsoft.com/office/drawing/2014/main" id="{0ACDD285-94AA-4D15-9276-F349ADD9E63C}"/>
                  </a:ext>
                </a:extLst>
              </p:cNvPr>
              <p:cNvSpPr/>
              <p:nvPr/>
            </p:nvSpPr>
            <p:spPr>
              <a:xfrm>
                <a:off x="9977294" y="3205320"/>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7030A0"/>
                </a:solidFill>
                <a:prstDash val="solid"/>
                <a:miter/>
              </a:ln>
            </p:spPr>
            <p:txBody>
              <a:bodyPr rtlCol="0" anchor="ctr"/>
              <a:lstStyle/>
              <a:p>
                <a:endParaRPr lang="en-US"/>
              </a:p>
            </p:txBody>
          </p:sp>
          <p:sp>
            <p:nvSpPr>
              <p:cNvPr id="1845" name="Freeform: Shape 1844">
                <a:extLst>
                  <a:ext uri="{FF2B5EF4-FFF2-40B4-BE49-F238E27FC236}">
                    <a16:creationId xmlns:a16="http://schemas.microsoft.com/office/drawing/2014/main" id="{697516EC-228E-4CCA-B06B-23C4FCB98E2E}"/>
                  </a:ext>
                </a:extLst>
              </p:cNvPr>
              <p:cNvSpPr/>
              <p:nvPr/>
            </p:nvSpPr>
            <p:spPr>
              <a:xfrm>
                <a:off x="9668589" y="3048824"/>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7030A0"/>
                </a:solidFill>
                <a:prstDash val="solid"/>
                <a:miter/>
              </a:ln>
            </p:spPr>
            <p:txBody>
              <a:bodyPr rtlCol="0" anchor="ctr"/>
              <a:lstStyle/>
              <a:p>
                <a:endParaRPr lang="en-US"/>
              </a:p>
            </p:txBody>
          </p:sp>
          <p:sp>
            <p:nvSpPr>
              <p:cNvPr id="1846" name="Freeform: Shape 1845">
                <a:extLst>
                  <a:ext uri="{FF2B5EF4-FFF2-40B4-BE49-F238E27FC236}">
                    <a16:creationId xmlns:a16="http://schemas.microsoft.com/office/drawing/2014/main" id="{46D4EEE0-9C5C-4757-8F15-8BAFE1A3E950}"/>
                  </a:ext>
                </a:extLst>
              </p:cNvPr>
              <p:cNvSpPr/>
              <p:nvPr/>
            </p:nvSpPr>
            <p:spPr>
              <a:xfrm>
                <a:off x="9756695" y="3055301"/>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00B050"/>
                </a:solidFill>
                <a:custDash>
                  <a:ds d="675000" sp="675000"/>
                </a:custDash>
                <a:miter/>
              </a:ln>
            </p:spPr>
            <p:txBody>
              <a:bodyPr rtlCol="0" anchor="ctr"/>
              <a:lstStyle/>
              <a:p>
                <a:endParaRPr lang="en-US"/>
              </a:p>
            </p:txBody>
          </p:sp>
          <p:sp>
            <p:nvSpPr>
              <p:cNvPr id="1847" name="Freeform: Shape 1846">
                <a:extLst>
                  <a:ext uri="{FF2B5EF4-FFF2-40B4-BE49-F238E27FC236}">
                    <a16:creationId xmlns:a16="http://schemas.microsoft.com/office/drawing/2014/main" id="{5C53EA37-D80A-47E2-84B5-F1ADED17CA18}"/>
                  </a:ext>
                </a:extLst>
              </p:cNvPr>
              <p:cNvSpPr/>
              <p:nvPr/>
            </p:nvSpPr>
            <p:spPr>
              <a:xfrm>
                <a:off x="10556223" y="3055301"/>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C000"/>
                </a:solidFill>
                <a:prstDash val="solid"/>
                <a:miter/>
              </a:ln>
            </p:spPr>
            <p:txBody>
              <a:bodyPr rtlCol="0" anchor="ctr"/>
              <a:lstStyle/>
              <a:p>
                <a:endParaRPr lang="en-US"/>
              </a:p>
            </p:txBody>
          </p:sp>
          <p:sp>
            <p:nvSpPr>
              <p:cNvPr id="1848" name="Freeform: Shape 1847">
                <a:extLst>
                  <a:ext uri="{FF2B5EF4-FFF2-40B4-BE49-F238E27FC236}">
                    <a16:creationId xmlns:a16="http://schemas.microsoft.com/office/drawing/2014/main" id="{C1AE7AE6-AD8A-4D50-873B-EFEE64299737}"/>
                  </a:ext>
                </a:extLst>
              </p:cNvPr>
              <p:cNvSpPr/>
              <p:nvPr/>
            </p:nvSpPr>
            <p:spPr>
              <a:xfrm>
                <a:off x="10726054" y="3055491"/>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accent4">
                    <a:lumMod val="75000"/>
                  </a:schemeClr>
                </a:solidFill>
                <a:prstDash val="solid"/>
                <a:miter/>
              </a:ln>
            </p:spPr>
            <p:txBody>
              <a:bodyPr rtlCol="0" anchor="ctr"/>
              <a:lstStyle/>
              <a:p>
                <a:endParaRPr lang="en-US"/>
              </a:p>
            </p:txBody>
          </p:sp>
          <p:sp>
            <p:nvSpPr>
              <p:cNvPr id="1849" name="Freeform: Shape 1848">
                <a:extLst>
                  <a:ext uri="{FF2B5EF4-FFF2-40B4-BE49-F238E27FC236}">
                    <a16:creationId xmlns:a16="http://schemas.microsoft.com/office/drawing/2014/main" id="{7451075E-0963-47E2-A213-C399FBC5F012}"/>
                  </a:ext>
                </a:extLst>
              </p:cNvPr>
              <p:cNvSpPr/>
              <p:nvPr/>
            </p:nvSpPr>
            <p:spPr>
              <a:xfrm>
                <a:off x="10556223" y="3210749"/>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7030A0"/>
                </a:solidFill>
                <a:prstDash val="solid"/>
                <a:miter/>
              </a:ln>
            </p:spPr>
            <p:txBody>
              <a:bodyPr rtlCol="0" anchor="ctr"/>
              <a:lstStyle/>
              <a:p>
                <a:endParaRPr lang="en-US"/>
              </a:p>
            </p:txBody>
          </p:sp>
          <p:sp>
            <p:nvSpPr>
              <p:cNvPr id="1850" name="Freeform: Shape 1849">
                <a:extLst>
                  <a:ext uri="{FF2B5EF4-FFF2-40B4-BE49-F238E27FC236}">
                    <a16:creationId xmlns:a16="http://schemas.microsoft.com/office/drawing/2014/main" id="{C3CD3ECB-6D93-4B5D-9B52-8F997D022E66}"/>
                  </a:ext>
                </a:extLst>
              </p:cNvPr>
              <p:cNvSpPr/>
              <p:nvPr/>
            </p:nvSpPr>
            <p:spPr>
              <a:xfrm>
                <a:off x="10702908" y="2905377"/>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accent6">
                    <a:lumMod val="50000"/>
                  </a:schemeClr>
                </a:solidFill>
                <a:prstDash val="solid"/>
                <a:miter/>
              </a:ln>
            </p:spPr>
            <p:txBody>
              <a:bodyPr rtlCol="0" anchor="ctr"/>
              <a:lstStyle/>
              <a:p>
                <a:endParaRPr lang="en-US"/>
              </a:p>
            </p:txBody>
          </p:sp>
          <p:sp>
            <p:nvSpPr>
              <p:cNvPr id="1851" name="Freeform: Shape 1850">
                <a:extLst>
                  <a:ext uri="{FF2B5EF4-FFF2-40B4-BE49-F238E27FC236}">
                    <a16:creationId xmlns:a16="http://schemas.microsoft.com/office/drawing/2014/main" id="{4B33AB7B-6DD8-4C34-9ACD-0DB3A58480F1}"/>
                  </a:ext>
                </a:extLst>
              </p:cNvPr>
              <p:cNvSpPr/>
              <p:nvPr/>
            </p:nvSpPr>
            <p:spPr>
              <a:xfrm>
                <a:off x="8886967" y="3267899"/>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FF0000"/>
                </a:solidFill>
                <a:prstDash val="solid"/>
                <a:miter/>
              </a:ln>
            </p:spPr>
            <p:txBody>
              <a:bodyPr rtlCol="0" anchor="ctr"/>
              <a:lstStyle/>
              <a:p>
                <a:endParaRPr lang="en-US"/>
              </a:p>
            </p:txBody>
          </p:sp>
          <p:sp>
            <p:nvSpPr>
              <p:cNvPr id="1852" name="Freeform: Shape 1851">
                <a:extLst>
                  <a:ext uri="{FF2B5EF4-FFF2-40B4-BE49-F238E27FC236}">
                    <a16:creationId xmlns:a16="http://schemas.microsoft.com/office/drawing/2014/main" id="{8EA4BFEC-E7D9-4356-A80A-3AE33B9FF225}"/>
                  </a:ext>
                </a:extLst>
              </p:cNvPr>
              <p:cNvSpPr/>
              <p:nvPr/>
            </p:nvSpPr>
            <p:spPr>
              <a:xfrm>
                <a:off x="9421415" y="2667824"/>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FF0000"/>
                </a:solidFill>
                <a:prstDash val="solid"/>
                <a:miter/>
              </a:ln>
            </p:spPr>
            <p:txBody>
              <a:bodyPr rtlCol="0" anchor="ctr"/>
              <a:lstStyle/>
              <a:p>
                <a:endParaRPr lang="en-US"/>
              </a:p>
            </p:txBody>
          </p:sp>
        </p:grpSp>
        <p:grpSp>
          <p:nvGrpSpPr>
            <p:cNvPr id="1853" name="Group 1852">
              <a:extLst>
                <a:ext uri="{FF2B5EF4-FFF2-40B4-BE49-F238E27FC236}">
                  <a16:creationId xmlns:a16="http://schemas.microsoft.com/office/drawing/2014/main" id="{D2154D80-EC9A-45DF-902F-C48191EC436E}"/>
                </a:ext>
              </a:extLst>
            </p:cNvPr>
            <p:cNvGrpSpPr/>
            <p:nvPr/>
          </p:nvGrpSpPr>
          <p:grpSpPr>
            <a:xfrm>
              <a:off x="6311661" y="5531809"/>
              <a:ext cx="3167370" cy="858107"/>
              <a:chOff x="4014110" y="4950936"/>
              <a:chExt cx="3167370" cy="858107"/>
            </a:xfrm>
          </p:grpSpPr>
          <p:sp>
            <p:nvSpPr>
              <p:cNvPr id="1854" name="Freeform: Shape 1853">
                <a:extLst>
                  <a:ext uri="{FF2B5EF4-FFF2-40B4-BE49-F238E27FC236}">
                    <a16:creationId xmlns:a16="http://schemas.microsoft.com/office/drawing/2014/main" id="{428F855B-114E-482D-951C-42ABD501D29D}"/>
                  </a:ext>
                </a:extLst>
              </p:cNvPr>
              <p:cNvSpPr/>
              <p:nvPr/>
            </p:nvSpPr>
            <p:spPr>
              <a:xfrm>
                <a:off x="4014110" y="4974368"/>
                <a:ext cx="3167370" cy="721423"/>
              </a:xfrm>
              <a:custGeom>
                <a:avLst/>
                <a:gdLst>
                  <a:gd name="connsiteX0" fmla="*/ 1173871 w 3167370"/>
                  <a:gd name="connsiteY0" fmla="*/ 721423 h 721423"/>
                  <a:gd name="connsiteX1" fmla="*/ 54398 w 3167370"/>
                  <a:gd name="connsiteY1" fmla="*/ 721423 h 721423"/>
                  <a:gd name="connsiteX2" fmla="*/ 30680 w 3167370"/>
                  <a:gd name="connsiteY2" fmla="*/ 658463 h 721423"/>
                  <a:gd name="connsiteX3" fmla="*/ 707337 w 3167370"/>
                  <a:gd name="connsiteY3" fmla="*/ 62960 h 721423"/>
                  <a:gd name="connsiteX4" fmla="*/ 874119 w 3167370"/>
                  <a:gd name="connsiteY4" fmla="*/ 0 h 721423"/>
                  <a:gd name="connsiteX5" fmla="*/ 3112971 w 3167370"/>
                  <a:gd name="connsiteY5" fmla="*/ 0 h 721423"/>
                  <a:gd name="connsiteX6" fmla="*/ 3136688 w 3167370"/>
                  <a:gd name="connsiteY6" fmla="*/ 62960 h 721423"/>
                  <a:gd name="connsiteX7" fmla="*/ 2460032 w 3167370"/>
                  <a:gd name="connsiteY7" fmla="*/ 658463 h 721423"/>
                  <a:gd name="connsiteX8" fmla="*/ 2293249 w 3167370"/>
                  <a:gd name="connsiteY8" fmla="*/ 721423 h 72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70" h="721423">
                    <a:moveTo>
                      <a:pt x="1173871" y="721423"/>
                    </a:moveTo>
                    <a:lnTo>
                      <a:pt x="54398" y="721423"/>
                    </a:lnTo>
                    <a:cubicBezTo>
                      <a:pt x="-9103" y="721423"/>
                      <a:pt x="-17008" y="700440"/>
                      <a:pt x="30680" y="658463"/>
                    </a:cubicBezTo>
                    <a:lnTo>
                      <a:pt x="707337" y="62960"/>
                    </a:lnTo>
                    <a:cubicBezTo>
                      <a:pt x="755028" y="20984"/>
                      <a:pt x="810616" y="0"/>
                      <a:pt x="874119" y="0"/>
                    </a:cubicBezTo>
                    <a:lnTo>
                      <a:pt x="3112971" y="0"/>
                    </a:lnTo>
                    <a:cubicBezTo>
                      <a:pt x="3176474" y="0"/>
                      <a:pt x="3184380" y="20984"/>
                      <a:pt x="3136688" y="62960"/>
                    </a:cubicBezTo>
                    <a:lnTo>
                      <a:pt x="2460032" y="658463"/>
                    </a:lnTo>
                    <a:cubicBezTo>
                      <a:pt x="2412340" y="700440"/>
                      <a:pt x="2356752" y="721423"/>
                      <a:pt x="2293249" y="721423"/>
                    </a:cubicBezTo>
                    <a:close/>
                  </a:path>
                </a:pathLst>
              </a:custGeom>
              <a:solidFill>
                <a:srgbClr val="CDEB8B"/>
              </a:solidFill>
              <a:ln w="9525" cap="flat">
                <a:solidFill>
                  <a:srgbClr val="36393D"/>
                </a:solidFill>
                <a:prstDash val="solid"/>
                <a:miter/>
              </a:ln>
            </p:spPr>
            <p:txBody>
              <a:bodyPr rtlCol="0" anchor="ctr"/>
              <a:lstStyle/>
              <a:p>
                <a:endParaRPr lang="en-US"/>
              </a:p>
            </p:txBody>
          </p:sp>
          <p:sp>
            <p:nvSpPr>
              <p:cNvPr id="1855" name="Freeform: Shape 1854">
                <a:extLst>
                  <a:ext uri="{FF2B5EF4-FFF2-40B4-BE49-F238E27FC236}">
                    <a16:creationId xmlns:a16="http://schemas.microsoft.com/office/drawing/2014/main" id="{A83A726D-EA69-4224-90AA-843C1D37BA70}"/>
                  </a:ext>
                </a:extLst>
              </p:cNvPr>
              <p:cNvSpPr/>
              <p:nvPr/>
            </p:nvSpPr>
            <p:spPr>
              <a:xfrm>
                <a:off x="4088605" y="5084858"/>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solidFill>
              <a:ln w="9525" cap="flat">
                <a:noFill/>
                <a:prstDash val="solid"/>
                <a:miter/>
              </a:ln>
            </p:spPr>
            <p:txBody>
              <a:bodyPr rtlCol="0" anchor="ctr"/>
              <a:lstStyle/>
              <a:p>
                <a:endParaRPr lang="en-US"/>
              </a:p>
            </p:txBody>
          </p:sp>
          <p:sp>
            <p:nvSpPr>
              <p:cNvPr id="1856" name="Freeform: Shape 1855">
                <a:extLst>
                  <a:ext uri="{FF2B5EF4-FFF2-40B4-BE49-F238E27FC236}">
                    <a16:creationId xmlns:a16="http://schemas.microsoft.com/office/drawing/2014/main" id="{52E38C45-03AA-45B5-B2D5-9BB35C4D01D6}"/>
                  </a:ext>
                </a:extLst>
              </p:cNvPr>
              <p:cNvSpPr/>
              <p:nvPr/>
            </p:nvSpPr>
            <p:spPr>
              <a:xfrm>
                <a:off x="4650390" y="5091430"/>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FF9933"/>
                </a:solidFill>
                <a:prstDash val="solid"/>
                <a:miter/>
              </a:ln>
            </p:spPr>
            <p:txBody>
              <a:bodyPr rtlCol="0" anchor="ctr"/>
              <a:lstStyle/>
              <a:p>
                <a:endParaRPr lang="en-US"/>
              </a:p>
            </p:txBody>
          </p:sp>
          <p:sp>
            <p:nvSpPr>
              <p:cNvPr id="1857" name="Freeform: Shape 1856">
                <a:extLst>
                  <a:ext uri="{FF2B5EF4-FFF2-40B4-BE49-F238E27FC236}">
                    <a16:creationId xmlns:a16="http://schemas.microsoft.com/office/drawing/2014/main" id="{A8542850-1D78-42B4-8039-DC15CE0823E1}"/>
                  </a:ext>
                </a:extLst>
              </p:cNvPr>
              <p:cNvSpPr/>
              <p:nvPr/>
            </p:nvSpPr>
            <p:spPr>
              <a:xfrm>
                <a:off x="4397311" y="5234876"/>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rgbClr val="FFFFFF"/>
                </a:solidFill>
                <a:custDash>
                  <a:ds d="675000" sp="675000"/>
                </a:custDash>
                <a:miter/>
              </a:ln>
            </p:spPr>
            <p:txBody>
              <a:bodyPr rtlCol="0" anchor="ctr"/>
              <a:lstStyle/>
              <a:p>
                <a:endParaRPr lang="en-US"/>
              </a:p>
            </p:txBody>
          </p:sp>
          <p:sp>
            <p:nvSpPr>
              <p:cNvPr id="1858" name="Freeform: Shape 1857">
                <a:extLst>
                  <a:ext uri="{FF2B5EF4-FFF2-40B4-BE49-F238E27FC236}">
                    <a16:creationId xmlns:a16="http://schemas.microsoft.com/office/drawing/2014/main" id="{9B4E4E51-6F7B-4A01-A428-4D373C20764C}"/>
                  </a:ext>
                </a:extLst>
              </p:cNvPr>
              <p:cNvSpPr/>
              <p:nvPr/>
            </p:nvSpPr>
            <p:spPr>
              <a:xfrm>
                <a:off x="4269295" y="5378323"/>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FFFFFF"/>
                </a:solidFill>
                <a:prstDash val="solid"/>
                <a:miter/>
              </a:ln>
            </p:spPr>
            <p:txBody>
              <a:bodyPr rtlCol="0" anchor="ctr"/>
              <a:lstStyle/>
              <a:p>
                <a:endParaRPr lang="en-US"/>
              </a:p>
            </p:txBody>
          </p:sp>
          <p:sp>
            <p:nvSpPr>
              <p:cNvPr id="1859" name="Freeform: Shape 1858">
                <a:extLst>
                  <a:ext uri="{FF2B5EF4-FFF2-40B4-BE49-F238E27FC236}">
                    <a16:creationId xmlns:a16="http://schemas.microsoft.com/office/drawing/2014/main" id="{385D0BC0-3206-40B7-8E5F-49711D1A5A67}"/>
                  </a:ext>
                </a:extLst>
              </p:cNvPr>
              <p:cNvSpPr/>
              <p:nvPr/>
            </p:nvSpPr>
            <p:spPr>
              <a:xfrm>
                <a:off x="5447061" y="5534819"/>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FFFFFF"/>
                </a:solidFill>
                <a:prstDash val="solid"/>
                <a:miter/>
              </a:ln>
            </p:spPr>
            <p:txBody>
              <a:bodyPr rtlCol="0" anchor="ctr"/>
              <a:lstStyle/>
              <a:p>
                <a:endParaRPr lang="en-US"/>
              </a:p>
            </p:txBody>
          </p:sp>
          <p:sp>
            <p:nvSpPr>
              <p:cNvPr id="1860" name="Freeform: Shape 1859">
                <a:extLst>
                  <a:ext uri="{FF2B5EF4-FFF2-40B4-BE49-F238E27FC236}">
                    <a16:creationId xmlns:a16="http://schemas.microsoft.com/office/drawing/2014/main" id="{5C789362-39A8-4E3E-93F3-F6807FDAFF31}"/>
                  </a:ext>
                </a:extLst>
              </p:cNvPr>
              <p:cNvSpPr/>
              <p:nvPr/>
            </p:nvSpPr>
            <p:spPr>
              <a:xfrm>
                <a:off x="5138356" y="5378323"/>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FFFFFF"/>
                </a:solidFill>
                <a:prstDash val="solid"/>
                <a:miter/>
              </a:ln>
            </p:spPr>
            <p:txBody>
              <a:bodyPr rtlCol="0" anchor="ctr"/>
              <a:lstStyle/>
              <a:p>
                <a:endParaRPr lang="en-US"/>
              </a:p>
            </p:txBody>
          </p:sp>
          <p:sp>
            <p:nvSpPr>
              <p:cNvPr id="1861" name="Freeform: Shape 1860">
                <a:extLst>
                  <a:ext uri="{FF2B5EF4-FFF2-40B4-BE49-F238E27FC236}">
                    <a16:creationId xmlns:a16="http://schemas.microsoft.com/office/drawing/2014/main" id="{CBD1D855-CB85-4B2C-8ADB-85F983CD6F60}"/>
                  </a:ext>
                </a:extLst>
              </p:cNvPr>
              <p:cNvSpPr/>
              <p:nvPr/>
            </p:nvSpPr>
            <p:spPr>
              <a:xfrm>
                <a:off x="5226462" y="5384800"/>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FFFFFF"/>
                </a:solidFill>
                <a:custDash>
                  <a:ds d="675000" sp="675000"/>
                </a:custDash>
                <a:miter/>
              </a:ln>
            </p:spPr>
            <p:txBody>
              <a:bodyPr rtlCol="0" anchor="ctr"/>
              <a:lstStyle/>
              <a:p>
                <a:endParaRPr lang="en-US"/>
              </a:p>
            </p:txBody>
          </p:sp>
          <p:sp>
            <p:nvSpPr>
              <p:cNvPr id="1862" name="Freeform: Shape 1861">
                <a:extLst>
                  <a:ext uri="{FF2B5EF4-FFF2-40B4-BE49-F238E27FC236}">
                    <a16:creationId xmlns:a16="http://schemas.microsoft.com/office/drawing/2014/main" id="{71D2D865-16C8-4187-AC16-DBAB50291A2B}"/>
                  </a:ext>
                </a:extLst>
              </p:cNvPr>
              <p:cNvSpPr/>
              <p:nvPr/>
            </p:nvSpPr>
            <p:spPr>
              <a:xfrm>
                <a:off x="6025990" y="5384800"/>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FFFF"/>
                </a:solidFill>
                <a:prstDash val="solid"/>
                <a:miter/>
              </a:ln>
            </p:spPr>
            <p:txBody>
              <a:bodyPr rtlCol="0" anchor="ctr"/>
              <a:lstStyle/>
              <a:p>
                <a:endParaRPr lang="en-US"/>
              </a:p>
            </p:txBody>
          </p:sp>
          <p:sp>
            <p:nvSpPr>
              <p:cNvPr id="1863" name="Freeform: Shape 1862">
                <a:extLst>
                  <a:ext uri="{FF2B5EF4-FFF2-40B4-BE49-F238E27FC236}">
                    <a16:creationId xmlns:a16="http://schemas.microsoft.com/office/drawing/2014/main" id="{339619EF-AC58-4F52-A3B8-53D840F5E5E2}"/>
                  </a:ext>
                </a:extLst>
              </p:cNvPr>
              <p:cNvSpPr/>
              <p:nvPr/>
            </p:nvSpPr>
            <p:spPr>
              <a:xfrm>
                <a:off x="6195821" y="5384990"/>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rgbClr val="FFFFFF"/>
                </a:solidFill>
                <a:prstDash val="solid"/>
                <a:miter/>
              </a:ln>
            </p:spPr>
            <p:txBody>
              <a:bodyPr rtlCol="0" anchor="ctr"/>
              <a:lstStyle/>
              <a:p>
                <a:endParaRPr lang="en-US"/>
              </a:p>
            </p:txBody>
          </p:sp>
          <p:sp>
            <p:nvSpPr>
              <p:cNvPr id="1864" name="Freeform: Shape 1863">
                <a:extLst>
                  <a:ext uri="{FF2B5EF4-FFF2-40B4-BE49-F238E27FC236}">
                    <a16:creationId xmlns:a16="http://schemas.microsoft.com/office/drawing/2014/main" id="{1A1FC0BC-09B9-4C2B-AECC-C19DEAF647DB}"/>
                  </a:ext>
                </a:extLst>
              </p:cNvPr>
              <p:cNvSpPr/>
              <p:nvPr/>
            </p:nvSpPr>
            <p:spPr>
              <a:xfrm>
                <a:off x="6025990" y="5540248"/>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FFFFFF"/>
                </a:solidFill>
                <a:prstDash val="solid"/>
                <a:miter/>
              </a:ln>
            </p:spPr>
            <p:txBody>
              <a:bodyPr rtlCol="0" anchor="ctr"/>
              <a:lstStyle/>
              <a:p>
                <a:endParaRPr lang="en-US"/>
              </a:p>
            </p:txBody>
          </p:sp>
          <p:sp>
            <p:nvSpPr>
              <p:cNvPr id="1865" name="Freeform: Shape 1864">
                <a:extLst>
                  <a:ext uri="{FF2B5EF4-FFF2-40B4-BE49-F238E27FC236}">
                    <a16:creationId xmlns:a16="http://schemas.microsoft.com/office/drawing/2014/main" id="{33B13476-BAFF-4FAE-A9CA-07D127BDBF73}"/>
                  </a:ext>
                </a:extLst>
              </p:cNvPr>
              <p:cNvSpPr/>
              <p:nvPr/>
            </p:nvSpPr>
            <p:spPr>
              <a:xfrm>
                <a:off x="5817583" y="5302123"/>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1866" name="Freeform: Shape 1865">
                <a:extLst>
                  <a:ext uri="{FF2B5EF4-FFF2-40B4-BE49-F238E27FC236}">
                    <a16:creationId xmlns:a16="http://schemas.microsoft.com/office/drawing/2014/main" id="{8CD08574-E91E-454D-A2A2-E5D893619FC2}"/>
                  </a:ext>
                </a:extLst>
              </p:cNvPr>
              <p:cNvSpPr/>
              <p:nvPr/>
            </p:nvSpPr>
            <p:spPr>
              <a:xfrm>
                <a:off x="5871019" y="5292598"/>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1867" name="Freeform: Shape 1866">
                <a:extLst>
                  <a:ext uri="{FF2B5EF4-FFF2-40B4-BE49-F238E27FC236}">
                    <a16:creationId xmlns:a16="http://schemas.microsoft.com/office/drawing/2014/main" id="{BA976F5F-E5AD-479D-B1F6-FA843525BB28}"/>
                  </a:ext>
                </a:extLst>
              </p:cNvPr>
              <p:cNvSpPr/>
              <p:nvPr/>
            </p:nvSpPr>
            <p:spPr>
              <a:xfrm>
                <a:off x="5971031" y="5158010"/>
                <a:ext cx="53340" cy="9525"/>
              </a:xfrm>
              <a:custGeom>
                <a:avLst/>
                <a:gdLst>
                  <a:gd name="connsiteX0" fmla="*/ 0 w 53340"/>
                  <a:gd name="connsiteY0" fmla="*/ 0 h 9525"/>
                  <a:gd name="connsiteX1" fmla="*/ 53340 w 53340"/>
                  <a:gd name="connsiteY1" fmla="*/ 0 h 9525"/>
                </a:gdLst>
                <a:ahLst/>
                <a:cxnLst>
                  <a:cxn ang="0">
                    <a:pos x="connsiteX0" y="connsiteY0"/>
                  </a:cxn>
                  <a:cxn ang="0">
                    <a:pos x="connsiteX1" y="connsiteY1"/>
                  </a:cxn>
                </a:cxnLst>
                <a:rect l="l" t="t" r="r" b="b"/>
                <a:pathLst>
                  <a:path w="53340"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1868" name="Freeform: Shape 1867">
                <a:extLst>
                  <a:ext uri="{FF2B5EF4-FFF2-40B4-BE49-F238E27FC236}">
                    <a16:creationId xmlns:a16="http://schemas.microsoft.com/office/drawing/2014/main" id="{7E145561-D7F4-45E4-A8E6-D590F3AE1F5C}"/>
                  </a:ext>
                </a:extLst>
              </p:cNvPr>
              <p:cNvSpPr/>
              <p:nvPr/>
            </p:nvSpPr>
            <p:spPr>
              <a:xfrm>
                <a:off x="6024371" y="5148485"/>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1869" name="Freeform: Shape 1868">
                <a:extLst>
                  <a:ext uri="{FF2B5EF4-FFF2-40B4-BE49-F238E27FC236}">
                    <a16:creationId xmlns:a16="http://schemas.microsoft.com/office/drawing/2014/main" id="{737A4018-5108-4AA0-B0E6-5C3629319E2F}"/>
                  </a:ext>
                </a:extLst>
              </p:cNvPr>
              <p:cNvSpPr/>
              <p:nvPr/>
            </p:nvSpPr>
            <p:spPr>
              <a:xfrm>
                <a:off x="4844033" y="5300885"/>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1870" name="Freeform: Shape 1869">
                <a:extLst>
                  <a:ext uri="{FF2B5EF4-FFF2-40B4-BE49-F238E27FC236}">
                    <a16:creationId xmlns:a16="http://schemas.microsoft.com/office/drawing/2014/main" id="{F7065CC4-7507-43D8-A0AC-572F68F3E495}"/>
                  </a:ext>
                </a:extLst>
              </p:cNvPr>
              <p:cNvSpPr/>
              <p:nvPr/>
            </p:nvSpPr>
            <p:spPr>
              <a:xfrm>
                <a:off x="4897468" y="5291360"/>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1871" name="Freeform: Shape 1870">
                <a:extLst>
                  <a:ext uri="{FF2B5EF4-FFF2-40B4-BE49-F238E27FC236}">
                    <a16:creationId xmlns:a16="http://schemas.microsoft.com/office/drawing/2014/main" id="{7CCC63FF-3F88-47BF-935D-C9A1B999A249}"/>
                  </a:ext>
                </a:extLst>
              </p:cNvPr>
              <p:cNvSpPr/>
              <p:nvPr/>
            </p:nvSpPr>
            <p:spPr>
              <a:xfrm>
                <a:off x="4974335" y="5156867"/>
                <a:ext cx="53339" cy="9525"/>
              </a:xfrm>
              <a:custGeom>
                <a:avLst/>
                <a:gdLst>
                  <a:gd name="connsiteX0" fmla="*/ 0 w 53339"/>
                  <a:gd name="connsiteY0" fmla="*/ 0 h 9525"/>
                  <a:gd name="connsiteX1" fmla="*/ 53340 w 53339"/>
                  <a:gd name="connsiteY1" fmla="*/ 0 h 9525"/>
                </a:gdLst>
                <a:ahLst/>
                <a:cxnLst>
                  <a:cxn ang="0">
                    <a:pos x="connsiteX0" y="connsiteY0"/>
                  </a:cxn>
                  <a:cxn ang="0">
                    <a:pos x="connsiteX1" y="connsiteY1"/>
                  </a:cxn>
                </a:cxnLst>
                <a:rect l="l" t="t" r="r" b="b"/>
                <a:pathLst>
                  <a:path w="53339"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1872" name="Freeform: Shape 1871">
                <a:extLst>
                  <a:ext uri="{FF2B5EF4-FFF2-40B4-BE49-F238E27FC236}">
                    <a16:creationId xmlns:a16="http://schemas.microsoft.com/office/drawing/2014/main" id="{7D5144F1-C193-4254-A3F1-8EA4D48BBFB8}"/>
                  </a:ext>
                </a:extLst>
              </p:cNvPr>
              <p:cNvSpPr/>
              <p:nvPr/>
            </p:nvSpPr>
            <p:spPr>
              <a:xfrm>
                <a:off x="5027675" y="5147342"/>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1873" name="Freeform: Shape 1872">
                <a:extLst>
                  <a:ext uri="{FF2B5EF4-FFF2-40B4-BE49-F238E27FC236}">
                    <a16:creationId xmlns:a16="http://schemas.microsoft.com/office/drawing/2014/main" id="{0A558A73-3720-4C02-9DE8-E30AD8505BC9}"/>
                  </a:ext>
                </a:extLst>
              </p:cNvPr>
              <p:cNvSpPr/>
              <p:nvPr/>
            </p:nvSpPr>
            <p:spPr>
              <a:xfrm>
                <a:off x="6172675" y="5234876"/>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rgbClr val="FFFFFF"/>
                </a:solidFill>
                <a:prstDash val="solid"/>
                <a:miter/>
              </a:ln>
            </p:spPr>
            <p:txBody>
              <a:bodyPr rtlCol="0" anchor="ctr"/>
              <a:lstStyle/>
              <a:p>
                <a:endParaRPr lang="en-US"/>
              </a:p>
            </p:txBody>
          </p:sp>
          <p:sp>
            <p:nvSpPr>
              <p:cNvPr id="1874" name="Freeform: Shape 1873">
                <a:extLst>
                  <a:ext uri="{FF2B5EF4-FFF2-40B4-BE49-F238E27FC236}">
                    <a16:creationId xmlns:a16="http://schemas.microsoft.com/office/drawing/2014/main" id="{5304E734-BEE7-4F8E-BB66-FD297104A49C}"/>
                  </a:ext>
                </a:extLst>
              </p:cNvPr>
              <p:cNvSpPr/>
              <p:nvPr/>
            </p:nvSpPr>
            <p:spPr>
              <a:xfrm>
                <a:off x="6688749" y="4982666"/>
                <a:ext cx="119424" cy="119419"/>
              </a:xfrm>
              <a:custGeom>
                <a:avLst/>
                <a:gdLst>
                  <a:gd name="connsiteX0" fmla="*/ 119424 w 119424"/>
                  <a:gd name="connsiteY0" fmla="*/ 59710 h 119419"/>
                  <a:gd name="connsiteX1" fmla="*/ 59712 w 119424"/>
                  <a:gd name="connsiteY1" fmla="*/ 119419 h 119419"/>
                  <a:gd name="connsiteX2" fmla="*/ 0 w 119424"/>
                  <a:gd name="connsiteY2" fmla="*/ 59710 h 119419"/>
                  <a:gd name="connsiteX3" fmla="*/ 59712 w 119424"/>
                  <a:gd name="connsiteY3" fmla="*/ 0 h 119419"/>
                  <a:gd name="connsiteX4" fmla="*/ 119424 w 119424"/>
                  <a:gd name="connsiteY4" fmla="*/ 59710 h 119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24" h="119419">
                    <a:moveTo>
                      <a:pt x="119424" y="59710"/>
                    </a:moveTo>
                    <a:cubicBezTo>
                      <a:pt x="119424" y="92686"/>
                      <a:pt x="92690" y="119419"/>
                      <a:pt x="59712" y="119419"/>
                    </a:cubicBezTo>
                    <a:cubicBezTo>
                      <a:pt x="26734" y="119419"/>
                      <a:pt x="0" y="92686"/>
                      <a:pt x="0" y="59710"/>
                    </a:cubicBezTo>
                    <a:cubicBezTo>
                      <a:pt x="0" y="26733"/>
                      <a:pt x="26734" y="0"/>
                      <a:pt x="59712" y="0"/>
                    </a:cubicBezTo>
                    <a:cubicBezTo>
                      <a:pt x="92690" y="0"/>
                      <a:pt x="119424" y="26733"/>
                      <a:pt x="119424" y="59710"/>
                    </a:cubicBezTo>
                    <a:close/>
                  </a:path>
                </a:pathLst>
              </a:custGeom>
              <a:noFill/>
              <a:ln w="9525" cap="flat">
                <a:solidFill>
                  <a:srgbClr val="FF0000"/>
                </a:solidFill>
                <a:prstDash val="solid"/>
                <a:miter/>
              </a:ln>
            </p:spPr>
            <p:txBody>
              <a:bodyPr rtlCol="0" anchor="ctr"/>
              <a:lstStyle/>
              <a:p>
                <a:endParaRPr lang="en-US"/>
              </a:p>
            </p:txBody>
          </p:sp>
          <p:sp>
            <p:nvSpPr>
              <p:cNvPr id="1875" name="TextBox 1874">
                <a:extLst>
                  <a:ext uri="{FF2B5EF4-FFF2-40B4-BE49-F238E27FC236}">
                    <a16:creationId xmlns:a16="http://schemas.microsoft.com/office/drawing/2014/main" id="{4146007B-B12E-4486-8678-E0BD988E7C9A}"/>
                  </a:ext>
                </a:extLst>
              </p:cNvPr>
              <p:cNvSpPr txBox="1"/>
              <p:nvPr/>
            </p:nvSpPr>
            <p:spPr>
              <a:xfrm>
                <a:off x="6595109" y="4950936"/>
                <a:ext cx="2971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100</a:t>
                </a:r>
              </a:p>
            </p:txBody>
          </p:sp>
          <p:sp>
            <p:nvSpPr>
              <p:cNvPr id="1876" name="Freeform: Shape 1875">
                <a:extLst>
                  <a:ext uri="{FF2B5EF4-FFF2-40B4-BE49-F238E27FC236}">
                    <a16:creationId xmlns:a16="http://schemas.microsoft.com/office/drawing/2014/main" id="{1BAB88FD-18E3-44BE-ADB4-2C506A40B096}"/>
                  </a:ext>
                </a:extLst>
              </p:cNvPr>
              <p:cNvSpPr/>
              <p:nvPr/>
            </p:nvSpPr>
            <p:spPr>
              <a:xfrm>
                <a:off x="4356734" y="5597398"/>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333333"/>
                </a:solidFill>
                <a:prstDash val="solid"/>
                <a:miter/>
              </a:ln>
            </p:spPr>
            <p:txBody>
              <a:bodyPr rtlCol="0" anchor="ctr"/>
              <a:lstStyle/>
              <a:p>
                <a:endParaRPr lang="en-US"/>
              </a:p>
            </p:txBody>
          </p:sp>
          <p:sp>
            <p:nvSpPr>
              <p:cNvPr id="1877" name="Freeform: Shape 1876">
                <a:extLst>
                  <a:ext uri="{FF2B5EF4-FFF2-40B4-BE49-F238E27FC236}">
                    <a16:creationId xmlns:a16="http://schemas.microsoft.com/office/drawing/2014/main" id="{6E60F23D-96A4-492A-9156-0E0CE6ED810C}"/>
                  </a:ext>
                </a:extLst>
              </p:cNvPr>
              <p:cNvSpPr/>
              <p:nvPr/>
            </p:nvSpPr>
            <p:spPr>
              <a:xfrm>
                <a:off x="4891182" y="4997323"/>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333333"/>
                </a:solidFill>
                <a:prstDash val="solid"/>
                <a:miter/>
              </a:ln>
            </p:spPr>
            <p:txBody>
              <a:bodyPr rtlCol="0" anchor="ctr"/>
              <a:lstStyle/>
              <a:p>
                <a:endParaRPr lang="en-US"/>
              </a:p>
            </p:txBody>
          </p:sp>
          <p:sp>
            <p:nvSpPr>
              <p:cNvPr id="1878" name="Freeform: Shape 1877">
                <a:extLst>
                  <a:ext uri="{FF2B5EF4-FFF2-40B4-BE49-F238E27FC236}">
                    <a16:creationId xmlns:a16="http://schemas.microsoft.com/office/drawing/2014/main" id="{7E5A0BDE-8885-4EA9-9FCA-CEB5E06189C8}"/>
                  </a:ext>
                </a:extLst>
              </p:cNvPr>
              <p:cNvSpPr/>
              <p:nvPr/>
            </p:nvSpPr>
            <p:spPr>
              <a:xfrm>
                <a:off x="4832413" y="5509006"/>
                <a:ext cx="332517" cy="300037"/>
              </a:xfrm>
              <a:custGeom>
                <a:avLst/>
                <a:gdLst>
                  <a:gd name="connsiteX0" fmla="*/ 0 w 332517"/>
                  <a:gd name="connsiteY0" fmla="*/ 0 h 300037"/>
                  <a:gd name="connsiteX1" fmla="*/ 332518 w 332517"/>
                  <a:gd name="connsiteY1" fmla="*/ 0 h 300037"/>
                  <a:gd name="connsiteX2" fmla="*/ 332518 w 332517"/>
                  <a:gd name="connsiteY2" fmla="*/ 300038 h 300037"/>
                  <a:gd name="connsiteX3" fmla="*/ 0 w 332517"/>
                  <a:gd name="connsiteY3" fmla="*/ 300038 h 300037"/>
                </a:gdLst>
                <a:ahLst/>
                <a:cxnLst>
                  <a:cxn ang="0">
                    <a:pos x="connsiteX0" y="connsiteY0"/>
                  </a:cxn>
                  <a:cxn ang="0">
                    <a:pos x="connsiteX1" y="connsiteY1"/>
                  </a:cxn>
                  <a:cxn ang="0">
                    <a:pos x="connsiteX2" y="connsiteY2"/>
                  </a:cxn>
                  <a:cxn ang="0">
                    <a:pos x="connsiteX3" y="connsiteY3"/>
                  </a:cxn>
                </a:cxnLst>
                <a:rect l="l" t="t" r="r" b="b"/>
                <a:pathLst>
                  <a:path w="332517" h="300037">
                    <a:moveTo>
                      <a:pt x="0" y="0"/>
                    </a:moveTo>
                    <a:lnTo>
                      <a:pt x="332518" y="0"/>
                    </a:lnTo>
                    <a:lnTo>
                      <a:pt x="332518" y="300038"/>
                    </a:lnTo>
                    <a:lnTo>
                      <a:pt x="0" y="300038"/>
                    </a:lnTo>
                    <a:close/>
                  </a:path>
                </a:pathLst>
              </a:custGeom>
              <a:noFill/>
              <a:ln w="9525" cap="flat">
                <a:noFill/>
                <a:prstDash val="solid"/>
                <a:miter/>
              </a:ln>
            </p:spPr>
            <p:txBody>
              <a:bodyPr rtlCol="0" anchor="ctr"/>
              <a:lstStyle/>
              <a:p>
                <a:endParaRPr lang="en-US"/>
              </a:p>
            </p:txBody>
          </p:sp>
          <p:sp>
            <p:nvSpPr>
              <p:cNvPr id="1879" name="TextBox 1878">
                <a:extLst>
                  <a:ext uri="{FF2B5EF4-FFF2-40B4-BE49-F238E27FC236}">
                    <a16:creationId xmlns:a16="http://schemas.microsoft.com/office/drawing/2014/main" id="{46312D1F-1976-4469-ABE1-97BF1012DB68}"/>
                  </a:ext>
                </a:extLst>
              </p:cNvPr>
              <p:cNvSpPr txBox="1"/>
              <p:nvPr/>
            </p:nvSpPr>
            <p:spPr>
              <a:xfrm>
                <a:off x="4755260" y="5525198"/>
                <a:ext cx="478155" cy="196215"/>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1880" name="Freeform: Shape 1879">
                <a:extLst>
                  <a:ext uri="{FF2B5EF4-FFF2-40B4-BE49-F238E27FC236}">
                    <a16:creationId xmlns:a16="http://schemas.microsoft.com/office/drawing/2014/main" id="{508EF3CB-DF2D-46F8-ACF1-FAA803DECB2F}"/>
                  </a:ext>
                </a:extLst>
              </p:cNvPr>
              <p:cNvSpPr/>
              <p:nvPr/>
            </p:nvSpPr>
            <p:spPr>
              <a:xfrm>
                <a:off x="6110239" y="5564003"/>
                <a:ext cx="123729" cy="123749"/>
              </a:xfrm>
              <a:custGeom>
                <a:avLst/>
                <a:gdLst>
                  <a:gd name="connsiteX0" fmla="*/ 123730 w 123729"/>
                  <a:gd name="connsiteY0" fmla="*/ 61875 h 123749"/>
                  <a:gd name="connsiteX1" fmla="*/ 61865 w 123729"/>
                  <a:gd name="connsiteY1" fmla="*/ 123750 h 123749"/>
                  <a:gd name="connsiteX2" fmla="*/ 0 w 123729"/>
                  <a:gd name="connsiteY2" fmla="*/ 61875 h 123749"/>
                  <a:gd name="connsiteX3" fmla="*/ 61865 w 123729"/>
                  <a:gd name="connsiteY3" fmla="*/ 0 h 123749"/>
                  <a:gd name="connsiteX4" fmla="*/ 123730 w 123729"/>
                  <a:gd name="connsiteY4" fmla="*/ 61875 h 12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9" h="123749">
                    <a:moveTo>
                      <a:pt x="123730" y="61875"/>
                    </a:moveTo>
                    <a:cubicBezTo>
                      <a:pt x="123730" y="96047"/>
                      <a:pt x="96032" y="123750"/>
                      <a:pt x="61865" y="123750"/>
                    </a:cubicBezTo>
                    <a:cubicBezTo>
                      <a:pt x="27698" y="123750"/>
                      <a:pt x="0" y="96047"/>
                      <a:pt x="0" y="61875"/>
                    </a:cubicBezTo>
                    <a:cubicBezTo>
                      <a:pt x="0" y="27702"/>
                      <a:pt x="27698" y="0"/>
                      <a:pt x="61865" y="0"/>
                    </a:cubicBezTo>
                    <a:cubicBezTo>
                      <a:pt x="96032" y="0"/>
                      <a:pt x="123730" y="27702"/>
                      <a:pt x="123730" y="61875"/>
                    </a:cubicBezTo>
                    <a:close/>
                  </a:path>
                </a:pathLst>
              </a:custGeom>
              <a:noFill/>
              <a:ln w="9525" cap="flat">
                <a:solidFill>
                  <a:srgbClr val="FF0000"/>
                </a:solidFill>
                <a:prstDash val="solid"/>
                <a:miter/>
              </a:ln>
            </p:spPr>
            <p:txBody>
              <a:bodyPr rtlCol="0" anchor="ctr"/>
              <a:lstStyle/>
              <a:p>
                <a:endParaRPr lang="en-US"/>
              </a:p>
            </p:txBody>
          </p:sp>
          <p:sp>
            <p:nvSpPr>
              <p:cNvPr id="1881" name="TextBox 1880">
                <a:extLst>
                  <a:ext uri="{FF2B5EF4-FFF2-40B4-BE49-F238E27FC236}">
                    <a16:creationId xmlns:a16="http://schemas.microsoft.com/office/drawing/2014/main" id="{99594D67-9E48-4A06-9DD0-896909FBE80E}"/>
                  </a:ext>
                </a:extLst>
              </p:cNvPr>
              <p:cNvSpPr txBox="1"/>
              <p:nvPr/>
            </p:nvSpPr>
            <p:spPr>
              <a:xfrm>
                <a:off x="6033134" y="5541486"/>
                <a:ext cx="2590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60</a:t>
                </a:r>
              </a:p>
            </p:txBody>
          </p:sp>
        </p:grpSp>
        <p:sp>
          <p:nvSpPr>
            <p:cNvPr id="1882" name="Freeform: Shape 1881">
              <a:extLst>
                <a:ext uri="{FF2B5EF4-FFF2-40B4-BE49-F238E27FC236}">
                  <a16:creationId xmlns:a16="http://schemas.microsoft.com/office/drawing/2014/main" id="{837E0560-C6FC-424A-B569-924CFE0B0C3F}"/>
                </a:ext>
              </a:extLst>
            </p:cNvPr>
            <p:cNvSpPr/>
            <p:nvPr/>
          </p:nvSpPr>
          <p:spPr>
            <a:xfrm>
              <a:off x="8418956" y="4623674"/>
              <a:ext cx="367569" cy="324612"/>
            </a:xfrm>
            <a:custGeom>
              <a:avLst/>
              <a:gdLst>
                <a:gd name="connsiteX0" fmla="*/ 0 w 367569"/>
                <a:gd name="connsiteY0" fmla="*/ 324612 h 324612"/>
                <a:gd name="connsiteX1" fmla="*/ 367570 w 367569"/>
                <a:gd name="connsiteY1" fmla="*/ 0 h 324612"/>
              </a:gdLst>
              <a:ahLst/>
              <a:cxnLst>
                <a:cxn ang="0">
                  <a:pos x="connsiteX0" y="connsiteY0"/>
                </a:cxn>
                <a:cxn ang="0">
                  <a:pos x="connsiteX1" y="connsiteY1"/>
                </a:cxn>
              </a:cxnLst>
              <a:rect l="l" t="t" r="r" b="b"/>
              <a:pathLst>
                <a:path w="367569" h="324612">
                  <a:moveTo>
                    <a:pt x="0" y="324612"/>
                  </a:moveTo>
                  <a:lnTo>
                    <a:pt x="367570" y="0"/>
                  </a:lnTo>
                </a:path>
              </a:pathLst>
            </a:custGeom>
            <a:noFill/>
            <a:ln w="9525" cap="flat">
              <a:solidFill>
                <a:srgbClr val="666666"/>
              </a:solidFill>
              <a:prstDash val="sysDot"/>
              <a:miter/>
            </a:ln>
          </p:spPr>
          <p:txBody>
            <a:bodyPr rtlCol="0" anchor="ctr"/>
            <a:lstStyle/>
            <a:p>
              <a:endParaRPr lang="en-US"/>
            </a:p>
          </p:txBody>
        </p:sp>
        <p:sp>
          <p:nvSpPr>
            <p:cNvPr id="1883" name="Freeform: Shape 1882">
              <a:extLst>
                <a:ext uri="{FF2B5EF4-FFF2-40B4-BE49-F238E27FC236}">
                  <a16:creationId xmlns:a16="http://schemas.microsoft.com/office/drawing/2014/main" id="{6966BA11-CE5D-463F-8FF9-A65C0287D2D5}"/>
                </a:ext>
              </a:extLst>
            </p:cNvPr>
            <p:cNvSpPr/>
            <p:nvPr/>
          </p:nvSpPr>
          <p:spPr>
            <a:xfrm>
              <a:off x="7166704" y="4622436"/>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1884" name="Freeform: Shape 1883">
              <a:extLst>
                <a:ext uri="{FF2B5EF4-FFF2-40B4-BE49-F238E27FC236}">
                  <a16:creationId xmlns:a16="http://schemas.microsoft.com/office/drawing/2014/main" id="{2C66D38A-C347-473E-A598-98D25BF006BF}"/>
                </a:ext>
              </a:extLst>
            </p:cNvPr>
            <p:cNvSpPr/>
            <p:nvPr/>
          </p:nvSpPr>
          <p:spPr>
            <a:xfrm>
              <a:off x="7044880" y="4733688"/>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1885" name="Freeform: Shape 1884">
              <a:extLst>
                <a:ext uri="{FF2B5EF4-FFF2-40B4-BE49-F238E27FC236}">
                  <a16:creationId xmlns:a16="http://schemas.microsoft.com/office/drawing/2014/main" id="{917575C0-C3BF-42EC-A246-BB234EA57514}"/>
                </a:ext>
              </a:extLst>
            </p:cNvPr>
            <p:cNvSpPr/>
            <p:nvPr/>
          </p:nvSpPr>
          <p:spPr>
            <a:xfrm>
              <a:off x="6885145" y="4843702"/>
              <a:ext cx="881633" cy="9525"/>
            </a:xfrm>
            <a:custGeom>
              <a:avLst/>
              <a:gdLst>
                <a:gd name="connsiteX0" fmla="*/ 0 w 881633"/>
                <a:gd name="connsiteY0" fmla="*/ 0 h 9525"/>
                <a:gd name="connsiteX1" fmla="*/ 881634 w 881633"/>
                <a:gd name="connsiteY1" fmla="*/ 0 h 9525"/>
              </a:gdLst>
              <a:ahLst/>
              <a:cxnLst>
                <a:cxn ang="0">
                  <a:pos x="connsiteX0" y="connsiteY0"/>
                </a:cxn>
                <a:cxn ang="0">
                  <a:pos x="connsiteX1" y="connsiteY1"/>
                </a:cxn>
              </a:cxnLst>
              <a:rect l="l" t="t" r="r" b="b"/>
              <a:pathLst>
                <a:path w="881633" h="9525">
                  <a:moveTo>
                    <a:pt x="0" y="0"/>
                  </a:moveTo>
                  <a:lnTo>
                    <a:pt x="881634" y="0"/>
                  </a:lnTo>
                </a:path>
              </a:pathLst>
            </a:custGeom>
            <a:noFill/>
            <a:ln w="19050" cap="flat">
              <a:solidFill>
                <a:srgbClr val="0000FF"/>
              </a:solidFill>
              <a:prstDash val="sysDot"/>
              <a:miter/>
            </a:ln>
          </p:spPr>
          <p:txBody>
            <a:bodyPr rtlCol="0" anchor="ctr"/>
            <a:lstStyle/>
            <a:p>
              <a:endParaRPr lang="en-US"/>
            </a:p>
          </p:txBody>
        </p:sp>
        <p:sp>
          <p:nvSpPr>
            <p:cNvPr id="1886" name="Freeform: Shape 1885">
              <a:extLst>
                <a:ext uri="{FF2B5EF4-FFF2-40B4-BE49-F238E27FC236}">
                  <a16:creationId xmlns:a16="http://schemas.microsoft.com/office/drawing/2014/main" id="{617F038F-B70E-4E04-BB9E-60A4597FDB02}"/>
                </a:ext>
              </a:extLst>
            </p:cNvPr>
            <p:cNvSpPr/>
            <p:nvPr/>
          </p:nvSpPr>
          <p:spPr>
            <a:xfrm>
              <a:off x="8069674" y="4623770"/>
              <a:ext cx="702563" cy="9525"/>
            </a:xfrm>
            <a:custGeom>
              <a:avLst/>
              <a:gdLst>
                <a:gd name="connsiteX0" fmla="*/ 0 w 702563"/>
                <a:gd name="connsiteY0" fmla="*/ 0 h 9525"/>
                <a:gd name="connsiteX1" fmla="*/ 702564 w 702563"/>
                <a:gd name="connsiteY1" fmla="*/ 0 h 9525"/>
              </a:gdLst>
              <a:ahLst/>
              <a:cxnLst>
                <a:cxn ang="0">
                  <a:pos x="connsiteX0" y="connsiteY0"/>
                </a:cxn>
                <a:cxn ang="0">
                  <a:pos x="connsiteX1" y="connsiteY1"/>
                </a:cxn>
              </a:cxnLst>
              <a:rect l="l" t="t" r="r" b="b"/>
              <a:pathLst>
                <a:path w="702563" h="9525">
                  <a:moveTo>
                    <a:pt x="0" y="0"/>
                  </a:moveTo>
                  <a:lnTo>
                    <a:pt x="702564" y="0"/>
                  </a:lnTo>
                </a:path>
              </a:pathLst>
            </a:custGeom>
            <a:noFill/>
            <a:ln w="19050" cap="flat">
              <a:solidFill>
                <a:srgbClr val="0000FF"/>
              </a:solidFill>
              <a:prstDash val="sysDot"/>
              <a:miter/>
            </a:ln>
          </p:spPr>
          <p:txBody>
            <a:bodyPr rtlCol="0" anchor="ctr"/>
            <a:lstStyle/>
            <a:p>
              <a:endParaRPr lang="en-US"/>
            </a:p>
          </p:txBody>
        </p:sp>
        <p:sp>
          <p:nvSpPr>
            <p:cNvPr id="1887" name="Freeform: Shape 1886">
              <a:extLst>
                <a:ext uri="{FF2B5EF4-FFF2-40B4-BE49-F238E27FC236}">
                  <a16:creationId xmlns:a16="http://schemas.microsoft.com/office/drawing/2014/main" id="{2F99E05F-4CDB-42E9-A446-8F4C7FCAB6C9}"/>
                </a:ext>
              </a:extLst>
            </p:cNvPr>
            <p:cNvSpPr/>
            <p:nvPr/>
          </p:nvSpPr>
          <p:spPr>
            <a:xfrm>
              <a:off x="7947849" y="4735021"/>
              <a:ext cx="709707" cy="9525"/>
            </a:xfrm>
            <a:custGeom>
              <a:avLst/>
              <a:gdLst>
                <a:gd name="connsiteX0" fmla="*/ 0 w 709707"/>
                <a:gd name="connsiteY0" fmla="*/ 0 h 9525"/>
                <a:gd name="connsiteX1" fmla="*/ 709708 w 709707"/>
                <a:gd name="connsiteY1" fmla="*/ 0 h 9525"/>
              </a:gdLst>
              <a:ahLst/>
              <a:cxnLst>
                <a:cxn ang="0">
                  <a:pos x="connsiteX0" y="connsiteY0"/>
                </a:cxn>
                <a:cxn ang="0">
                  <a:pos x="connsiteX1" y="connsiteY1"/>
                </a:cxn>
              </a:cxnLst>
              <a:rect l="l" t="t" r="r" b="b"/>
              <a:pathLst>
                <a:path w="709707" h="9525">
                  <a:moveTo>
                    <a:pt x="0" y="0"/>
                  </a:moveTo>
                  <a:lnTo>
                    <a:pt x="709708" y="0"/>
                  </a:lnTo>
                </a:path>
              </a:pathLst>
            </a:custGeom>
            <a:noFill/>
            <a:ln w="19050" cap="flat">
              <a:solidFill>
                <a:srgbClr val="0000FF"/>
              </a:solidFill>
              <a:prstDash val="sysDot"/>
              <a:miter/>
            </a:ln>
          </p:spPr>
          <p:txBody>
            <a:bodyPr rtlCol="0" anchor="ctr"/>
            <a:lstStyle/>
            <a:p>
              <a:endParaRPr lang="en-US"/>
            </a:p>
          </p:txBody>
        </p:sp>
        <p:sp>
          <p:nvSpPr>
            <p:cNvPr id="1888" name="Freeform: Shape 1887">
              <a:extLst>
                <a:ext uri="{FF2B5EF4-FFF2-40B4-BE49-F238E27FC236}">
                  <a16:creationId xmlns:a16="http://schemas.microsoft.com/office/drawing/2014/main" id="{72BB6D6F-C08D-4520-BFBE-7BC0488E48D8}"/>
                </a:ext>
              </a:extLst>
            </p:cNvPr>
            <p:cNvSpPr/>
            <p:nvPr/>
          </p:nvSpPr>
          <p:spPr>
            <a:xfrm>
              <a:off x="7788210" y="4845035"/>
              <a:ext cx="740283" cy="9525"/>
            </a:xfrm>
            <a:custGeom>
              <a:avLst/>
              <a:gdLst>
                <a:gd name="connsiteX0" fmla="*/ 0 w 740283"/>
                <a:gd name="connsiteY0" fmla="*/ 0 h 9525"/>
                <a:gd name="connsiteX1" fmla="*/ 740283 w 740283"/>
                <a:gd name="connsiteY1" fmla="*/ 0 h 9525"/>
              </a:gdLst>
              <a:ahLst/>
              <a:cxnLst>
                <a:cxn ang="0">
                  <a:pos x="connsiteX0" y="connsiteY0"/>
                </a:cxn>
                <a:cxn ang="0">
                  <a:pos x="connsiteX1" y="connsiteY1"/>
                </a:cxn>
              </a:cxnLst>
              <a:rect l="l" t="t" r="r" b="b"/>
              <a:pathLst>
                <a:path w="740283" h="9525">
                  <a:moveTo>
                    <a:pt x="0" y="0"/>
                  </a:moveTo>
                  <a:lnTo>
                    <a:pt x="740283" y="0"/>
                  </a:lnTo>
                </a:path>
              </a:pathLst>
            </a:custGeom>
            <a:noFill/>
            <a:ln w="19050" cap="flat">
              <a:solidFill>
                <a:srgbClr val="0000FF"/>
              </a:solidFill>
              <a:prstDash val="sysDot"/>
              <a:miter/>
            </a:ln>
          </p:spPr>
          <p:txBody>
            <a:bodyPr rtlCol="0" anchor="ctr"/>
            <a:lstStyle/>
            <a:p>
              <a:endParaRPr lang="en-US"/>
            </a:p>
          </p:txBody>
        </p:sp>
        <p:sp>
          <p:nvSpPr>
            <p:cNvPr id="1889" name="Freeform: Shape 1888">
              <a:extLst>
                <a:ext uri="{FF2B5EF4-FFF2-40B4-BE49-F238E27FC236}">
                  <a16:creationId xmlns:a16="http://schemas.microsoft.com/office/drawing/2014/main" id="{5CBEB8C7-32FD-4E02-A5F9-50521925274B}"/>
                </a:ext>
              </a:extLst>
            </p:cNvPr>
            <p:cNvSpPr/>
            <p:nvPr/>
          </p:nvSpPr>
          <p:spPr>
            <a:xfrm>
              <a:off x="8011572" y="4952763"/>
              <a:ext cx="537495" cy="3905"/>
            </a:xfrm>
            <a:custGeom>
              <a:avLst/>
              <a:gdLst>
                <a:gd name="connsiteX0" fmla="*/ 0 w 537495"/>
                <a:gd name="connsiteY0" fmla="*/ 0 h 3905"/>
                <a:gd name="connsiteX1" fmla="*/ 537496 w 537495"/>
                <a:gd name="connsiteY1" fmla="*/ 3905 h 3905"/>
              </a:gdLst>
              <a:ahLst/>
              <a:cxnLst>
                <a:cxn ang="0">
                  <a:pos x="connsiteX0" y="connsiteY0"/>
                </a:cxn>
                <a:cxn ang="0">
                  <a:pos x="connsiteX1" y="connsiteY1"/>
                </a:cxn>
              </a:cxnLst>
              <a:rect l="l" t="t" r="r" b="b"/>
              <a:pathLst>
                <a:path w="537495" h="3905">
                  <a:moveTo>
                    <a:pt x="0" y="0"/>
                  </a:moveTo>
                  <a:lnTo>
                    <a:pt x="537496" y="3905"/>
                  </a:lnTo>
                </a:path>
              </a:pathLst>
            </a:custGeom>
            <a:noFill/>
            <a:ln w="19050" cap="flat">
              <a:solidFill>
                <a:srgbClr val="0000FF"/>
              </a:solidFill>
              <a:prstDash val="sysDot"/>
              <a:miter/>
            </a:ln>
          </p:spPr>
          <p:txBody>
            <a:bodyPr rtlCol="0" anchor="ctr"/>
            <a:lstStyle/>
            <a:p>
              <a:endParaRPr lang="en-US"/>
            </a:p>
          </p:txBody>
        </p:sp>
        <p:sp>
          <p:nvSpPr>
            <p:cNvPr id="1890" name="Freeform: Shape 1889">
              <a:extLst>
                <a:ext uri="{FF2B5EF4-FFF2-40B4-BE49-F238E27FC236}">
                  <a16:creationId xmlns:a16="http://schemas.microsoft.com/office/drawing/2014/main" id="{ABB3CD83-5789-4E68-BD52-D9446FB9CF6F}"/>
                </a:ext>
              </a:extLst>
            </p:cNvPr>
            <p:cNvSpPr/>
            <p:nvPr/>
          </p:nvSpPr>
          <p:spPr>
            <a:xfrm>
              <a:off x="7724869" y="4837987"/>
              <a:ext cx="293846" cy="114766"/>
            </a:xfrm>
            <a:custGeom>
              <a:avLst/>
              <a:gdLst>
                <a:gd name="connsiteX0" fmla="*/ 0 w 293846"/>
                <a:gd name="connsiteY0" fmla="*/ 0 h 114766"/>
                <a:gd name="connsiteX1" fmla="*/ 132588 w 293846"/>
                <a:gd name="connsiteY1" fmla="*/ 59341 h 114766"/>
                <a:gd name="connsiteX2" fmla="*/ 293846 w 293846"/>
                <a:gd name="connsiteY2" fmla="*/ 114491 h 114766"/>
              </a:gdLst>
              <a:ahLst/>
              <a:cxnLst>
                <a:cxn ang="0">
                  <a:pos x="connsiteX0" y="connsiteY0"/>
                </a:cxn>
                <a:cxn ang="0">
                  <a:pos x="connsiteX1" y="connsiteY1"/>
                </a:cxn>
                <a:cxn ang="0">
                  <a:pos x="connsiteX2" y="connsiteY2"/>
                </a:cxn>
              </a:cxnLst>
              <a:rect l="l" t="t" r="r" b="b"/>
              <a:pathLst>
                <a:path w="293846" h="114766">
                  <a:moveTo>
                    <a:pt x="0" y="0"/>
                  </a:moveTo>
                  <a:cubicBezTo>
                    <a:pt x="52511" y="0"/>
                    <a:pt x="96707" y="19784"/>
                    <a:pt x="132588" y="59341"/>
                  </a:cubicBezTo>
                  <a:cubicBezTo>
                    <a:pt x="168402" y="98898"/>
                    <a:pt x="222152" y="117281"/>
                    <a:pt x="293846" y="114491"/>
                  </a:cubicBezTo>
                </a:path>
              </a:pathLst>
            </a:custGeom>
            <a:noFill/>
            <a:ln w="19050" cap="flat">
              <a:solidFill>
                <a:srgbClr val="0000FF"/>
              </a:solidFill>
              <a:prstDash val="sysDot"/>
              <a:miter/>
            </a:ln>
          </p:spPr>
          <p:txBody>
            <a:bodyPr rtlCol="0" anchor="ctr"/>
            <a:lstStyle/>
            <a:p>
              <a:endParaRPr lang="en-US"/>
            </a:p>
          </p:txBody>
        </p:sp>
        <p:sp>
          <p:nvSpPr>
            <p:cNvPr id="1891" name="Freeform: Shape 1890">
              <a:extLst>
                <a:ext uri="{FF2B5EF4-FFF2-40B4-BE49-F238E27FC236}">
                  <a16:creationId xmlns:a16="http://schemas.microsoft.com/office/drawing/2014/main" id="{F3B3B3ED-CE93-48AF-A052-5D8C48FB5B68}"/>
                </a:ext>
              </a:extLst>
            </p:cNvPr>
            <p:cNvSpPr/>
            <p:nvPr/>
          </p:nvSpPr>
          <p:spPr>
            <a:xfrm>
              <a:off x="8541924" y="4842749"/>
              <a:ext cx="752570" cy="9525"/>
            </a:xfrm>
            <a:custGeom>
              <a:avLst/>
              <a:gdLst>
                <a:gd name="connsiteX0" fmla="*/ 0 w 752570"/>
                <a:gd name="connsiteY0" fmla="*/ 0 h 9525"/>
                <a:gd name="connsiteX1" fmla="*/ 752570 w 752570"/>
                <a:gd name="connsiteY1" fmla="*/ 0 h 9525"/>
              </a:gdLst>
              <a:ahLst/>
              <a:cxnLst>
                <a:cxn ang="0">
                  <a:pos x="connsiteX0" y="connsiteY0"/>
                </a:cxn>
                <a:cxn ang="0">
                  <a:pos x="connsiteX1" y="connsiteY1"/>
                </a:cxn>
              </a:cxnLst>
              <a:rect l="l" t="t" r="r" b="b"/>
              <a:pathLst>
                <a:path w="752570" h="9525">
                  <a:moveTo>
                    <a:pt x="0" y="0"/>
                  </a:moveTo>
                  <a:lnTo>
                    <a:pt x="752570" y="0"/>
                  </a:lnTo>
                </a:path>
              </a:pathLst>
            </a:custGeom>
            <a:noFill/>
            <a:ln w="19050" cap="flat">
              <a:solidFill>
                <a:srgbClr val="0000FF"/>
              </a:solidFill>
              <a:prstDash val="sysDot"/>
              <a:miter/>
            </a:ln>
          </p:spPr>
          <p:txBody>
            <a:bodyPr rtlCol="0" anchor="ctr"/>
            <a:lstStyle/>
            <a:p>
              <a:endParaRPr lang="en-US"/>
            </a:p>
          </p:txBody>
        </p:sp>
        <p:sp>
          <p:nvSpPr>
            <p:cNvPr id="1892" name="Freeform: Shape 1891">
              <a:extLst>
                <a:ext uri="{FF2B5EF4-FFF2-40B4-BE49-F238E27FC236}">
                  <a16:creationId xmlns:a16="http://schemas.microsoft.com/office/drawing/2014/main" id="{ADCFEDC2-0203-4F57-8A7B-C3286921BA6C}"/>
                </a:ext>
              </a:extLst>
            </p:cNvPr>
            <p:cNvSpPr/>
            <p:nvPr/>
          </p:nvSpPr>
          <p:spPr>
            <a:xfrm>
              <a:off x="8699658" y="4842940"/>
              <a:ext cx="543020" cy="29908"/>
            </a:xfrm>
            <a:custGeom>
              <a:avLst/>
              <a:gdLst>
                <a:gd name="connsiteX0" fmla="*/ 0 w 543020"/>
                <a:gd name="connsiteY0" fmla="*/ 0 h 29908"/>
                <a:gd name="connsiteX1" fmla="*/ 543020 w 543020"/>
                <a:gd name="connsiteY1" fmla="*/ 29908 h 29908"/>
              </a:gdLst>
              <a:ahLst/>
              <a:cxnLst>
                <a:cxn ang="0">
                  <a:pos x="connsiteX0" y="connsiteY0"/>
                </a:cxn>
                <a:cxn ang="0">
                  <a:pos x="connsiteX1" y="connsiteY1"/>
                </a:cxn>
              </a:cxnLst>
              <a:rect l="l" t="t" r="r" b="b"/>
              <a:pathLst>
                <a:path w="543020" h="29908">
                  <a:moveTo>
                    <a:pt x="0" y="0"/>
                  </a:moveTo>
                  <a:lnTo>
                    <a:pt x="543020" y="29908"/>
                  </a:lnTo>
                </a:path>
              </a:pathLst>
            </a:custGeom>
            <a:noFill/>
            <a:ln w="19050" cap="flat">
              <a:solidFill>
                <a:srgbClr val="0000FF"/>
              </a:solidFill>
              <a:prstDash val="sysDot"/>
              <a:miter/>
            </a:ln>
          </p:spPr>
          <p:txBody>
            <a:bodyPr rtlCol="0" anchor="ctr"/>
            <a:lstStyle/>
            <a:p>
              <a:endParaRPr lang="en-US"/>
            </a:p>
          </p:txBody>
        </p:sp>
        <p:sp>
          <p:nvSpPr>
            <p:cNvPr id="1893" name="Freeform: Shape 1892">
              <a:extLst>
                <a:ext uri="{FF2B5EF4-FFF2-40B4-BE49-F238E27FC236}">
                  <a16:creationId xmlns:a16="http://schemas.microsoft.com/office/drawing/2014/main" id="{6101D2B0-C61D-4D5F-B116-5AB18C69C0B6}"/>
                </a:ext>
              </a:extLst>
            </p:cNvPr>
            <p:cNvSpPr/>
            <p:nvPr/>
          </p:nvSpPr>
          <p:spPr>
            <a:xfrm>
              <a:off x="8541924" y="4956668"/>
              <a:ext cx="581882" cy="25431"/>
            </a:xfrm>
            <a:custGeom>
              <a:avLst/>
              <a:gdLst>
                <a:gd name="connsiteX0" fmla="*/ 0 w 581882"/>
                <a:gd name="connsiteY0" fmla="*/ 0 h 25431"/>
                <a:gd name="connsiteX1" fmla="*/ 581882 w 581882"/>
                <a:gd name="connsiteY1" fmla="*/ 25432 h 25431"/>
              </a:gdLst>
              <a:ahLst/>
              <a:cxnLst>
                <a:cxn ang="0">
                  <a:pos x="connsiteX0" y="connsiteY0"/>
                </a:cxn>
                <a:cxn ang="0">
                  <a:pos x="connsiteX1" y="connsiteY1"/>
                </a:cxn>
              </a:cxnLst>
              <a:rect l="l" t="t" r="r" b="b"/>
              <a:pathLst>
                <a:path w="581882" h="25431">
                  <a:moveTo>
                    <a:pt x="0" y="0"/>
                  </a:moveTo>
                  <a:lnTo>
                    <a:pt x="581882" y="25432"/>
                  </a:lnTo>
                </a:path>
              </a:pathLst>
            </a:custGeom>
            <a:noFill/>
            <a:ln w="19050" cap="flat">
              <a:solidFill>
                <a:srgbClr val="0000FF"/>
              </a:solidFill>
              <a:prstDash val="sysDot"/>
              <a:miter/>
            </a:ln>
          </p:spPr>
          <p:txBody>
            <a:bodyPr rtlCol="0" anchor="ctr"/>
            <a:lstStyle/>
            <a:p>
              <a:endParaRPr lang="en-US"/>
            </a:p>
          </p:txBody>
        </p:sp>
        <p:sp>
          <p:nvSpPr>
            <p:cNvPr id="1894" name="Freeform: Shape 1893">
              <a:extLst>
                <a:ext uri="{FF2B5EF4-FFF2-40B4-BE49-F238E27FC236}">
                  <a16:creationId xmlns:a16="http://schemas.microsoft.com/office/drawing/2014/main" id="{CDC11DB1-B017-4A6E-8414-59E24BF03573}"/>
                </a:ext>
              </a:extLst>
            </p:cNvPr>
            <p:cNvSpPr/>
            <p:nvPr/>
          </p:nvSpPr>
          <p:spPr>
            <a:xfrm>
              <a:off x="8678131" y="4732831"/>
              <a:ext cx="738282" cy="9525"/>
            </a:xfrm>
            <a:custGeom>
              <a:avLst/>
              <a:gdLst>
                <a:gd name="connsiteX0" fmla="*/ 0 w 738282"/>
                <a:gd name="connsiteY0" fmla="*/ 0 h 9525"/>
                <a:gd name="connsiteX1" fmla="*/ 738283 w 738282"/>
                <a:gd name="connsiteY1" fmla="*/ 0 h 9525"/>
              </a:gdLst>
              <a:ahLst/>
              <a:cxnLst>
                <a:cxn ang="0">
                  <a:pos x="connsiteX0" y="connsiteY0"/>
                </a:cxn>
                <a:cxn ang="0">
                  <a:pos x="connsiteX1" y="connsiteY1"/>
                </a:cxn>
              </a:cxnLst>
              <a:rect l="l" t="t" r="r" b="b"/>
              <a:pathLst>
                <a:path w="738282" h="9525">
                  <a:moveTo>
                    <a:pt x="0" y="0"/>
                  </a:moveTo>
                  <a:lnTo>
                    <a:pt x="738283" y="0"/>
                  </a:lnTo>
                </a:path>
              </a:pathLst>
            </a:custGeom>
            <a:noFill/>
            <a:ln w="19050" cap="flat">
              <a:solidFill>
                <a:srgbClr val="0000FF"/>
              </a:solidFill>
              <a:prstDash val="sysDot"/>
              <a:miter/>
            </a:ln>
          </p:spPr>
          <p:txBody>
            <a:bodyPr rtlCol="0" anchor="ctr"/>
            <a:lstStyle/>
            <a:p>
              <a:endParaRPr lang="en-US"/>
            </a:p>
          </p:txBody>
        </p:sp>
        <p:sp>
          <p:nvSpPr>
            <p:cNvPr id="1895" name="Freeform: Shape 1894">
              <a:extLst>
                <a:ext uri="{FF2B5EF4-FFF2-40B4-BE49-F238E27FC236}">
                  <a16:creationId xmlns:a16="http://schemas.microsoft.com/office/drawing/2014/main" id="{D0BFEC4C-70D1-4EA3-A667-E1F251303B98}"/>
                </a:ext>
              </a:extLst>
            </p:cNvPr>
            <p:cNvSpPr/>
            <p:nvPr/>
          </p:nvSpPr>
          <p:spPr>
            <a:xfrm>
              <a:off x="7788210" y="4622436"/>
              <a:ext cx="272319" cy="230409"/>
            </a:xfrm>
            <a:custGeom>
              <a:avLst/>
              <a:gdLst>
                <a:gd name="connsiteX0" fmla="*/ 0 w 272319"/>
                <a:gd name="connsiteY0" fmla="*/ 230410 h 230409"/>
                <a:gd name="connsiteX1" fmla="*/ 272320 w 272319"/>
                <a:gd name="connsiteY1" fmla="*/ 0 h 230409"/>
              </a:gdLst>
              <a:ahLst/>
              <a:cxnLst>
                <a:cxn ang="0">
                  <a:pos x="connsiteX0" y="connsiteY0"/>
                </a:cxn>
                <a:cxn ang="0">
                  <a:pos x="connsiteX1" y="connsiteY1"/>
                </a:cxn>
              </a:cxnLst>
              <a:rect l="l" t="t" r="r" b="b"/>
              <a:pathLst>
                <a:path w="272319" h="230409">
                  <a:moveTo>
                    <a:pt x="0" y="230410"/>
                  </a:moveTo>
                  <a:lnTo>
                    <a:pt x="272320" y="0"/>
                  </a:lnTo>
                </a:path>
              </a:pathLst>
            </a:custGeom>
            <a:noFill/>
            <a:ln w="9525" cap="flat">
              <a:solidFill>
                <a:srgbClr val="666666"/>
              </a:solidFill>
              <a:prstDash val="sysDot"/>
              <a:miter/>
            </a:ln>
          </p:spPr>
          <p:txBody>
            <a:bodyPr rtlCol="0" anchor="ctr"/>
            <a:lstStyle/>
            <a:p>
              <a:endParaRPr lang="en-US"/>
            </a:p>
          </p:txBody>
        </p:sp>
        <p:sp>
          <p:nvSpPr>
            <p:cNvPr id="1896" name="Freeform: Shape 1895">
              <a:extLst>
                <a:ext uri="{FF2B5EF4-FFF2-40B4-BE49-F238E27FC236}">
                  <a16:creationId xmlns:a16="http://schemas.microsoft.com/office/drawing/2014/main" id="{FB3D65E0-12DC-4D6F-9866-92BE1A263CE5}"/>
                </a:ext>
              </a:extLst>
            </p:cNvPr>
            <p:cNvSpPr/>
            <p:nvPr/>
          </p:nvSpPr>
          <p:spPr>
            <a:xfrm>
              <a:off x="8804052" y="4622436"/>
              <a:ext cx="738187" cy="9525"/>
            </a:xfrm>
            <a:custGeom>
              <a:avLst/>
              <a:gdLst>
                <a:gd name="connsiteX0" fmla="*/ 0 w 738187"/>
                <a:gd name="connsiteY0" fmla="*/ 0 h 9525"/>
                <a:gd name="connsiteX1" fmla="*/ 738188 w 738187"/>
                <a:gd name="connsiteY1" fmla="*/ 0 h 9525"/>
              </a:gdLst>
              <a:ahLst/>
              <a:cxnLst>
                <a:cxn ang="0">
                  <a:pos x="connsiteX0" y="connsiteY0"/>
                </a:cxn>
                <a:cxn ang="0">
                  <a:pos x="connsiteX1" y="connsiteY1"/>
                </a:cxn>
              </a:cxnLst>
              <a:rect l="l" t="t" r="r" b="b"/>
              <a:pathLst>
                <a:path w="738187" h="9525">
                  <a:moveTo>
                    <a:pt x="0" y="0"/>
                  </a:moveTo>
                  <a:lnTo>
                    <a:pt x="738188" y="0"/>
                  </a:lnTo>
                </a:path>
              </a:pathLst>
            </a:custGeom>
            <a:noFill/>
            <a:ln w="19050" cap="flat">
              <a:solidFill>
                <a:srgbClr val="0000FF"/>
              </a:solidFill>
              <a:prstDash val="sysDot"/>
              <a:miter/>
            </a:ln>
          </p:spPr>
          <p:txBody>
            <a:bodyPr rtlCol="0" anchor="ctr"/>
            <a:lstStyle/>
            <a:p>
              <a:endParaRPr lang="en-US"/>
            </a:p>
          </p:txBody>
        </p:sp>
        <p:sp>
          <p:nvSpPr>
            <p:cNvPr id="1897" name="Freeform: Shape 1896">
              <a:extLst>
                <a:ext uri="{FF2B5EF4-FFF2-40B4-BE49-F238E27FC236}">
                  <a16:creationId xmlns:a16="http://schemas.microsoft.com/office/drawing/2014/main" id="{0A00FCB3-6E63-479B-BEED-3D8C70121A82}"/>
                </a:ext>
              </a:extLst>
            </p:cNvPr>
            <p:cNvSpPr/>
            <p:nvPr/>
          </p:nvSpPr>
          <p:spPr>
            <a:xfrm>
              <a:off x="9276587" y="4615483"/>
              <a:ext cx="255174" cy="230409"/>
            </a:xfrm>
            <a:custGeom>
              <a:avLst/>
              <a:gdLst>
                <a:gd name="connsiteX0" fmla="*/ 0 w 255174"/>
                <a:gd name="connsiteY0" fmla="*/ 230410 h 230409"/>
                <a:gd name="connsiteX1" fmla="*/ 255175 w 255174"/>
                <a:gd name="connsiteY1" fmla="*/ 0 h 230409"/>
              </a:gdLst>
              <a:ahLst/>
              <a:cxnLst>
                <a:cxn ang="0">
                  <a:pos x="connsiteX0" y="connsiteY0"/>
                </a:cxn>
                <a:cxn ang="0">
                  <a:pos x="connsiteX1" y="connsiteY1"/>
                </a:cxn>
              </a:cxnLst>
              <a:rect l="l" t="t" r="r" b="b"/>
              <a:pathLst>
                <a:path w="255174" h="230409">
                  <a:moveTo>
                    <a:pt x="0" y="230410"/>
                  </a:moveTo>
                  <a:lnTo>
                    <a:pt x="255175" y="0"/>
                  </a:lnTo>
                </a:path>
              </a:pathLst>
            </a:custGeom>
            <a:noFill/>
            <a:ln w="9525" cap="flat">
              <a:solidFill>
                <a:srgbClr val="666666"/>
              </a:solidFill>
              <a:prstDash val="sysDot"/>
              <a:miter/>
            </a:ln>
          </p:spPr>
          <p:txBody>
            <a:bodyPr rtlCol="0" anchor="ctr"/>
            <a:lstStyle/>
            <a:p>
              <a:endParaRPr lang="en-US"/>
            </a:p>
          </p:txBody>
        </p:sp>
        <p:sp>
          <p:nvSpPr>
            <p:cNvPr id="1898" name="Freeform: Shape 1897">
              <a:extLst>
                <a:ext uri="{FF2B5EF4-FFF2-40B4-BE49-F238E27FC236}">
                  <a16:creationId xmlns:a16="http://schemas.microsoft.com/office/drawing/2014/main" id="{2B14966A-D0C3-4452-B456-75273CC89AE2}"/>
                </a:ext>
              </a:extLst>
            </p:cNvPr>
            <p:cNvSpPr/>
            <p:nvPr/>
          </p:nvSpPr>
          <p:spPr>
            <a:xfrm>
              <a:off x="6885145" y="4622436"/>
              <a:ext cx="272415" cy="230504"/>
            </a:xfrm>
            <a:custGeom>
              <a:avLst/>
              <a:gdLst>
                <a:gd name="connsiteX0" fmla="*/ 0 w 272415"/>
                <a:gd name="connsiteY0" fmla="*/ 230505 h 230504"/>
                <a:gd name="connsiteX1" fmla="*/ 272415 w 272415"/>
                <a:gd name="connsiteY1" fmla="*/ 0 h 230504"/>
              </a:gdLst>
              <a:ahLst/>
              <a:cxnLst>
                <a:cxn ang="0">
                  <a:pos x="connsiteX0" y="connsiteY0"/>
                </a:cxn>
                <a:cxn ang="0">
                  <a:pos x="connsiteX1" y="connsiteY1"/>
                </a:cxn>
              </a:cxnLst>
              <a:rect l="l" t="t" r="r" b="b"/>
              <a:pathLst>
                <a:path w="272415" h="230504">
                  <a:moveTo>
                    <a:pt x="0" y="230505"/>
                  </a:moveTo>
                  <a:lnTo>
                    <a:pt x="272415" y="0"/>
                  </a:lnTo>
                </a:path>
              </a:pathLst>
            </a:custGeom>
            <a:noFill/>
            <a:ln w="9525" cap="flat">
              <a:solidFill>
                <a:srgbClr val="666666"/>
              </a:solidFill>
              <a:prstDash val="sysDot"/>
              <a:miter/>
            </a:ln>
          </p:spPr>
          <p:txBody>
            <a:bodyPr rtlCol="0" anchor="ctr"/>
            <a:lstStyle/>
            <a:p>
              <a:endParaRPr lang="en-US"/>
            </a:p>
          </p:txBody>
        </p:sp>
        <p:sp>
          <p:nvSpPr>
            <p:cNvPr id="1899" name="Freeform: Shape 1898">
              <a:extLst>
                <a:ext uri="{FF2B5EF4-FFF2-40B4-BE49-F238E27FC236}">
                  <a16:creationId xmlns:a16="http://schemas.microsoft.com/office/drawing/2014/main" id="{0976F894-6467-4816-B93A-2667E92C6272}"/>
                </a:ext>
              </a:extLst>
            </p:cNvPr>
            <p:cNvSpPr/>
            <p:nvPr/>
          </p:nvSpPr>
          <p:spPr>
            <a:xfrm>
              <a:off x="9111709" y="4870658"/>
              <a:ext cx="124015" cy="107918"/>
            </a:xfrm>
            <a:custGeom>
              <a:avLst/>
              <a:gdLst>
                <a:gd name="connsiteX0" fmla="*/ 0 w 124015"/>
                <a:gd name="connsiteY0" fmla="*/ 107918 h 107918"/>
                <a:gd name="connsiteX1" fmla="*/ 124015 w 124015"/>
                <a:gd name="connsiteY1" fmla="*/ 0 h 107918"/>
              </a:gdLst>
              <a:ahLst/>
              <a:cxnLst>
                <a:cxn ang="0">
                  <a:pos x="connsiteX0" y="connsiteY0"/>
                </a:cxn>
                <a:cxn ang="0">
                  <a:pos x="connsiteX1" y="connsiteY1"/>
                </a:cxn>
              </a:cxnLst>
              <a:rect l="l" t="t" r="r" b="b"/>
              <a:pathLst>
                <a:path w="124015" h="107918">
                  <a:moveTo>
                    <a:pt x="0" y="107918"/>
                  </a:moveTo>
                  <a:lnTo>
                    <a:pt x="124015" y="0"/>
                  </a:lnTo>
                </a:path>
              </a:pathLst>
            </a:custGeom>
            <a:noFill/>
            <a:ln w="9525" cap="flat">
              <a:solidFill>
                <a:srgbClr val="666666"/>
              </a:solidFill>
              <a:prstDash val="sysDot"/>
              <a:miter/>
            </a:ln>
          </p:spPr>
          <p:txBody>
            <a:bodyPr rtlCol="0" anchor="ctr"/>
            <a:lstStyle/>
            <a:p>
              <a:endParaRPr lang="en-US"/>
            </a:p>
          </p:txBody>
        </p:sp>
        <p:sp>
          <p:nvSpPr>
            <p:cNvPr id="1900" name="Freeform: Shape 1899">
              <a:extLst>
                <a:ext uri="{FF2B5EF4-FFF2-40B4-BE49-F238E27FC236}">
                  <a16:creationId xmlns:a16="http://schemas.microsoft.com/office/drawing/2014/main" id="{ADA72D58-17B2-413A-B120-A88250F38C59}"/>
                </a:ext>
              </a:extLst>
            </p:cNvPr>
            <p:cNvSpPr/>
            <p:nvPr/>
          </p:nvSpPr>
          <p:spPr>
            <a:xfrm>
              <a:off x="7557801" y="4368881"/>
              <a:ext cx="1874996" cy="224980"/>
            </a:xfrm>
            <a:custGeom>
              <a:avLst/>
              <a:gdLst>
                <a:gd name="connsiteX0" fmla="*/ 0 w 1874996"/>
                <a:gd name="connsiteY0" fmla="*/ 0 h 224980"/>
                <a:gd name="connsiteX1" fmla="*/ 1874996 w 1874996"/>
                <a:gd name="connsiteY1" fmla="*/ 0 h 224980"/>
                <a:gd name="connsiteX2" fmla="*/ 1874996 w 1874996"/>
                <a:gd name="connsiteY2" fmla="*/ 224980 h 224980"/>
                <a:gd name="connsiteX3" fmla="*/ 0 w 1874996"/>
                <a:gd name="connsiteY3" fmla="*/ 224980 h 224980"/>
              </a:gdLst>
              <a:ahLst/>
              <a:cxnLst>
                <a:cxn ang="0">
                  <a:pos x="connsiteX0" y="connsiteY0"/>
                </a:cxn>
                <a:cxn ang="0">
                  <a:pos x="connsiteX1" y="connsiteY1"/>
                </a:cxn>
                <a:cxn ang="0">
                  <a:pos x="connsiteX2" y="connsiteY2"/>
                </a:cxn>
                <a:cxn ang="0">
                  <a:pos x="connsiteX3" y="connsiteY3"/>
                </a:cxn>
              </a:cxnLst>
              <a:rect l="l" t="t" r="r" b="b"/>
              <a:pathLst>
                <a:path w="1874996" h="224980">
                  <a:moveTo>
                    <a:pt x="0" y="0"/>
                  </a:moveTo>
                  <a:lnTo>
                    <a:pt x="1874996" y="0"/>
                  </a:lnTo>
                  <a:lnTo>
                    <a:pt x="1874996" y="224980"/>
                  </a:lnTo>
                  <a:lnTo>
                    <a:pt x="0" y="224980"/>
                  </a:lnTo>
                  <a:close/>
                </a:path>
              </a:pathLst>
            </a:custGeom>
            <a:noFill/>
            <a:ln w="9525" cap="flat">
              <a:noFill/>
              <a:prstDash val="solid"/>
              <a:miter/>
            </a:ln>
          </p:spPr>
          <p:txBody>
            <a:bodyPr rtlCol="0" anchor="ctr"/>
            <a:lstStyle/>
            <a:p>
              <a:endParaRPr lang="en-US"/>
            </a:p>
          </p:txBody>
        </p:sp>
        <p:sp>
          <p:nvSpPr>
            <p:cNvPr id="1901" name="Freeform: Shape 1900">
              <a:extLst>
                <a:ext uri="{FF2B5EF4-FFF2-40B4-BE49-F238E27FC236}">
                  <a16:creationId xmlns:a16="http://schemas.microsoft.com/office/drawing/2014/main" id="{2B95F075-F352-4511-BED4-3DDB4A0EE9F1}"/>
                </a:ext>
              </a:extLst>
            </p:cNvPr>
            <p:cNvSpPr/>
            <p:nvPr/>
          </p:nvSpPr>
          <p:spPr>
            <a:xfrm>
              <a:off x="7462075" y="4640248"/>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1902" name="TextBox 1901">
              <a:extLst>
                <a:ext uri="{FF2B5EF4-FFF2-40B4-BE49-F238E27FC236}">
                  <a16:creationId xmlns:a16="http://schemas.microsoft.com/office/drawing/2014/main" id="{716EF03C-2F64-4527-A6F1-C2B4DE7F5D40}"/>
                </a:ext>
              </a:extLst>
            </p:cNvPr>
            <p:cNvSpPr txBox="1"/>
            <p:nvPr/>
          </p:nvSpPr>
          <p:spPr>
            <a:xfrm>
              <a:off x="7384541" y="4567572"/>
              <a:ext cx="259080" cy="205740"/>
            </a:xfrm>
            <a:prstGeom prst="rect">
              <a:avLst/>
            </a:prstGeom>
            <a:noFill/>
          </p:spPr>
          <p:txBody>
            <a:bodyPr wrap="none" rtlCol="0">
              <a:spAutoFit/>
            </a:bodyPr>
            <a:lstStyle/>
            <a:p>
              <a:pPr algn="l"/>
              <a:r>
                <a:rPr lang="en-US" sz="825" spc="0" baseline="0" dirty="0">
                  <a:ln/>
                  <a:solidFill>
                    <a:srgbClr val="000000"/>
                  </a:solidFill>
                  <a:latin typeface="Times New Roman"/>
                  <a:cs typeface="Times New Roman"/>
                  <a:sym typeface="Times New Roman"/>
                  <a:rtl val="0"/>
                </a:rPr>
                <a:t>A</a:t>
              </a:r>
            </a:p>
          </p:txBody>
        </p:sp>
        <p:sp>
          <p:nvSpPr>
            <p:cNvPr id="1903" name="Freeform: Shape 1902">
              <a:extLst>
                <a:ext uri="{FF2B5EF4-FFF2-40B4-BE49-F238E27FC236}">
                  <a16:creationId xmlns:a16="http://schemas.microsoft.com/office/drawing/2014/main" id="{49FA680F-4AE7-447D-8490-BE5FD514B74B}"/>
                </a:ext>
              </a:extLst>
            </p:cNvPr>
            <p:cNvSpPr/>
            <p:nvPr/>
          </p:nvSpPr>
          <p:spPr>
            <a:xfrm>
              <a:off x="7344917" y="4721687"/>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1904" name="TextBox 1903">
              <a:extLst>
                <a:ext uri="{FF2B5EF4-FFF2-40B4-BE49-F238E27FC236}">
                  <a16:creationId xmlns:a16="http://schemas.microsoft.com/office/drawing/2014/main" id="{8732D0E6-308B-4FD0-9EBF-F1A6B43C4035}"/>
                </a:ext>
              </a:extLst>
            </p:cNvPr>
            <p:cNvSpPr txBox="1"/>
            <p:nvPr/>
          </p:nvSpPr>
          <p:spPr>
            <a:xfrm>
              <a:off x="7275004" y="46818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B</a:t>
              </a:r>
            </a:p>
          </p:txBody>
        </p:sp>
        <p:sp>
          <p:nvSpPr>
            <p:cNvPr id="1905" name="Freeform: Shape 1904">
              <a:extLst>
                <a:ext uri="{FF2B5EF4-FFF2-40B4-BE49-F238E27FC236}">
                  <a16:creationId xmlns:a16="http://schemas.microsoft.com/office/drawing/2014/main" id="{A55CBBF6-6E49-4FF6-912D-91C911D520B3}"/>
                </a:ext>
              </a:extLst>
            </p:cNvPr>
            <p:cNvSpPr/>
            <p:nvPr/>
          </p:nvSpPr>
          <p:spPr>
            <a:xfrm>
              <a:off x="8254459" y="4640153"/>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1906" name="TextBox 1905">
              <a:extLst>
                <a:ext uri="{FF2B5EF4-FFF2-40B4-BE49-F238E27FC236}">
                  <a16:creationId xmlns:a16="http://schemas.microsoft.com/office/drawing/2014/main" id="{7B54A9F1-13C5-49DD-A392-172AB6BA87D9}"/>
                </a:ext>
              </a:extLst>
            </p:cNvPr>
            <p:cNvSpPr txBox="1"/>
            <p:nvPr/>
          </p:nvSpPr>
          <p:spPr>
            <a:xfrm>
              <a:off x="8179879" y="45675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C</a:t>
              </a:r>
            </a:p>
          </p:txBody>
        </p:sp>
        <p:sp>
          <p:nvSpPr>
            <p:cNvPr id="1907" name="Freeform: Shape 1906">
              <a:extLst>
                <a:ext uri="{FF2B5EF4-FFF2-40B4-BE49-F238E27FC236}">
                  <a16:creationId xmlns:a16="http://schemas.microsoft.com/office/drawing/2014/main" id="{B502876F-A2A1-418D-ADBF-C4DB30A4F6B6}"/>
                </a:ext>
              </a:extLst>
            </p:cNvPr>
            <p:cNvSpPr/>
            <p:nvPr/>
          </p:nvSpPr>
          <p:spPr>
            <a:xfrm>
              <a:off x="8137302" y="4721591"/>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1908" name="TextBox 1907">
              <a:extLst>
                <a:ext uri="{FF2B5EF4-FFF2-40B4-BE49-F238E27FC236}">
                  <a16:creationId xmlns:a16="http://schemas.microsoft.com/office/drawing/2014/main" id="{6ADA1901-10A2-48E1-B9E9-C942C3B31F00}"/>
                </a:ext>
              </a:extLst>
            </p:cNvPr>
            <p:cNvSpPr txBox="1"/>
            <p:nvPr/>
          </p:nvSpPr>
          <p:spPr>
            <a:xfrm>
              <a:off x="8060816" y="4681872"/>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D</a:t>
              </a:r>
            </a:p>
          </p:txBody>
        </p:sp>
        <p:sp>
          <p:nvSpPr>
            <p:cNvPr id="1909" name="Freeform: Shape 1908">
              <a:extLst>
                <a:ext uri="{FF2B5EF4-FFF2-40B4-BE49-F238E27FC236}">
                  <a16:creationId xmlns:a16="http://schemas.microsoft.com/office/drawing/2014/main" id="{653EAD2E-3C34-43A9-BA08-BA1B95CA1DFE}"/>
                </a:ext>
              </a:extLst>
            </p:cNvPr>
            <p:cNvSpPr/>
            <p:nvPr/>
          </p:nvSpPr>
          <p:spPr>
            <a:xfrm>
              <a:off x="8033194" y="4837130"/>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1910" name="TextBox 1909">
              <a:extLst>
                <a:ext uri="{FF2B5EF4-FFF2-40B4-BE49-F238E27FC236}">
                  <a16:creationId xmlns:a16="http://schemas.microsoft.com/office/drawing/2014/main" id="{B0FAFBF1-AE24-4433-B03C-F45CAA90E379}"/>
                </a:ext>
              </a:extLst>
            </p:cNvPr>
            <p:cNvSpPr txBox="1"/>
            <p:nvPr/>
          </p:nvSpPr>
          <p:spPr>
            <a:xfrm>
              <a:off x="7960804" y="47961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E</a:t>
              </a:r>
            </a:p>
          </p:txBody>
        </p:sp>
        <p:sp>
          <p:nvSpPr>
            <p:cNvPr id="1911" name="Freeform: Shape 1910">
              <a:extLst>
                <a:ext uri="{FF2B5EF4-FFF2-40B4-BE49-F238E27FC236}">
                  <a16:creationId xmlns:a16="http://schemas.microsoft.com/office/drawing/2014/main" id="{D21297EF-DDC2-44C9-8715-48812CE5071E}"/>
                </a:ext>
              </a:extLst>
            </p:cNvPr>
            <p:cNvSpPr/>
            <p:nvPr/>
          </p:nvSpPr>
          <p:spPr>
            <a:xfrm>
              <a:off x="9026080" y="4637105"/>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1912" name="TextBox 1911">
              <a:extLst>
                <a:ext uri="{FF2B5EF4-FFF2-40B4-BE49-F238E27FC236}">
                  <a16:creationId xmlns:a16="http://schemas.microsoft.com/office/drawing/2014/main" id="{2F2C3E78-A7A7-4BF1-8809-75E73A9BF1E6}"/>
                </a:ext>
              </a:extLst>
            </p:cNvPr>
            <p:cNvSpPr txBox="1"/>
            <p:nvPr/>
          </p:nvSpPr>
          <p:spPr>
            <a:xfrm>
              <a:off x="8956166" y="4558047"/>
              <a:ext cx="24003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F</a:t>
              </a:r>
            </a:p>
          </p:txBody>
        </p:sp>
        <p:sp>
          <p:nvSpPr>
            <p:cNvPr id="1913" name="Freeform: Shape 1912">
              <a:extLst>
                <a:ext uri="{FF2B5EF4-FFF2-40B4-BE49-F238E27FC236}">
                  <a16:creationId xmlns:a16="http://schemas.microsoft.com/office/drawing/2014/main" id="{5B1A0C87-2D0E-4EDE-9256-FECD7A10258B}"/>
                </a:ext>
              </a:extLst>
            </p:cNvPr>
            <p:cNvSpPr/>
            <p:nvPr/>
          </p:nvSpPr>
          <p:spPr>
            <a:xfrm>
              <a:off x="8908922" y="4718543"/>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1914" name="TextBox 1913">
              <a:extLst>
                <a:ext uri="{FF2B5EF4-FFF2-40B4-BE49-F238E27FC236}">
                  <a16:creationId xmlns:a16="http://schemas.microsoft.com/office/drawing/2014/main" id="{B9899338-CB8C-4A86-AFD9-169062DBF8F2}"/>
                </a:ext>
              </a:extLst>
            </p:cNvPr>
            <p:cNvSpPr txBox="1"/>
            <p:nvPr/>
          </p:nvSpPr>
          <p:spPr>
            <a:xfrm>
              <a:off x="8837104" y="4672347"/>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G</a:t>
              </a:r>
            </a:p>
          </p:txBody>
        </p:sp>
        <p:sp>
          <p:nvSpPr>
            <p:cNvPr id="1915" name="Freeform: Shape 1914">
              <a:extLst>
                <a:ext uri="{FF2B5EF4-FFF2-40B4-BE49-F238E27FC236}">
                  <a16:creationId xmlns:a16="http://schemas.microsoft.com/office/drawing/2014/main" id="{0A91E550-5622-4AD4-9EB4-634CD1D22B4A}"/>
                </a:ext>
              </a:extLst>
            </p:cNvPr>
            <p:cNvSpPr/>
            <p:nvPr/>
          </p:nvSpPr>
          <p:spPr>
            <a:xfrm>
              <a:off x="8804719" y="4833986"/>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1916" name="TextBox 1915">
              <a:extLst>
                <a:ext uri="{FF2B5EF4-FFF2-40B4-BE49-F238E27FC236}">
                  <a16:creationId xmlns:a16="http://schemas.microsoft.com/office/drawing/2014/main" id="{F596075F-B1D3-4308-A9AC-198AD1EDBE7D}"/>
                </a:ext>
              </a:extLst>
            </p:cNvPr>
            <p:cNvSpPr txBox="1"/>
            <p:nvPr/>
          </p:nvSpPr>
          <p:spPr>
            <a:xfrm>
              <a:off x="8727566" y="4786647"/>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H</a:t>
              </a:r>
            </a:p>
          </p:txBody>
        </p:sp>
        <p:sp>
          <p:nvSpPr>
            <p:cNvPr id="1917" name="Freeform: Shape 1916">
              <a:extLst>
                <a:ext uri="{FF2B5EF4-FFF2-40B4-BE49-F238E27FC236}">
                  <a16:creationId xmlns:a16="http://schemas.microsoft.com/office/drawing/2014/main" id="{A248F856-F490-4369-90F1-14DE1C0B84AD}"/>
                </a:ext>
              </a:extLst>
            </p:cNvPr>
            <p:cNvSpPr/>
            <p:nvPr/>
          </p:nvSpPr>
          <p:spPr>
            <a:xfrm>
              <a:off x="9136188" y="4178762"/>
              <a:ext cx="39147" cy="25241"/>
            </a:xfrm>
            <a:custGeom>
              <a:avLst/>
              <a:gdLst>
                <a:gd name="connsiteX0" fmla="*/ 39148 w 39147"/>
                <a:gd name="connsiteY0" fmla="*/ 16288 h 25241"/>
                <a:gd name="connsiteX1" fmla="*/ 0 w 39147"/>
                <a:gd name="connsiteY1" fmla="*/ 25241 h 25241"/>
                <a:gd name="connsiteX2" fmla="*/ 2381 w 39147"/>
                <a:gd name="connsiteY2" fmla="*/ 0 h 25241"/>
              </a:gdLst>
              <a:ahLst/>
              <a:cxnLst>
                <a:cxn ang="0">
                  <a:pos x="connsiteX0" y="connsiteY0"/>
                </a:cxn>
                <a:cxn ang="0">
                  <a:pos x="connsiteX1" y="connsiteY1"/>
                </a:cxn>
                <a:cxn ang="0">
                  <a:pos x="connsiteX2" y="connsiteY2"/>
                </a:cxn>
              </a:cxnLst>
              <a:rect l="l" t="t" r="r" b="b"/>
              <a:pathLst>
                <a:path w="39147" h="25241">
                  <a:moveTo>
                    <a:pt x="39148" y="16288"/>
                  </a:moveTo>
                  <a:lnTo>
                    <a:pt x="0" y="25241"/>
                  </a:lnTo>
                  <a:lnTo>
                    <a:pt x="2381" y="0"/>
                  </a:lnTo>
                  <a:close/>
                </a:path>
              </a:pathLst>
            </a:custGeom>
            <a:solidFill>
              <a:srgbClr val="1A1A1A"/>
            </a:solidFill>
            <a:ln w="9525" cap="flat">
              <a:solidFill>
                <a:srgbClr val="1A1A1A"/>
              </a:solidFill>
              <a:prstDash val="solid"/>
              <a:miter/>
            </a:ln>
          </p:spPr>
          <p:txBody>
            <a:bodyPr rtlCol="0" anchor="ctr"/>
            <a:lstStyle/>
            <a:p>
              <a:endParaRPr lang="en-US"/>
            </a:p>
          </p:txBody>
        </p:sp>
        <p:sp>
          <p:nvSpPr>
            <p:cNvPr id="1918" name="TextBox 1917">
              <a:extLst>
                <a:ext uri="{FF2B5EF4-FFF2-40B4-BE49-F238E27FC236}">
                  <a16:creationId xmlns:a16="http://schemas.microsoft.com/office/drawing/2014/main" id="{77706039-8D71-4FF1-8EBB-836563FE2454}"/>
                </a:ext>
              </a:extLst>
            </p:cNvPr>
            <p:cNvSpPr txBox="1"/>
            <p:nvPr/>
          </p:nvSpPr>
          <p:spPr>
            <a:xfrm>
              <a:off x="6890316" y="5292481"/>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1</a:t>
              </a:r>
              <a:endParaRPr lang="en-US" sz="825" spc="0" baseline="0" dirty="0">
                <a:ln/>
                <a:solidFill>
                  <a:srgbClr val="000000"/>
                </a:solidFill>
                <a:latin typeface="Times New Roman"/>
                <a:cs typeface="Times New Roman"/>
                <a:sym typeface="Times New Roman"/>
                <a:rtl val="0"/>
              </a:endParaRPr>
            </a:p>
          </p:txBody>
        </p:sp>
        <p:sp>
          <p:nvSpPr>
            <p:cNvPr id="1919" name="TextBox 1918">
              <a:extLst>
                <a:ext uri="{FF2B5EF4-FFF2-40B4-BE49-F238E27FC236}">
                  <a16:creationId xmlns:a16="http://schemas.microsoft.com/office/drawing/2014/main" id="{D10837E0-8B23-4473-941A-FE3C22222710}"/>
                </a:ext>
              </a:extLst>
            </p:cNvPr>
            <p:cNvSpPr txBox="1"/>
            <p:nvPr/>
          </p:nvSpPr>
          <p:spPr>
            <a:xfrm>
              <a:off x="7672837" y="5394664"/>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2</a:t>
              </a:r>
              <a:endParaRPr lang="en-US" sz="825" spc="0" baseline="0" dirty="0">
                <a:ln/>
                <a:solidFill>
                  <a:srgbClr val="000000"/>
                </a:solidFill>
                <a:latin typeface="Times New Roman"/>
                <a:cs typeface="Times New Roman"/>
                <a:sym typeface="Times New Roman"/>
                <a:rtl val="0"/>
              </a:endParaRPr>
            </a:p>
          </p:txBody>
        </p:sp>
        <p:sp>
          <p:nvSpPr>
            <p:cNvPr id="1920" name="TextBox 1919">
              <a:extLst>
                <a:ext uri="{FF2B5EF4-FFF2-40B4-BE49-F238E27FC236}">
                  <a16:creationId xmlns:a16="http://schemas.microsoft.com/office/drawing/2014/main" id="{F38292CF-8DB9-4408-B086-3EF92A774387}"/>
                </a:ext>
              </a:extLst>
            </p:cNvPr>
            <p:cNvSpPr txBox="1"/>
            <p:nvPr/>
          </p:nvSpPr>
          <p:spPr>
            <a:xfrm>
              <a:off x="8486540" y="5385359"/>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4</a:t>
              </a:r>
              <a:endParaRPr lang="en-US" sz="825" spc="0" baseline="0" dirty="0">
                <a:ln/>
                <a:solidFill>
                  <a:srgbClr val="000000"/>
                </a:solidFill>
                <a:latin typeface="Times New Roman"/>
                <a:cs typeface="Times New Roman"/>
                <a:sym typeface="Times New Roman"/>
                <a:rtl val="0"/>
              </a:endParaRPr>
            </a:p>
          </p:txBody>
        </p:sp>
        <p:sp>
          <p:nvSpPr>
            <p:cNvPr id="1921" name="TextBox 1920">
              <a:extLst>
                <a:ext uri="{FF2B5EF4-FFF2-40B4-BE49-F238E27FC236}">
                  <a16:creationId xmlns:a16="http://schemas.microsoft.com/office/drawing/2014/main" id="{07A4BB9F-AFA9-438A-B0FC-9401862B4136}"/>
                </a:ext>
              </a:extLst>
            </p:cNvPr>
            <p:cNvSpPr txBox="1"/>
            <p:nvPr/>
          </p:nvSpPr>
          <p:spPr>
            <a:xfrm>
              <a:off x="8770056" y="5096836"/>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3</a:t>
              </a:r>
              <a:endParaRPr lang="en-US" sz="825" spc="0" baseline="0" dirty="0">
                <a:ln/>
                <a:solidFill>
                  <a:srgbClr val="000000"/>
                </a:solidFill>
                <a:latin typeface="Times New Roman"/>
                <a:cs typeface="Times New Roman"/>
                <a:sym typeface="Times New Roman"/>
                <a:rtl val="0"/>
              </a:endParaRPr>
            </a:p>
          </p:txBody>
        </p:sp>
        <p:sp>
          <p:nvSpPr>
            <p:cNvPr id="1922" name="Arrow: Right 1921">
              <a:extLst>
                <a:ext uri="{FF2B5EF4-FFF2-40B4-BE49-F238E27FC236}">
                  <a16:creationId xmlns:a16="http://schemas.microsoft.com/office/drawing/2014/main" id="{FA795268-5540-42E4-A7DA-3014C0EB657D}"/>
                </a:ext>
              </a:extLst>
            </p:cNvPr>
            <p:cNvSpPr/>
            <p:nvPr/>
          </p:nvSpPr>
          <p:spPr>
            <a:xfrm>
              <a:off x="6764867" y="5767552"/>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1</a:t>
              </a:r>
            </a:p>
          </p:txBody>
        </p:sp>
        <p:sp>
          <p:nvSpPr>
            <p:cNvPr id="1923" name="Arrow: Right 1922">
              <a:extLst>
                <a:ext uri="{FF2B5EF4-FFF2-40B4-BE49-F238E27FC236}">
                  <a16:creationId xmlns:a16="http://schemas.microsoft.com/office/drawing/2014/main" id="{75CC43FB-C328-4A0E-A79C-A00B0287FB59}"/>
                </a:ext>
              </a:extLst>
            </p:cNvPr>
            <p:cNvSpPr/>
            <p:nvPr/>
          </p:nvSpPr>
          <p:spPr>
            <a:xfrm>
              <a:off x="8165861" y="5726364"/>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2</a:t>
              </a:r>
            </a:p>
          </p:txBody>
        </p:sp>
        <p:sp>
          <p:nvSpPr>
            <p:cNvPr id="1924" name="Arrow: Right 1923">
              <a:extLst>
                <a:ext uri="{FF2B5EF4-FFF2-40B4-BE49-F238E27FC236}">
                  <a16:creationId xmlns:a16="http://schemas.microsoft.com/office/drawing/2014/main" id="{80F86D88-4D96-485E-8994-D0E4B191858B}"/>
                </a:ext>
              </a:extLst>
            </p:cNvPr>
            <p:cNvSpPr/>
            <p:nvPr/>
          </p:nvSpPr>
          <p:spPr>
            <a:xfrm>
              <a:off x="8029586" y="5979970"/>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3</a:t>
              </a:r>
            </a:p>
          </p:txBody>
        </p:sp>
        <p:sp>
          <p:nvSpPr>
            <p:cNvPr id="1925" name="Parallelogram 1924">
              <a:extLst>
                <a:ext uri="{FF2B5EF4-FFF2-40B4-BE49-F238E27FC236}">
                  <a16:creationId xmlns:a16="http://schemas.microsoft.com/office/drawing/2014/main" id="{121C460C-BB5C-4E29-84DC-CED3E32685DD}"/>
                </a:ext>
              </a:extLst>
            </p:cNvPr>
            <p:cNvSpPr/>
            <p:nvPr/>
          </p:nvSpPr>
          <p:spPr>
            <a:xfrm>
              <a:off x="7282958" y="5571589"/>
              <a:ext cx="1026157" cy="676811"/>
            </a:xfrm>
            <a:prstGeom prst="parallelogram">
              <a:avLst>
                <a:gd name="adj" fmla="val 64405"/>
              </a:avLst>
            </a:prstGeom>
            <a:solidFill>
              <a:schemeClr val="accent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Junction</a:t>
              </a:r>
            </a:p>
            <a:p>
              <a:pPr algn="ctr"/>
              <a:r>
                <a:rPr lang="en-US" sz="700" dirty="0"/>
                <a:t>1</a:t>
              </a:r>
            </a:p>
          </p:txBody>
        </p:sp>
      </p:grpSp>
      <p:sp>
        <p:nvSpPr>
          <p:cNvPr id="1926" name="Arrow: Right 1925">
            <a:extLst>
              <a:ext uri="{FF2B5EF4-FFF2-40B4-BE49-F238E27FC236}">
                <a16:creationId xmlns:a16="http://schemas.microsoft.com/office/drawing/2014/main" id="{35ACE882-C111-4375-BA9D-17C3693CBB7F}"/>
              </a:ext>
            </a:extLst>
          </p:cNvPr>
          <p:cNvSpPr/>
          <p:nvPr/>
        </p:nvSpPr>
        <p:spPr>
          <a:xfrm>
            <a:off x="2915559" y="2146504"/>
            <a:ext cx="3037933" cy="17919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Last Time</a:t>
            </a:r>
          </a:p>
        </p:txBody>
      </p:sp>
      <p:sp>
        <p:nvSpPr>
          <p:cNvPr id="1927" name="Left Brace 1926">
            <a:extLst>
              <a:ext uri="{FF2B5EF4-FFF2-40B4-BE49-F238E27FC236}">
                <a16:creationId xmlns:a16="http://schemas.microsoft.com/office/drawing/2014/main" id="{3767A5E8-F5C4-4DEA-BD6F-17FB54764FB3}"/>
              </a:ext>
            </a:extLst>
          </p:cNvPr>
          <p:cNvSpPr/>
          <p:nvPr/>
        </p:nvSpPr>
        <p:spPr>
          <a:xfrm>
            <a:off x="6103868" y="2099340"/>
            <a:ext cx="212725" cy="1789369"/>
          </a:xfrm>
          <a:prstGeom prst="lef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28" name="Arrow: Right 1927">
            <a:extLst>
              <a:ext uri="{FF2B5EF4-FFF2-40B4-BE49-F238E27FC236}">
                <a16:creationId xmlns:a16="http://schemas.microsoft.com/office/drawing/2014/main" id="{C343EDE1-E345-42CB-A8D3-685272504197}"/>
              </a:ext>
            </a:extLst>
          </p:cNvPr>
          <p:cNvSpPr/>
          <p:nvPr/>
        </p:nvSpPr>
        <p:spPr>
          <a:xfrm>
            <a:off x="2960706" y="4078285"/>
            <a:ext cx="3037933" cy="17919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presentation</a:t>
            </a:r>
          </a:p>
        </p:txBody>
      </p:sp>
      <p:sp>
        <p:nvSpPr>
          <p:cNvPr id="1929" name="Left Brace 1928">
            <a:extLst>
              <a:ext uri="{FF2B5EF4-FFF2-40B4-BE49-F238E27FC236}">
                <a16:creationId xmlns:a16="http://schemas.microsoft.com/office/drawing/2014/main" id="{2D161BD5-1E2E-40D4-83C2-BECE87F7DF5F}"/>
              </a:ext>
            </a:extLst>
          </p:cNvPr>
          <p:cNvSpPr/>
          <p:nvPr/>
        </p:nvSpPr>
        <p:spPr>
          <a:xfrm>
            <a:off x="6056206" y="4064935"/>
            <a:ext cx="212725" cy="1789369"/>
          </a:xfrm>
          <a:prstGeom prst="leftBrace">
            <a:avLst/>
          </a:prstGeom>
          <a:ln w="508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36641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E5DE5-E8EF-E547-92DF-4302DBB5E8CB}"/>
              </a:ext>
            </a:extLst>
          </p:cNvPr>
          <p:cNvSpPr>
            <a:spLocks noGrp="1"/>
          </p:cNvSpPr>
          <p:nvPr>
            <p:ph type="title"/>
          </p:nvPr>
        </p:nvSpPr>
        <p:spPr>
          <a:xfrm>
            <a:off x="0" y="1"/>
            <a:ext cx="12192000" cy="914400"/>
          </a:xfrm>
        </p:spPr>
        <p:txBody>
          <a:bodyPr/>
          <a:lstStyle/>
          <a:p>
            <a:r>
              <a:rPr lang="en-US" dirty="0"/>
              <a:t>Good parts of </a:t>
            </a:r>
            <a:r>
              <a:rPr lang="en-US" dirty="0" err="1"/>
              <a:t>OpenDRIVE</a:t>
            </a:r>
            <a:r>
              <a:rPr lang="en-US" dirty="0"/>
              <a:t> structure in MATLAB</a:t>
            </a:r>
          </a:p>
        </p:txBody>
      </p:sp>
      <p:sp>
        <p:nvSpPr>
          <p:cNvPr id="3" name="Content Placeholder 2">
            <a:extLst>
              <a:ext uri="{FF2B5EF4-FFF2-40B4-BE49-F238E27FC236}">
                <a16:creationId xmlns:a16="http://schemas.microsoft.com/office/drawing/2014/main" id="{1BB47D49-096D-AE45-8BB4-6795502A7C47}"/>
              </a:ext>
            </a:extLst>
          </p:cNvPr>
          <p:cNvSpPr>
            <a:spLocks noGrp="1"/>
          </p:cNvSpPr>
          <p:nvPr>
            <p:ph idx="1"/>
          </p:nvPr>
        </p:nvSpPr>
        <p:spPr>
          <a:xfrm>
            <a:off x="262002" y="1136692"/>
            <a:ext cx="11725405" cy="5552207"/>
          </a:xfrm>
        </p:spPr>
        <p:txBody>
          <a:bodyPr/>
          <a:lstStyle/>
          <a:p>
            <a:r>
              <a:rPr lang="en-US" dirty="0"/>
              <a:t>Cell arrays are used anywhere multiple elements exist at a level</a:t>
            </a:r>
          </a:p>
          <a:p>
            <a:pPr lvl="1"/>
            <a:r>
              <a:rPr lang="en-US" dirty="0"/>
              <a:t>Easy to iterate over the cell arrays (though requires loops)</a:t>
            </a:r>
          </a:p>
          <a:p>
            <a:r>
              <a:rPr lang="en-US" dirty="0"/>
              <a:t>Easy to compute (X,Y) </a:t>
            </a:r>
            <a:r>
              <a:rPr lang="en-US" dirty="0" err="1"/>
              <a:t>coords</a:t>
            </a:r>
            <a:r>
              <a:rPr lang="en-US" dirty="0"/>
              <a:t> from (S,T) representation</a:t>
            </a:r>
          </a:p>
          <a:p>
            <a:r>
              <a:rPr lang="en-US" dirty="0"/>
              <a:t>Each segment has initial pose (x0,y0), h0 and s0 plus the geometry descriptors and can thus be loaded/plotted separately from the others</a:t>
            </a:r>
          </a:p>
          <a:p>
            <a:r>
              <a:rPr lang="en-US" dirty="0"/>
              <a:t>Objects can be “indexed” by station to determine which segment to compute the geometry from</a:t>
            </a:r>
          </a:p>
          <a:p>
            <a:pPr lvl="1"/>
            <a:r>
              <a:rPr lang="en-US" dirty="0"/>
              <a:t>The initial pose of the segment allows for “local” computations using the segment initial values rather than referencing the road start</a:t>
            </a:r>
          </a:p>
        </p:txBody>
      </p:sp>
    </p:spTree>
    <p:extLst>
      <p:ext uri="{BB962C8B-B14F-4D97-AF65-F5344CB8AC3E}">
        <p14:creationId xmlns:p14="http://schemas.microsoft.com/office/powerpoint/2010/main" val="3420980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E5DE5-E8EF-E547-92DF-4302DBB5E8CB}"/>
              </a:ext>
            </a:extLst>
          </p:cNvPr>
          <p:cNvSpPr>
            <a:spLocks noGrp="1"/>
          </p:cNvSpPr>
          <p:nvPr>
            <p:ph type="title"/>
          </p:nvPr>
        </p:nvSpPr>
        <p:spPr>
          <a:xfrm>
            <a:off x="0" y="1"/>
            <a:ext cx="12192000" cy="914400"/>
          </a:xfrm>
        </p:spPr>
        <p:txBody>
          <a:bodyPr/>
          <a:lstStyle/>
          <a:p>
            <a:r>
              <a:rPr lang="en-US" dirty="0"/>
              <a:t>Bad parts of </a:t>
            </a:r>
            <a:r>
              <a:rPr lang="en-US" dirty="0" err="1"/>
              <a:t>OpenDRIVE</a:t>
            </a:r>
            <a:r>
              <a:rPr lang="en-US" dirty="0"/>
              <a:t> structure in MATLAB</a:t>
            </a:r>
          </a:p>
        </p:txBody>
      </p:sp>
      <p:sp>
        <p:nvSpPr>
          <p:cNvPr id="3" name="Content Placeholder 2">
            <a:extLst>
              <a:ext uri="{FF2B5EF4-FFF2-40B4-BE49-F238E27FC236}">
                <a16:creationId xmlns:a16="http://schemas.microsoft.com/office/drawing/2014/main" id="{1BB47D49-096D-AE45-8BB4-6795502A7C47}"/>
              </a:ext>
            </a:extLst>
          </p:cNvPr>
          <p:cNvSpPr>
            <a:spLocks noGrp="1"/>
          </p:cNvSpPr>
          <p:nvPr>
            <p:ph idx="1"/>
          </p:nvPr>
        </p:nvSpPr>
        <p:spPr>
          <a:xfrm>
            <a:off x="262002" y="1136692"/>
            <a:ext cx="11725405" cy="5552207"/>
          </a:xfrm>
        </p:spPr>
        <p:txBody>
          <a:bodyPr>
            <a:normAutofit fontScale="77500" lnSpcReduction="20000"/>
          </a:bodyPr>
          <a:lstStyle/>
          <a:p>
            <a:r>
              <a:rPr lang="en-US" dirty="0"/>
              <a:t>The xml2struct function produces inconsistent structure hierarchies when layers contain only a single element</a:t>
            </a:r>
          </a:p>
          <a:p>
            <a:pPr lvl="1"/>
            <a:r>
              <a:rPr lang="en-US" dirty="0"/>
              <a:t>Cell arrays of structures for multiples, structure for singles</a:t>
            </a:r>
          </a:p>
          <a:p>
            <a:pPr lvl="1"/>
            <a:r>
              <a:rPr lang="en-US" dirty="0"/>
              <a:t>Can fix this easily, but has to be done at many different locations in the XODR structure tree</a:t>
            </a:r>
          </a:p>
          <a:p>
            <a:pPr lvl="1"/>
            <a:r>
              <a:rPr lang="en-US" dirty="0"/>
              <a:t>Addressed by </a:t>
            </a:r>
            <a:r>
              <a:rPr lang="en-US" b="1" dirty="0" err="1"/>
              <a:t>fcn_RoadSeg_convertXODRtoMATLABStruct</a:t>
            </a:r>
            <a:endParaRPr lang="en-US" dirty="0"/>
          </a:p>
          <a:p>
            <a:r>
              <a:rPr lang="en-US" dirty="0"/>
              <a:t>Reliant on proper XODR formatting to ensure segment ordering is correct (in order of increasing station)</a:t>
            </a:r>
          </a:p>
          <a:p>
            <a:pPr lvl="1"/>
            <a:r>
              <a:rPr lang="en-US" dirty="0"/>
              <a:t>Addressed by </a:t>
            </a:r>
            <a:r>
              <a:rPr lang="en-US" b="1" dirty="0" err="1"/>
              <a:t>fcn_RoadSeg_XODRSegmentChecks</a:t>
            </a:r>
            <a:endParaRPr lang="en-US" dirty="0"/>
          </a:p>
          <a:p>
            <a:r>
              <a:rPr lang="en-US" dirty="0"/>
              <a:t>Malformed segments or inconsistencies in XODR will transfer through to the MATLAB structure</a:t>
            </a:r>
          </a:p>
          <a:p>
            <a:pPr lvl="1"/>
            <a:r>
              <a:rPr lang="en-US" dirty="0"/>
              <a:t>May need to have a MATLAB routine to check that (</a:t>
            </a:r>
            <a:r>
              <a:rPr lang="en-US" dirty="0" err="1"/>
              <a:t>xF,yF</a:t>
            </a:r>
            <a:r>
              <a:rPr lang="en-US" dirty="0"/>
              <a:t>) as well as </a:t>
            </a:r>
            <a:r>
              <a:rPr lang="en-US" dirty="0" err="1"/>
              <a:t>hF</a:t>
            </a:r>
            <a:r>
              <a:rPr lang="en-US" dirty="0"/>
              <a:t> at </a:t>
            </a:r>
            <a:r>
              <a:rPr lang="en-US" dirty="0" err="1"/>
              <a:t>sF</a:t>
            </a:r>
            <a:r>
              <a:rPr lang="en-US" dirty="0"/>
              <a:t> matches with (x0,y0) as well as h0 at s0 of the next segment</a:t>
            </a:r>
          </a:p>
          <a:p>
            <a:pPr lvl="1"/>
            <a:r>
              <a:rPr lang="en-US" dirty="0"/>
              <a:t>Addressed by </a:t>
            </a:r>
            <a:r>
              <a:rPr lang="en-US" b="1" dirty="0" err="1"/>
              <a:t>fcn_RoadSeg_XODRSegmentChecks</a:t>
            </a:r>
            <a:endParaRPr lang="en-US" dirty="0"/>
          </a:p>
          <a:p>
            <a:r>
              <a:rPr lang="en-US" dirty="0"/>
              <a:t>Need a separate lookup table to correlate objects with the road geometry segment they are located with respect to</a:t>
            </a:r>
          </a:p>
          <a:p>
            <a:r>
              <a:rPr lang="en-US" dirty="0"/>
              <a:t>Lanes are defined section-by-section and can “shift” identifier from one section to the next if a lane appears (begins with zero width and widens) or disappears (narrows to zero width) at the lane section boundary</a:t>
            </a:r>
          </a:p>
          <a:p>
            <a:r>
              <a:rPr lang="en-US" dirty="0"/>
              <a:t>Objects do not have any built-in attributes for appearance (e.g. color)</a:t>
            </a:r>
          </a:p>
          <a:p>
            <a:pPr lvl="1"/>
            <a:r>
              <a:rPr lang="en-US" dirty="0"/>
              <a:t>Can be stored in &lt;</a:t>
            </a:r>
            <a:r>
              <a:rPr lang="en-US" dirty="0" err="1"/>
              <a:t>userData</a:t>
            </a:r>
            <a:r>
              <a:rPr lang="en-US" dirty="0"/>
              <a:t>&gt; within the object elements</a:t>
            </a:r>
          </a:p>
        </p:txBody>
      </p:sp>
    </p:spTree>
    <p:extLst>
      <p:ext uri="{BB962C8B-B14F-4D97-AF65-F5344CB8AC3E}">
        <p14:creationId xmlns:p14="http://schemas.microsoft.com/office/powerpoint/2010/main" val="856063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E861CB-F9A6-854D-AB0D-F9D1CEB817EE}"/>
              </a:ext>
            </a:extLst>
          </p:cNvPr>
          <p:cNvSpPr>
            <a:spLocks noGrp="1"/>
          </p:cNvSpPr>
          <p:nvPr>
            <p:ph type="title"/>
          </p:nvPr>
        </p:nvSpPr>
        <p:spPr/>
        <p:txBody>
          <a:bodyPr/>
          <a:lstStyle/>
          <a:p>
            <a:r>
              <a:rPr lang="en-US" dirty="0"/>
              <a:t>MATLAB Toolsets for OpenDRIVE Parsing/Plotting</a:t>
            </a:r>
          </a:p>
        </p:txBody>
      </p:sp>
      <p:sp>
        <p:nvSpPr>
          <p:cNvPr id="5" name="Text Placeholder 4">
            <a:extLst>
              <a:ext uri="{FF2B5EF4-FFF2-40B4-BE49-F238E27FC236}">
                <a16:creationId xmlns:a16="http://schemas.microsoft.com/office/drawing/2014/main" id="{1B926251-B07B-2943-AC39-29008F53CC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76261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26EF389-98AD-3223-C6A6-FA6F84A3C696}"/>
              </a:ext>
            </a:extLst>
          </p:cNvPr>
          <p:cNvSpPr>
            <a:spLocks noGrp="1"/>
          </p:cNvSpPr>
          <p:nvPr>
            <p:ph type="title"/>
          </p:nvPr>
        </p:nvSpPr>
        <p:spPr/>
        <p:txBody>
          <a:bodyPr/>
          <a:lstStyle/>
          <a:p>
            <a:r>
              <a:rPr lang="en-US" dirty="0"/>
              <a:t>The toolsets to create the XODR file follow from the structure of the XML</a:t>
            </a:r>
          </a:p>
        </p:txBody>
      </p:sp>
      <p:grpSp>
        <p:nvGrpSpPr>
          <p:cNvPr id="8" name="Group 7">
            <a:extLst>
              <a:ext uri="{FF2B5EF4-FFF2-40B4-BE49-F238E27FC236}">
                <a16:creationId xmlns:a16="http://schemas.microsoft.com/office/drawing/2014/main" id="{1DF10148-E02E-73A6-1247-8A1215A35647}"/>
              </a:ext>
            </a:extLst>
          </p:cNvPr>
          <p:cNvGrpSpPr/>
          <p:nvPr/>
        </p:nvGrpSpPr>
        <p:grpSpPr>
          <a:xfrm>
            <a:off x="2516138" y="1968476"/>
            <a:ext cx="4766173" cy="4409194"/>
            <a:chOff x="6308449" y="1980722"/>
            <a:chExt cx="4766173" cy="4409194"/>
          </a:xfrm>
        </p:grpSpPr>
        <p:grpSp>
          <p:nvGrpSpPr>
            <p:cNvPr id="9" name="Group 8">
              <a:extLst>
                <a:ext uri="{FF2B5EF4-FFF2-40B4-BE49-F238E27FC236}">
                  <a16:creationId xmlns:a16="http://schemas.microsoft.com/office/drawing/2014/main" id="{3861FD78-A024-800B-157E-4BF69B4AFF5A}"/>
                </a:ext>
              </a:extLst>
            </p:cNvPr>
            <p:cNvGrpSpPr/>
            <p:nvPr/>
          </p:nvGrpSpPr>
          <p:grpSpPr>
            <a:xfrm>
              <a:off x="6308449" y="4978229"/>
              <a:ext cx="3591582" cy="525922"/>
              <a:chOff x="6254926" y="2452677"/>
              <a:chExt cx="3591582" cy="525922"/>
            </a:xfrm>
          </p:grpSpPr>
          <p:sp>
            <p:nvSpPr>
              <p:cNvPr id="1909" name="Freeform: Shape 1908">
                <a:extLst>
                  <a:ext uri="{FF2B5EF4-FFF2-40B4-BE49-F238E27FC236}">
                    <a16:creationId xmlns:a16="http://schemas.microsoft.com/office/drawing/2014/main" id="{5328C998-D58F-A7C9-AFEF-00C8CE82ED5D}"/>
                  </a:ext>
                </a:extLst>
              </p:cNvPr>
              <p:cNvSpPr/>
              <p:nvPr/>
            </p:nvSpPr>
            <p:spPr>
              <a:xfrm>
                <a:off x="6254926" y="2452677"/>
                <a:ext cx="3591582" cy="525922"/>
              </a:xfrm>
              <a:custGeom>
                <a:avLst/>
                <a:gdLst>
                  <a:gd name="connsiteX0" fmla="*/ 1427592 w 3591582"/>
                  <a:gd name="connsiteY0" fmla="*/ 525922 h 525922"/>
                  <a:gd name="connsiteX1" fmla="*/ 57985 w 3591582"/>
                  <a:gd name="connsiteY1" fmla="*/ 525922 h 525922"/>
                  <a:gd name="connsiteX2" fmla="*/ 38421 w 3591582"/>
                  <a:gd name="connsiteY2" fmla="*/ 464810 h 525922"/>
                  <a:gd name="connsiteX3" fmla="*/ 603472 w 3591582"/>
                  <a:gd name="connsiteY3" fmla="*/ 61112 h 525922"/>
                  <a:gd name="connsiteX4" fmla="*/ 794276 w 3591582"/>
                  <a:gd name="connsiteY4" fmla="*/ 0 h 525922"/>
                  <a:gd name="connsiteX5" fmla="*/ 3533595 w 3591582"/>
                  <a:gd name="connsiteY5" fmla="*/ 0 h 525922"/>
                  <a:gd name="connsiteX6" fmla="*/ 3553160 w 3591582"/>
                  <a:gd name="connsiteY6" fmla="*/ 61112 h 525922"/>
                  <a:gd name="connsiteX7" fmla="*/ 2988109 w 3591582"/>
                  <a:gd name="connsiteY7" fmla="*/ 464810 h 525922"/>
                  <a:gd name="connsiteX8" fmla="*/ 2797304 w 3591582"/>
                  <a:gd name="connsiteY8" fmla="*/ 525922 h 525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1582" h="525922">
                    <a:moveTo>
                      <a:pt x="1427592" y="525922"/>
                    </a:moveTo>
                    <a:lnTo>
                      <a:pt x="57985" y="525922"/>
                    </a:lnTo>
                    <a:cubicBezTo>
                      <a:pt x="-12138" y="525922"/>
                      <a:pt x="-18660" y="505551"/>
                      <a:pt x="38421" y="464810"/>
                    </a:cubicBezTo>
                    <a:lnTo>
                      <a:pt x="603472" y="61112"/>
                    </a:lnTo>
                    <a:cubicBezTo>
                      <a:pt x="660555" y="20371"/>
                      <a:pt x="724150" y="0"/>
                      <a:pt x="794276" y="0"/>
                    </a:cubicBezTo>
                    <a:lnTo>
                      <a:pt x="3533595" y="0"/>
                    </a:lnTo>
                    <a:cubicBezTo>
                      <a:pt x="3603722" y="0"/>
                      <a:pt x="3610243" y="20371"/>
                      <a:pt x="3553160" y="61112"/>
                    </a:cubicBezTo>
                    <a:lnTo>
                      <a:pt x="2988109" y="464810"/>
                    </a:lnTo>
                    <a:cubicBezTo>
                      <a:pt x="2931025" y="505551"/>
                      <a:pt x="2867431" y="525922"/>
                      <a:pt x="2797304" y="525922"/>
                    </a:cubicBezTo>
                    <a:close/>
                  </a:path>
                </a:pathLst>
              </a:custGeom>
              <a:solidFill>
                <a:srgbClr val="E6FFE6"/>
              </a:solidFill>
              <a:ln w="10515" cap="flat">
                <a:solidFill>
                  <a:srgbClr val="45FFE0"/>
                </a:solidFill>
                <a:prstDash val="solid"/>
                <a:miter/>
              </a:ln>
            </p:spPr>
            <p:txBody>
              <a:bodyPr rtlCol="0" anchor="ctr"/>
              <a:lstStyle/>
              <a:p>
                <a:endParaRPr lang="en-US"/>
              </a:p>
            </p:txBody>
          </p:sp>
          <p:sp>
            <p:nvSpPr>
              <p:cNvPr id="1910" name="Freeform: Shape 1909">
                <a:extLst>
                  <a:ext uri="{FF2B5EF4-FFF2-40B4-BE49-F238E27FC236}">
                    <a16:creationId xmlns:a16="http://schemas.microsoft.com/office/drawing/2014/main" id="{29F7653D-68CD-513F-F108-95BE755D55C6}"/>
                  </a:ext>
                </a:extLst>
              </p:cNvPr>
              <p:cNvSpPr/>
              <p:nvPr/>
            </p:nvSpPr>
            <p:spPr>
              <a:xfrm>
                <a:off x="9075355" y="2815405"/>
                <a:ext cx="136844" cy="96874"/>
              </a:xfrm>
              <a:custGeom>
                <a:avLst/>
                <a:gdLst>
                  <a:gd name="connsiteX0" fmla="*/ 0 w 136844"/>
                  <a:gd name="connsiteY0" fmla="*/ 96875 h 96874"/>
                  <a:gd name="connsiteX1" fmla="*/ 136845 w 136844"/>
                  <a:gd name="connsiteY1" fmla="*/ 0 h 96874"/>
                </a:gdLst>
                <a:ahLst/>
                <a:cxnLst>
                  <a:cxn ang="0">
                    <a:pos x="connsiteX0" y="connsiteY0"/>
                  </a:cxn>
                  <a:cxn ang="0">
                    <a:pos x="connsiteX1" y="connsiteY1"/>
                  </a:cxn>
                </a:cxnLst>
                <a:rect l="l" t="t" r="r" b="b"/>
                <a:pathLst>
                  <a:path w="136844" h="96874">
                    <a:moveTo>
                      <a:pt x="0" y="96875"/>
                    </a:moveTo>
                    <a:lnTo>
                      <a:pt x="136845" y="0"/>
                    </a:lnTo>
                  </a:path>
                </a:pathLst>
              </a:custGeom>
              <a:noFill/>
              <a:ln w="10515" cap="flat">
                <a:solidFill>
                  <a:srgbClr val="666666"/>
                </a:solidFill>
                <a:prstDash val="solid"/>
                <a:miter/>
              </a:ln>
            </p:spPr>
            <p:txBody>
              <a:bodyPr rtlCol="0" anchor="ctr"/>
              <a:lstStyle/>
              <a:p>
                <a:endParaRPr lang="en-US"/>
              </a:p>
            </p:txBody>
          </p:sp>
          <p:sp>
            <p:nvSpPr>
              <p:cNvPr id="1911" name="Freeform: Shape 1910">
                <a:extLst>
                  <a:ext uri="{FF2B5EF4-FFF2-40B4-BE49-F238E27FC236}">
                    <a16:creationId xmlns:a16="http://schemas.microsoft.com/office/drawing/2014/main" id="{B0BAC314-0A38-3729-D08A-29F6CD80B950}"/>
                  </a:ext>
                </a:extLst>
              </p:cNvPr>
              <p:cNvSpPr/>
              <p:nvPr/>
            </p:nvSpPr>
            <p:spPr>
              <a:xfrm>
                <a:off x="8276113" y="2589783"/>
                <a:ext cx="441774" cy="299144"/>
              </a:xfrm>
              <a:custGeom>
                <a:avLst/>
                <a:gdLst>
                  <a:gd name="connsiteX0" fmla="*/ 0 w 441774"/>
                  <a:gd name="connsiteY0" fmla="*/ 299145 h 299144"/>
                  <a:gd name="connsiteX1" fmla="*/ 441775 w 441774"/>
                  <a:gd name="connsiteY1" fmla="*/ 0 h 299144"/>
                </a:gdLst>
                <a:ahLst/>
                <a:cxnLst>
                  <a:cxn ang="0">
                    <a:pos x="connsiteX0" y="connsiteY0"/>
                  </a:cxn>
                  <a:cxn ang="0">
                    <a:pos x="connsiteX1" y="connsiteY1"/>
                  </a:cxn>
                </a:cxnLst>
                <a:rect l="l" t="t" r="r" b="b"/>
                <a:pathLst>
                  <a:path w="441774" h="299144">
                    <a:moveTo>
                      <a:pt x="0" y="299145"/>
                    </a:moveTo>
                    <a:lnTo>
                      <a:pt x="441775" y="0"/>
                    </a:lnTo>
                  </a:path>
                </a:pathLst>
              </a:custGeom>
              <a:noFill/>
              <a:ln w="10515" cap="flat">
                <a:solidFill>
                  <a:srgbClr val="666666"/>
                </a:solidFill>
                <a:prstDash val="solid"/>
                <a:miter/>
              </a:ln>
            </p:spPr>
            <p:txBody>
              <a:bodyPr rtlCol="0" anchor="ctr"/>
              <a:lstStyle/>
              <a:p>
                <a:endParaRPr lang="en-US"/>
              </a:p>
            </p:txBody>
          </p:sp>
          <p:grpSp>
            <p:nvGrpSpPr>
              <p:cNvPr id="1912" name="Group 1911">
                <a:extLst>
                  <a:ext uri="{FF2B5EF4-FFF2-40B4-BE49-F238E27FC236}">
                    <a16:creationId xmlns:a16="http://schemas.microsoft.com/office/drawing/2014/main" id="{4FCF27F8-B8DA-C489-C44B-2A6CBC6DC84C}"/>
                  </a:ext>
                </a:extLst>
              </p:cNvPr>
              <p:cNvGrpSpPr/>
              <p:nvPr/>
            </p:nvGrpSpPr>
            <p:grpSpPr>
              <a:xfrm>
                <a:off x="6611357" y="2588077"/>
                <a:ext cx="2923707" cy="331331"/>
                <a:chOff x="6571142" y="2197947"/>
                <a:chExt cx="2923707" cy="331331"/>
              </a:xfrm>
            </p:grpSpPr>
            <p:sp>
              <p:nvSpPr>
                <p:cNvPr id="1914" name="Freeform: Shape 1913">
                  <a:extLst>
                    <a:ext uri="{FF2B5EF4-FFF2-40B4-BE49-F238E27FC236}">
                      <a16:creationId xmlns:a16="http://schemas.microsoft.com/office/drawing/2014/main" id="{ECC83CE6-4F66-CCF9-1BBE-F3762D5EBC4F}"/>
                    </a:ext>
                  </a:extLst>
                </p:cNvPr>
                <p:cNvSpPr/>
                <p:nvPr/>
              </p:nvSpPr>
              <p:spPr>
                <a:xfrm>
                  <a:off x="7520221" y="2197947"/>
                  <a:ext cx="300827" cy="206897"/>
                </a:xfrm>
                <a:custGeom>
                  <a:avLst/>
                  <a:gdLst>
                    <a:gd name="connsiteX0" fmla="*/ 0 w 300827"/>
                    <a:gd name="connsiteY0" fmla="*/ 206898 h 206897"/>
                    <a:gd name="connsiteX1" fmla="*/ 300828 w 300827"/>
                    <a:gd name="connsiteY1" fmla="*/ 0 h 206897"/>
                  </a:gdLst>
                  <a:ahLst/>
                  <a:cxnLst>
                    <a:cxn ang="0">
                      <a:pos x="connsiteX0" y="connsiteY0"/>
                    </a:cxn>
                    <a:cxn ang="0">
                      <a:pos x="connsiteX1" y="connsiteY1"/>
                    </a:cxn>
                  </a:cxnLst>
                  <a:rect l="l" t="t" r="r" b="b"/>
                  <a:pathLst>
                    <a:path w="300827" h="206897">
                      <a:moveTo>
                        <a:pt x="0" y="206898"/>
                      </a:moveTo>
                      <a:lnTo>
                        <a:pt x="300828" y="0"/>
                      </a:lnTo>
                    </a:path>
                  </a:pathLst>
                </a:custGeom>
                <a:noFill/>
                <a:ln w="10515" cap="flat">
                  <a:solidFill>
                    <a:srgbClr val="666666"/>
                  </a:solidFill>
                  <a:prstDash val="solid"/>
                  <a:miter/>
                </a:ln>
              </p:spPr>
              <p:txBody>
                <a:bodyPr rtlCol="0" anchor="ctr"/>
                <a:lstStyle/>
                <a:p>
                  <a:endParaRPr lang="en-US"/>
                </a:p>
              </p:txBody>
            </p:sp>
            <p:grpSp>
              <p:nvGrpSpPr>
                <p:cNvPr id="1915" name="Group 1914">
                  <a:extLst>
                    <a:ext uri="{FF2B5EF4-FFF2-40B4-BE49-F238E27FC236}">
                      <a16:creationId xmlns:a16="http://schemas.microsoft.com/office/drawing/2014/main" id="{24045AD6-99BE-2E9E-58FE-33E52BB6D8A3}"/>
                    </a:ext>
                  </a:extLst>
                </p:cNvPr>
                <p:cNvGrpSpPr/>
                <p:nvPr/>
              </p:nvGrpSpPr>
              <p:grpSpPr>
                <a:xfrm>
                  <a:off x="6571142" y="2205520"/>
                  <a:ext cx="2923707" cy="323758"/>
                  <a:chOff x="6571142" y="2205520"/>
                  <a:chExt cx="2923707" cy="323758"/>
                </a:xfrm>
              </p:grpSpPr>
              <p:sp>
                <p:nvSpPr>
                  <p:cNvPr id="1916" name="Freeform: Shape 1915">
                    <a:extLst>
                      <a:ext uri="{FF2B5EF4-FFF2-40B4-BE49-F238E27FC236}">
                        <a16:creationId xmlns:a16="http://schemas.microsoft.com/office/drawing/2014/main" id="{C62E0C07-461A-6889-30A7-3E71FA7F92C3}"/>
                      </a:ext>
                    </a:extLst>
                  </p:cNvPr>
                  <p:cNvSpPr/>
                  <p:nvPr/>
                </p:nvSpPr>
                <p:spPr>
                  <a:xfrm>
                    <a:off x="7557772" y="2406212"/>
                    <a:ext cx="817598" cy="10518"/>
                  </a:xfrm>
                  <a:custGeom>
                    <a:avLst/>
                    <a:gdLst>
                      <a:gd name="connsiteX0" fmla="*/ 0 w 817598"/>
                      <a:gd name="connsiteY0" fmla="*/ 0 h 10518"/>
                      <a:gd name="connsiteX1" fmla="*/ 817599 w 817598"/>
                      <a:gd name="connsiteY1" fmla="*/ 0 h 10518"/>
                    </a:gdLst>
                    <a:ahLst/>
                    <a:cxnLst>
                      <a:cxn ang="0">
                        <a:pos x="connsiteX0" y="connsiteY0"/>
                      </a:cxn>
                      <a:cxn ang="0">
                        <a:pos x="connsiteX1" y="connsiteY1"/>
                      </a:cxn>
                    </a:cxnLst>
                    <a:rect l="l" t="t" r="r" b="b"/>
                    <a:pathLst>
                      <a:path w="817598" h="10518">
                        <a:moveTo>
                          <a:pt x="0" y="0"/>
                        </a:moveTo>
                        <a:lnTo>
                          <a:pt x="817599" y="0"/>
                        </a:lnTo>
                      </a:path>
                    </a:pathLst>
                  </a:custGeom>
                  <a:noFill/>
                  <a:ln w="10515" cap="flat">
                    <a:solidFill>
                      <a:srgbClr val="0000FF"/>
                    </a:solidFill>
                    <a:prstDash val="solid"/>
                    <a:miter/>
                  </a:ln>
                </p:spPr>
                <p:txBody>
                  <a:bodyPr rtlCol="0" anchor="ctr"/>
                  <a:lstStyle/>
                  <a:p>
                    <a:endParaRPr lang="en-US"/>
                  </a:p>
                </p:txBody>
              </p:sp>
              <p:sp>
                <p:nvSpPr>
                  <p:cNvPr id="1917" name="Freeform: Shape 1916">
                    <a:extLst>
                      <a:ext uri="{FF2B5EF4-FFF2-40B4-BE49-F238E27FC236}">
                        <a16:creationId xmlns:a16="http://schemas.microsoft.com/office/drawing/2014/main" id="{B08235A4-398A-D35D-B964-64F2369F4656}"/>
                      </a:ext>
                    </a:extLst>
                  </p:cNvPr>
                  <p:cNvSpPr/>
                  <p:nvPr/>
                </p:nvSpPr>
                <p:spPr>
                  <a:xfrm>
                    <a:off x="6871444" y="2206467"/>
                    <a:ext cx="973587" cy="10518"/>
                  </a:xfrm>
                  <a:custGeom>
                    <a:avLst/>
                    <a:gdLst>
                      <a:gd name="connsiteX0" fmla="*/ 0 w 973587"/>
                      <a:gd name="connsiteY0" fmla="*/ 0 h 10518"/>
                      <a:gd name="connsiteX1" fmla="*/ 973587 w 973587"/>
                      <a:gd name="connsiteY1" fmla="*/ 0 h 10518"/>
                    </a:gdLst>
                    <a:ahLst/>
                    <a:cxnLst>
                      <a:cxn ang="0">
                        <a:pos x="connsiteX0" y="connsiteY0"/>
                      </a:cxn>
                      <a:cxn ang="0">
                        <a:pos x="connsiteX1" y="connsiteY1"/>
                      </a:cxn>
                    </a:cxnLst>
                    <a:rect l="l" t="t" r="r" b="b"/>
                    <a:pathLst>
                      <a:path w="973587" h="10518">
                        <a:moveTo>
                          <a:pt x="0" y="0"/>
                        </a:moveTo>
                        <a:lnTo>
                          <a:pt x="973587" y="0"/>
                        </a:lnTo>
                      </a:path>
                    </a:pathLst>
                  </a:custGeom>
                  <a:noFill/>
                  <a:ln w="10515" cap="flat">
                    <a:solidFill>
                      <a:srgbClr val="0000FF"/>
                    </a:solidFill>
                    <a:prstDash val="solid"/>
                    <a:miter/>
                  </a:ln>
                </p:spPr>
                <p:txBody>
                  <a:bodyPr rtlCol="0" anchor="ctr"/>
                  <a:lstStyle/>
                  <a:p>
                    <a:endParaRPr lang="en-US"/>
                  </a:p>
                </p:txBody>
              </p:sp>
              <p:sp>
                <p:nvSpPr>
                  <p:cNvPr id="1918" name="Freeform: Shape 1917">
                    <a:extLst>
                      <a:ext uri="{FF2B5EF4-FFF2-40B4-BE49-F238E27FC236}">
                        <a16:creationId xmlns:a16="http://schemas.microsoft.com/office/drawing/2014/main" id="{959539D7-F71E-5F3F-5632-C8B9EFAC7CE5}"/>
                      </a:ext>
                    </a:extLst>
                  </p:cNvPr>
                  <p:cNvSpPr/>
                  <p:nvPr/>
                </p:nvSpPr>
                <p:spPr>
                  <a:xfrm>
                    <a:off x="6713457" y="2306287"/>
                    <a:ext cx="997043" cy="10518"/>
                  </a:xfrm>
                  <a:custGeom>
                    <a:avLst/>
                    <a:gdLst>
                      <a:gd name="connsiteX0" fmla="*/ 0 w 997043"/>
                      <a:gd name="connsiteY0" fmla="*/ 0 h 10518"/>
                      <a:gd name="connsiteX1" fmla="*/ 997043 w 997043"/>
                      <a:gd name="connsiteY1" fmla="*/ 0 h 10518"/>
                    </a:gdLst>
                    <a:ahLst/>
                    <a:cxnLst>
                      <a:cxn ang="0">
                        <a:pos x="connsiteX0" y="connsiteY0"/>
                      </a:cxn>
                      <a:cxn ang="0">
                        <a:pos x="connsiteX1" y="connsiteY1"/>
                      </a:cxn>
                    </a:cxnLst>
                    <a:rect l="l" t="t" r="r" b="b"/>
                    <a:pathLst>
                      <a:path w="997043" h="10518">
                        <a:moveTo>
                          <a:pt x="0" y="0"/>
                        </a:moveTo>
                        <a:lnTo>
                          <a:pt x="997043" y="0"/>
                        </a:lnTo>
                      </a:path>
                    </a:pathLst>
                  </a:custGeom>
                  <a:noFill/>
                  <a:ln w="10515" cap="flat">
                    <a:solidFill>
                      <a:srgbClr val="0000FF"/>
                    </a:solidFill>
                    <a:prstDash val="solid"/>
                    <a:miter/>
                  </a:ln>
                </p:spPr>
                <p:txBody>
                  <a:bodyPr rtlCol="0" anchor="ctr"/>
                  <a:lstStyle/>
                  <a:p>
                    <a:endParaRPr lang="en-US"/>
                  </a:p>
                </p:txBody>
              </p:sp>
              <p:sp>
                <p:nvSpPr>
                  <p:cNvPr id="1919" name="Freeform: Shape 1918">
                    <a:extLst>
                      <a:ext uri="{FF2B5EF4-FFF2-40B4-BE49-F238E27FC236}">
                        <a16:creationId xmlns:a16="http://schemas.microsoft.com/office/drawing/2014/main" id="{7F764942-FD8A-6C69-5417-3C474A3A72BE}"/>
                      </a:ext>
                    </a:extLst>
                  </p:cNvPr>
                  <p:cNvSpPr/>
                  <p:nvPr/>
                </p:nvSpPr>
                <p:spPr>
                  <a:xfrm>
                    <a:off x="6571142" y="2405055"/>
                    <a:ext cx="984105" cy="10518"/>
                  </a:xfrm>
                  <a:custGeom>
                    <a:avLst/>
                    <a:gdLst>
                      <a:gd name="connsiteX0" fmla="*/ 0 w 984105"/>
                      <a:gd name="connsiteY0" fmla="*/ 0 h 10518"/>
                      <a:gd name="connsiteX1" fmla="*/ 984106 w 984105"/>
                      <a:gd name="connsiteY1" fmla="*/ 0 h 10518"/>
                    </a:gdLst>
                    <a:ahLst/>
                    <a:cxnLst>
                      <a:cxn ang="0">
                        <a:pos x="connsiteX0" y="connsiteY0"/>
                      </a:cxn>
                      <a:cxn ang="0">
                        <a:pos x="connsiteX1" y="connsiteY1"/>
                      </a:cxn>
                    </a:cxnLst>
                    <a:rect l="l" t="t" r="r" b="b"/>
                    <a:pathLst>
                      <a:path w="984105" h="10518">
                        <a:moveTo>
                          <a:pt x="0" y="0"/>
                        </a:moveTo>
                        <a:lnTo>
                          <a:pt x="984106" y="0"/>
                        </a:lnTo>
                      </a:path>
                    </a:pathLst>
                  </a:custGeom>
                  <a:noFill/>
                  <a:ln w="10515" cap="flat">
                    <a:solidFill>
                      <a:srgbClr val="0000FF"/>
                    </a:solidFill>
                    <a:prstDash val="solid"/>
                    <a:miter/>
                  </a:ln>
                </p:spPr>
                <p:txBody>
                  <a:bodyPr rtlCol="0" anchor="ctr"/>
                  <a:lstStyle/>
                  <a:p>
                    <a:endParaRPr lang="en-US"/>
                  </a:p>
                </p:txBody>
              </p:sp>
              <p:sp>
                <p:nvSpPr>
                  <p:cNvPr id="1920" name="Freeform: Shape 1919">
                    <a:extLst>
                      <a:ext uri="{FF2B5EF4-FFF2-40B4-BE49-F238E27FC236}">
                        <a16:creationId xmlns:a16="http://schemas.microsoft.com/office/drawing/2014/main" id="{D7A4228D-1728-F058-AC2B-260FF9949778}"/>
                      </a:ext>
                    </a:extLst>
                  </p:cNvPr>
                  <p:cNvSpPr/>
                  <p:nvPr/>
                </p:nvSpPr>
                <p:spPr>
                  <a:xfrm>
                    <a:off x="7859967" y="2207624"/>
                    <a:ext cx="794984" cy="10518"/>
                  </a:xfrm>
                  <a:custGeom>
                    <a:avLst/>
                    <a:gdLst>
                      <a:gd name="connsiteX0" fmla="*/ 0 w 794984"/>
                      <a:gd name="connsiteY0" fmla="*/ 0 h 10518"/>
                      <a:gd name="connsiteX1" fmla="*/ 794984 w 794984"/>
                      <a:gd name="connsiteY1" fmla="*/ 0 h 10518"/>
                    </a:gdLst>
                    <a:ahLst/>
                    <a:cxnLst>
                      <a:cxn ang="0">
                        <a:pos x="connsiteX0" y="connsiteY0"/>
                      </a:cxn>
                      <a:cxn ang="0">
                        <a:pos x="connsiteX1" y="connsiteY1"/>
                      </a:cxn>
                    </a:cxnLst>
                    <a:rect l="l" t="t" r="r" b="b"/>
                    <a:pathLst>
                      <a:path w="794984" h="10518">
                        <a:moveTo>
                          <a:pt x="0" y="0"/>
                        </a:moveTo>
                        <a:lnTo>
                          <a:pt x="794984" y="0"/>
                        </a:lnTo>
                      </a:path>
                    </a:pathLst>
                  </a:custGeom>
                  <a:noFill/>
                  <a:ln w="10515" cap="flat">
                    <a:solidFill>
                      <a:srgbClr val="0000FF"/>
                    </a:solidFill>
                    <a:prstDash val="solid"/>
                    <a:miter/>
                  </a:ln>
                </p:spPr>
                <p:txBody>
                  <a:bodyPr rtlCol="0" anchor="ctr"/>
                  <a:lstStyle/>
                  <a:p>
                    <a:endParaRPr lang="en-US"/>
                  </a:p>
                </p:txBody>
              </p:sp>
              <p:sp>
                <p:nvSpPr>
                  <p:cNvPr id="1921" name="Freeform: Shape 1920">
                    <a:extLst>
                      <a:ext uri="{FF2B5EF4-FFF2-40B4-BE49-F238E27FC236}">
                        <a16:creationId xmlns:a16="http://schemas.microsoft.com/office/drawing/2014/main" id="{68650468-56B3-0500-3914-DB103A0EDE63}"/>
                      </a:ext>
                    </a:extLst>
                  </p:cNvPr>
                  <p:cNvSpPr/>
                  <p:nvPr/>
                </p:nvSpPr>
                <p:spPr>
                  <a:xfrm>
                    <a:off x="7712709" y="2307549"/>
                    <a:ext cx="805081" cy="10518"/>
                  </a:xfrm>
                  <a:custGeom>
                    <a:avLst/>
                    <a:gdLst>
                      <a:gd name="connsiteX0" fmla="*/ 0 w 805081"/>
                      <a:gd name="connsiteY0" fmla="*/ 0 h 10518"/>
                      <a:gd name="connsiteX1" fmla="*/ 805082 w 805081"/>
                      <a:gd name="connsiteY1" fmla="*/ 0 h 10518"/>
                    </a:gdLst>
                    <a:ahLst/>
                    <a:cxnLst>
                      <a:cxn ang="0">
                        <a:pos x="connsiteX0" y="connsiteY0"/>
                      </a:cxn>
                      <a:cxn ang="0">
                        <a:pos x="connsiteX1" y="connsiteY1"/>
                      </a:cxn>
                    </a:cxnLst>
                    <a:rect l="l" t="t" r="r" b="b"/>
                    <a:pathLst>
                      <a:path w="805081" h="10518">
                        <a:moveTo>
                          <a:pt x="0" y="0"/>
                        </a:moveTo>
                        <a:lnTo>
                          <a:pt x="805082" y="0"/>
                        </a:lnTo>
                      </a:path>
                    </a:pathLst>
                  </a:custGeom>
                  <a:noFill/>
                  <a:ln w="10515" cap="flat">
                    <a:solidFill>
                      <a:srgbClr val="0000FF"/>
                    </a:solidFill>
                    <a:prstDash val="solid"/>
                    <a:miter/>
                  </a:ln>
                </p:spPr>
                <p:txBody>
                  <a:bodyPr rtlCol="0" anchor="ctr"/>
                  <a:lstStyle/>
                  <a:p>
                    <a:endParaRPr lang="en-US"/>
                  </a:p>
                </p:txBody>
              </p:sp>
              <p:sp>
                <p:nvSpPr>
                  <p:cNvPr id="1922" name="Freeform: Shape 1921">
                    <a:extLst>
                      <a:ext uri="{FF2B5EF4-FFF2-40B4-BE49-F238E27FC236}">
                        <a16:creationId xmlns:a16="http://schemas.microsoft.com/office/drawing/2014/main" id="{8DD62761-C65D-B21D-82C9-5C12606478F5}"/>
                      </a:ext>
                    </a:extLst>
                  </p:cNvPr>
                  <p:cNvSpPr/>
                  <p:nvPr/>
                </p:nvSpPr>
                <p:spPr>
                  <a:xfrm>
                    <a:off x="7804430" y="2502982"/>
                    <a:ext cx="593661" cy="3471"/>
                  </a:xfrm>
                  <a:custGeom>
                    <a:avLst/>
                    <a:gdLst>
                      <a:gd name="connsiteX0" fmla="*/ 0 w 593661"/>
                      <a:gd name="connsiteY0" fmla="*/ 0 h 3471"/>
                      <a:gd name="connsiteX1" fmla="*/ 593661 w 593661"/>
                      <a:gd name="connsiteY1" fmla="*/ 3471 h 3471"/>
                    </a:gdLst>
                    <a:ahLst/>
                    <a:cxnLst>
                      <a:cxn ang="0">
                        <a:pos x="connsiteX0" y="connsiteY0"/>
                      </a:cxn>
                      <a:cxn ang="0">
                        <a:pos x="connsiteX1" y="connsiteY1"/>
                      </a:cxn>
                    </a:cxnLst>
                    <a:rect l="l" t="t" r="r" b="b"/>
                    <a:pathLst>
                      <a:path w="593661" h="3471">
                        <a:moveTo>
                          <a:pt x="0" y="0"/>
                        </a:moveTo>
                        <a:lnTo>
                          <a:pt x="593661" y="3471"/>
                        </a:lnTo>
                      </a:path>
                    </a:pathLst>
                  </a:custGeom>
                  <a:noFill/>
                  <a:ln w="10515" cap="flat">
                    <a:solidFill>
                      <a:srgbClr val="0000FF"/>
                    </a:solidFill>
                    <a:prstDash val="solid"/>
                    <a:miter/>
                  </a:ln>
                </p:spPr>
                <p:txBody>
                  <a:bodyPr rtlCol="0" anchor="ctr"/>
                  <a:lstStyle/>
                  <a:p>
                    <a:endParaRPr lang="en-US"/>
                  </a:p>
                </p:txBody>
              </p:sp>
              <p:sp>
                <p:nvSpPr>
                  <p:cNvPr id="1923" name="Freeform: Shape 1922">
                    <a:extLst>
                      <a:ext uri="{FF2B5EF4-FFF2-40B4-BE49-F238E27FC236}">
                        <a16:creationId xmlns:a16="http://schemas.microsoft.com/office/drawing/2014/main" id="{AB666510-62BE-0EDB-CDCE-654B9A26B689}"/>
                      </a:ext>
                    </a:extLst>
                  </p:cNvPr>
                  <p:cNvSpPr/>
                  <p:nvPr/>
                </p:nvSpPr>
                <p:spPr>
                  <a:xfrm>
                    <a:off x="7491822" y="2402022"/>
                    <a:ext cx="320497" cy="100987"/>
                  </a:xfrm>
                  <a:custGeom>
                    <a:avLst/>
                    <a:gdLst>
                      <a:gd name="connsiteX0" fmla="*/ 0 w 320497"/>
                      <a:gd name="connsiteY0" fmla="*/ 88 h 100987"/>
                      <a:gd name="connsiteX1" fmla="*/ 142420 w 320497"/>
                      <a:gd name="connsiteY1" fmla="*/ 51207 h 100987"/>
                      <a:gd name="connsiteX2" fmla="*/ 320497 w 320497"/>
                      <a:gd name="connsiteY2" fmla="*/ 100749 h 100987"/>
                    </a:gdLst>
                    <a:ahLst/>
                    <a:cxnLst>
                      <a:cxn ang="0">
                        <a:pos x="connsiteX0" y="connsiteY0"/>
                      </a:cxn>
                      <a:cxn ang="0">
                        <a:pos x="connsiteX1" y="connsiteY1"/>
                      </a:cxn>
                      <a:cxn ang="0">
                        <a:pos x="connsiteX2" y="connsiteY2"/>
                      </a:cxn>
                    </a:cxnLst>
                    <a:rect l="l" t="t" r="r" b="b"/>
                    <a:pathLst>
                      <a:path w="320497" h="100987">
                        <a:moveTo>
                          <a:pt x="0" y="88"/>
                        </a:moveTo>
                        <a:cubicBezTo>
                          <a:pt x="55401" y="-1385"/>
                          <a:pt x="102870" y="15655"/>
                          <a:pt x="142420" y="51207"/>
                        </a:cubicBezTo>
                        <a:cubicBezTo>
                          <a:pt x="182043" y="86689"/>
                          <a:pt x="241398" y="103203"/>
                          <a:pt x="320497" y="100749"/>
                        </a:cubicBezTo>
                      </a:path>
                    </a:pathLst>
                  </a:custGeom>
                  <a:noFill/>
                  <a:ln w="10515" cap="flat">
                    <a:solidFill>
                      <a:srgbClr val="0000FF"/>
                    </a:solidFill>
                    <a:prstDash val="solid"/>
                    <a:miter/>
                  </a:ln>
                </p:spPr>
                <p:txBody>
                  <a:bodyPr rtlCol="0" anchor="ctr"/>
                  <a:lstStyle/>
                  <a:p>
                    <a:endParaRPr lang="en-US"/>
                  </a:p>
                </p:txBody>
              </p:sp>
              <p:sp>
                <p:nvSpPr>
                  <p:cNvPr id="1924" name="Freeform: Shape 1923">
                    <a:extLst>
                      <a:ext uri="{FF2B5EF4-FFF2-40B4-BE49-F238E27FC236}">
                        <a16:creationId xmlns:a16="http://schemas.microsoft.com/office/drawing/2014/main" id="{189F0E97-DEC7-F0B1-2192-272CCB22BCA8}"/>
                      </a:ext>
                    </a:extLst>
                  </p:cNvPr>
                  <p:cNvSpPr/>
                  <p:nvPr/>
                </p:nvSpPr>
                <p:spPr>
                  <a:xfrm>
                    <a:off x="8390202" y="2404214"/>
                    <a:ext cx="831062" cy="10518"/>
                  </a:xfrm>
                  <a:custGeom>
                    <a:avLst/>
                    <a:gdLst>
                      <a:gd name="connsiteX0" fmla="*/ 0 w 831062"/>
                      <a:gd name="connsiteY0" fmla="*/ 0 h 10518"/>
                      <a:gd name="connsiteX1" fmla="*/ 831063 w 831062"/>
                      <a:gd name="connsiteY1" fmla="*/ 0 h 10518"/>
                    </a:gdLst>
                    <a:ahLst/>
                    <a:cxnLst>
                      <a:cxn ang="0">
                        <a:pos x="connsiteX0" y="connsiteY0"/>
                      </a:cxn>
                      <a:cxn ang="0">
                        <a:pos x="connsiteX1" y="connsiteY1"/>
                      </a:cxn>
                    </a:cxnLst>
                    <a:rect l="l" t="t" r="r" b="b"/>
                    <a:pathLst>
                      <a:path w="831062" h="10518">
                        <a:moveTo>
                          <a:pt x="0" y="0"/>
                        </a:moveTo>
                        <a:lnTo>
                          <a:pt x="831063" y="0"/>
                        </a:lnTo>
                      </a:path>
                    </a:pathLst>
                  </a:custGeom>
                  <a:noFill/>
                  <a:ln w="10515" cap="flat">
                    <a:solidFill>
                      <a:srgbClr val="0000FF"/>
                    </a:solidFill>
                    <a:prstDash val="solid"/>
                    <a:miter/>
                  </a:ln>
                </p:spPr>
                <p:txBody>
                  <a:bodyPr rtlCol="0" anchor="ctr"/>
                  <a:lstStyle/>
                  <a:p>
                    <a:endParaRPr lang="en-US"/>
                  </a:p>
                </p:txBody>
              </p:sp>
              <p:sp>
                <p:nvSpPr>
                  <p:cNvPr id="1925" name="Freeform: Shape 1924">
                    <a:extLst>
                      <a:ext uri="{FF2B5EF4-FFF2-40B4-BE49-F238E27FC236}">
                        <a16:creationId xmlns:a16="http://schemas.microsoft.com/office/drawing/2014/main" id="{D5ABFFC4-BF97-4DE9-8AA8-196236279773}"/>
                      </a:ext>
                    </a:extLst>
                  </p:cNvPr>
                  <p:cNvSpPr/>
                  <p:nvPr/>
                </p:nvSpPr>
                <p:spPr>
                  <a:xfrm>
                    <a:off x="8564282" y="2404319"/>
                    <a:ext cx="599762" cy="26927"/>
                  </a:xfrm>
                  <a:custGeom>
                    <a:avLst/>
                    <a:gdLst>
                      <a:gd name="connsiteX0" fmla="*/ 0 w 599762"/>
                      <a:gd name="connsiteY0" fmla="*/ 0 h 26927"/>
                      <a:gd name="connsiteX1" fmla="*/ 599762 w 599762"/>
                      <a:gd name="connsiteY1" fmla="*/ 26927 h 26927"/>
                    </a:gdLst>
                    <a:ahLst/>
                    <a:cxnLst>
                      <a:cxn ang="0">
                        <a:pos x="connsiteX0" y="connsiteY0"/>
                      </a:cxn>
                      <a:cxn ang="0">
                        <a:pos x="connsiteX1" y="connsiteY1"/>
                      </a:cxn>
                    </a:cxnLst>
                    <a:rect l="l" t="t" r="r" b="b"/>
                    <a:pathLst>
                      <a:path w="599762" h="26927">
                        <a:moveTo>
                          <a:pt x="0" y="0"/>
                        </a:moveTo>
                        <a:lnTo>
                          <a:pt x="599762" y="26927"/>
                        </a:lnTo>
                      </a:path>
                    </a:pathLst>
                  </a:custGeom>
                  <a:noFill/>
                  <a:ln w="10515" cap="flat">
                    <a:solidFill>
                      <a:srgbClr val="0000FF"/>
                    </a:solidFill>
                    <a:prstDash val="solid"/>
                    <a:miter/>
                  </a:ln>
                </p:spPr>
                <p:txBody>
                  <a:bodyPr rtlCol="0" anchor="ctr"/>
                  <a:lstStyle/>
                  <a:p>
                    <a:endParaRPr lang="en-US"/>
                  </a:p>
                </p:txBody>
              </p:sp>
              <p:sp>
                <p:nvSpPr>
                  <p:cNvPr id="1926" name="Freeform: Shape 1925">
                    <a:extLst>
                      <a:ext uri="{FF2B5EF4-FFF2-40B4-BE49-F238E27FC236}">
                        <a16:creationId xmlns:a16="http://schemas.microsoft.com/office/drawing/2014/main" id="{2ADF6BF0-23E5-BA0F-2FA6-855810A31085}"/>
                      </a:ext>
                    </a:extLst>
                  </p:cNvPr>
                  <p:cNvSpPr/>
                  <p:nvPr/>
                </p:nvSpPr>
                <p:spPr>
                  <a:xfrm>
                    <a:off x="8390202" y="2506453"/>
                    <a:ext cx="642466" cy="22825"/>
                  </a:xfrm>
                  <a:custGeom>
                    <a:avLst/>
                    <a:gdLst>
                      <a:gd name="connsiteX0" fmla="*/ 0 w 642466"/>
                      <a:gd name="connsiteY0" fmla="*/ 0 h 22825"/>
                      <a:gd name="connsiteX1" fmla="*/ 642467 w 642466"/>
                      <a:gd name="connsiteY1" fmla="*/ 22825 h 22825"/>
                    </a:gdLst>
                    <a:ahLst/>
                    <a:cxnLst>
                      <a:cxn ang="0">
                        <a:pos x="connsiteX0" y="connsiteY0"/>
                      </a:cxn>
                      <a:cxn ang="0">
                        <a:pos x="connsiteX1" y="connsiteY1"/>
                      </a:cxn>
                    </a:cxnLst>
                    <a:rect l="l" t="t" r="r" b="b"/>
                    <a:pathLst>
                      <a:path w="642466" h="22825">
                        <a:moveTo>
                          <a:pt x="0" y="0"/>
                        </a:moveTo>
                        <a:lnTo>
                          <a:pt x="642467" y="22825"/>
                        </a:lnTo>
                      </a:path>
                    </a:pathLst>
                  </a:custGeom>
                  <a:noFill/>
                  <a:ln w="10515" cap="flat">
                    <a:solidFill>
                      <a:srgbClr val="0000FF"/>
                    </a:solidFill>
                    <a:prstDash val="solid"/>
                    <a:miter/>
                  </a:ln>
                </p:spPr>
                <p:txBody>
                  <a:bodyPr rtlCol="0" anchor="ctr"/>
                  <a:lstStyle/>
                  <a:p>
                    <a:endParaRPr lang="en-US"/>
                  </a:p>
                </p:txBody>
              </p:sp>
              <p:sp>
                <p:nvSpPr>
                  <p:cNvPr id="1927" name="Freeform: Shape 1926">
                    <a:extLst>
                      <a:ext uri="{FF2B5EF4-FFF2-40B4-BE49-F238E27FC236}">
                        <a16:creationId xmlns:a16="http://schemas.microsoft.com/office/drawing/2014/main" id="{C0575157-D466-946E-7611-674EAA25AC36}"/>
                      </a:ext>
                    </a:extLst>
                  </p:cNvPr>
                  <p:cNvSpPr/>
                  <p:nvPr/>
                </p:nvSpPr>
                <p:spPr>
                  <a:xfrm>
                    <a:off x="8540511" y="2305551"/>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sp>
                <p:nvSpPr>
                  <p:cNvPr id="1928" name="Freeform: Shape 1927">
                    <a:extLst>
                      <a:ext uri="{FF2B5EF4-FFF2-40B4-BE49-F238E27FC236}">
                        <a16:creationId xmlns:a16="http://schemas.microsoft.com/office/drawing/2014/main" id="{3F2A6018-55DA-20E8-D0A9-D3CE4B9108A4}"/>
                      </a:ext>
                    </a:extLst>
                  </p:cNvPr>
                  <p:cNvSpPr/>
                  <p:nvPr/>
                </p:nvSpPr>
                <p:spPr>
                  <a:xfrm>
                    <a:off x="6571142" y="2205520"/>
                    <a:ext cx="300722" cy="200376"/>
                  </a:xfrm>
                  <a:custGeom>
                    <a:avLst/>
                    <a:gdLst>
                      <a:gd name="connsiteX0" fmla="*/ 0 w 300722"/>
                      <a:gd name="connsiteY0" fmla="*/ 200376 h 200376"/>
                      <a:gd name="connsiteX1" fmla="*/ 300722 w 300722"/>
                      <a:gd name="connsiteY1" fmla="*/ 0 h 200376"/>
                    </a:gdLst>
                    <a:ahLst/>
                    <a:cxnLst>
                      <a:cxn ang="0">
                        <a:pos x="connsiteX0" y="connsiteY0"/>
                      </a:cxn>
                      <a:cxn ang="0">
                        <a:pos x="connsiteX1" y="connsiteY1"/>
                      </a:cxn>
                    </a:cxnLst>
                    <a:rect l="l" t="t" r="r" b="b"/>
                    <a:pathLst>
                      <a:path w="300722" h="200376">
                        <a:moveTo>
                          <a:pt x="0" y="200376"/>
                        </a:moveTo>
                        <a:lnTo>
                          <a:pt x="300722" y="0"/>
                        </a:lnTo>
                      </a:path>
                    </a:pathLst>
                  </a:custGeom>
                  <a:noFill/>
                  <a:ln w="10515" cap="flat">
                    <a:solidFill>
                      <a:srgbClr val="0000FF"/>
                    </a:solidFill>
                    <a:prstDash val="solid"/>
                    <a:miter/>
                  </a:ln>
                </p:spPr>
                <p:txBody>
                  <a:bodyPr rtlCol="0" anchor="ctr"/>
                  <a:lstStyle/>
                  <a:p>
                    <a:endParaRPr lang="en-US"/>
                  </a:p>
                </p:txBody>
              </p:sp>
              <p:sp>
                <p:nvSpPr>
                  <p:cNvPr id="1929" name="Freeform: Shape 1928">
                    <a:extLst>
                      <a:ext uri="{FF2B5EF4-FFF2-40B4-BE49-F238E27FC236}">
                        <a16:creationId xmlns:a16="http://schemas.microsoft.com/office/drawing/2014/main" id="{957A5FF7-5210-1200-F9C4-B1B60B68E827}"/>
                      </a:ext>
                    </a:extLst>
                  </p:cNvPr>
                  <p:cNvSpPr/>
                  <p:nvPr/>
                </p:nvSpPr>
                <p:spPr>
                  <a:xfrm>
                    <a:off x="8679565" y="2206467"/>
                    <a:ext cx="815284" cy="10518"/>
                  </a:xfrm>
                  <a:custGeom>
                    <a:avLst/>
                    <a:gdLst>
                      <a:gd name="connsiteX0" fmla="*/ 0 w 815284"/>
                      <a:gd name="connsiteY0" fmla="*/ 0 h 10518"/>
                      <a:gd name="connsiteX1" fmla="*/ 815285 w 815284"/>
                      <a:gd name="connsiteY1" fmla="*/ 0 h 10518"/>
                    </a:gdLst>
                    <a:ahLst/>
                    <a:cxnLst>
                      <a:cxn ang="0">
                        <a:pos x="connsiteX0" y="connsiteY0"/>
                      </a:cxn>
                      <a:cxn ang="0">
                        <a:pos x="connsiteX1" y="connsiteY1"/>
                      </a:cxn>
                    </a:cxnLst>
                    <a:rect l="l" t="t" r="r" b="b"/>
                    <a:pathLst>
                      <a:path w="815284" h="10518">
                        <a:moveTo>
                          <a:pt x="0" y="0"/>
                        </a:moveTo>
                        <a:lnTo>
                          <a:pt x="815285" y="0"/>
                        </a:lnTo>
                      </a:path>
                    </a:pathLst>
                  </a:custGeom>
                  <a:noFill/>
                  <a:ln w="10515" cap="flat">
                    <a:solidFill>
                      <a:srgbClr val="0000FF"/>
                    </a:solidFill>
                    <a:prstDash val="solid"/>
                    <a:miter/>
                  </a:ln>
                </p:spPr>
                <p:txBody>
                  <a:bodyPr rtlCol="0" anchor="ctr"/>
                  <a:lstStyle/>
                  <a:p>
                    <a:endParaRPr lang="en-US"/>
                  </a:p>
                </p:txBody>
              </p:sp>
            </p:grpSp>
          </p:grpSp>
          <p:sp>
            <p:nvSpPr>
              <p:cNvPr id="1913" name="Freeform: Shape 1912">
                <a:extLst>
                  <a:ext uri="{FF2B5EF4-FFF2-40B4-BE49-F238E27FC236}">
                    <a16:creationId xmlns:a16="http://schemas.microsoft.com/office/drawing/2014/main" id="{825A8149-0A44-6E3E-C3B4-27C44363788A}"/>
                  </a:ext>
                </a:extLst>
              </p:cNvPr>
              <p:cNvSpPr/>
              <p:nvPr/>
            </p:nvSpPr>
            <p:spPr>
              <a:xfrm>
                <a:off x="9251749" y="2591677"/>
                <a:ext cx="305034" cy="201428"/>
              </a:xfrm>
              <a:custGeom>
                <a:avLst/>
                <a:gdLst>
                  <a:gd name="connsiteX0" fmla="*/ 0 w 305034"/>
                  <a:gd name="connsiteY0" fmla="*/ 201428 h 201428"/>
                  <a:gd name="connsiteX1" fmla="*/ 305035 w 305034"/>
                  <a:gd name="connsiteY1" fmla="*/ 0 h 201428"/>
                </a:gdLst>
                <a:ahLst/>
                <a:cxnLst>
                  <a:cxn ang="0">
                    <a:pos x="connsiteX0" y="connsiteY0"/>
                  </a:cxn>
                  <a:cxn ang="0">
                    <a:pos x="connsiteX1" y="connsiteY1"/>
                  </a:cxn>
                </a:cxnLst>
                <a:rect l="l" t="t" r="r" b="b"/>
                <a:pathLst>
                  <a:path w="305034" h="201428">
                    <a:moveTo>
                      <a:pt x="0" y="201428"/>
                    </a:moveTo>
                    <a:lnTo>
                      <a:pt x="305035" y="0"/>
                    </a:lnTo>
                  </a:path>
                </a:pathLst>
              </a:custGeom>
              <a:noFill/>
              <a:ln w="10515" cap="flat">
                <a:solidFill>
                  <a:srgbClr val="666666"/>
                </a:solidFill>
                <a:prstDash val="solid"/>
                <a:miter/>
              </a:ln>
            </p:spPr>
            <p:txBody>
              <a:bodyPr rtlCol="0" anchor="ctr"/>
              <a:lstStyle/>
              <a:p>
                <a:endParaRPr lang="en-US"/>
              </a:p>
            </p:txBody>
          </p:sp>
        </p:grpSp>
        <p:sp>
          <p:nvSpPr>
            <p:cNvPr id="10" name="Freeform: Shape 9">
              <a:extLst>
                <a:ext uri="{FF2B5EF4-FFF2-40B4-BE49-F238E27FC236}">
                  <a16:creationId xmlns:a16="http://schemas.microsoft.com/office/drawing/2014/main" id="{42FCCFA2-A22A-00A5-FDDF-D3EBFF315A4B}"/>
                </a:ext>
              </a:extLst>
            </p:cNvPr>
            <p:cNvSpPr/>
            <p:nvPr/>
          </p:nvSpPr>
          <p:spPr>
            <a:xfrm>
              <a:off x="6371245" y="4468282"/>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A964FFE2-A036-2EF5-6906-2B5A183B0A76}"/>
                </a:ext>
              </a:extLst>
            </p:cNvPr>
            <p:cNvSpPr/>
            <p:nvPr/>
          </p:nvSpPr>
          <p:spPr>
            <a:xfrm>
              <a:off x="6461533" y="385822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A70CEBF-2FB3-BD29-6A8F-2A974B6E5571}"/>
                </a:ext>
              </a:extLst>
            </p:cNvPr>
            <p:cNvSpPr/>
            <p:nvPr/>
          </p:nvSpPr>
          <p:spPr>
            <a:xfrm>
              <a:off x="6511881" y="3085861"/>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BAD10E2-D4AA-C9E4-AC97-D02B6883201F}"/>
                </a:ext>
              </a:extLst>
            </p:cNvPr>
            <p:cNvSpPr/>
            <p:nvPr/>
          </p:nvSpPr>
          <p:spPr>
            <a:xfrm>
              <a:off x="6345000" y="2213857"/>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dirty="0"/>
            </a:p>
          </p:txBody>
        </p:sp>
        <p:grpSp>
          <p:nvGrpSpPr>
            <p:cNvPr id="14" name="Group 13">
              <a:extLst>
                <a:ext uri="{FF2B5EF4-FFF2-40B4-BE49-F238E27FC236}">
                  <a16:creationId xmlns:a16="http://schemas.microsoft.com/office/drawing/2014/main" id="{421C919E-614F-0D57-1B66-292061ED8CE0}"/>
                </a:ext>
              </a:extLst>
            </p:cNvPr>
            <p:cNvGrpSpPr/>
            <p:nvPr/>
          </p:nvGrpSpPr>
          <p:grpSpPr>
            <a:xfrm>
              <a:off x="6568714" y="2146268"/>
              <a:ext cx="3287047" cy="758679"/>
              <a:chOff x="6568714" y="2146268"/>
              <a:chExt cx="3287047" cy="758679"/>
            </a:xfrm>
          </p:grpSpPr>
          <p:sp>
            <p:nvSpPr>
              <p:cNvPr id="991" name="Freeform: Shape 990">
                <a:extLst>
                  <a:ext uri="{FF2B5EF4-FFF2-40B4-BE49-F238E27FC236}">
                    <a16:creationId xmlns:a16="http://schemas.microsoft.com/office/drawing/2014/main" id="{14F2F581-BDB2-9269-C891-B99C2AE2907A}"/>
                  </a:ext>
                </a:extLst>
              </p:cNvPr>
              <p:cNvSpPr/>
              <p:nvPr/>
            </p:nvSpPr>
            <p:spPr>
              <a:xfrm>
                <a:off x="6903096" y="242046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rgbClr val="FFFFFF"/>
                </a:solidFill>
                <a:custDash>
                  <a:ds d="675000" sp="675000"/>
                </a:custDash>
                <a:miter/>
              </a:ln>
            </p:spPr>
            <p:txBody>
              <a:bodyPr rtlCol="0" anchor="ctr"/>
              <a:lstStyle/>
              <a:p>
                <a:endParaRPr lang="en-US"/>
              </a:p>
            </p:txBody>
          </p:sp>
          <p:sp>
            <p:nvSpPr>
              <p:cNvPr id="992" name="Freeform: Shape 991">
                <a:extLst>
                  <a:ext uri="{FF2B5EF4-FFF2-40B4-BE49-F238E27FC236}">
                    <a16:creationId xmlns:a16="http://schemas.microsoft.com/office/drawing/2014/main" id="{24087C9F-1F5A-9489-42A9-7CA204D61657}"/>
                  </a:ext>
                </a:extLst>
              </p:cNvPr>
              <p:cNvSpPr/>
              <p:nvPr/>
            </p:nvSpPr>
            <p:spPr>
              <a:xfrm>
                <a:off x="6761728" y="257887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rgbClr val="FFFFFF"/>
                </a:solidFill>
                <a:prstDash val="solid"/>
                <a:miter/>
              </a:ln>
            </p:spPr>
            <p:txBody>
              <a:bodyPr rtlCol="0" anchor="ctr"/>
              <a:lstStyle/>
              <a:p>
                <a:endParaRPr lang="en-US"/>
              </a:p>
            </p:txBody>
          </p:sp>
          <p:sp>
            <p:nvSpPr>
              <p:cNvPr id="993" name="Freeform: Shape 992">
                <a:extLst>
                  <a:ext uri="{FF2B5EF4-FFF2-40B4-BE49-F238E27FC236}">
                    <a16:creationId xmlns:a16="http://schemas.microsoft.com/office/drawing/2014/main" id="{4B777D5B-4669-7E48-A085-84BF79D62C26}"/>
                  </a:ext>
                </a:extLst>
              </p:cNvPr>
              <p:cNvSpPr/>
              <p:nvPr/>
            </p:nvSpPr>
            <p:spPr>
              <a:xfrm>
                <a:off x="8062334" y="275169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rgbClr val="FFFFFF"/>
                </a:solidFill>
                <a:prstDash val="solid"/>
                <a:miter/>
              </a:ln>
            </p:spPr>
            <p:txBody>
              <a:bodyPr rtlCol="0" anchor="ctr"/>
              <a:lstStyle/>
              <a:p>
                <a:endParaRPr lang="en-US"/>
              </a:p>
            </p:txBody>
          </p:sp>
          <p:sp>
            <p:nvSpPr>
              <p:cNvPr id="994" name="Freeform: Shape 993">
                <a:extLst>
                  <a:ext uri="{FF2B5EF4-FFF2-40B4-BE49-F238E27FC236}">
                    <a16:creationId xmlns:a16="http://schemas.microsoft.com/office/drawing/2014/main" id="{3AE57B3A-20DE-3837-435E-AD7C2938DC98}"/>
                  </a:ext>
                </a:extLst>
              </p:cNvPr>
              <p:cNvSpPr/>
              <p:nvPr/>
            </p:nvSpPr>
            <p:spPr>
              <a:xfrm>
                <a:off x="7721431" y="257887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rgbClr val="FFFFFF"/>
                </a:solidFill>
                <a:prstDash val="solid"/>
                <a:miter/>
              </a:ln>
            </p:spPr>
            <p:txBody>
              <a:bodyPr rtlCol="0" anchor="ctr"/>
              <a:lstStyle/>
              <a:p>
                <a:endParaRPr lang="en-US"/>
              </a:p>
            </p:txBody>
          </p:sp>
          <p:sp>
            <p:nvSpPr>
              <p:cNvPr id="995" name="Freeform: Shape 994">
                <a:extLst>
                  <a:ext uri="{FF2B5EF4-FFF2-40B4-BE49-F238E27FC236}">
                    <a16:creationId xmlns:a16="http://schemas.microsoft.com/office/drawing/2014/main" id="{80BA12D6-B001-67B4-6860-A6B97FF43776}"/>
                  </a:ext>
                </a:extLst>
              </p:cNvPr>
              <p:cNvSpPr/>
              <p:nvPr/>
            </p:nvSpPr>
            <p:spPr>
              <a:xfrm>
                <a:off x="7818727" y="258602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rgbClr val="FFFFFF"/>
                </a:solidFill>
                <a:custDash>
                  <a:ds d="675000" sp="675000"/>
                </a:custDash>
                <a:miter/>
              </a:ln>
            </p:spPr>
            <p:txBody>
              <a:bodyPr rtlCol="0" anchor="ctr"/>
              <a:lstStyle/>
              <a:p>
                <a:endParaRPr lang="en-US"/>
              </a:p>
            </p:txBody>
          </p:sp>
          <p:sp>
            <p:nvSpPr>
              <p:cNvPr id="996" name="Freeform: Shape 995">
                <a:extLst>
                  <a:ext uri="{FF2B5EF4-FFF2-40B4-BE49-F238E27FC236}">
                    <a16:creationId xmlns:a16="http://schemas.microsoft.com/office/drawing/2014/main" id="{6CB8832E-27CB-555A-21DB-1E2F9A629EF6}"/>
                  </a:ext>
                </a:extLst>
              </p:cNvPr>
              <p:cNvSpPr/>
              <p:nvPr/>
            </p:nvSpPr>
            <p:spPr>
              <a:xfrm>
                <a:off x="8701645" y="258602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rgbClr val="FFFFFF"/>
                </a:solidFill>
                <a:prstDash val="solid"/>
                <a:miter/>
              </a:ln>
            </p:spPr>
            <p:txBody>
              <a:bodyPr rtlCol="0" anchor="ctr"/>
              <a:lstStyle/>
              <a:p>
                <a:endParaRPr lang="en-US"/>
              </a:p>
            </p:txBody>
          </p:sp>
          <p:sp>
            <p:nvSpPr>
              <p:cNvPr id="997" name="Freeform: Shape 996">
                <a:extLst>
                  <a:ext uri="{FF2B5EF4-FFF2-40B4-BE49-F238E27FC236}">
                    <a16:creationId xmlns:a16="http://schemas.microsoft.com/office/drawing/2014/main" id="{091156A8-C874-510F-AB81-C7642DB91AD6}"/>
                  </a:ext>
                </a:extLst>
              </p:cNvPr>
              <p:cNvSpPr/>
              <p:nvPr/>
            </p:nvSpPr>
            <p:spPr>
              <a:xfrm>
                <a:off x="8889189" y="258623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rgbClr val="FFFFFF"/>
                </a:solidFill>
                <a:prstDash val="solid"/>
                <a:miter/>
              </a:ln>
            </p:spPr>
            <p:txBody>
              <a:bodyPr rtlCol="0" anchor="ctr"/>
              <a:lstStyle/>
              <a:p>
                <a:endParaRPr lang="en-US"/>
              </a:p>
            </p:txBody>
          </p:sp>
          <p:sp>
            <p:nvSpPr>
              <p:cNvPr id="998" name="Freeform: Shape 997">
                <a:extLst>
                  <a:ext uri="{FF2B5EF4-FFF2-40B4-BE49-F238E27FC236}">
                    <a16:creationId xmlns:a16="http://schemas.microsoft.com/office/drawing/2014/main" id="{319C8FE5-AA8D-3CBC-BAE4-9EFC5ACCB450}"/>
                  </a:ext>
                </a:extLst>
              </p:cNvPr>
              <p:cNvSpPr/>
              <p:nvPr/>
            </p:nvSpPr>
            <p:spPr>
              <a:xfrm>
                <a:off x="8701645" y="275768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rgbClr val="FFFFFF"/>
                </a:solidFill>
                <a:prstDash val="solid"/>
                <a:miter/>
              </a:ln>
            </p:spPr>
            <p:txBody>
              <a:bodyPr rtlCol="0" anchor="ctr"/>
              <a:lstStyle/>
              <a:p>
                <a:endParaRPr lang="en-US"/>
              </a:p>
            </p:txBody>
          </p:sp>
          <p:sp>
            <p:nvSpPr>
              <p:cNvPr id="999" name="Freeform: Shape 998">
                <a:extLst>
                  <a:ext uri="{FF2B5EF4-FFF2-40B4-BE49-F238E27FC236}">
                    <a16:creationId xmlns:a16="http://schemas.microsoft.com/office/drawing/2014/main" id="{A725156A-5746-3960-5A11-2FCEA1D3C27C}"/>
                  </a:ext>
                </a:extLst>
              </p:cNvPr>
              <p:cNvSpPr/>
              <p:nvPr/>
            </p:nvSpPr>
            <p:spPr>
              <a:xfrm>
                <a:off x="8471501" y="249472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rgbClr val="FFFFFF"/>
                </a:solidFill>
                <a:prstDash val="solid"/>
                <a:miter/>
              </a:ln>
            </p:spPr>
            <p:txBody>
              <a:bodyPr rtlCol="0" anchor="ctr"/>
              <a:lstStyle/>
              <a:p>
                <a:endParaRPr lang="en-US"/>
              </a:p>
            </p:txBody>
          </p:sp>
          <p:sp>
            <p:nvSpPr>
              <p:cNvPr id="1000" name="Freeform: Shape 999">
                <a:extLst>
                  <a:ext uri="{FF2B5EF4-FFF2-40B4-BE49-F238E27FC236}">
                    <a16:creationId xmlns:a16="http://schemas.microsoft.com/office/drawing/2014/main" id="{151C7D22-F823-7EFD-79A1-789595308FDD}"/>
                  </a:ext>
                </a:extLst>
              </p:cNvPr>
              <p:cNvSpPr/>
              <p:nvPr/>
            </p:nvSpPr>
            <p:spPr>
              <a:xfrm>
                <a:off x="8530510" y="248421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1" name="Freeform: Shape 1000">
                <a:extLst>
                  <a:ext uri="{FF2B5EF4-FFF2-40B4-BE49-F238E27FC236}">
                    <a16:creationId xmlns:a16="http://schemas.microsoft.com/office/drawing/2014/main" id="{3F645D77-9739-AF8B-5D3D-57594E3C3CF9}"/>
                  </a:ext>
                </a:extLst>
              </p:cNvPr>
              <p:cNvSpPr/>
              <p:nvPr/>
            </p:nvSpPr>
            <p:spPr>
              <a:xfrm>
                <a:off x="8640954" y="233558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002" name="Freeform: Shape 1001">
                <a:extLst>
                  <a:ext uri="{FF2B5EF4-FFF2-40B4-BE49-F238E27FC236}">
                    <a16:creationId xmlns:a16="http://schemas.microsoft.com/office/drawing/2014/main" id="{653379F9-DB64-469F-1419-675E7C7C512B}"/>
                  </a:ext>
                </a:extLst>
              </p:cNvPr>
              <p:cNvSpPr/>
              <p:nvPr/>
            </p:nvSpPr>
            <p:spPr>
              <a:xfrm>
                <a:off x="8699857" y="232506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3" name="Freeform: Shape 1002">
                <a:extLst>
                  <a:ext uri="{FF2B5EF4-FFF2-40B4-BE49-F238E27FC236}">
                    <a16:creationId xmlns:a16="http://schemas.microsoft.com/office/drawing/2014/main" id="{9952C459-D838-2EBF-310E-C8897328DAB3}"/>
                  </a:ext>
                </a:extLst>
              </p:cNvPr>
              <p:cNvSpPr/>
              <p:nvPr/>
            </p:nvSpPr>
            <p:spPr>
              <a:xfrm>
                <a:off x="7396411" y="249336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rgbClr val="FFFFFF"/>
                </a:solidFill>
                <a:prstDash val="solid"/>
                <a:miter/>
              </a:ln>
            </p:spPr>
            <p:txBody>
              <a:bodyPr rtlCol="0" anchor="ctr"/>
              <a:lstStyle/>
              <a:p>
                <a:endParaRPr lang="en-US"/>
              </a:p>
            </p:txBody>
          </p:sp>
          <p:sp>
            <p:nvSpPr>
              <p:cNvPr id="1004" name="Freeform: Shape 1003">
                <a:extLst>
                  <a:ext uri="{FF2B5EF4-FFF2-40B4-BE49-F238E27FC236}">
                    <a16:creationId xmlns:a16="http://schemas.microsoft.com/office/drawing/2014/main" id="{76B5AACA-2A4D-FACB-BDBA-1198872D903C}"/>
                  </a:ext>
                </a:extLst>
              </p:cNvPr>
              <p:cNvSpPr/>
              <p:nvPr/>
            </p:nvSpPr>
            <p:spPr>
              <a:xfrm>
                <a:off x="7455419" y="248284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5" name="Freeform: Shape 1004">
                <a:extLst>
                  <a:ext uri="{FF2B5EF4-FFF2-40B4-BE49-F238E27FC236}">
                    <a16:creationId xmlns:a16="http://schemas.microsoft.com/office/drawing/2014/main" id="{B2749C58-7D86-6153-B06A-7E1C24B62144}"/>
                  </a:ext>
                </a:extLst>
              </p:cNvPr>
              <p:cNvSpPr/>
              <p:nvPr/>
            </p:nvSpPr>
            <p:spPr>
              <a:xfrm>
                <a:off x="7540303" y="233432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006" name="Freeform: Shape 1005">
                <a:extLst>
                  <a:ext uri="{FF2B5EF4-FFF2-40B4-BE49-F238E27FC236}">
                    <a16:creationId xmlns:a16="http://schemas.microsoft.com/office/drawing/2014/main" id="{9915EBE9-7FAA-6CEC-DCF9-063705DD2A04}"/>
                  </a:ext>
                </a:extLst>
              </p:cNvPr>
              <p:cNvSpPr/>
              <p:nvPr/>
            </p:nvSpPr>
            <p:spPr>
              <a:xfrm>
                <a:off x="7599207" y="232380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7" name="Freeform: Shape 1006">
                <a:extLst>
                  <a:ext uri="{FF2B5EF4-FFF2-40B4-BE49-F238E27FC236}">
                    <a16:creationId xmlns:a16="http://schemas.microsoft.com/office/drawing/2014/main" id="{783CC28E-65C0-CF33-7FEC-13320087D182}"/>
                  </a:ext>
                </a:extLst>
              </p:cNvPr>
              <p:cNvSpPr/>
              <p:nvPr/>
            </p:nvSpPr>
            <p:spPr>
              <a:xfrm>
                <a:off x="8863629" y="242046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rgbClr val="FFFFFF"/>
                </a:solidFill>
                <a:prstDash val="solid"/>
                <a:miter/>
              </a:ln>
            </p:spPr>
            <p:txBody>
              <a:bodyPr rtlCol="0" anchor="ctr"/>
              <a:lstStyle/>
              <a:p>
                <a:endParaRPr lang="en-US"/>
              </a:p>
            </p:txBody>
          </p:sp>
          <p:sp>
            <p:nvSpPr>
              <p:cNvPr id="1008" name="Freeform: Shape 1007">
                <a:extLst>
                  <a:ext uri="{FF2B5EF4-FFF2-40B4-BE49-F238E27FC236}">
                    <a16:creationId xmlns:a16="http://schemas.microsoft.com/office/drawing/2014/main" id="{D4B21965-85FA-1003-0002-50CFBF708760}"/>
                  </a:ext>
                </a:extLst>
              </p:cNvPr>
              <p:cNvSpPr/>
              <p:nvPr/>
            </p:nvSpPr>
            <p:spPr>
              <a:xfrm>
                <a:off x="6858287" y="282080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rgbClr val="333333"/>
                </a:solidFill>
                <a:prstDash val="solid"/>
                <a:miter/>
              </a:ln>
            </p:spPr>
            <p:txBody>
              <a:bodyPr rtlCol="0" anchor="ctr"/>
              <a:lstStyle/>
              <a:p>
                <a:endParaRPr lang="en-US"/>
              </a:p>
            </p:txBody>
          </p:sp>
          <p:sp>
            <p:nvSpPr>
              <p:cNvPr id="1009" name="Freeform: Shape 1008">
                <a:extLst>
                  <a:ext uri="{FF2B5EF4-FFF2-40B4-BE49-F238E27FC236}">
                    <a16:creationId xmlns:a16="http://schemas.microsoft.com/office/drawing/2014/main" id="{F36ADC9E-C334-9884-0817-997ACF0C1CD9}"/>
                  </a:ext>
                </a:extLst>
              </p:cNvPr>
              <p:cNvSpPr/>
              <p:nvPr/>
            </p:nvSpPr>
            <p:spPr>
              <a:xfrm>
                <a:off x="7448477" y="215813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rgbClr val="333333"/>
                </a:solidFill>
                <a:prstDash val="solid"/>
                <a:miter/>
              </a:ln>
            </p:spPr>
            <p:txBody>
              <a:bodyPr rtlCol="0" anchor="ctr"/>
              <a:lstStyle/>
              <a:p>
                <a:endParaRPr lang="en-US"/>
              </a:p>
            </p:txBody>
          </p:sp>
          <p:grpSp>
            <p:nvGrpSpPr>
              <p:cNvPr id="1010" name="Group 1009">
                <a:extLst>
                  <a:ext uri="{FF2B5EF4-FFF2-40B4-BE49-F238E27FC236}">
                    <a16:creationId xmlns:a16="http://schemas.microsoft.com/office/drawing/2014/main" id="{A39CDFFA-DE34-84BF-09F0-C74395CE741E}"/>
                  </a:ext>
                </a:extLst>
              </p:cNvPr>
              <p:cNvGrpSpPr/>
              <p:nvPr/>
            </p:nvGrpSpPr>
            <p:grpSpPr>
              <a:xfrm rot="10800000">
                <a:off x="9365116" y="2547585"/>
                <a:ext cx="242005" cy="43678"/>
                <a:chOff x="7979724" y="3580291"/>
                <a:chExt cx="242005" cy="43678"/>
              </a:xfrm>
            </p:grpSpPr>
            <p:sp>
              <p:nvSpPr>
                <p:cNvPr id="1901" name="Oval 1900">
                  <a:extLst>
                    <a:ext uri="{FF2B5EF4-FFF2-40B4-BE49-F238E27FC236}">
                      <a16:creationId xmlns:a16="http://schemas.microsoft.com/office/drawing/2014/main" id="{D841C3B7-EC21-4344-1D52-55487BE7F1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2" name="Oval 1901">
                  <a:extLst>
                    <a:ext uri="{FF2B5EF4-FFF2-40B4-BE49-F238E27FC236}">
                      <a16:creationId xmlns:a16="http://schemas.microsoft.com/office/drawing/2014/main" id="{0A21A655-382C-F3A4-90F6-B4E0B0A0CEB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3" name="Oval 1902">
                  <a:extLst>
                    <a:ext uri="{FF2B5EF4-FFF2-40B4-BE49-F238E27FC236}">
                      <a16:creationId xmlns:a16="http://schemas.microsoft.com/office/drawing/2014/main" id="{F4A57F66-A02B-6224-C39A-5317E7A3AEE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4" name="Oval 1903">
                  <a:extLst>
                    <a:ext uri="{FF2B5EF4-FFF2-40B4-BE49-F238E27FC236}">
                      <a16:creationId xmlns:a16="http://schemas.microsoft.com/office/drawing/2014/main" id="{41678E3D-3DC3-5D56-C8FE-DD5B01A84F6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5" name="Oval 1904">
                  <a:extLst>
                    <a:ext uri="{FF2B5EF4-FFF2-40B4-BE49-F238E27FC236}">
                      <a16:creationId xmlns:a16="http://schemas.microsoft.com/office/drawing/2014/main" id="{E415CFFB-B442-4BEA-B933-254A5CD920D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6" name="Oval 1905">
                  <a:extLst>
                    <a:ext uri="{FF2B5EF4-FFF2-40B4-BE49-F238E27FC236}">
                      <a16:creationId xmlns:a16="http://schemas.microsoft.com/office/drawing/2014/main" id="{CF8F20BF-F5BB-8844-CA7E-E55AD91E926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7" name="Oval 1906">
                  <a:extLst>
                    <a:ext uri="{FF2B5EF4-FFF2-40B4-BE49-F238E27FC236}">
                      <a16:creationId xmlns:a16="http://schemas.microsoft.com/office/drawing/2014/main" id="{558DB128-6652-6049-54EC-A7E582E253D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8" name="Oval 1907">
                  <a:extLst>
                    <a:ext uri="{FF2B5EF4-FFF2-40B4-BE49-F238E27FC236}">
                      <a16:creationId xmlns:a16="http://schemas.microsoft.com/office/drawing/2014/main" id="{6539A520-09A0-13A6-B8B8-88870BB14EE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1" name="Group 1010">
                <a:extLst>
                  <a:ext uri="{FF2B5EF4-FFF2-40B4-BE49-F238E27FC236}">
                    <a16:creationId xmlns:a16="http://schemas.microsoft.com/office/drawing/2014/main" id="{60EA92DD-A7E6-0ADB-A6C1-C10083A65171}"/>
                  </a:ext>
                </a:extLst>
              </p:cNvPr>
              <p:cNvGrpSpPr/>
              <p:nvPr/>
            </p:nvGrpSpPr>
            <p:grpSpPr>
              <a:xfrm rot="10800000">
                <a:off x="8882310" y="2400759"/>
                <a:ext cx="242005" cy="43678"/>
                <a:chOff x="7979724" y="3580291"/>
                <a:chExt cx="242005" cy="43678"/>
              </a:xfrm>
            </p:grpSpPr>
            <p:sp>
              <p:nvSpPr>
                <p:cNvPr id="1893" name="Oval 1892">
                  <a:extLst>
                    <a:ext uri="{FF2B5EF4-FFF2-40B4-BE49-F238E27FC236}">
                      <a16:creationId xmlns:a16="http://schemas.microsoft.com/office/drawing/2014/main" id="{C7FA486E-6590-8656-6B73-4F15F93350B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Oval 1893">
                  <a:extLst>
                    <a:ext uri="{FF2B5EF4-FFF2-40B4-BE49-F238E27FC236}">
                      <a16:creationId xmlns:a16="http://schemas.microsoft.com/office/drawing/2014/main" id="{703C361A-E28D-DE8F-1F8B-4BABA018481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Oval 1894">
                  <a:extLst>
                    <a:ext uri="{FF2B5EF4-FFF2-40B4-BE49-F238E27FC236}">
                      <a16:creationId xmlns:a16="http://schemas.microsoft.com/office/drawing/2014/main" id="{3A905F15-AE8C-F244-FFDD-4F4E8D8B6A5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Oval 1895">
                  <a:extLst>
                    <a:ext uri="{FF2B5EF4-FFF2-40B4-BE49-F238E27FC236}">
                      <a16:creationId xmlns:a16="http://schemas.microsoft.com/office/drawing/2014/main" id="{3FE12E90-D648-AA0C-615E-75951DDC42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7" name="Oval 1896">
                  <a:extLst>
                    <a:ext uri="{FF2B5EF4-FFF2-40B4-BE49-F238E27FC236}">
                      <a16:creationId xmlns:a16="http://schemas.microsoft.com/office/drawing/2014/main" id="{DD3E773E-95AF-2D53-B403-B10A2EF704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8" name="Oval 1897">
                  <a:extLst>
                    <a:ext uri="{FF2B5EF4-FFF2-40B4-BE49-F238E27FC236}">
                      <a16:creationId xmlns:a16="http://schemas.microsoft.com/office/drawing/2014/main" id="{314FF158-32D7-B71B-5071-BBEA17C89E2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9" name="Oval 1898">
                  <a:extLst>
                    <a:ext uri="{FF2B5EF4-FFF2-40B4-BE49-F238E27FC236}">
                      <a16:creationId xmlns:a16="http://schemas.microsoft.com/office/drawing/2014/main" id="{E87DF620-585D-9228-9BFF-FEA5B7F40E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0" name="Oval 1899">
                  <a:extLst>
                    <a:ext uri="{FF2B5EF4-FFF2-40B4-BE49-F238E27FC236}">
                      <a16:creationId xmlns:a16="http://schemas.microsoft.com/office/drawing/2014/main" id="{2729F815-E5A7-D7B8-88B4-1E78ABEE2FA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2" name="Group 1011">
                <a:extLst>
                  <a:ext uri="{FF2B5EF4-FFF2-40B4-BE49-F238E27FC236}">
                    <a16:creationId xmlns:a16="http://schemas.microsoft.com/office/drawing/2014/main" id="{2CE35B3F-E7D9-B291-2F95-B70991C0750B}"/>
                  </a:ext>
                </a:extLst>
              </p:cNvPr>
              <p:cNvGrpSpPr/>
              <p:nvPr/>
            </p:nvGrpSpPr>
            <p:grpSpPr>
              <a:xfrm>
                <a:off x="9124736" y="2384038"/>
                <a:ext cx="242005" cy="43678"/>
                <a:chOff x="7979724" y="3580291"/>
                <a:chExt cx="242005" cy="43678"/>
              </a:xfrm>
            </p:grpSpPr>
            <p:sp>
              <p:nvSpPr>
                <p:cNvPr id="1885" name="Oval 1884">
                  <a:extLst>
                    <a:ext uri="{FF2B5EF4-FFF2-40B4-BE49-F238E27FC236}">
                      <a16:creationId xmlns:a16="http://schemas.microsoft.com/office/drawing/2014/main" id="{F1998ADC-67A8-3B10-236B-72507D083AE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Oval 1885">
                  <a:extLst>
                    <a:ext uri="{FF2B5EF4-FFF2-40B4-BE49-F238E27FC236}">
                      <a16:creationId xmlns:a16="http://schemas.microsoft.com/office/drawing/2014/main" id="{A605C52C-12FD-9AE0-A2B5-F7FC5AD343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Oval 1886">
                  <a:extLst>
                    <a:ext uri="{FF2B5EF4-FFF2-40B4-BE49-F238E27FC236}">
                      <a16:creationId xmlns:a16="http://schemas.microsoft.com/office/drawing/2014/main" id="{A8E31445-3CD1-A0AC-AE12-4AE1AB78D75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Oval 1887">
                  <a:extLst>
                    <a:ext uri="{FF2B5EF4-FFF2-40B4-BE49-F238E27FC236}">
                      <a16:creationId xmlns:a16="http://schemas.microsoft.com/office/drawing/2014/main" id="{D97A5FEB-F142-6447-147D-818C6793BB6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Oval 1888">
                  <a:extLst>
                    <a:ext uri="{FF2B5EF4-FFF2-40B4-BE49-F238E27FC236}">
                      <a16:creationId xmlns:a16="http://schemas.microsoft.com/office/drawing/2014/main" id="{5817CE8F-E8CB-D462-D58B-352C247EBB3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0" name="Oval 1889">
                  <a:extLst>
                    <a:ext uri="{FF2B5EF4-FFF2-40B4-BE49-F238E27FC236}">
                      <a16:creationId xmlns:a16="http://schemas.microsoft.com/office/drawing/2014/main" id="{0BF82333-CD0F-2431-78B8-FB20A43ACAE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1" name="Oval 1890">
                  <a:extLst>
                    <a:ext uri="{FF2B5EF4-FFF2-40B4-BE49-F238E27FC236}">
                      <a16:creationId xmlns:a16="http://schemas.microsoft.com/office/drawing/2014/main" id="{D83DE61C-2820-976F-698C-C8C97D981E8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Oval 1891">
                  <a:extLst>
                    <a:ext uri="{FF2B5EF4-FFF2-40B4-BE49-F238E27FC236}">
                      <a16:creationId xmlns:a16="http://schemas.microsoft.com/office/drawing/2014/main" id="{4E1EE7EC-E1D2-0E70-4EE5-66246AB1B91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3" name="Group 1012">
                <a:extLst>
                  <a:ext uri="{FF2B5EF4-FFF2-40B4-BE49-F238E27FC236}">
                    <a16:creationId xmlns:a16="http://schemas.microsoft.com/office/drawing/2014/main" id="{812F57AB-4020-B877-02C4-5D1658A6F8E1}"/>
                  </a:ext>
                </a:extLst>
              </p:cNvPr>
              <p:cNvGrpSpPr/>
              <p:nvPr/>
            </p:nvGrpSpPr>
            <p:grpSpPr>
              <a:xfrm rot="10800000">
                <a:off x="9454868" y="2389419"/>
                <a:ext cx="242005" cy="46723"/>
                <a:chOff x="7979724" y="3580291"/>
                <a:chExt cx="242005" cy="43678"/>
              </a:xfrm>
            </p:grpSpPr>
            <p:sp>
              <p:nvSpPr>
                <p:cNvPr id="1877" name="Oval 1876">
                  <a:extLst>
                    <a:ext uri="{FF2B5EF4-FFF2-40B4-BE49-F238E27FC236}">
                      <a16:creationId xmlns:a16="http://schemas.microsoft.com/office/drawing/2014/main" id="{F9967484-8708-FFE0-BF91-3B4EC86506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8" name="Oval 1877">
                  <a:extLst>
                    <a:ext uri="{FF2B5EF4-FFF2-40B4-BE49-F238E27FC236}">
                      <a16:creationId xmlns:a16="http://schemas.microsoft.com/office/drawing/2014/main" id="{EC8B79B5-B276-683F-60F1-0B287E181B6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9" name="Oval 1878">
                  <a:extLst>
                    <a:ext uri="{FF2B5EF4-FFF2-40B4-BE49-F238E27FC236}">
                      <a16:creationId xmlns:a16="http://schemas.microsoft.com/office/drawing/2014/main" id="{77A0DD7D-5CEF-A5A2-8186-0F4C5537C10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0" name="Oval 1879">
                  <a:extLst>
                    <a:ext uri="{FF2B5EF4-FFF2-40B4-BE49-F238E27FC236}">
                      <a16:creationId xmlns:a16="http://schemas.microsoft.com/office/drawing/2014/main" id="{23A28617-7013-2FF9-1B6C-AE7C2B9C40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1" name="Oval 1880">
                  <a:extLst>
                    <a:ext uri="{FF2B5EF4-FFF2-40B4-BE49-F238E27FC236}">
                      <a16:creationId xmlns:a16="http://schemas.microsoft.com/office/drawing/2014/main" id="{1AC2C046-195B-EE81-12EB-555BAA4D13F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2" name="Oval 1881">
                  <a:extLst>
                    <a:ext uri="{FF2B5EF4-FFF2-40B4-BE49-F238E27FC236}">
                      <a16:creationId xmlns:a16="http://schemas.microsoft.com/office/drawing/2014/main" id="{68A69B60-287E-07BB-5FD9-FB4FC3D6A18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3" name="Oval 1882">
                  <a:extLst>
                    <a:ext uri="{FF2B5EF4-FFF2-40B4-BE49-F238E27FC236}">
                      <a16:creationId xmlns:a16="http://schemas.microsoft.com/office/drawing/2014/main" id="{2DBC0B52-7665-0BD0-72C6-9C6C5FB99D1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4" name="Oval 1883">
                  <a:extLst>
                    <a:ext uri="{FF2B5EF4-FFF2-40B4-BE49-F238E27FC236}">
                      <a16:creationId xmlns:a16="http://schemas.microsoft.com/office/drawing/2014/main" id="{052CDE2D-1348-928D-E0DE-6960AD251B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4" name="Group 1013">
                <a:extLst>
                  <a:ext uri="{FF2B5EF4-FFF2-40B4-BE49-F238E27FC236}">
                    <a16:creationId xmlns:a16="http://schemas.microsoft.com/office/drawing/2014/main" id="{7CBAA381-6721-E3E0-9CED-1334016513A8}"/>
                  </a:ext>
                </a:extLst>
              </p:cNvPr>
              <p:cNvGrpSpPr/>
              <p:nvPr/>
            </p:nvGrpSpPr>
            <p:grpSpPr>
              <a:xfrm>
                <a:off x="9383711" y="2390235"/>
                <a:ext cx="242005" cy="43678"/>
                <a:chOff x="7979724" y="3580291"/>
                <a:chExt cx="242005" cy="43678"/>
              </a:xfrm>
            </p:grpSpPr>
            <p:sp>
              <p:nvSpPr>
                <p:cNvPr id="1869" name="Oval 1868">
                  <a:extLst>
                    <a:ext uri="{FF2B5EF4-FFF2-40B4-BE49-F238E27FC236}">
                      <a16:creationId xmlns:a16="http://schemas.microsoft.com/office/drawing/2014/main" id="{63E63282-3593-10FF-DE84-D52FB8090A9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Oval 1869">
                  <a:extLst>
                    <a:ext uri="{FF2B5EF4-FFF2-40B4-BE49-F238E27FC236}">
                      <a16:creationId xmlns:a16="http://schemas.microsoft.com/office/drawing/2014/main" id="{EF7AC34E-2CB9-EA64-1989-C042C07937D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1" name="Oval 1870">
                  <a:extLst>
                    <a:ext uri="{FF2B5EF4-FFF2-40B4-BE49-F238E27FC236}">
                      <a16:creationId xmlns:a16="http://schemas.microsoft.com/office/drawing/2014/main" id="{05F2A265-D1F0-F756-B88D-393445EB3A0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2" name="Oval 1871">
                  <a:extLst>
                    <a:ext uri="{FF2B5EF4-FFF2-40B4-BE49-F238E27FC236}">
                      <a16:creationId xmlns:a16="http://schemas.microsoft.com/office/drawing/2014/main" id="{7BF11909-4319-6CAC-755C-3D9AD977ED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Oval 1872">
                  <a:extLst>
                    <a:ext uri="{FF2B5EF4-FFF2-40B4-BE49-F238E27FC236}">
                      <a16:creationId xmlns:a16="http://schemas.microsoft.com/office/drawing/2014/main" id="{47756639-F90D-8A66-3150-A3AC14B0828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Oval 1873">
                  <a:extLst>
                    <a:ext uri="{FF2B5EF4-FFF2-40B4-BE49-F238E27FC236}">
                      <a16:creationId xmlns:a16="http://schemas.microsoft.com/office/drawing/2014/main" id="{924F8A80-A30D-BE64-4FBC-4199E78358F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Oval 1874">
                  <a:extLst>
                    <a:ext uri="{FF2B5EF4-FFF2-40B4-BE49-F238E27FC236}">
                      <a16:creationId xmlns:a16="http://schemas.microsoft.com/office/drawing/2014/main" id="{D09A8E14-A622-C957-47EC-8F1956A546C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Oval 1875">
                  <a:extLst>
                    <a:ext uri="{FF2B5EF4-FFF2-40B4-BE49-F238E27FC236}">
                      <a16:creationId xmlns:a16="http://schemas.microsoft.com/office/drawing/2014/main" id="{C68471F3-E734-12A5-B405-F279B952F7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5" name="Group 1014">
                <a:extLst>
                  <a:ext uri="{FF2B5EF4-FFF2-40B4-BE49-F238E27FC236}">
                    <a16:creationId xmlns:a16="http://schemas.microsoft.com/office/drawing/2014/main" id="{B5CF6614-20F1-935C-15D1-8EF65D3E43F2}"/>
                  </a:ext>
                </a:extLst>
              </p:cNvPr>
              <p:cNvGrpSpPr/>
              <p:nvPr/>
            </p:nvGrpSpPr>
            <p:grpSpPr>
              <a:xfrm rot="10800000">
                <a:off x="8581718" y="2393619"/>
                <a:ext cx="242005" cy="46723"/>
                <a:chOff x="7979724" y="3580291"/>
                <a:chExt cx="242005" cy="43678"/>
              </a:xfrm>
            </p:grpSpPr>
            <p:sp>
              <p:nvSpPr>
                <p:cNvPr id="1861" name="Oval 1860">
                  <a:extLst>
                    <a:ext uri="{FF2B5EF4-FFF2-40B4-BE49-F238E27FC236}">
                      <a16:creationId xmlns:a16="http://schemas.microsoft.com/office/drawing/2014/main" id="{942C3D6B-3529-5401-8CA5-CC4AFA87637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Oval 1861">
                  <a:extLst>
                    <a:ext uri="{FF2B5EF4-FFF2-40B4-BE49-F238E27FC236}">
                      <a16:creationId xmlns:a16="http://schemas.microsoft.com/office/drawing/2014/main" id="{FC58BF9E-6FD8-2D27-1C89-FACD2E420AD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Oval 1862">
                  <a:extLst>
                    <a:ext uri="{FF2B5EF4-FFF2-40B4-BE49-F238E27FC236}">
                      <a16:creationId xmlns:a16="http://schemas.microsoft.com/office/drawing/2014/main" id="{23706DCA-8300-EB2B-8DCA-75D132B8CFC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Oval 1863">
                  <a:extLst>
                    <a:ext uri="{FF2B5EF4-FFF2-40B4-BE49-F238E27FC236}">
                      <a16:creationId xmlns:a16="http://schemas.microsoft.com/office/drawing/2014/main" id="{F414C7E9-9626-707B-8EF6-EEAE614F8AF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Oval 1864">
                  <a:extLst>
                    <a:ext uri="{FF2B5EF4-FFF2-40B4-BE49-F238E27FC236}">
                      <a16:creationId xmlns:a16="http://schemas.microsoft.com/office/drawing/2014/main" id="{9F93938B-69CA-4986-0FD2-0FA44D02446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Oval 1865">
                  <a:extLst>
                    <a:ext uri="{FF2B5EF4-FFF2-40B4-BE49-F238E27FC236}">
                      <a16:creationId xmlns:a16="http://schemas.microsoft.com/office/drawing/2014/main" id="{E71596CC-AE0F-62C4-AF99-CCA9E371529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7" name="Oval 1866">
                  <a:extLst>
                    <a:ext uri="{FF2B5EF4-FFF2-40B4-BE49-F238E27FC236}">
                      <a16:creationId xmlns:a16="http://schemas.microsoft.com/office/drawing/2014/main" id="{31C11B35-66D5-4286-5413-7974FC8F92B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Oval 1867">
                  <a:extLst>
                    <a:ext uri="{FF2B5EF4-FFF2-40B4-BE49-F238E27FC236}">
                      <a16:creationId xmlns:a16="http://schemas.microsoft.com/office/drawing/2014/main" id="{DA1CFE0B-2637-E949-01FE-61FB7FEF04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6" name="Group 1015">
                <a:extLst>
                  <a:ext uri="{FF2B5EF4-FFF2-40B4-BE49-F238E27FC236}">
                    <a16:creationId xmlns:a16="http://schemas.microsoft.com/office/drawing/2014/main" id="{658B4BB1-242C-D184-C3AE-9DFB59F69194}"/>
                  </a:ext>
                </a:extLst>
              </p:cNvPr>
              <p:cNvGrpSpPr/>
              <p:nvPr/>
            </p:nvGrpSpPr>
            <p:grpSpPr>
              <a:xfrm>
                <a:off x="8510561" y="2394435"/>
                <a:ext cx="242005" cy="43678"/>
                <a:chOff x="7979724" y="3580291"/>
                <a:chExt cx="242005" cy="43678"/>
              </a:xfrm>
            </p:grpSpPr>
            <p:sp>
              <p:nvSpPr>
                <p:cNvPr id="1853" name="Oval 1852">
                  <a:extLst>
                    <a:ext uri="{FF2B5EF4-FFF2-40B4-BE49-F238E27FC236}">
                      <a16:creationId xmlns:a16="http://schemas.microsoft.com/office/drawing/2014/main" id="{91E1C957-F835-239A-ED66-0BD3BCE1020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Oval 1853">
                  <a:extLst>
                    <a:ext uri="{FF2B5EF4-FFF2-40B4-BE49-F238E27FC236}">
                      <a16:creationId xmlns:a16="http://schemas.microsoft.com/office/drawing/2014/main" id="{25DF57FA-FF82-544B-D169-C6DCBBD8671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Oval 1854">
                  <a:extLst>
                    <a:ext uri="{FF2B5EF4-FFF2-40B4-BE49-F238E27FC236}">
                      <a16:creationId xmlns:a16="http://schemas.microsoft.com/office/drawing/2014/main" id="{32017C8C-6056-1F10-44B7-A2F0EDA2DD4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6" name="Oval 1855">
                  <a:extLst>
                    <a:ext uri="{FF2B5EF4-FFF2-40B4-BE49-F238E27FC236}">
                      <a16:creationId xmlns:a16="http://schemas.microsoft.com/office/drawing/2014/main" id="{B974FB93-C64D-054A-A42D-F6B26E893A2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Oval 1856">
                  <a:extLst>
                    <a:ext uri="{FF2B5EF4-FFF2-40B4-BE49-F238E27FC236}">
                      <a16:creationId xmlns:a16="http://schemas.microsoft.com/office/drawing/2014/main" id="{F40ECBD4-985C-A511-C634-095141FBEBE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Oval 1857">
                  <a:extLst>
                    <a:ext uri="{FF2B5EF4-FFF2-40B4-BE49-F238E27FC236}">
                      <a16:creationId xmlns:a16="http://schemas.microsoft.com/office/drawing/2014/main" id="{D7795894-E319-963C-6565-2C2931C2E76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Oval 1858">
                  <a:extLst>
                    <a:ext uri="{FF2B5EF4-FFF2-40B4-BE49-F238E27FC236}">
                      <a16:creationId xmlns:a16="http://schemas.microsoft.com/office/drawing/2014/main" id="{7A12117A-707C-2A9C-6316-B5385C8BEC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0" name="Oval 1859">
                  <a:extLst>
                    <a:ext uri="{FF2B5EF4-FFF2-40B4-BE49-F238E27FC236}">
                      <a16:creationId xmlns:a16="http://schemas.microsoft.com/office/drawing/2014/main" id="{9940649B-3777-68BC-3991-F786A0E570E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7" name="Group 1016">
                <a:extLst>
                  <a:ext uri="{FF2B5EF4-FFF2-40B4-BE49-F238E27FC236}">
                    <a16:creationId xmlns:a16="http://schemas.microsoft.com/office/drawing/2014/main" id="{22565EDA-6712-58E0-41D2-9B4DC4E14F32}"/>
                  </a:ext>
                </a:extLst>
              </p:cNvPr>
              <p:cNvGrpSpPr/>
              <p:nvPr/>
            </p:nvGrpSpPr>
            <p:grpSpPr>
              <a:xfrm rot="10800000">
                <a:off x="8886660" y="2376171"/>
                <a:ext cx="242005" cy="46723"/>
                <a:chOff x="7979724" y="3580291"/>
                <a:chExt cx="242005" cy="43678"/>
              </a:xfrm>
            </p:grpSpPr>
            <p:sp>
              <p:nvSpPr>
                <p:cNvPr id="1845" name="Oval 1844">
                  <a:extLst>
                    <a:ext uri="{FF2B5EF4-FFF2-40B4-BE49-F238E27FC236}">
                      <a16:creationId xmlns:a16="http://schemas.microsoft.com/office/drawing/2014/main" id="{3A411902-B608-6836-8AC4-2A852F5CB7E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 name="Oval 1845">
                  <a:extLst>
                    <a:ext uri="{FF2B5EF4-FFF2-40B4-BE49-F238E27FC236}">
                      <a16:creationId xmlns:a16="http://schemas.microsoft.com/office/drawing/2014/main" id="{87F5A72E-62B1-EC16-43BF-EC25732FBD7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 name="Oval 1846">
                  <a:extLst>
                    <a:ext uri="{FF2B5EF4-FFF2-40B4-BE49-F238E27FC236}">
                      <a16:creationId xmlns:a16="http://schemas.microsoft.com/office/drawing/2014/main" id="{9B8B48E8-EF4B-FA5C-661D-07DFFDB8692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Oval 1847">
                  <a:extLst>
                    <a:ext uri="{FF2B5EF4-FFF2-40B4-BE49-F238E27FC236}">
                      <a16:creationId xmlns:a16="http://schemas.microsoft.com/office/drawing/2014/main" id="{B48F4C9C-3C63-F15C-4E1C-72FAA2E71A3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9" name="Oval 1848">
                  <a:extLst>
                    <a:ext uri="{FF2B5EF4-FFF2-40B4-BE49-F238E27FC236}">
                      <a16:creationId xmlns:a16="http://schemas.microsoft.com/office/drawing/2014/main" id="{D1439FA5-B6D9-95D8-F54F-DA4501B5855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0" name="Oval 1849">
                  <a:extLst>
                    <a:ext uri="{FF2B5EF4-FFF2-40B4-BE49-F238E27FC236}">
                      <a16:creationId xmlns:a16="http://schemas.microsoft.com/office/drawing/2014/main" id="{8DF8FE46-FBF8-76E7-5126-6BCC6EFF0B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Oval 1850">
                  <a:extLst>
                    <a:ext uri="{FF2B5EF4-FFF2-40B4-BE49-F238E27FC236}">
                      <a16:creationId xmlns:a16="http://schemas.microsoft.com/office/drawing/2014/main" id="{21F75FDD-19F0-A61E-8D8A-588B2E47908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Oval 1851">
                  <a:extLst>
                    <a:ext uri="{FF2B5EF4-FFF2-40B4-BE49-F238E27FC236}">
                      <a16:creationId xmlns:a16="http://schemas.microsoft.com/office/drawing/2014/main" id="{371F0A20-C01F-4A33-9DA3-6899AC683C5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8" name="Group 1017">
                <a:extLst>
                  <a:ext uri="{FF2B5EF4-FFF2-40B4-BE49-F238E27FC236}">
                    <a16:creationId xmlns:a16="http://schemas.microsoft.com/office/drawing/2014/main" id="{B56B2FEF-7978-61C2-38A3-18BCBBC052AB}"/>
                  </a:ext>
                </a:extLst>
              </p:cNvPr>
              <p:cNvGrpSpPr/>
              <p:nvPr/>
            </p:nvGrpSpPr>
            <p:grpSpPr>
              <a:xfrm rot="10800000">
                <a:off x="9225989" y="2617456"/>
                <a:ext cx="242005" cy="46723"/>
                <a:chOff x="7979724" y="3580291"/>
                <a:chExt cx="242005" cy="43678"/>
              </a:xfrm>
            </p:grpSpPr>
            <p:sp>
              <p:nvSpPr>
                <p:cNvPr id="1837" name="Oval 1836">
                  <a:extLst>
                    <a:ext uri="{FF2B5EF4-FFF2-40B4-BE49-F238E27FC236}">
                      <a16:creationId xmlns:a16="http://schemas.microsoft.com/office/drawing/2014/main" id="{49D59FBC-15C9-00B4-300E-3A0A3DA38A3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8" name="Oval 1837">
                  <a:extLst>
                    <a:ext uri="{FF2B5EF4-FFF2-40B4-BE49-F238E27FC236}">
                      <a16:creationId xmlns:a16="http://schemas.microsoft.com/office/drawing/2014/main" id="{03993970-5834-953F-CF99-81097A410D1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Oval 1838">
                  <a:extLst>
                    <a:ext uri="{FF2B5EF4-FFF2-40B4-BE49-F238E27FC236}">
                      <a16:creationId xmlns:a16="http://schemas.microsoft.com/office/drawing/2014/main" id="{504507A9-2FC2-AD79-2E03-B24FBF3BDF6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0" name="Oval 1839">
                  <a:extLst>
                    <a:ext uri="{FF2B5EF4-FFF2-40B4-BE49-F238E27FC236}">
                      <a16:creationId xmlns:a16="http://schemas.microsoft.com/office/drawing/2014/main" id="{6DF0E5AF-9160-C60B-13FA-6C70C2A91EC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1" name="Oval 1840">
                  <a:extLst>
                    <a:ext uri="{FF2B5EF4-FFF2-40B4-BE49-F238E27FC236}">
                      <a16:creationId xmlns:a16="http://schemas.microsoft.com/office/drawing/2014/main" id="{4BE32D6F-A03D-D907-99CA-80F15C56987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Oval 1841">
                  <a:extLst>
                    <a:ext uri="{FF2B5EF4-FFF2-40B4-BE49-F238E27FC236}">
                      <a16:creationId xmlns:a16="http://schemas.microsoft.com/office/drawing/2014/main" id="{80DE2054-BC66-4330-A339-EED36119ECE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Oval 1842">
                  <a:extLst>
                    <a:ext uri="{FF2B5EF4-FFF2-40B4-BE49-F238E27FC236}">
                      <a16:creationId xmlns:a16="http://schemas.microsoft.com/office/drawing/2014/main" id="{E5564E24-822A-3AC6-67D8-72548E28C02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Oval 1843">
                  <a:extLst>
                    <a:ext uri="{FF2B5EF4-FFF2-40B4-BE49-F238E27FC236}">
                      <a16:creationId xmlns:a16="http://schemas.microsoft.com/office/drawing/2014/main" id="{58083590-C5B6-94F5-8D40-D40C882B2BD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9" name="Group 1018">
                <a:extLst>
                  <a:ext uri="{FF2B5EF4-FFF2-40B4-BE49-F238E27FC236}">
                    <a16:creationId xmlns:a16="http://schemas.microsoft.com/office/drawing/2014/main" id="{567A9D6E-2A2C-3C8C-F317-E81834AE9509}"/>
                  </a:ext>
                </a:extLst>
              </p:cNvPr>
              <p:cNvGrpSpPr/>
              <p:nvPr/>
            </p:nvGrpSpPr>
            <p:grpSpPr>
              <a:xfrm rot="10800000">
                <a:off x="9165352" y="2560616"/>
                <a:ext cx="242005" cy="46723"/>
                <a:chOff x="7979724" y="3580291"/>
                <a:chExt cx="242005" cy="43678"/>
              </a:xfrm>
            </p:grpSpPr>
            <p:sp>
              <p:nvSpPr>
                <p:cNvPr id="1829" name="Oval 1828">
                  <a:extLst>
                    <a:ext uri="{FF2B5EF4-FFF2-40B4-BE49-F238E27FC236}">
                      <a16:creationId xmlns:a16="http://schemas.microsoft.com/office/drawing/2014/main" id="{A97AC15B-98AD-16B1-4229-BFE1B0FDCA6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Oval 1829">
                  <a:extLst>
                    <a:ext uri="{FF2B5EF4-FFF2-40B4-BE49-F238E27FC236}">
                      <a16:creationId xmlns:a16="http://schemas.microsoft.com/office/drawing/2014/main" id="{8260F964-4837-2384-DC28-FE45C50E0D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1" name="Oval 1830">
                  <a:extLst>
                    <a:ext uri="{FF2B5EF4-FFF2-40B4-BE49-F238E27FC236}">
                      <a16:creationId xmlns:a16="http://schemas.microsoft.com/office/drawing/2014/main" id="{5D8E6902-E31D-8796-80BB-059408049F3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Oval 1831">
                  <a:extLst>
                    <a:ext uri="{FF2B5EF4-FFF2-40B4-BE49-F238E27FC236}">
                      <a16:creationId xmlns:a16="http://schemas.microsoft.com/office/drawing/2014/main" id="{A8522856-3BDB-2038-7A78-E8F008DE9AF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3" name="Oval 1832">
                  <a:extLst>
                    <a:ext uri="{FF2B5EF4-FFF2-40B4-BE49-F238E27FC236}">
                      <a16:creationId xmlns:a16="http://schemas.microsoft.com/office/drawing/2014/main" id="{D27DED44-9EF0-6946-42E4-7564B8433D9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4" name="Oval 1833">
                  <a:extLst>
                    <a:ext uri="{FF2B5EF4-FFF2-40B4-BE49-F238E27FC236}">
                      <a16:creationId xmlns:a16="http://schemas.microsoft.com/office/drawing/2014/main" id="{C3EFE08D-7ABF-C678-E842-B5B98A97240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Oval 1834">
                  <a:extLst>
                    <a:ext uri="{FF2B5EF4-FFF2-40B4-BE49-F238E27FC236}">
                      <a16:creationId xmlns:a16="http://schemas.microsoft.com/office/drawing/2014/main" id="{C1A9DECB-1742-C631-2595-EF23304E447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Oval 1835">
                  <a:extLst>
                    <a:ext uri="{FF2B5EF4-FFF2-40B4-BE49-F238E27FC236}">
                      <a16:creationId xmlns:a16="http://schemas.microsoft.com/office/drawing/2014/main" id="{054B15B4-A6BE-F518-9B42-670A225D34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0" name="Group 1019">
                <a:extLst>
                  <a:ext uri="{FF2B5EF4-FFF2-40B4-BE49-F238E27FC236}">
                    <a16:creationId xmlns:a16="http://schemas.microsoft.com/office/drawing/2014/main" id="{9C4D0D4B-3D2D-35F5-37FB-DF104F0B58B9}"/>
                  </a:ext>
                </a:extLst>
              </p:cNvPr>
              <p:cNvGrpSpPr/>
              <p:nvPr/>
            </p:nvGrpSpPr>
            <p:grpSpPr>
              <a:xfrm rot="10800000">
                <a:off x="9098461" y="2755897"/>
                <a:ext cx="242005" cy="46723"/>
                <a:chOff x="7979724" y="3580291"/>
                <a:chExt cx="242005" cy="43678"/>
              </a:xfrm>
            </p:grpSpPr>
            <p:sp>
              <p:nvSpPr>
                <p:cNvPr id="1821" name="Oval 1820">
                  <a:extLst>
                    <a:ext uri="{FF2B5EF4-FFF2-40B4-BE49-F238E27FC236}">
                      <a16:creationId xmlns:a16="http://schemas.microsoft.com/office/drawing/2014/main" id="{4CCA8731-AA5A-8859-5017-4BF14272155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Oval 1821">
                  <a:extLst>
                    <a:ext uri="{FF2B5EF4-FFF2-40B4-BE49-F238E27FC236}">
                      <a16:creationId xmlns:a16="http://schemas.microsoft.com/office/drawing/2014/main" id="{121BAC45-B2D8-25D7-C807-EB43A212D78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3" name="Oval 1822">
                  <a:extLst>
                    <a:ext uri="{FF2B5EF4-FFF2-40B4-BE49-F238E27FC236}">
                      <a16:creationId xmlns:a16="http://schemas.microsoft.com/office/drawing/2014/main" id="{ADEC0691-4008-22F2-AF83-D9C0952AE69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4" name="Oval 1823">
                  <a:extLst>
                    <a:ext uri="{FF2B5EF4-FFF2-40B4-BE49-F238E27FC236}">
                      <a16:creationId xmlns:a16="http://schemas.microsoft.com/office/drawing/2014/main" id="{AFE77A6F-20B5-B796-6BC0-20DC41BBC6F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Oval 1824">
                  <a:extLst>
                    <a:ext uri="{FF2B5EF4-FFF2-40B4-BE49-F238E27FC236}">
                      <a16:creationId xmlns:a16="http://schemas.microsoft.com/office/drawing/2014/main" id="{D75561CC-0DB1-8BEC-6732-38972E88A68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6" name="Oval 1825">
                  <a:extLst>
                    <a:ext uri="{FF2B5EF4-FFF2-40B4-BE49-F238E27FC236}">
                      <a16:creationId xmlns:a16="http://schemas.microsoft.com/office/drawing/2014/main" id="{63FD7192-58A5-2260-21BF-DCC975071ED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7" name="Oval 1826">
                  <a:extLst>
                    <a:ext uri="{FF2B5EF4-FFF2-40B4-BE49-F238E27FC236}">
                      <a16:creationId xmlns:a16="http://schemas.microsoft.com/office/drawing/2014/main" id="{932D5787-9742-ADE3-5614-77ED3235411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Oval 1827">
                  <a:extLst>
                    <a:ext uri="{FF2B5EF4-FFF2-40B4-BE49-F238E27FC236}">
                      <a16:creationId xmlns:a16="http://schemas.microsoft.com/office/drawing/2014/main" id="{C86FD503-8500-B2DA-B6CA-0CBCA525BDC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1" name="Group 1020">
                <a:extLst>
                  <a:ext uri="{FF2B5EF4-FFF2-40B4-BE49-F238E27FC236}">
                    <a16:creationId xmlns:a16="http://schemas.microsoft.com/office/drawing/2014/main" id="{C38A5ECB-F5C1-AE90-2AD1-EB5588CC1F17}"/>
                  </a:ext>
                </a:extLst>
              </p:cNvPr>
              <p:cNvGrpSpPr/>
              <p:nvPr/>
            </p:nvGrpSpPr>
            <p:grpSpPr>
              <a:xfrm>
                <a:off x="8149682" y="2734077"/>
                <a:ext cx="971545" cy="53915"/>
                <a:chOff x="5754694" y="6008041"/>
                <a:chExt cx="971545" cy="53915"/>
              </a:xfrm>
            </p:grpSpPr>
            <p:grpSp>
              <p:nvGrpSpPr>
                <p:cNvPr id="1749" name="Group 1748">
                  <a:extLst>
                    <a:ext uri="{FF2B5EF4-FFF2-40B4-BE49-F238E27FC236}">
                      <a16:creationId xmlns:a16="http://schemas.microsoft.com/office/drawing/2014/main" id="{7212409D-965B-CE39-0714-A443EFE8DD0F}"/>
                    </a:ext>
                  </a:extLst>
                </p:cNvPr>
                <p:cNvGrpSpPr/>
                <p:nvPr/>
              </p:nvGrpSpPr>
              <p:grpSpPr>
                <a:xfrm rot="10800000">
                  <a:off x="5825851" y="6008041"/>
                  <a:ext cx="242005" cy="46723"/>
                  <a:chOff x="7979724" y="3580291"/>
                  <a:chExt cx="242005" cy="43678"/>
                </a:xfrm>
              </p:grpSpPr>
              <p:sp>
                <p:nvSpPr>
                  <p:cNvPr id="1813" name="Oval 1812">
                    <a:extLst>
                      <a:ext uri="{FF2B5EF4-FFF2-40B4-BE49-F238E27FC236}">
                        <a16:creationId xmlns:a16="http://schemas.microsoft.com/office/drawing/2014/main" id="{6FD54BE7-365B-0AFE-A442-12A8F26B01E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Oval 1813">
                    <a:extLst>
                      <a:ext uri="{FF2B5EF4-FFF2-40B4-BE49-F238E27FC236}">
                        <a16:creationId xmlns:a16="http://schemas.microsoft.com/office/drawing/2014/main" id="{BA45DA30-C391-A712-C7A3-ED85B0DC4D0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Oval 1814">
                    <a:extLst>
                      <a:ext uri="{FF2B5EF4-FFF2-40B4-BE49-F238E27FC236}">
                        <a16:creationId xmlns:a16="http://schemas.microsoft.com/office/drawing/2014/main" id="{2B6E455D-B641-403D-9BFC-FA3A70A0AD6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Oval 1815">
                    <a:extLst>
                      <a:ext uri="{FF2B5EF4-FFF2-40B4-BE49-F238E27FC236}">
                        <a16:creationId xmlns:a16="http://schemas.microsoft.com/office/drawing/2014/main" id="{B742F632-DEA3-E202-626D-C6BCFD546C9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Oval 1816">
                    <a:extLst>
                      <a:ext uri="{FF2B5EF4-FFF2-40B4-BE49-F238E27FC236}">
                        <a16:creationId xmlns:a16="http://schemas.microsoft.com/office/drawing/2014/main" id="{423C3432-6925-2489-5678-495A0830C95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Oval 1817">
                    <a:extLst>
                      <a:ext uri="{FF2B5EF4-FFF2-40B4-BE49-F238E27FC236}">
                        <a16:creationId xmlns:a16="http://schemas.microsoft.com/office/drawing/2014/main" id="{8DAF0D67-EEF6-8460-8EE3-BA7B1BFC2C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Oval 1818">
                    <a:extLst>
                      <a:ext uri="{FF2B5EF4-FFF2-40B4-BE49-F238E27FC236}">
                        <a16:creationId xmlns:a16="http://schemas.microsoft.com/office/drawing/2014/main" id="{605726E1-0CE0-F2AD-57D3-19FE0B7CB05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Oval 1819">
                    <a:extLst>
                      <a:ext uri="{FF2B5EF4-FFF2-40B4-BE49-F238E27FC236}">
                        <a16:creationId xmlns:a16="http://schemas.microsoft.com/office/drawing/2014/main" id="{69488EB7-A0C4-FB35-DAC0-2D360CF3A36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0" name="Group 1749">
                  <a:extLst>
                    <a:ext uri="{FF2B5EF4-FFF2-40B4-BE49-F238E27FC236}">
                      <a16:creationId xmlns:a16="http://schemas.microsoft.com/office/drawing/2014/main" id="{948ECF06-9E27-7DA8-369E-900B8AD399F1}"/>
                    </a:ext>
                  </a:extLst>
                </p:cNvPr>
                <p:cNvGrpSpPr/>
                <p:nvPr/>
              </p:nvGrpSpPr>
              <p:grpSpPr>
                <a:xfrm>
                  <a:off x="5754694" y="6008857"/>
                  <a:ext cx="242005" cy="43678"/>
                  <a:chOff x="7979724" y="3580291"/>
                  <a:chExt cx="242005" cy="43678"/>
                </a:xfrm>
              </p:grpSpPr>
              <p:sp>
                <p:nvSpPr>
                  <p:cNvPr id="1805" name="Oval 1804">
                    <a:extLst>
                      <a:ext uri="{FF2B5EF4-FFF2-40B4-BE49-F238E27FC236}">
                        <a16:creationId xmlns:a16="http://schemas.microsoft.com/office/drawing/2014/main" id="{F63D6248-66DC-61F3-EFBB-5CE9F0CA1E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Oval 1805">
                    <a:extLst>
                      <a:ext uri="{FF2B5EF4-FFF2-40B4-BE49-F238E27FC236}">
                        <a16:creationId xmlns:a16="http://schemas.microsoft.com/office/drawing/2014/main" id="{4AC1CFF0-E788-6320-ABFD-DA86987572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7" name="Oval 1806">
                    <a:extLst>
                      <a:ext uri="{FF2B5EF4-FFF2-40B4-BE49-F238E27FC236}">
                        <a16:creationId xmlns:a16="http://schemas.microsoft.com/office/drawing/2014/main" id="{1B0D95BC-3931-3EC8-EA78-5B649CB46B8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8" name="Oval 1807">
                    <a:extLst>
                      <a:ext uri="{FF2B5EF4-FFF2-40B4-BE49-F238E27FC236}">
                        <a16:creationId xmlns:a16="http://schemas.microsoft.com/office/drawing/2014/main" id="{E4957AF6-D534-3903-5211-83B2E1A7537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Oval 1808">
                    <a:extLst>
                      <a:ext uri="{FF2B5EF4-FFF2-40B4-BE49-F238E27FC236}">
                        <a16:creationId xmlns:a16="http://schemas.microsoft.com/office/drawing/2014/main" id="{466CB484-64F3-0190-9C6A-4F8B61882D3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Oval 1809">
                    <a:extLst>
                      <a:ext uri="{FF2B5EF4-FFF2-40B4-BE49-F238E27FC236}">
                        <a16:creationId xmlns:a16="http://schemas.microsoft.com/office/drawing/2014/main" id="{AFF7C048-4D83-188A-CD1F-F92DEBA1D25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Oval 1810">
                    <a:extLst>
                      <a:ext uri="{FF2B5EF4-FFF2-40B4-BE49-F238E27FC236}">
                        <a16:creationId xmlns:a16="http://schemas.microsoft.com/office/drawing/2014/main" id="{1B68A782-AC44-DBEF-FC76-E78BEDCEC1F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Oval 1811">
                    <a:extLst>
                      <a:ext uri="{FF2B5EF4-FFF2-40B4-BE49-F238E27FC236}">
                        <a16:creationId xmlns:a16="http://schemas.microsoft.com/office/drawing/2014/main" id="{B10F4A33-9BA1-D589-7CD2-10745183DFD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1" name="Group 1750">
                  <a:extLst>
                    <a:ext uri="{FF2B5EF4-FFF2-40B4-BE49-F238E27FC236}">
                      <a16:creationId xmlns:a16="http://schemas.microsoft.com/office/drawing/2014/main" id="{0C637EE7-69D6-9802-4A9E-183C702A045B}"/>
                    </a:ext>
                  </a:extLst>
                </p:cNvPr>
                <p:cNvGrpSpPr/>
                <p:nvPr/>
              </p:nvGrpSpPr>
              <p:grpSpPr>
                <a:xfrm rot="10800000">
                  <a:off x="6066894" y="6011217"/>
                  <a:ext cx="242005" cy="46723"/>
                  <a:chOff x="7979724" y="3580291"/>
                  <a:chExt cx="242005" cy="43678"/>
                </a:xfrm>
              </p:grpSpPr>
              <p:sp>
                <p:nvSpPr>
                  <p:cNvPr id="1797" name="Oval 1796">
                    <a:extLst>
                      <a:ext uri="{FF2B5EF4-FFF2-40B4-BE49-F238E27FC236}">
                        <a16:creationId xmlns:a16="http://schemas.microsoft.com/office/drawing/2014/main" id="{3B8F7745-577D-9ACE-B38A-15CE3C371DB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Oval 1797">
                    <a:extLst>
                      <a:ext uri="{FF2B5EF4-FFF2-40B4-BE49-F238E27FC236}">
                        <a16:creationId xmlns:a16="http://schemas.microsoft.com/office/drawing/2014/main" id="{F456CEC4-1953-BDD3-E846-6F4B92CDC33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Oval 1798">
                    <a:extLst>
                      <a:ext uri="{FF2B5EF4-FFF2-40B4-BE49-F238E27FC236}">
                        <a16:creationId xmlns:a16="http://schemas.microsoft.com/office/drawing/2014/main" id="{0E90E7F9-6966-B628-27D6-9DBA1360F09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Oval 1799">
                    <a:extLst>
                      <a:ext uri="{FF2B5EF4-FFF2-40B4-BE49-F238E27FC236}">
                        <a16:creationId xmlns:a16="http://schemas.microsoft.com/office/drawing/2014/main" id="{7EACFDEF-136C-93C7-0CFE-4184784F790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Oval 1800">
                    <a:extLst>
                      <a:ext uri="{FF2B5EF4-FFF2-40B4-BE49-F238E27FC236}">
                        <a16:creationId xmlns:a16="http://schemas.microsoft.com/office/drawing/2014/main" id="{E4584A21-E256-D1F1-322E-A657BB63564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Oval 1801">
                    <a:extLst>
                      <a:ext uri="{FF2B5EF4-FFF2-40B4-BE49-F238E27FC236}">
                        <a16:creationId xmlns:a16="http://schemas.microsoft.com/office/drawing/2014/main" id="{16D8A240-1404-453D-DDEC-E2349283A73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Oval 1802">
                    <a:extLst>
                      <a:ext uri="{FF2B5EF4-FFF2-40B4-BE49-F238E27FC236}">
                        <a16:creationId xmlns:a16="http://schemas.microsoft.com/office/drawing/2014/main" id="{7B98843C-5E0E-E2CE-D75C-06B1D765665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Oval 1803">
                    <a:extLst>
                      <a:ext uri="{FF2B5EF4-FFF2-40B4-BE49-F238E27FC236}">
                        <a16:creationId xmlns:a16="http://schemas.microsoft.com/office/drawing/2014/main" id="{8AA95425-83ED-EBCA-BC2E-3E5599933E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2" name="Group 1751">
                  <a:extLst>
                    <a:ext uri="{FF2B5EF4-FFF2-40B4-BE49-F238E27FC236}">
                      <a16:creationId xmlns:a16="http://schemas.microsoft.com/office/drawing/2014/main" id="{FE0CD2BD-35C0-3B3F-DC61-429DECB434CE}"/>
                    </a:ext>
                  </a:extLst>
                </p:cNvPr>
                <p:cNvGrpSpPr/>
                <p:nvPr/>
              </p:nvGrpSpPr>
              <p:grpSpPr>
                <a:xfrm rot="11689693">
                  <a:off x="5995737" y="6012033"/>
                  <a:ext cx="242005" cy="43678"/>
                  <a:chOff x="7979724" y="3580291"/>
                  <a:chExt cx="242005" cy="43678"/>
                </a:xfrm>
              </p:grpSpPr>
              <p:sp>
                <p:nvSpPr>
                  <p:cNvPr id="1789" name="Oval 1788">
                    <a:extLst>
                      <a:ext uri="{FF2B5EF4-FFF2-40B4-BE49-F238E27FC236}">
                        <a16:creationId xmlns:a16="http://schemas.microsoft.com/office/drawing/2014/main" id="{ED87C9C8-E370-8BDB-C38C-C4B14EF69AB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Oval 1789">
                    <a:extLst>
                      <a:ext uri="{FF2B5EF4-FFF2-40B4-BE49-F238E27FC236}">
                        <a16:creationId xmlns:a16="http://schemas.microsoft.com/office/drawing/2014/main" id="{3D08624F-BC49-76F0-E5CA-8E1DB526669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Oval 1790">
                    <a:extLst>
                      <a:ext uri="{FF2B5EF4-FFF2-40B4-BE49-F238E27FC236}">
                        <a16:creationId xmlns:a16="http://schemas.microsoft.com/office/drawing/2014/main" id="{16C4798A-D4C4-D2EC-84DB-3F113462C3C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Oval 1791">
                    <a:extLst>
                      <a:ext uri="{FF2B5EF4-FFF2-40B4-BE49-F238E27FC236}">
                        <a16:creationId xmlns:a16="http://schemas.microsoft.com/office/drawing/2014/main" id="{78AE974F-B755-8D8E-CACD-03F83898F10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Oval 1792">
                    <a:extLst>
                      <a:ext uri="{FF2B5EF4-FFF2-40B4-BE49-F238E27FC236}">
                        <a16:creationId xmlns:a16="http://schemas.microsoft.com/office/drawing/2014/main" id="{8F0A1127-0082-31A9-BC01-D77BE30EDD0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Oval 1793">
                    <a:extLst>
                      <a:ext uri="{FF2B5EF4-FFF2-40B4-BE49-F238E27FC236}">
                        <a16:creationId xmlns:a16="http://schemas.microsoft.com/office/drawing/2014/main" id="{96D91EFE-9759-3342-E743-B36EB727299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Oval 1794">
                    <a:extLst>
                      <a:ext uri="{FF2B5EF4-FFF2-40B4-BE49-F238E27FC236}">
                        <a16:creationId xmlns:a16="http://schemas.microsoft.com/office/drawing/2014/main" id="{1408AA2F-8489-E092-B210-ED3594A633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Oval 1795">
                    <a:extLst>
                      <a:ext uri="{FF2B5EF4-FFF2-40B4-BE49-F238E27FC236}">
                        <a16:creationId xmlns:a16="http://schemas.microsoft.com/office/drawing/2014/main" id="{24196F2D-66BE-B86F-0C65-F0BB8EA0355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3" name="Group 1752">
                  <a:extLst>
                    <a:ext uri="{FF2B5EF4-FFF2-40B4-BE49-F238E27FC236}">
                      <a16:creationId xmlns:a16="http://schemas.microsoft.com/office/drawing/2014/main" id="{44DF47A4-F0A4-B9D7-937A-FB90DF31A063}"/>
                    </a:ext>
                  </a:extLst>
                </p:cNvPr>
                <p:cNvGrpSpPr/>
                <p:nvPr/>
              </p:nvGrpSpPr>
              <p:grpSpPr>
                <a:xfrm rot="21292958">
                  <a:off x="6243191" y="6012057"/>
                  <a:ext cx="242005" cy="46723"/>
                  <a:chOff x="7979724" y="3580291"/>
                  <a:chExt cx="242005" cy="43678"/>
                </a:xfrm>
              </p:grpSpPr>
              <p:sp>
                <p:nvSpPr>
                  <p:cNvPr id="1781" name="Oval 1780">
                    <a:extLst>
                      <a:ext uri="{FF2B5EF4-FFF2-40B4-BE49-F238E27FC236}">
                        <a16:creationId xmlns:a16="http://schemas.microsoft.com/office/drawing/2014/main" id="{33EE8F56-6DE9-DDC4-61DC-A5F2809A244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Oval 1781">
                    <a:extLst>
                      <a:ext uri="{FF2B5EF4-FFF2-40B4-BE49-F238E27FC236}">
                        <a16:creationId xmlns:a16="http://schemas.microsoft.com/office/drawing/2014/main" id="{EB652F22-B8B5-79CF-1D94-DBF2D48E2ED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Oval 1782">
                    <a:extLst>
                      <a:ext uri="{FF2B5EF4-FFF2-40B4-BE49-F238E27FC236}">
                        <a16:creationId xmlns:a16="http://schemas.microsoft.com/office/drawing/2014/main" id="{436EE132-60E1-9331-B10A-3E90A488704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Oval 1783">
                    <a:extLst>
                      <a:ext uri="{FF2B5EF4-FFF2-40B4-BE49-F238E27FC236}">
                        <a16:creationId xmlns:a16="http://schemas.microsoft.com/office/drawing/2014/main" id="{921DF577-0747-C0FA-7AF1-087ECA2616F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Oval 1784">
                    <a:extLst>
                      <a:ext uri="{FF2B5EF4-FFF2-40B4-BE49-F238E27FC236}">
                        <a16:creationId xmlns:a16="http://schemas.microsoft.com/office/drawing/2014/main" id="{BB3FB3E0-F2A0-CB35-A0D1-3FDCC763D8F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Oval 1785">
                    <a:extLst>
                      <a:ext uri="{FF2B5EF4-FFF2-40B4-BE49-F238E27FC236}">
                        <a16:creationId xmlns:a16="http://schemas.microsoft.com/office/drawing/2014/main" id="{0F1CF56B-9DE7-2949-A55E-D0E12D4C6B7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Oval 1786">
                    <a:extLst>
                      <a:ext uri="{FF2B5EF4-FFF2-40B4-BE49-F238E27FC236}">
                        <a16:creationId xmlns:a16="http://schemas.microsoft.com/office/drawing/2014/main" id="{BD829593-2F8C-6302-BC4A-458ADB01031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Oval 1787">
                    <a:extLst>
                      <a:ext uri="{FF2B5EF4-FFF2-40B4-BE49-F238E27FC236}">
                        <a16:creationId xmlns:a16="http://schemas.microsoft.com/office/drawing/2014/main" id="{9850BBF8-9F38-9387-231C-7768838A4FF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4" name="Group 1753">
                  <a:extLst>
                    <a:ext uri="{FF2B5EF4-FFF2-40B4-BE49-F238E27FC236}">
                      <a16:creationId xmlns:a16="http://schemas.microsoft.com/office/drawing/2014/main" id="{B106D8B7-FDDF-7834-5979-A2D8D1D45F05}"/>
                    </a:ext>
                  </a:extLst>
                </p:cNvPr>
                <p:cNvGrpSpPr/>
                <p:nvPr/>
              </p:nvGrpSpPr>
              <p:grpSpPr>
                <a:xfrm>
                  <a:off x="6172034" y="6012873"/>
                  <a:ext cx="242005" cy="43678"/>
                  <a:chOff x="7979724" y="3580291"/>
                  <a:chExt cx="242005" cy="43678"/>
                </a:xfrm>
              </p:grpSpPr>
              <p:sp>
                <p:nvSpPr>
                  <p:cNvPr id="1773" name="Oval 1772">
                    <a:extLst>
                      <a:ext uri="{FF2B5EF4-FFF2-40B4-BE49-F238E27FC236}">
                        <a16:creationId xmlns:a16="http://schemas.microsoft.com/office/drawing/2014/main" id="{376D9B2D-8B2A-19DB-3933-B0801FF2DFB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Oval 1773">
                    <a:extLst>
                      <a:ext uri="{FF2B5EF4-FFF2-40B4-BE49-F238E27FC236}">
                        <a16:creationId xmlns:a16="http://schemas.microsoft.com/office/drawing/2014/main" id="{3D30AA9B-E127-CA2B-796A-15560ED90E0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Oval 1774">
                    <a:extLst>
                      <a:ext uri="{FF2B5EF4-FFF2-40B4-BE49-F238E27FC236}">
                        <a16:creationId xmlns:a16="http://schemas.microsoft.com/office/drawing/2014/main" id="{26031207-29DB-A812-4DE3-5670406B6F9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Oval 1775">
                    <a:extLst>
                      <a:ext uri="{FF2B5EF4-FFF2-40B4-BE49-F238E27FC236}">
                        <a16:creationId xmlns:a16="http://schemas.microsoft.com/office/drawing/2014/main" id="{59392947-5D92-B72F-7631-002B0846F0F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Oval 1776">
                    <a:extLst>
                      <a:ext uri="{FF2B5EF4-FFF2-40B4-BE49-F238E27FC236}">
                        <a16:creationId xmlns:a16="http://schemas.microsoft.com/office/drawing/2014/main" id="{1DF836B3-2354-F844-6562-58841085B4D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Oval 1777">
                    <a:extLst>
                      <a:ext uri="{FF2B5EF4-FFF2-40B4-BE49-F238E27FC236}">
                        <a16:creationId xmlns:a16="http://schemas.microsoft.com/office/drawing/2014/main" id="{2DDD0F00-0836-0856-AEE4-741CCE21C6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Oval 1778">
                    <a:extLst>
                      <a:ext uri="{FF2B5EF4-FFF2-40B4-BE49-F238E27FC236}">
                        <a16:creationId xmlns:a16="http://schemas.microsoft.com/office/drawing/2014/main" id="{77D6BAF9-9D67-BADB-9939-6ECA19EE05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Oval 1779">
                    <a:extLst>
                      <a:ext uri="{FF2B5EF4-FFF2-40B4-BE49-F238E27FC236}">
                        <a16:creationId xmlns:a16="http://schemas.microsoft.com/office/drawing/2014/main" id="{EDB377EA-3979-52A0-4E63-E3D47288F5E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5" name="Group 1754">
                  <a:extLst>
                    <a:ext uri="{FF2B5EF4-FFF2-40B4-BE49-F238E27FC236}">
                      <a16:creationId xmlns:a16="http://schemas.microsoft.com/office/drawing/2014/main" id="{E1F56DC6-7CF6-CD40-A3DB-401F1DBA0BF1}"/>
                    </a:ext>
                  </a:extLst>
                </p:cNvPr>
                <p:cNvGrpSpPr/>
                <p:nvPr/>
              </p:nvGrpSpPr>
              <p:grpSpPr>
                <a:xfrm rot="10800000">
                  <a:off x="6484234" y="6015233"/>
                  <a:ext cx="242005" cy="46723"/>
                  <a:chOff x="7979724" y="3580291"/>
                  <a:chExt cx="242005" cy="43678"/>
                </a:xfrm>
              </p:grpSpPr>
              <p:sp>
                <p:nvSpPr>
                  <p:cNvPr id="1765" name="Oval 1764">
                    <a:extLst>
                      <a:ext uri="{FF2B5EF4-FFF2-40B4-BE49-F238E27FC236}">
                        <a16:creationId xmlns:a16="http://schemas.microsoft.com/office/drawing/2014/main" id="{7A2DF0E6-1F61-F14E-57E0-E1CF5736CC9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Oval 1765">
                    <a:extLst>
                      <a:ext uri="{FF2B5EF4-FFF2-40B4-BE49-F238E27FC236}">
                        <a16:creationId xmlns:a16="http://schemas.microsoft.com/office/drawing/2014/main" id="{A55739CD-10AE-5D03-C237-E5297FDB184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Oval 1766">
                    <a:extLst>
                      <a:ext uri="{FF2B5EF4-FFF2-40B4-BE49-F238E27FC236}">
                        <a16:creationId xmlns:a16="http://schemas.microsoft.com/office/drawing/2014/main" id="{6797AB79-E1B1-FF73-2543-982333D4C41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Oval 1767">
                    <a:extLst>
                      <a:ext uri="{FF2B5EF4-FFF2-40B4-BE49-F238E27FC236}">
                        <a16:creationId xmlns:a16="http://schemas.microsoft.com/office/drawing/2014/main" id="{543A7E49-BBA5-F8D9-6381-28C55BF2A2C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Oval 1768">
                    <a:extLst>
                      <a:ext uri="{FF2B5EF4-FFF2-40B4-BE49-F238E27FC236}">
                        <a16:creationId xmlns:a16="http://schemas.microsoft.com/office/drawing/2014/main" id="{CC049F0B-4602-F828-EAF1-D7E7EFD3CB3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Oval 1769">
                    <a:extLst>
                      <a:ext uri="{FF2B5EF4-FFF2-40B4-BE49-F238E27FC236}">
                        <a16:creationId xmlns:a16="http://schemas.microsoft.com/office/drawing/2014/main" id="{DEAB18E0-4606-B9CD-9565-3AEC2AA1BD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Oval 1770">
                    <a:extLst>
                      <a:ext uri="{FF2B5EF4-FFF2-40B4-BE49-F238E27FC236}">
                        <a16:creationId xmlns:a16="http://schemas.microsoft.com/office/drawing/2014/main" id="{9F61A1DB-7ECC-73D2-01D4-16A6550362E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Oval 1771">
                    <a:extLst>
                      <a:ext uri="{FF2B5EF4-FFF2-40B4-BE49-F238E27FC236}">
                        <a16:creationId xmlns:a16="http://schemas.microsoft.com/office/drawing/2014/main" id="{6A3BEBCC-CC82-BFC0-B7A5-C9510C160F0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6" name="Group 1755">
                  <a:extLst>
                    <a:ext uri="{FF2B5EF4-FFF2-40B4-BE49-F238E27FC236}">
                      <a16:creationId xmlns:a16="http://schemas.microsoft.com/office/drawing/2014/main" id="{5B6B0A9D-3E1A-FBCE-1642-E69506ECE716}"/>
                    </a:ext>
                  </a:extLst>
                </p:cNvPr>
                <p:cNvGrpSpPr/>
                <p:nvPr/>
              </p:nvGrpSpPr>
              <p:grpSpPr>
                <a:xfrm>
                  <a:off x="6413077" y="6016049"/>
                  <a:ext cx="242005" cy="43678"/>
                  <a:chOff x="7979724" y="3580291"/>
                  <a:chExt cx="242005" cy="43678"/>
                </a:xfrm>
              </p:grpSpPr>
              <p:sp>
                <p:nvSpPr>
                  <p:cNvPr id="1757" name="Oval 1756">
                    <a:extLst>
                      <a:ext uri="{FF2B5EF4-FFF2-40B4-BE49-F238E27FC236}">
                        <a16:creationId xmlns:a16="http://schemas.microsoft.com/office/drawing/2014/main" id="{BA5FB19D-501A-3905-35C2-03111146EF8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Oval 1757">
                    <a:extLst>
                      <a:ext uri="{FF2B5EF4-FFF2-40B4-BE49-F238E27FC236}">
                        <a16:creationId xmlns:a16="http://schemas.microsoft.com/office/drawing/2014/main" id="{412D865A-5783-ADE4-3FDD-4BEDE8276C0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Oval 1758">
                    <a:extLst>
                      <a:ext uri="{FF2B5EF4-FFF2-40B4-BE49-F238E27FC236}">
                        <a16:creationId xmlns:a16="http://schemas.microsoft.com/office/drawing/2014/main" id="{5A136AA3-2E5E-7DBC-F183-9A17936EBEF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Oval 1759">
                    <a:extLst>
                      <a:ext uri="{FF2B5EF4-FFF2-40B4-BE49-F238E27FC236}">
                        <a16:creationId xmlns:a16="http://schemas.microsoft.com/office/drawing/2014/main" id="{45B24535-2649-065E-6897-6F49754AC77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Oval 1760">
                    <a:extLst>
                      <a:ext uri="{FF2B5EF4-FFF2-40B4-BE49-F238E27FC236}">
                        <a16:creationId xmlns:a16="http://schemas.microsoft.com/office/drawing/2014/main" id="{4BEDA463-48E9-3A84-F506-7D591853FF4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Oval 1761">
                    <a:extLst>
                      <a:ext uri="{FF2B5EF4-FFF2-40B4-BE49-F238E27FC236}">
                        <a16:creationId xmlns:a16="http://schemas.microsoft.com/office/drawing/2014/main" id="{60E70C8F-6CF3-FE2E-AF88-70613DE8AAE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Oval 1762">
                    <a:extLst>
                      <a:ext uri="{FF2B5EF4-FFF2-40B4-BE49-F238E27FC236}">
                        <a16:creationId xmlns:a16="http://schemas.microsoft.com/office/drawing/2014/main" id="{6F65C9C4-6BF1-2C4A-33D0-86BB093C992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Oval 1763">
                    <a:extLst>
                      <a:ext uri="{FF2B5EF4-FFF2-40B4-BE49-F238E27FC236}">
                        <a16:creationId xmlns:a16="http://schemas.microsoft.com/office/drawing/2014/main" id="{51985E77-C898-50C8-68E6-941658FF08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2" name="Group 1021">
                <a:extLst>
                  <a:ext uri="{FF2B5EF4-FFF2-40B4-BE49-F238E27FC236}">
                    <a16:creationId xmlns:a16="http://schemas.microsoft.com/office/drawing/2014/main" id="{7F186591-AA7B-4B3F-838E-B39317E714EE}"/>
                  </a:ext>
                </a:extLst>
              </p:cNvPr>
              <p:cNvGrpSpPr/>
              <p:nvPr/>
            </p:nvGrpSpPr>
            <p:grpSpPr>
              <a:xfrm>
                <a:off x="7131615" y="2248157"/>
                <a:ext cx="971545" cy="53915"/>
                <a:chOff x="5754694" y="6008041"/>
                <a:chExt cx="971545" cy="53915"/>
              </a:xfrm>
            </p:grpSpPr>
            <p:grpSp>
              <p:nvGrpSpPr>
                <p:cNvPr id="1677" name="Group 1676">
                  <a:extLst>
                    <a:ext uri="{FF2B5EF4-FFF2-40B4-BE49-F238E27FC236}">
                      <a16:creationId xmlns:a16="http://schemas.microsoft.com/office/drawing/2014/main" id="{82884827-2573-8CB6-317A-5BCF34144D1A}"/>
                    </a:ext>
                  </a:extLst>
                </p:cNvPr>
                <p:cNvGrpSpPr/>
                <p:nvPr/>
              </p:nvGrpSpPr>
              <p:grpSpPr>
                <a:xfrm rot="10800000">
                  <a:off x="5825851" y="6008041"/>
                  <a:ext cx="242005" cy="46723"/>
                  <a:chOff x="7979724" y="3580291"/>
                  <a:chExt cx="242005" cy="43678"/>
                </a:xfrm>
              </p:grpSpPr>
              <p:sp>
                <p:nvSpPr>
                  <p:cNvPr id="1741" name="Oval 1740">
                    <a:extLst>
                      <a:ext uri="{FF2B5EF4-FFF2-40B4-BE49-F238E27FC236}">
                        <a16:creationId xmlns:a16="http://schemas.microsoft.com/office/drawing/2014/main" id="{D2194440-C816-AA48-6B5F-749748E309A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Oval 1741">
                    <a:extLst>
                      <a:ext uri="{FF2B5EF4-FFF2-40B4-BE49-F238E27FC236}">
                        <a16:creationId xmlns:a16="http://schemas.microsoft.com/office/drawing/2014/main" id="{09E740D9-B31C-ED36-C184-784FDA6155E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Oval 1742">
                    <a:extLst>
                      <a:ext uri="{FF2B5EF4-FFF2-40B4-BE49-F238E27FC236}">
                        <a16:creationId xmlns:a16="http://schemas.microsoft.com/office/drawing/2014/main" id="{9368BBB9-7862-0052-910F-AF4FBF0EFA0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Oval 1743">
                    <a:extLst>
                      <a:ext uri="{FF2B5EF4-FFF2-40B4-BE49-F238E27FC236}">
                        <a16:creationId xmlns:a16="http://schemas.microsoft.com/office/drawing/2014/main" id="{9A15D5DE-C8E0-D0ED-6918-4F50EDADD18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Oval 1744">
                    <a:extLst>
                      <a:ext uri="{FF2B5EF4-FFF2-40B4-BE49-F238E27FC236}">
                        <a16:creationId xmlns:a16="http://schemas.microsoft.com/office/drawing/2014/main" id="{A56B2378-3807-9D96-DF57-8C135735A73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Oval 1745">
                    <a:extLst>
                      <a:ext uri="{FF2B5EF4-FFF2-40B4-BE49-F238E27FC236}">
                        <a16:creationId xmlns:a16="http://schemas.microsoft.com/office/drawing/2014/main" id="{BADBB3CB-3FF3-455D-EFBD-6B78A6EB6ED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7" name="Oval 1746">
                    <a:extLst>
                      <a:ext uri="{FF2B5EF4-FFF2-40B4-BE49-F238E27FC236}">
                        <a16:creationId xmlns:a16="http://schemas.microsoft.com/office/drawing/2014/main" id="{C9935035-0F1C-696C-CECE-F6B41F40B4A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8" name="Oval 1747">
                    <a:extLst>
                      <a:ext uri="{FF2B5EF4-FFF2-40B4-BE49-F238E27FC236}">
                        <a16:creationId xmlns:a16="http://schemas.microsoft.com/office/drawing/2014/main" id="{C6E1D302-4361-C3E7-ABDE-A32F8E68EE5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8" name="Group 1677">
                  <a:extLst>
                    <a:ext uri="{FF2B5EF4-FFF2-40B4-BE49-F238E27FC236}">
                      <a16:creationId xmlns:a16="http://schemas.microsoft.com/office/drawing/2014/main" id="{E05CDF99-ADE4-AADB-DF09-B3BED48D06D5}"/>
                    </a:ext>
                  </a:extLst>
                </p:cNvPr>
                <p:cNvGrpSpPr/>
                <p:nvPr/>
              </p:nvGrpSpPr>
              <p:grpSpPr>
                <a:xfrm>
                  <a:off x="5754694" y="6008857"/>
                  <a:ext cx="242005" cy="43678"/>
                  <a:chOff x="7979724" y="3580291"/>
                  <a:chExt cx="242005" cy="43678"/>
                </a:xfrm>
              </p:grpSpPr>
              <p:sp>
                <p:nvSpPr>
                  <p:cNvPr id="1733" name="Oval 1732">
                    <a:extLst>
                      <a:ext uri="{FF2B5EF4-FFF2-40B4-BE49-F238E27FC236}">
                        <a16:creationId xmlns:a16="http://schemas.microsoft.com/office/drawing/2014/main" id="{1AEBC84B-9611-5E39-F2C8-917C4E9700B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Oval 1733">
                    <a:extLst>
                      <a:ext uri="{FF2B5EF4-FFF2-40B4-BE49-F238E27FC236}">
                        <a16:creationId xmlns:a16="http://schemas.microsoft.com/office/drawing/2014/main" id="{0D90D175-4C47-4EC6-BF72-0E16D2A46AB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Oval 1734">
                    <a:extLst>
                      <a:ext uri="{FF2B5EF4-FFF2-40B4-BE49-F238E27FC236}">
                        <a16:creationId xmlns:a16="http://schemas.microsoft.com/office/drawing/2014/main" id="{FA0FDDEC-4DE8-770C-E52E-681993B384C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Oval 1735">
                    <a:extLst>
                      <a:ext uri="{FF2B5EF4-FFF2-40B4-BE49-F238E27FC236}">
                        <a16:creationId xmlns:a16="http://schemas.microsoft.com/office/drawing/2014/main" id="{73DE59FC-9E6C-0F79-D138-F4BBCDB6812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Oval 1736">
                    <a:extLst>
                      <a:ext uri="{FF2B5EF4-FFF2-40B4-BE49-F238E27FC236}">
                        <a16:creationId xmlns:a16="http://schemas.microsoft.com/office/drawing/2014/main" id="{ECD4ACE8-B065-09E6-F7D5-2DCD9ACF143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Oval 1737">
                    <a:extLst>
                      <a:ext uri="{FF2B5EF4-FFF2-40B4-BE49-F238E27FC236}">
                        <a16:creationId xmlns:a16="http://schemas.microsoft.com/office/drawing/2014/main" id="{15CB89FD-A85C-4F3D-7E0B-3353F4B02F5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Oval 1738">
                    <a:extLst>
                      <a:ext uri="{FF2B5EF4-FFF2-40B4-BE49-F238E27FC236}">
                        <a16:creationId xmlns:a16="http://schemas.microsoft.com/office/drawing/2014/main" id="{5C48DB30-7F4D-78A7-5C99-983C861C4CE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Oval 1739">
                    <a:extLst>
                      <a:ext uri="{FF2B5EF4-FFF2-40B4-BE49-F238E27FC236}">
                        <a16:creationId xmlns:a16="http://schemas.microsoft.com/office/drawing/2014/main" id="{AA60DF2F-CD79-9230-A37B-89854967C51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9" name="Group 1678">
                  <a:extLst>
                    <a:ext uri="{FF2B5EF4-FFF2-40B4-BE49-F238E27FC236}">
                      <a16:creationId xmlns:a16="http://schemas.microsoft.com/office/drawing/2014/main" id="{3905FD40-98A6-DA75-29DF-760D339CA219}"/>
                    </a:ext>
                  </a:extLst>
                </p:cNvPr>
                <p:cNvGrpSpPr/>
                <p:nvPr/>
              </p:nvGrpSpPr>
              <p:grpSpPr>
                <a:xfrm rot="10800000">
                  <a:off x="6066894" y="6011217"/>
                  <a:ext cx="242005" cy="46723"/>
                  <a:chOff x="7979724" y="3580291"/>
                  <a:chExt cx="242005" cy="43678"/>
                </a:xfrm>
              </p:grpSpPr>
              <p:sp>
                <p:nvSpPr>
                  <p:cNvPr id="1725" name="Oval 1724">
                    <a:extLst>
                      <a:ext uri="{FF2B5EF4-FFF2-40B4-BE49-F238E27FC236}">
                        <a16:creationId xmlns:a16="http://schemas.microsoft.com/office/drawing/2014/main" id="{E23790BA-9B45-3681-36AC-779D751F31A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Oval 1725">
                    <a:extLst>
                      <a:ext uri="{FF2B5EF4-FFF2-40B4-BE49-F238E27FC236}">
                        <a16:creationId xmlns:a16="http://schemas.microsoft.com/office/drawing/2014/main" id="{EAD7A190-60E9-402F-B79F-9DAB2240B4A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Oval 1726">
                    <a:extLst>
                      <a:ext uri="{FF2B5EF4-FFF2-40B4-BE49-F238E27FC236}">
                        <a16:creationId xmlns:a16="http://schemas.microsoft.com/office/drawing/2014/main" id="{1A24E0FF-5AE1-B396-0E60-4032E49489B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Oval 1727">
                    <a:extLst>
                      <a:ext uri="{FF2B5EF4-FFF2-40B4-BE49-F238E27FC236}">
                        <a16:creationId xmlns:a16="http://schemas.microsoft.com/office/drawing/2014/main" id="{6C50EB3F-3DA5-B9A8-978F-F259258182D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Oval 1728">
                    <a:extLst>
                      <a:ext uri="{FF2B5EF4-FFF2-40B4-BE49-F238E27FC236}">
                        <a16:creationId xmlns:a16="http://schemas.microsoft.com/office/drawing/2014/main" id="{E7924046-77A0-E563-DBF8-211B17A20DB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Oval 1729">
                    <a:extLst>
                      <a:ext uri="{FF2B5EF4-FFF2-40B4-BE49-F238E27FC236}">
                        <a16:creationId xmlns:a16="http://schemas.microsoft.com/office/drawing/2014/main" id="{E650E8D7-F24C-10B8-EA1D-A5047217EC9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Oval 1730">
                    <a:extLst>
                      <a:ext uri="{FF2B5EF4-FFF2-40B4-BE49-F238E27FC236}">
                        <a16:creationId xmlns:a16="http://schemas.microsoft.com/office/drawing/2014/main" id="{6DBC4D2F-F7FC-793C-0660-325C79243ED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Oval 1731">
                    <a:extLst>
                      <a:ext uri="{FF2B5EF4-FFF2-40B4-BE49-F238E27FC236}">
                        <a16:creationId xmlns:a16="http://schemas.microsoft.com/office/drawing/2014/main" id="{82EB322A-1ADB-A56B-A9CC-F7999316621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0" name="Group 1679">
                  <a:extLst>
                    <a:ext uri="{FF2B5EF4-FFF2-40B4-BE49-F238E27FC236}">
                      <a16:creationId xmlns:a16="http://schemas.microsoft.com/office/drawing/2014/main" id="{FC810FD6-A2FA-1314-977E-9953EDD3387A}"/>
                    </a:ext>
                  </a:extLst>
                </p:cNvPr>
                <p:cNvGrpSpPr/>
                <p:nvPr/>
              </p:nvGrpSpPr>
              <p:grpSpPr>
                <a:xfrm rot="11689693">
                  <a:off x="5995737" y="6012033"/>
                  <a:ext cx="242005" cy="43678"/>
                  <a:chOff x="7979724" y="3580291"/>
                  <a:chExt cx="242005" cy="43678"/>
                </a:xfrm>
              </p:grpSpPr>
              <p:sp>
                <p:nvSpPr>
                  <p:cNvPr id="1717" name="Oval 1716">
                    <a:extLst>
                      <a:ext uri="{FF2B5EF4-FFF2-40B4-BE49-F238E27FC236}">
                        <a16:creationId xmlns:a16="http://schemas.microsoft.com/office/drawing/2014/main" id="{FF120FA3-B3A6-CF29-D2C3-20E71A2D06A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8" name="Oval 1717">
                    <a:extLst>
                      <a:ext uri="{FF2B5EF4-FFF2-40B4-BE49-F238E27FC236}">
                        <a16:creationId xmlns:a16="http://schemas.microsoft.com/office/drawing/2014/main" id="{29E53AD5-61AD-D06E-CB6B-1BCD0E7817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Oval 1718">
                    <a:extLst>
                      <a:ext uri="{FF2B5EF4-FFF2-40B4-BE49-F238E27FC236}">
                        <a16:creationId xmlns:a16="http://schemas.microsoft.com/office/drawing/2014/main" id="{6AA71049-0B6F-5DA7-E8AE-E2C418BA1D8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Oval 1719">
                    <a:extLst>
                      <a:ext uri="{FF2B5EF4-FFF2-40B4-BE49-F238E27FC236}">
                        <a16:creationId xmlns:a16="http://schemas.microsoft.com/office/drawing/2014/main" id="{C4589EFB-BDC5-6A35-03FE-389574144D4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1" name="Oval 1720">
                    <a:extLst>
                      <a:ext uri="{FF2B5EF4-FFF2-40B4-BE49-F238E27FC236}">
                        <a16:creationId xmlns:a16="http://schemas.microsoft.com/office/drawing/2014/main" id="{4C061478-9085-68B0-AC85-881CC524F81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Oval 1721">
                    <a:extLst>
                      <a:ext uri="{FF2B5EF4-FFF2-40B4-BE49-F238E27FC236}">
                        <a16:creationId xmlns:a16="http://schemas.microsoft.com/office/drawing/2014/main" id="{DBD61F2B-011E-2BDF-D3DC-E8A30B1741D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Oval 1722">
                    <a:extLst>
                      <a:ext uri="{FF2B5EF4-FFF2-40B4-BE49-F238E27FC236}">
                        <a16:creationId xmlns:a16="http://schemas.microsoft.com/office/drawing/2014/main" id="{2D3064DD-FD0D-EE9E-099D-FF4BB51AFE6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Oval 1723">
                    <a:extLst>
                      <a:ext uri="{FF2B5EF4-FFF2-40B4-BE49-F238E27FC236}">
                        <a16:creationId xmlns:a16="http://schemas.microsoft.com/office/drawing/2014/main" id="{24B2CD90-B899-3054-CCD5-32C2C0C5D59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1" name="Group 1680">
                  <a:extLst>
                    <a:ext uri="{FF2B5EF4-FFF2-40B4-BE49-F238E27FC236}">
                      <a16:creationId xmlns:a16="http://schemas.microsoft.com/office/drawing/2014/main" id="{456D79D8-AB66-E1A7-2E6B-F7D6FDB1C32B}"/>
                    </a:ext>
                  </a:extLst>
                </p:cNvPr>
                <p:cNvGrpSpPr/>
                <p:nvPr/>
              </p:nvGrpSpPr>
              <p:grpSpPr>
                <a:xfrm rot="21292958">
                  <a:off x="6243191" y="6012057"/>
                  <a:ext cx="242005" cy="46723"/>
                  <a:chOff x="7979724" y="3580291"/>
                  <a:chExt cx="242005" cy="43678"/>
                </a:xfrm>
              </p:grpSpPr>
              <p:sp>
                <p:nvSpPr>
                  <p:cNvPr id="1709" name="Oval 1708">
                    <a:extLst>
                      <a:ext uri="{FF2B5EF4-FFF2-40B4-BE49-F238E27FC236}">
                        <a16:creationId xmlns:a16="http://schemas.microsoft.com/office/drawing/2014/main" id="{945852ED-B0E4-91DC-86B8-D319C660E70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Oval 1709">
                    <a:extLst>
                      <a:ext uri="{FF2B5EF4-FFF2-40B4-BE49-F238E27FC236}">
                        <a16:creationId xmlns:a16="http://schemas.microsoft.com/office/drawing/2014/main" id="{41583856-333B-DF6F-307D-45F16E04AA2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Oval 1710">
                    <a:extLst>
                      <a:ext uri="{FF2B5EF4-FFF2-40B4-BE49-F238E27FC236}">
                        <a16:creationId xmlns:a16="http://schemas.microsoft.com/office/drawing/2014/main" id="{D263B1E5-CB70-AEFE-C64F-9ECBE40ACC1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Oval 1711">
                    <a:extLst>
                      <a:ext uri="{FF2B5EF4-FFF2-40B4-BE49-F238E27FC236}">
                        <a16:creationId xmlns:a16="http://schemas.microsoft.com/office/drawing/2014/main" id="{EC178E8D-6908-134F-10DB-DC6793D13C0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Oval 1712">
                    <a:extLst>
                      <a:ext uri="{FF2B5EF4-FFF2-40B4-BE49-F238E27FC236}">
                        <a16:creationId xmlns:a16="http://schemas.microsoft.com/office/drawing/2014/main" id="{48FBB916-CEE4-8233-F57C-3988EE8EE58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Oval 1713">
                    <a:extLst>
                      <a:ext uri="{FF2B5EF4-FFF2-40B4-BE49-F238E27FC236}">
                        <a16:creationId xmlns:a16="http://schemas.microsoft.com/office/drawing/2014/main" id="{C659F841-E2B9-FEFA-FD2D-46EED96369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5" name="Oval 1714">
                    <a:extLst>
                      <a:ext uri="{FF2B5EF4-FFF2-40B4-BE49-F238E27FC236}">
                        <a16:creationId xmlns:a16="http://schemas.microsoft.com/office/drawing/2014/main" id="{FDB4C984-42EB-3A61-43DE-BDD9D461423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6" name="Oval 1715">
                    <a:extLst>
                      <a:ext uri="{FF2B5EF4-FFF2-40B4-BE49-F238E27FC236}">
                        <a16:creationId xmlns:a16="http://schemas.microsoft.com/office/drawing/2014/main" id="{D4244560-3F53-B722-EE2B-4CFF6097369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2" name="Group 1681">
                  <a:extLst>
                    <a:ext uri="{FF2B5EF4-FFF2-40B4-BE49-F238E27FC236}">
                      <a16:creationId xmlns:a16="http://schemas.microsoft.com/office/drawing/2014/main" id="{1B855F52-A6A2-AED8-AC69-B2A9BEC2AF24}"/>
                    </a:ext>
                  </a:extLst>
                </p:cNvPr>
                <p:cNvGrpSpPr/>
                <p:nvPr/>
              </p:nvGrpSpPr>
              <p:grpSpPr>
                <a:xfrm>
                  <a:off x="6172034" y="6012873"/>
                  <a:ext cx="242005" cy="43678"/>
                  <a:chOff x="7979724" y="3580291"/>
                  <a:chExt cx="242005" cy="43678"/>
                </a:xfrm>
              </p:grpSpPr>
              <p:sp>
                <p:nvSpPr>
                  <p:cNvPr id="1701" name="Oval 1700">
                    <a:extLst>
                      <a:ext uri="{FF2B5EF4-FFF2-40B4-BE49-F238E27FC236}">
                        <a16:creationId xmlns:a16="http://schemas.microsoft.com/office/drawing/2014/main" id="{A88E36B8-5E77-0753-2FDD-84E2A66B6C7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Oval 1701">
                    <a:extLst>
                      <a:ext uri="{FF2B5EF4-FFF2-40B4-BE49-F238E27FC236}">
                        <a16:creationId xmlns:a16="http://schemas.microsoft.com/office/drawing/2014/main" id="{063D8778-8E7A-6998-6E40-85F74CA84CE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Oval 1702">
                    <a:extLst>
                      <a:ext uri="{FF2B5EF4-FFF2-40B4-BE49-F238E27FC236}">
                        <a16:creationId xmlns:a16="http://schemas.microsoft.com/office/drawing/2014/main" id="{B11C45D4-997F-9BFC-7223-4F3E8220EF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Oval 1703">
                    <a:extLst>
                      <a:ext uri="{FF2B5EF4-FFF2-40B4-BE49-F238E27FC236}">
                        <a16:creationId xmlns:a16="http://schemas.microsoft.com/office/drawing/2014/main" id="{9894A172-DA20-B892-E4BD-3F2D13F2F4C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Oval 1704">
                    <a:extLst>
                      <a:ext uri="{FF2B5EF4-FFF2-40B4-BE49-F238E27FC236}">
                        <a16:creationId xmlns:a16="http://schemas.microsoft.com/office/drawing/2014/main" id="{1B469730-0734-F1CF-8400-B3A0CD932F3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Oval 1705">
                    <a:extLst>
                      <a:ext uri="{FF2B5EF4-FFF2-40B4-BE49-F238E27FC236}">
                        <a16:creationId xmlns:a16="http://schemas.microsoft.com/office/drawing/2014/main" id="{42D6B352-8E9B-5093-CBFA-A893F4BFD27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Oval 1706">
                    <a:extLst>
                      <a:ext uri="{FF2B5EF4-FFF2-40B4-BE49-F238E27FC236}">
                        <a16:creationId xmlns:a16="http://schemas.microsoft.com/office/drawing/2014/main" id="{41000928-50CA-82C4-25D5-4DB804A016C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Oval 1707">
                    <a:extLst>
                      <a:ext uri="{FF2B5EF4-FFF2-40B4-BE49-F238E27FC236}">
                        <a16:creationId xmlns:a16="http://schemas.microsoft.com/office/drawing/2014/main" id="{1106A875-C3D3-587E-165D-553DF68C29C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3" name="Group 1682">
                  <a:extLst>
                    <a:ext uri="{FF2B5EF4-FFF2-40B4-BE49-F238E27FC236}">
                      <a16:creationId xmlns:a16="http://schemas.microsoft.com/office/drawing/2014/main" id="{9738B719-D445-848F-A72F-6E12A810408E}"/>
                    </a:ext>
                  </a:extLst>
                </p:cNvPr>
                <p:cNvGrpSpPr/>
                <p:nvPr/>
              </p:nvGrpSpPr>
              <p:grpSpPr>
                <a:xfrm rot="10800000">
                  <a:off x="6484234" y="6015233"/>
                  <a:ext cx="242005" cy="46723"/>
                  <a:chOff x="7979724" y="3580291"/>
                  <a:chExt cx="242005" cy="43678"/>
                </a:xfrm>
              </p:grpSpPr>
              <p:sp>
                <p:nvSpPr>
                  <p:cNvPr id="1693" name="Oval 1692">
                    <a:extLst>
                      <a:ext uri="{FF2B5EF4-FFF2-40B4-BE49-F238E27FC236}">
                        <a16:creationId xmlns:a16="http://schemas.microsoft.com/office/drawing/2014/main" id="{6664FD64-EB17-7965-C3BA-26567B8B36F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Oval 1693">
                    <a:extLst>
                      <a:ext uri="{FF2B5EF4-FFF2-40B4-BE49-F238E27FC236}">
                        <a16:creationId xmlns:a16="http://schemas.microsoft.com/office/drawing/2014/main" id="{4FC24BFA-2093-05F9-602A-75EBAB2D92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Oval 1694">
                    <a:extLst>
                      <a:ext uri="{FF2B5EF4-FFF2-40B4-BE49-F238E27FC236}">
                        <a16:creationId xmlns:a16="http://schemas.microsoft.com/office/drawing/2014/main" id="{6F369867-6008-A1CD-8B31-F241F53E9AA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Oval 1695">
                    <a:extLst>
                      <a:ext uri="{FF2B5EF4-FFF2-40B4-BE49-F238E27FC236}">
                        <a16:creationId xmlns:a16="http://schemas.microsoft.com/office/drawing/2014/main" id="{BB57B2F8-3E64-CDEC-B086-AA16B586E64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Oval 1696">
                    <a:extLst>
                      <a:ext uri="{FF2B5EF4-FFF2-40B4-BE49-F238E27FC236}">
                        <a16:creationId xmlns:a16="http://schemas.microsoft.com/office/drawing/2014/main" id="{EB213667-9C7B-0D60-8733-52983014534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Oval 1697">
                    <a:extLst>
                      <a:ext uri="{FF2B5EF4-FFF2-40B4-BE49-F238E27FC236}">
                        <a16:creationId xmlns:a16="http://schemas.microsoft.com/office/drawing/2014/main" id="{0FDABA68-40C5-B40F-91FC-0508DBC0563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Oval 1698">
                    <a:extLst>
                      <a:ext uri="{FF2B5EF4-FFF2-40B4-BE49-F238E27FC236}">
                        <a16:creationId xmlns:a16="http://schemas.microsoft.com/office/drawing/2014/main" id="{C8666501-C9A9-9004-5702-6759140E96C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Oval 1699">
                    <a:extLst>
                      <a:ext uri="{FF2B5EF4-FFF2-40B4-BE49-F238E27FC236}">
                        <a16:creationId xmlns:a16="http://schemas.microsoft.com/office/drawing/2014/main" id="{6AEE0533-B3DD-8C2B-1414-AA186633919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4" name="Group 1683">
                  <a:extLst>
                    <a:ext uri="{FF2B5EF4-FFF2-40B4-BE49-F238E27FC236}">
                      <a16:creationId xmlns:a16="http://schemas.microsoft.com/office/drawing/2014/main" id="{244B013E-3CC2-1EA3-DF56-25BC5B8AA2D6}"/>
                    </a:ext>
                  </a:extLst>
                </p:cNvPr>
                <p:cNvGrpSpPr/>
                <p:nvPr/>
              </p:nvGrpSpPr>
              <p:grpSpPr>
                <a:xfrm>
                  <a:off x="6413077" y="6016049"/>
                  <a:ext cx="242005" cy="43678"/>
                  <a:chOff x="7979724" y="3580291"/>
                  <a:chExt cx="242005" cy="43678"/>
                </a:xfrm>
              </p:grpSpPr>
              <p:sp>
                <p:nvSpPr>
                  <p:cNvPr id="1685" name="Oval 1684">
                    <a:extLst>
                      <a:ext uri="{FF2B5EF4-FFF2-40B4-BE49-F238E27FC236}">
                        <a16:creationId xmlns:a16="http://schemas.microsoft.com/office/drawing/2014/main" id="{D1634B59-69B9-1E87-1238-0E13286E56E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6" name="Oval 1685">
                    <a:extLst>
                      <a:ext uri="{FF2B5EF4-FFF2-40B4-BE49-F238E27FC236}">
                        <a16:creationId xmlns:a16="http://schemas.microsoft.com/office/drawing/2014/main" id="{F30A0A79-EC5F-011F-B5CF-7BF90961D3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Oval 1686">
                    <a:extLst>
                      <a:ext uri="{FF2B5EF4-FFF2-40B4-BE49-F238E27FC236}">
                        <a16:creationId xmlns:a16="http://schemas.microsoft.com/office/drawing/2014/main" id="{FF9AD934-9DF0-A9D8-49A0-5404345E416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Oval 1687">
                    <a:extLst>
                      <a:ext uri="{FF2B5EF4-FFF2-40B4-BE49-F238E27FC236}">
                        <a16:creationId xmlns:a16="http://schemas.microsoft.com/office/drawing/2014/main" id="{FDE003A5-9F8A-9049-7A19-ADCB2CDA505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Oval 1688">
                    <a:extLst>
                      <a:ext uri="{FF2B5EF4-FFF2-40B4-BE49-F238E27FC236}">
                        <a16:creationId xmlns:a16="http://schemas.microsoft.com/office/drawing/2014/main" id="{028D0B6C-D57B-032E-A1C5-477EF97039E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Oval 1689">
                    <a:extLst>
                      <a:ext uri="{FF2B5EF4-FFF2-40B4-BE49-F238E27FC236}">
                        <a16:creationId xmlns:a16="http://schemas.microsoft.com/office/drawing/2014/main" id="{C8B07845-9B43-00FC-EEAD-3BC83950D71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Oval 1690">
                    <a:extLst>
                      <a:ext uri="{FF2B5EF4-FFF2-40B4-BE49-F238E27FC236}">
                        <a16:creationId xmlns:a16="http://schemas.microsoft.com/office/drawing/2014/main" id="{A4BFDF2B-8EBB-F491-52B6-8109013FD58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Oval 1691">
                    <a:extLst>
                      <a:ext uri="{FF2B5EF4-FFF2-40B4-BE49-F238E27FC236}">
                        <a16:creationId xmlns:a16="http://schemas.microsoft.com/office/drawing/2014/main" id="{C8502C42-82DA-3640-B5C2-11CC00963F8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3" name="Group 1022">
                <a:extLst>
                  <a:ext uri="{FF2B5EF4-FFF2-40B4-BE49-F238E27FC236}">
                    <a16:creationId xmlns:a16="http://schemas.microsoft.com/office/drawing/2014/main" id="{224D933B-FD09-EB4C-4E92-6CB47CEC2E02}"/>
                  </a:ext>
                </a:extLst>
              </p:cNvPr>
              <p:cNvGrpSpPr/>
              <p:nvPr/>
            </p:nvGrpSpPr>
            <p:grpSpPr>
              <a:xfrm>
                <a:off x="6794840" y="2540299"/>
                <a:ext cx="971545" cy="53915"/>
                <a:chOff x="5754694" y="6008041"/>
                <a:chExt cx="971545" cy="53915"/>
              </a:xfrm>
            </p:grpSpPr>
            <p:grpSp>
              <p:nvGrpSpPr>
                <p:cNvPr id="1605" name="Group 1604">
                  <a:extLst>
                    <a:ext uri="{FF2B5EF4-FFF2-40B4-BE49-F238E27FC236}">
                      <a16:creationId xmlns:a16="http://schemas.microsoft.com/office/drawing/2014/main" id="{9088FD7A-C08B-7549-5F31-11B136D4C50B}"/>
                    </a:ext>
                  </a:extLst>
                </p:cNvPr>
                <p:cNvGrpSpPr/>
                <p:nvPr/>
              </p:nvGrpSpPr>
              <p:grpSpPr>
                <a:xfrm rot="10800000">
                  <a:off x="5825851" y="6008041"/>
                  <a:ext cx="242005" cy="46723"/>
                  <a:chOff x="7979724" y="3580291"/>
                  <a:chExt cx="242005" cy="43678"/>
                </a:xfrm>
              </p:grpSpPr>
              <p:sp>
                <p:nvSpPr>
                  <p:cNvPr id="1669" name="Oval 1668">
                    <a:extLst>
                      <a:ext uri="{FF2B5EF4-FFF2-40B4-BE49-F238E27FC236}">
                        <a16:creationId xmlns:a16="http://schemas.microsoft.com/office/drawing/2014/main" id="{585D96B2-D27D-A684-396D-0A0F9BFB366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Oval 1669">
                    <a:extLst>
                      <a:ext uri="{FF2B5EF4-FFF2-40B4-BE49-F238E27FC236}">
                        <a16:creationId xmlns:a16="http://schemas.microsoft.com/office/drawing/2014/main" id="{CA020ED3-A61E-90CD-1985-0B284521180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Oval 1670">
                    <a:extLst>
                      <a:ext uri="{FF2B5EF4-FFF2-40B4-BE49-F238E27FC236}">
                        <a16:creationId xmlns:a16="http://schemas.microsoft.com/office/drawing/2014/main" id="{1659FEE0-9471-CA44-AC3E-23CF054B3CD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Oval 1671">
                    <a:extLst>
                      <a:ext uri="{FF2B5EF4-FFF2-40B4-BE49-F238E27FC236}">
                        <a16:creationId xmlns:a16="http://schemas.microsoft.com/office/drawing/2014/main" id="{D0413451-D283-8AEE-6273-F96035F4B14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Oval 1672">
                    <a:extLst>
                      <a:ext uri="{FF2B5EF4-FFF2-40B4-BE49-F238E27FC236}">
                        <a16:creationId xmlns:a16="http://schemas.microsoft.com/office/drawing/2014/main" id="{77467D3C-7EB7-2369-F628-23DC0372EC4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Oval 1673">
                    <a:extLst>
                      <a:ext uri="{FF2B5EF4-FFF2-40B4-BE49-F238E27FC236}">
                        <a16:creationId xmlns:a16="http://schemas.microsoft.com/office/drawing/2014/main" id="{0E0FE9D6-7F35-3B61-8E57-6CF1CC7E55C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Oval 1674">
                    <a:extLst>
                      <a:ext uri="{FF2B5EF4-FFF2-40B4-BE49-F238E27FC236}">
                        <a16:creationId xmlns:a16="http://schemas.microsoft.com/office/drawing/2014/main" id="{A1252F67-F6D8-C0D3-5CA5-1CC9CD4F2DE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6" name="Oval 1675">
                    <a:extLst>
                      <a:ext uri="{FF2B5EF4-FFF2-40B4-BE49-F238E27FC236}">
                        <a16:creationId xmlns:a16="http://schemas.microsoft.com/office/drawing/2014/main" id="{F53E56D2-DCC9-9F79-2FEE-11CBFEE3566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6" name="Group 1605">
                  <a:extLst>
                    <a:ext uri="{FF2B5EF4-FFF2-40B4-BE49-F238E27FC236}">
                      <a16:creationId xmlns:a16="http://schemas.microsoft.com/office/drawing/2014/main" id="{0BCF866F-D50F-7F2A-AC5A-9AA19D89BEC3}"/>
                    </a:ext>
                  </a:extLst>
                </p:cNvPr>
                <p:cNvGrpSpPr/>
                <p:nvPr/>
              </p:nvGrpSpPr>
              <p:grpSpPr>
                <a:xfrm>
                  <a:off x="5754694" y="6008857"/>
                  <a:ext cx="242005" cy="43678"/>
                  <a:chOff x="7979724" y="3580291"/>
                  <a:chExt cx="242005" cy="43678"/>
                </a:xfrm>
              </p:grpSpPr>
              <p:sp>
                <p:nvSpPr>
                  <p:cNvPr id="1661" name="Oval 1660">
                    <a:extLst>
                      <a:ext uri="{FF2B5EF4-FFF2-40B4-BE49-F238E27FC236}">
                        <a16:creationId xmlns:a16="http://schemas.microsoft.com/office/drawing/2014/main" id="{C86630C9-C331-3270-F9E9-B15AEF2F30B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Oval 1661">
                    <a:extLst>
                      <a:ext uri="{FF2B5EF4-FFF2-40B4-BE49-F238E27FC236}">
                        <a16:creationId xmlns:a16="http://schemas.microsoft.com/office/drawing/2014/main" id="{6F74B2A7-6A1D-82CB-E9D3-DCDBC2BFC7F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Oval 1662">
                    <a:extLst>
                      <a:ext uri="{FF2B5EF4-FFF2-40B4-BE49-F238E27FC236}">
                        <a16:creationId xmlns:a16="http://schemas.microsoft.com/office/drawing/2014/main" id="{75B5AF9F-6694-03C4-0523-2C36ADA0C8A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Oval 1663">
                    <a:extLst>
                      <a:ext uri="{FF2B5EF4-FFF2-40B4-BE49-F238E27FC236}">
                        <a16:creationId xmlns:a16="http://schemas.microsoft.com/office/drawing/2014/main" id="{C92A7774-07EA-92B6-FA36-2C11F34E3F3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Oval 1664">
                    <a:extLst>
                      <a:ext uri="{FF2B5EF4-FFF2-40B4-BE49-F238E27FC236}">
                        <a16:creationId xmlns:a16="http://schemas.microsoft.com/office/drawing/2014/main" id="{E4DCCD8D-E8A1-BCD2-7FC8-F3C37589905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Oval 1665">
                    <a:extLst>
                      <a:ext uri="{FF2B5EF4-FFF2-40B4-BE49-F238E27FC236}">
                        <a16:creationId xmlns:a16="http://schemas.microsoft.com/office/drawing/2014/main" id="{C6E0DAF4-B9BB-CDD2-8930-48C9AA48DB9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Oval 1666">
                    <a:extLst>
                      <a:ext uri="{FF2B5EF4-FFF2-40B4-BE49-F238E27FC236}">
                        <a16:creationId xmlns:a16="http://schemas.microsoft.com/office/drawing/2014/main" id="{28AAD737-25CE-E11D-8167-B443D576658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Oval 1667">
                    <a:extLst>
                      <a:ext uri="{FF2B5EF4-FFF2-40B4-BE49-F238E27FC236}">
                        <a16:creationId xmlns:a16="http://schemas.microsoft.com/office/drawing/2014/main" id="{791EDAB5-9CA4-E62D-E318-FF08A7345BD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7" name="Group 1606">
                  <a:extLst>
                    <a:ext uri="{FF2B5EF4-FFF2-40B4-BE49-F238E27FC236}">
                      <a16:creationId xmlns:a16="http://schemas.microsoft.com/office/drawing/2014/main" id="{97B042A8-9AB4-B7A0-92A7-0088AD7926B4}"/>
                    </a:ext>
                  </a:extLst>
                </p:cNvPr>
                <p:cNvGrpSpPr/>
                <p:nvPr/>
              </p:nvGrpSpPr>
              <p:grpSpPr>
                <a:xfrm rot="10800000">
                  <a:off x="6066894" y="6011217"/>
                  <a:ext cx="242005" cy="46723"/>
                  <a:chOff x="7979724" y="3580291"/>
                  <a:chExt cx="242005" cy="43678"/>
                </a:xfrm>
              </p:grpSpPr>
              <p:sp>
                <p:nvSpPr>
                  <p:cNvPr id="1653" name="Oval 1652">
                    <a:extLst>
                      <a:ext uri="{FF2B5EF4-FFF2-40B4-BE49-F238E27FC236}">
                        <a16:creationId xmlns:a16="http://schemas.microsoft.com/office/drawing/2014/main" id="{4D240802-4048-8CC4-0237-1C1DFC443A6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Oval 1653">
                    <a:extLst>
                      <a:ext uri="{FF2B5EF4-FFF2-40B4-BE49-F238E27FC236}">
                        <a16:creationId xmlns:a16="http://schemas.microsoft.com/office/drawing/2014/main" id="{84B8EDB3-7513-474A-C7EC-CC2BE6C16FF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Oval 1654">
                    <a:extLst>
                      <a:ext uri="{FF2B5EF4-FFF2-40B4-BE49-F238E27FC236}">
                        <a16:creationId xmlns:a16="http://schemas.microsoft.com/office/drawing/2014/main" id="{2D3DFC77-6B5B-586E-8D38-C46C5847821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Oval 1655">
                    <a:extLst>
                      <a:ext uri="{FF2B5EF4-FFF2-40B4-BE49-F238E27FC236}">
                        <a16:creationId xmlns:a16="http://schemas.microsoft.com/office/drawing/2014/main" id="{C3329353-B465-80F3-D0AD-0BE54BB1C02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Oval 1656">
                    <a:extLst>
                      <a:ext uri="{FF2B5EF4-FFF2-40B4-BE49-F238E27FC236}">
                        <a16:creationId xmlns:a16="http://schemas.microsoft.com/office/drawing/2014/main" id="{C81A8BEE-D93D-E9B0-D39B-56C4BC90CC2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8" name="Oval 1657">
                    <a:extLst>
                      <a:ext uri="{FF2B5EF4-FFF2-40B4-BE49-F238E27FC236}">
                        <a16:creationId xmlns:a16="http://schemas.microsoft.com/office/drawing/2014/main" id="{6D592B25-8F70-B09C-6356-FF7F0087ED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Oval 1658">
                    <a:extLst>
                      <a:ext uri="{FF2B5EF4-FFF2-40B4-BE49-F238E27FC236}">
                        <a16:creationId xmlns:a16="http://schemas.microsoft.com/office/drawing/2014/main" id="{DD349E9D-C002-A4AC-88E4-48624269BC1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0" name="Oval 1659">
                    <a:extLst>
                      <a:ext uri="{FF2B5EF4-FFF2-40B4-BE49-F238E27FC236}">
                        <a16:creationId xmlns:a16="http://schemas.microsoft.com/office/drawing/2014/main" id="{6B67DC2D-34E4-384E-3EE4-1A7E252F137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8" name="Group 1607">
                  <a:extLst>
                    <a:ext uri="{FF2B5EF4-FFF2-40B4-BE49-F238E27FC236}">
                      <a16:creationId xmlns:a16="http://schemas.microsoft.com/office/drawing/2014/main" id="{BD4B768D-E398-C3C3-ACB0-3E38E6A74792}"/>
                    </a:ext>
                  </a:extLst>
                </p:cNvPr>
                <p:cNvGrpSpPr/>
                <p:nvPr/>
              </p:nvGrpSpPr>
              <p:grpSpPr>
                <a:xfrm rot="11689693">
                  <a:off x="5995737" y="6012033"/>
                  <a:ext cx="242005" cy="43678"/>
                  <a:chOff x="7979724" y="3580291"/>
                  <a:chExt cx="242005" cy="43678"/>
                </a:xfrm>
              </p:grpSpPr>
              <p:sp>
                <p:nvSpPr>
                  <p:cNvPr id="1645" name="Oval 1644">
                    <a:extLst>
                      <a:ext uri="{FF2B5EF4-FFF2-40B4-BE49-F238E27FC236}">
                        <a16:creationId xmlns:a16="http://schemas.microsoft.com/office/drawing/2014/main" id="{DE59DAA6-46F4-C2F3-4B4D-D58AC0B2E9A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Oval 1645">
                    <a:extLst>
                      <a:ext uri="{FF2B5EF4-FFF2-40B4-BE49-F238E27FC236}">
                        <a16:creationId xmlns:a16="http://schemas.microsoft.com/office/drawing/2014/main" id="{2DCCC29C-A705-9231-ADF2-3B5526FFC02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Oval 1646">
                    <a:extLst>
                      <a:ext uri="{FF2B5EF4-FFF2-40B4-BE49-F238E27FC236}">
                        <a16:creationId xmlns:a16="http://schemas.microsoft.com/office/drawing/2014/main" id="{03D503C2-26B4-4237-9182-E34D72206E7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Oval 1647">
                    <a:extLst>
                      <a:ext uri="{FF2B5EF4-FFF2-40B4-BE49-F238E27FC236}">
                        <a16:creationId xmlns:a16="http://schemas.microsoft.com/office/drawing/2014/main" id="{0C7A0A21-2A4D-9021-2901-E4AFAEEFEBA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Oval 1648">
                    <a:extLst>
                      <a:ext uri="{FF2B5EF4-FFF2-40B4-BE49-F238E27FC236}">
                        <a16:creationId xmlns:a16="http://schemas.microsoft.com/office/drawing/2014/main" id="{F326FEDE-2141-0ED3-8CE4-71ED5519C90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Oval 1649">
                    <a:extLst>
                      <a:ext uri="{FF2B5EF4-FFF2-40B4-BE49-F238E27FC236}">
                        <a16:creationId xmlns:a16="http://schemas.microsoft.com/office/drawing/2014/main" id="{FA919A92-6FE5-6B65-6560-A6EEA28B969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 name="Oval 1650">
                    <a:extLst>
                      <a:ext uri="{FF2B5EF4-FFF2-40B4-BE49-F238E27FC236}">
                        <a16:creationId xmlns:a16="http://schemas.microsoft.com/office/drawing/2014/main" id="{653EA0F1-DB0B-96A9-DF00-74F543AF90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2" name="Oval 1651">
                    <a:extLst>
                      <a:ext uri="{FF2B5EF4-FFF2-40B4-BE49-F238E27FC236}">
                        <a16:creationId xmlns:a16="http://schemas.microsoft.com/office/drawing/2014/main" id="{8CD4693B-3046-3C8F-F499-45DBE170C98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9" name="Group 1608">
                  <a:extLst>
                    <a:ext uri="{FF2B5EF4-FFF2-40B4-BE49-F238E27FC236}">
                      <a16:creationId xmlns:a16="http://schemas.microsoft.com/office/drawing/2014/main" id="{3B27AE04-27C9-2B14-D52C-EB60BC583E20}"/>
                    </a:ext>
                  </a:extLst>
                </p:cNvPr>
                <p:cNvGrpSpPr/>
                <p:nvPr/>
              </p:nvGrpSpPr>
              <p:grpSpPr>
                <a:xfrm rot="21292958">
                  <a:off x="6243191" y="6012057"/>
                  <a:ext cx="242005" cy="46723"/>
                  <a:chOff x="7979724" y="3580291"/>
                  <a:chExt cx="242005" cy="43678"/>
                </a:xfrm>
              </p:grpSpPr>
              <p:sp>
                <p:nvSpPr>
                  <p:cNvPr id="1637" name="Oval 1636">
                    <a:extLst>
                      <a:ext uri="{FF2B5EF4-FFF2-40B4-BE49-F238E27FC236}">
                        <a16:creationId xmlns:a16="http://schemas.microsoft.com/office/drawing/2014/main" id="{F4EEC222-5320-1C72-A60A-038A5A0B77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Oval 1637">
                    <a:extLst>
                      <a:ext uri="{FF2B5EF4-FFF2-40B4-BE49-F238E27FC236}">
                        <a16:creationId xmlns:a16="http://schemas.microsoft.com/office/drawing/2014/main" id="{796E3693-2670-D8C9-F082-D584738882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Oval 1638">
                    <a:extLst>
                      <a:ext uri="{FF2B5EF4-FFF2-40B4-BE49-F238E27FC236}">
                        <a16:creationId xmlns:a16="http://schemas.microsoft.com/office/drawing/2014/main" id="{8C546104-3852-A3B3-5046-24A4FF605AF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Oval 1639">
                    <a:extLst>
                      <a:ext uri="{FF2B5EF4-FFF2-40B4-BE49-F238E27FC236}">
                        <a16:creationId xmlns:a16="http://schemas.microsoft.com/office/drawing/2014/main" id="{C665E617-87C8-F69F-C30D-52807292AC0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Oval 1640">
                    <a:extLst>
                      <a:ext uri="{FF2B5EF4-FFF2-40B4-BE49-F238E27FC236}">
                        <a16:creationId xmlns:a16="http://schemas.microsoft.com/office/drawing/2014/main" id="{0829D83C-AA07-0E89-A851-1E6F2448C64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Oval 1641">
                    <a:extLst>
                      <a:ext uri="{FF2B5EF4-FFF2-40B4-BE49-F238E27FC236}">
                        <a16:creationId xmlns:a16="http://schemas.microsoft.com/office/drawing/2014/main" id="{ABD0EEB2-A2C6-9EF1-DAFD-0F932D89EBF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Oval 1642">
                    <a:extLst>
                      <a:ext uri="{FF2B5EF4-FFF2-40B4-BE49-F238E27FC236}">
                        <a16:creationId xmlns:a16="http://schemas.microsoft.com/office/drawing/2014/main" id="{A03789DB-D7FD-2BF4-1763-37F5AC1EAD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Oval 1643">
                    <a:extLst>
                      <a:ext uri="{FF2B5EF4-FFF2-40B4-BE49-F238E27FC236}">
                        <a16:creationId xmlns:a16="http://schemas.microsoft.com/office/drawing/2014/main" id="{24C81C36-6284-AECF-DC5C-E4489F3018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0" name="Group 1609">
                  <a:extLst>
                    <a:ext uri="{FF2B5EF4-FFF2-40B4-BE49-F238E27FC236}">
                      <a16:creationId xmlns:a16="http://schemas.microsoft.com/office/drawing/2014/main" id="{6DD34340-9FD7-7A3E-4038-A25B75A2AA6B}"/>
                    </a:ext>
                  </a:extLst>
                </p:cNvPr>
                <p:cNvGrpSpPr/>
                <p:nvPr/>
              </p:nvGrpSpPr>
              <p:grpSpPr>
                <a:xfrm>
                  <a:off x="6172034" y="6012873"/>
                  <a:ext cx="242005" cy="43678"/>
                  <a:chOff x="7979724" y="3580291"/>
                  <a:chExt cx="242005" cy="43678"/>
                </a:xfrm>
              </p:grpSpPr>
              <p:sp>
                <p:nvSpPr>
                  <p:cNvPr id="1629" name="Oval 1628">
                    <a:extLst>
                      <a:ext uri="{FF2B5EF4-FFF2-40B4-BE49-F238E27FC236}">
                        <a16:creationId xmlns:a16="http://schemas.microsoft.com/office/drawing/2014/main" id="{08ED8612-0115-1DC8-AE85-C6AAEA72702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Oval 1629">
                    <a:extLst>
                      <a:ext uri="{FF2B5EF4-FFF2-40B4-BE49-F238E27FC236}">
                        <a16:creationId xmlns:a16="http://schemas.microsoft.com/office/drawing/2014/main" id="{23933863-3F83-6361-2F54-230A23837CB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Oval 1630">
                    <a:extLst>
                      <a:ext uri="{FF2B5EF4-FFF2-40B4-BE49-F238E27FC236}">
                        <a16:creationId xmlns:a16="http://schemas.microsoft.com/office/drawing/2014/main" id="{2EDFEF28-10C7-C97F-4C09-3954A4C85E5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Oval 1631">
                    <a:extLst>
                      <a:ext uri="{FF2B5EF4-FFF2-40B4-BE49-F238E27FC236}">
                        <a16:creationId xmlns:a16="http://schemas.microsoft.com/office/drawing/2014/main" id="{F808E5FD-77AE-CA21-CE95-163B5C00ADA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Oval 1632">
                    <a:extLst>
                      <a:ext uri="{FF2B5EF4-FFF2-40B4-BE49-F238E27FC236}">
                        <a16:creationId xmlns:a16="http://schemas.microsoft.com/office/drawing/2014/main" id="{55D9BE29-C35E-8490-D3A8-5121D2847F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Oval 1633">
                    <a:extLst>
                      <a:ext uri="{FF2B5EF4-FFF2-40B4-BE49-F238E27FC236}">
                        <a16:creationId xmlns:a16="http://schemas.microsoft.com/office/drawing/2014/main" id="{DD9562A6-9BF8-41B5-E2D2-D375C7E2C70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Oval 1634">
                    <a:extLst>
                      <a:ext uri="{FF2B5EF4-FFF2-40B4-BE49-F238E27FC236}">
                        <a16:creationId xmlns:a16="http://schemas.microsoft.com/office/drawing/2014/main" id="{7ECD7CB4-99AB-AD8A-86C7-B429FD478C2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Oval 1635">
                    <a:extLst>
                      <a:ext uri="{FF2B5EF4-FFF2-40B4-BE49-F238E27FC236}">
                        <a16:creationId xmlns:a16="http://schemas.microsoft.com/office/drawing/2014/main" id="{4A1B3B1F-B3A7-746A-AB34-3FDE39C6E9D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1" name="Group 1610">
                  <a:extLst>
                    <a:ext uri="{FF2B5EF4-FFF2-40B4-BE49-F238E27FC236}">
                      <a16:creationId xmlns:a16="http://schemas.microsoft.com/office/drawing/2014/main" id="{9E5A294B-F549-DCA0-9E45-944F81A3831B}"/>
                    </a:ext>
                  </a:extLst>
                </p:cNvPr>
                <p:cNvGrpSpPr/>
                <p:nvPr/>
              </p:nvGrpSpPr>
              <p:grpSpPr>
                <a:xfrm rot="10800000">
                  <a:off x="6484234" y="6015233"/>
                  <a:ext cx="242005" cy="46723"/>
                  <a:chOff x="7979724" y="3580291"/>
                  <a:chExt cx="242005" cy="43678"/>
                </a:xfrm>
              </p:grpSpPr>
              <p:sp>
                <p:nvSpPr>
                  <p:cNvPr id="1621" name="Oval 1620">
                    <a:extLst>
                      <a:ext uri="{FF2B5EF4-FFF2-40B4-BE49-F238E27FC236}">
                        <a16:creationId xmlns:a16="http://schemas.microsoft.com/office/drawing/2014/main" id="{977A1666-E0FC-52DB-6ADC-BF5807E5550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Oval 1621">
                    <a:extLst>
                      <a:ext uri="{FF2B5EF4-FFF2-40B4-BE49-F238E27FC236}">
                        <a16:creationId xmlns:a16="http://schemas.microsoft.com/office/drawing/2014/main" id="{8D83CDCB-5DF3-ABBB-09E7-C1334F75A99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Oval 1622">
                    <a:extLst>
                      <a:ext uri="{FF2B5EF4-FFF2-40B4-BE49-F238E27FC236}">
                        <a16:creationId xmlns:a16="http://schemas.microsoft.com/office/drawing/2014/main" id="{4B57F78E-41AC-6EBE-8659-D031442DE6D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Oval 1623">
                    <a:extLst>
                      <a:ext uri="{FF2B5EF4-FFF2-40B4-BE49-F238E27FC236}">
                        <a16:creationId xmlns:a16="http://schemas.microsoft.com/office/drawing/2014/main" id="{E8688EBD-2F0A-B6B1-6C76-BDB2CB3BE6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Oval 1624">
                    <a:extLst>
                      <a:ext uri="{FF2B5EF4-FFF2-40B4-BE49-F238E27FC236}">
                        <a16:creationId xmlns:a16="http://schemas.microsoft.com/office/drawing/2014/main" id="{04CAE9D4-C978-C22A-2909-9D37C18DBC0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Oval 1625">
                    <a:extLst>
                      <a:ext uri="{FF2B5EF4-FFF2-40B4-BE49-F238E27FC236}">
                        <a16:creationId xmlns:a16="http://schemas.microsoft.com/office/drawing/2014/main" id="{460BEE29-A41F-BC2B-CF89-E1E9EB3E37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Oval 1626">
                    <a:extLst>
                      <a:ext uri="{FF2B5EF4-FFF2-40B4-BE49-F238E27FC236}">
                        <a16:creationId xmlns:a16="http://schemas.microsoft.com/office/drawing/2014/main" id="{2274B891-4D28-0221-8681-5584324CD3C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Oval 1627">
                    <a:extLst>
                      <a:ext uri="{FF2B5EF4-FFF2-40B4-BE49-F238E27FC236}">
                        <a16:creationId xmlns:a16="http://schemas.microsoft.com/office/drawing/2014/main" id="{0B64D81D-8FA3-427F-1854-57E2F45BD23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2" name="Group 1611">
                  <a:extLst>
                    <a:ext uri="{FF2B5EF4-FFF2-40B4-BE49-F238E27FC236}">
                      <a16:creationId xmlns:a16="http://schemas.microsoft.com/office/drawing/2014/main" id="{3C799B8B-1CE0-6DA4-DA73-A20527D7C2E1}"/>
                    </a:ext>
                  </a:extLst>
                </p:cNvPr>
                <p:cNvGrpSpPr/>
                <p:nvPr/>
              </p:nvGrpSpPr>
              <p:grpSpPr>
                <a:xfrm>
                  <a:off x="6413077" y="6016049"/>
                  <a:ext cx="242005" cy="43678"/>
                  <a:chOff x="7979724" y="3580291"/>
                  <a:chExt cx="242005" cy="43678"/>
                </a:xfrm>
              </p:grpSpPr>
              <p:sp>
                <p:nvSpPr>
                  <p:cNvPr id="1613" name="Oval 1612">
                    <a:extLst>
                      <a:ext uri="{FF2B5EF4-FFF2-40B4-BE49-F238E27FC236}">
                        <a16:creationId xmlns:a16="http://schemas.microsoft.com/office/drawing/2014/main" id="{84616A1E-363F-6812-15EE-4A6CE97C866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Oval 1613">
                    <a:extLst>
                      <a:ext uri="{FF2B5EF4-FFF2-40B4-BE49-F238E27FC236}">
                        <a16:creationId xmlns:a16="http://schemas.microsoft.com/office/drawing/2014/main" id="{78ED896B-52E1-5B8D-F5E5-E5530E273DE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5" name="Oval 1614">
                    <a:extLst>
                      <a:ext uri="{FF2B5EF4-FFF2-40B4-BE49-F238E27FC236}">
                        <a16:creationId xmlns:a16="http://schemas.microsoft.com/office/drawing/2014/main" id="{272E81A9-272E-43AE-7FCB-3784A29DCE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Oval 1615">
                    <a:extLst>
                      <a:ext uri="{FF2B5EF4-FFF2-40B4-BE49-F238E27FC236}">
                        <a16:creationId xmlns:a16="http://schemas.microsoft.com/office/drawing/2014/main" id="{A0D54200-DA18-0F0B-22EC-B1C0B7CDAA6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Oval 1616">
                    <a:extLst>
                      <a:ext uri="{FF2B5EF4-FFF2-40B4-BE49-F238E27FC236}">
                        <a16:creationId xmlns:a16="http://schemas.microsoft.com/office/drawing/2014/main" id="{91AC7722-170B-1A86-D9B0-FB69C9C6BD3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Oval 1617">
                    <a:extLst>
                      <a:ext uri="{FF2B5EF4-FFF2-40B4-BE49-F238E27FC236}">
                        <a16:creationId xmlns:a16="http://schemas.microsoft.com/office/drawing/2014/main" id="{F2B8AA27-899F-7186-5D43-79A3B3C5ECC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Oval 1618">
                    <a:extLst>
                      <a:ext uri="{FF2B5EF4-FFF2-40B4-BE49-F238E27FC236}">
                        <a16:creationId xmlns:a16="http://schemas.microsoft.com/office/drawing/2014/main" id="{D223EC9F-B183-89E4-0B43-A4095BDE17D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Oval 1619">
                    <a:extLst>
                      <a:ext uri="{FF2B5EF4-FFF2-40B4-BE49-F238E27FC236}">
                        <a16:creationId xmlns:a16="http://schemas.microsoft.com/office/drawing/2014/main" id="{73B77B79-DC37-0E39-81DE-37C151EB195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4" name="Group 1023">
                <a:extLst>
                  <a:ext uri="{FF2B5EF4-FFF2-40B4-BE49-F238E27FC236}">
                    <a16:creationId xmlns:a16="http://schemas.microsoft.com/office/drawing/2014/main" id="{A3D82A96-6139-EA88-D977-8E71FDED2D86}"/>
                  </a:ext>
                </a:extLst>
              </p:cNvPr>
              <p:cNvGrpSpPr/>
              <p:nvPr/>
            </p:nvGrpSpPr>
            <p:grpSpPr>
              <a:xfrm>
                <a:off x="7993543" y="2257718"/>
                <a:ext cx="971545" cy="53915"/>
                <a:chOff x="5754694" y="6008041"/>
                <a:chExt cx="971545" cy="53915"/>
              </a:xfrm>
            </p:grpSpPr>
            <p:grpSp>
              <p:nvGrpSpPr>
                <p:cNvPr id="1533" name="Group 1532">
                  <a:extLst>
                    <a:ext uri="{FF2B5EF4-FFF2-40B4-BE49-F238E27FC236}">
                      <a16:creationId xmlns:a16="http://schemas.microsoft.com/office/drawing/2014/main" id="{21A98654-046D-6E35-F646-9EA96A229C7B}"/>
                    </a:ext>
                  </a:extLst>
                </p:cNvPr>
                <p:cNvGrpSpPr/>
                <p:nvPr/>
              </p:nvGrpSpPr>
              <p:grpSpPr>
                <a:xfrm rot="10800000">
                  <a:off x="5825851" y="6008041"/>
                  <a:ext cx="242005" cy="46723"/>
                  <a:chOff x="7979724" y="3580291"/>
                  <a:chExt cx="242005" cy="43678"/>
                </a:xfrm>
              </p:grpSpPr>
              <p:sp>
                <p:nvSpPr>
                  <p:cNvPr id="1597" name="Oval 1596">
                    <a:extLst>
                      <a:ext uri="{FF2B5EF4-FFF2-40B4-BE49-F238E27FC236}">
                        <a16:creationId xmlns:a16="http://schemas.microsoft.com/office/drawing/2014/main" id="{5EBFEB6C-5D0E-E91A-B9B5-93EBEBBA4CB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8" name="Oval 1597">
                    <a:extLst>
                      <a:ext uri="{FF2B5EF4-FFF2-40B4-BE49-F238E27FC236}">
                        <a16:creationId xmlns:a16="http://schemas.microsoft.com/office/drawing/2014/main" id="{EA3B6508-62AD-41BA-5258-ABD12CD301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9" name="Oval 1598">
                    <a:extLst>
                      <a:ext uri="{FF2B5EF4-FFF2-40B4-BE49-F238E27FC236}">
                        <a16:creationId xmlns:a16="http://schemas.microsoft.com/office/drawing/2014/main" id="{ABC54CDF-8174-158F-D677-C1899734EB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0" name="Oval 1599">
                    <a:extLst>
                      <a:ext uri="{FF2B5EF4-FFF2-40B4-BE49-F238E27FC236}">
                        <a16:creationId xmlns:a16="http://schemas.microsoft.com/office/drawing/2014/main" id="{5454545D-FC4F-7A7C-244F-7515FAC1C87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1" name="Oval 1600">
                    <a:extLst>
                      <a:ext uri="{FF2B5EF4-FFF2-40B4-BE49-F238E27FC236}">
                        <a16:creationId xmlns:a16="http://schemas.microsoft.com/office/drawing/2014/main" id="{9F897D74-998C-52C2-B664-899058431D3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Oval 1601">
                    <a:extLst>
                      <a:ext uri="{FF2B5EF4-FFF2-40B4-BE49-F238E27FC236}">
                        <a16:creationId xmlns:a16="http://schemas.microsoft.com/office/drawing/2014/main" id="{DB94E4FF-26B7-859F-3BDE-8380E575562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Oval 1602">
                    <a:extLst>
                      <a:ext uri="{FF2B5EF4-FFF2-40B4-BE49-F238E27FC236}">
                        <a16:creationId xmlns:a16="http://schemas.microsoft.com/office/drawing/2014/main" id="{879F9FEA-B49D-4C38-0FF9-CBB84BF4589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Oval 1603">
                    <a:extLst>
                      <a:ext uri="{FF2B5EF4-FFF2-40B4-BE49-F238E27FC236}">
                        <a16:creationId xmlns:a16="http://schemas.microsoft.com/office/drawing/2014/main" id="{693DF9A3-01AA-7466-27CE-8FCA991F01D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4" name="Group 1533">
                  <a:extLst>
                    <a:ext uri="{FF2B5EF4-FFF2-40B4-BE49-F238E27FC236}">
                      <a16:creationId xmlns:a16="http://schemas.microsoft.com/office/drawing/2014/main" id="{3C57AF2F-0067-96BF-6527-F1652DB0AEA1}"/>
                    </a:ext>
                  </a:extLst>
                </p:cNvPr>
                <p:cNvGrpSpPr/>
                <p:nvPr/>
              </p:nvGrpSpPr>
              <p:grpSpPr>
                <a:xfrm>
                  <a:off x="5754694" y="6008857"/>
                  <a:ext cx="242005" cy="43678"/>
                  <a:chOff x="7979724" y="3580291"/>
                  <a:chExt cx="242005" cy="43678"/>
                </a:xfrm>
              </p:grpSpPr>
              <p:sp>
                <p:nvSpPr>
                  <p:cNvPr id="1589" name="Oval 1588">
                    <a:extLst>
                      <a:ext uri="{FF2B5EF4-FFF2-40B4-BE49-F238E27FC236}">
                        <a16:creationId xmlns:a16="http://schemas.microsoft.com/office/drawing/2014/main" id="{F7138438-1DA0-B115-09D9-B379C315B3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0" name="Oval 1589">
                    <a:extLst>
                      <a:ext uri="{FF2B5EF4-FFF2-40B4-BE49-F238E27FC236}">
                        <a16:creationId xmlns:a16="http://schemas.microsoft.com/office/drawing/2014/main" id="{D9B08F3E-49FD-4FD1-3D9F-C2C4046861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1" name="Oval 1590">
                    <a:extLst>
                      <a:ext uri="{FF2B5EF4-FFF2-40B4-BE49-F238E27FC236}">
                        <a16:creationId xmlns:a16="http://schemas.microsoft.com/office/drawing/2014/main" id="{31D30404-C66F-5956-146C-5AE84E8B6D8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2" name="Oval 1591">
                    <a:extLst>
                      <a:ext uri="{FF2B5EF4-FFF2-40B4-BE49-F238E27FC236}">
                        <a16:creationId xmlns:a16="http://schemas.microsoft.com/office/drawing/2014/main" id="{C9FD5ED4-8363-BC94-637F-63DBB1445B2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3" name="Oval 1592">
                    <a:extLst>
                      <a:ext uri="{FF2B5EF4-FFF2-40B4-BE49-F238E27FC236}">
                        <a16:creationId xmlns:a16="http://schemas.microsoft.com/office/drawing/2014/main" id="{138B407D-43A4-D1FC-EBC7-4B6A102AE3B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4" name="Oval 1593">
                    <a:extLst>
                      <a:ext uri="{FF2B5EF4-FFF2-40B4-BE49-F238E27FC236}">
                        <a16:creationId xmlns:a16="http://schemas.microsoft.com/office/drawing/2014/main" id="{D20E3FCF-DD25-ACC5-BD7B-8158593945B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5" name="Oval 1594">
                    <a:extLst>
                      <a:ext uri="{FF2B5EF4-FFF2-40B4-BE49-F238E27FC236}">
                        <a16:creationId xmlns:a16="http://schemas.microsoft.com/office/drawing/2014/main" id="{9FE1B578-A43D-DEE2-163C-D9691B66166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6" name="Oval 1595">
                    <a:extLst>
                      <a:ext uri="{FF2B5EF4-FFF2-40B4-BE49-F238E27FC236}">
                        <a16:creationId xmlns:a16="http://schemas.microsoft.com/office/drawing/2014/main" id="{56997EF8-54F1-0BF2-D8DA-28FF50E0DA5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5" name="Group 1534">
                  <a:extLst>
                    <a:ext uri="{FF2B5EF4-FFF2-40B4-BE49-F238E27FC236}">
                      <a16:creationId xmlns:a16="http://schemas.microsoft.com/office/drawing/2014/main" id="{4329553A-B629-B875-619B-58C830CF4815}"/>
                    </a:ext>
                  </a:extLst>
                </p:cNvPr>
                <p:cNvGrpSpPr/>
                <p:nvPr/>
              </p:nvGrpSpPr>
              <p:grpSpPr>
                <a:xfrm rot="10800000">
                  <a:off x="6066894" y="6011217"/>
                  <a:ext cx="242005" cy="46723"/>
                  <a:chOff x="7979724" y="3580291"/>
                  <a:chExt cx="242005" cy="43678"/>
                </a:xfrm>
              </p:grpSpPr>
              <p:sp>
                <p:nvSpPr>
                  <p:cNvPr id="1581" name="Oval 1580">
                    <a:extLst>
                      <a:ext uri="{FF2B5EF4-FFF2-40B4-BE49-F238E27FC236}">
                        <a16:creationId xmlns:a16="http://schemas.microsoft.com/office/drawing/2014/main" id="{FD36A896-8E97-9515-5094-7B5589DCFF7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2" name="Oval 1581">
                    <a:extLst>
                      <a:ext uri="{FF2B5EF4-FFF2-40B4-BE49-F238E27FC236}">
                        <a16:creationId xmlns:a16="http://schemas.microsoft.com/office/drawing/2014/main" id="{414F9448-D107-319E-7417-29C02A73B6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3" name="Oval 1582">
                    <a:extLst>
                      <a:ext uri="{FF2B5EF4-FFF2-40B4-BE49-F238E27FC236}">
                        <a16:creationId xmlns:a16="http://schemas.microsoft.com/office/drawing/2014/main" id="{741DA8B7-19B1-B386-E2A8-8505A92F356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4" name="Oval 1583">
                    <a:extLst>
                      <a:ext uri="{FF2B5EF4-FFF2-40B4-BE49-F238E27FC236}">
                        <a16:creationId xmlns:a16="http://schemas.microsoft.com/office/drawing/2014/main" id="{7A70F8AE-33A6-2430-107D-651DA599364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5" name="Oval 1584">
                    <a:extLst>
                      <a:ext uri="{FF2B5EF4-FFF2-40B4-BE49-F238E27FC236}">
                        <a16:creationId xmlns:a16="http://schemas.microsoft.com/office/drawing/2014/main" id="{CEF5A50A-F5F3-0982-2042-7A7C0A12117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6" name="Oval 1585">
                    <a:extLst>
                      <a:ext uri="{FF2B5EF4-FFF2-40B4-BE49-F238E27FC236}">
                        <a16:creationId xmlns:a16="http://schemas.microsoft.com/office/drawing/2014/main" id="{0E619705-00E0-B4D7-00E1-BBA3EF52A6D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7" name="Oval 1586">
                    <a:extLst>
                      <a:ext uri="{FF2B5EF4-FFF2-40B4-BE49-F238E27FC236}">
                        <a16:creationId xmlns:a16="http://schemas.microsoft.com/office/drawing/2014/main" id="{4A04817C-133C-FF6F-BDDA-D96B16EBCFC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8" name="Oval 1587">
                    <a:extLst>
                      <a:ext uri="{FF2B5EF4-FFF2-40B4-BE49-F238E27FC236}">
                        <a16:creationId xmlns:a16="http://schemas.microsoft.com/office/drawing/2014/main" id="{D2BA42FE-72A3-7CB3-DBFE-EAA9BCB6FC8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6" name="Group 1535">
                  <a:extLst>
                    <a:ext uri="{FF2B5EF4-FFF2-40B4-BE49-F238E27FC236}">
                      <a16:creationId xmlns:a16="http://schemas.microsoft.com/office/drawing/2014/main" id="{6E29D216-8F34-C057-C642-5AA11A76B6E8}"/>
                    </a:ext>
                  </a:extLst>
                </p:cNvPr>
                <p:cNvGrpSpPr/>
                <p:nvPr/>
              </p:nvGrpSpPr>
              <p:grpSpPr>
                <a:xfrm rot="11689693">
                  <a:off x="5995737" y="6012033"/>
                  <a:ext cx="242005" cy="43678"/>
                  <a:chOff x="7979724" y="3580291"/>
                  <a:chExt cx="242005" cy="43678"/>
                </a:xfrm>
              </p:grpSpPr>
              <p:sp>
                <p:nvSpPr>
                  <p:cNvPr id="1573" name="Oval 1572">
                    <a:extLst>
                      <a:ext uri="{FF2B5EF4-FFF2-40B4-BE49-F238E27FC236}">
                        <a16:creationId xmlns:a16="http://schemas.microsoft.com/office/drawing/2014/main" id="{C36CFAFA-03DD-20E3-B931-2EA3A865836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4" name="Oval 1573">
                    <a:extLst>
                      <a:ext uri="{FF2B5EF4-FFF2-40B4-BE49-F238E27FC236}">
                        <a16:creationId xmlns:a16="http://schemas.microsoft.com/office/drawing/2014/main" id="{2A04501B-9310-661F-C9C0-038E5033F0C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5" name="Oval 1574">
                    <a:extLst>
                      <a:ext uri="{FF2B5EF4-FFF2-40B4-BE49-F238E27FC236}">
                        <a16:creationId xmlns:a16="http://schemas.microsoft.com/office/drawing/2014/main" id="{2A4DCE48-F06D-8109-AA95-B719FC61D9D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6" name="Oval 1575">
                    <a:extLst>
                      <a:ext uri="{FF2B5EF4-FFF2-40B4-BE49-F238E27FC236}">
                        <a16:creationId xmlns:a16="http://schemas.microsoft.com/office/drawing/2014/main" id="{263A071F-7787-F1B1-4176-A8096633CE2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7" name="Oval 1576">
                    <a:extLst>
                      <a:ext uri="{FF2B5EF4-FFF2-40B4-BE49-F238E27FC236}">
                        <a16:creationId xmlns:a16="http://schemas.microsoft.com/office/drawing/2014/main" id="{73962B5F-1CBB-25E5-8EF9-A5B3F5DCDAA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8" name="Oval 1577">
                    <a:extLst>
                      <a:ext uri="{FF2B5EF4-FFF2-40B4-BE49-F238E27FC236}">
                        <a16:creationId xmlns:a16="http://schemas.microsoft.com/office/drawing/2014/main" id="{17ACBBCF-5A61-C14D-3011-2E2BFCE8490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9" name="Oval 1578">
                    <a:extLst>
                      <a:ext uri="{FF2B5EF4-FFF2-40B4-BE49-F238E27FC236}">
                        <a16:creationId xmlns:a16="http://schemas.microsoft.com/office/drawing/2014/main" id="{1B0BB3F2-06B5-62F1-0B92-89E1559975E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0" name="Oval 1579">
                    <a:extLst>
                      <a:ext uri="{FF2B5EF4-FFF2-40B4-BE49-F238E27FC236}">
                        <a16:creationId xmlns:a16="http://schemas.microsoft.com/office/drawing/2014/main" id="{C9367F34-9632-EE27-AF56-0BB37FDF21E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7" name="Group 1536">
                  <a:extLst>
                    <a:ext uri="{FF2B5EF4-FFF2-40B4-BE49-F238E27FC236}">
                      <a16:creationId xmlns:a16="http://schemas.microsoft.com/office/drawing/2014/main" id="{E025C78A-716C-E0EA-C55D-98BB58205F28}"/>
                    </a:ext>
                  </a:extLst>
                </p:cNvPr>
                <p:cNvGrpSpPr/>
                <p:nvPr/>
              </p:nvGrpSpPr>
              <p:grpSpPr>
                <a:xfrm rot="21292958">
                  <a:off x="6243191" y="6012057"/>
                  <a:ext cx="242005" cy="46723"/>
                  <a:chOff x="7979724" y="3580291"/>
                  <a:chExt cx="242005" cy="43678"/>
                </a:xfrm>
              </p:grpSpPr>
              <p:sp>
                <p:nvSpPr>
                  <p:cNvPr id="1565" name="Oval 1564">
                    <a:extLst>
                      <a:ext uri="{FF2B5EF4-FFF2-40B4-BE49-F238E27FC236}">
                        <a16:creationId xmlns:a16="http://schemas.microsoft.com/office/drawing/2014/main" id="{7CAF0B8B-8F51-5BAC-D1E0-3A83C4EE273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6" name="Oval 1565">
                    <a:extLst>
                      <a:ext uri="{FF2B5EF4-FFF2-40B4-BE49-F238E27FC236}">
                        <a16:creationId xmlns:a16="http://schemas.microsoft.com/office/drawing/2014/main" id="{BDECAF9A-7584-82C3-79AE-A976E196047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 name="Oval 1566">
                    <a:extLst>
                      <a:ext uri="{FF2B5EF4-FFF2-40B4-BE49-F238E27FC236}">
                        <a16:creationId xmlns:a16="http://schemas.microsoft.com/office/drawing/2014/main" id="{3A5C925C-981E-1938-2900-C693BC80656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8" name="Oval 1567">
                    <a:extLst>
                      <a:ext uri="{FF2B5EF4-FFF2-40B4-BE49-F238E27FC236}">
                        <a16:creationId xmlns:a16="http://schemas.microsoft.com/office/drawing/2014/main" id="{1F5352DA-D7D5-778B-108E-6FAAB8B0331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Oval 1568">
                    <a:extLst>
                      <a:ext uri="{FF2B5EF4-FFF2-40B4-BE49-F238E27FC236}">
                        <a16:creationId xmlns:a16="http://schemas.microsoft.com/office/drawing/2014/main" id="{14B4474A-EAE7-43B4-8674-EAE3798B3FC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0" name="Oval 1569">
                    <a:extLst>
                      <a:ext uri="{FF2B5EF4-FFF2-40B4-BE49-F238E27FC236}">
                        <a16:creationId xmlns:a16="http://schemas.microsoft.com/office/drawing/2014/main" id="{B6D00C30-43FB-CC2F-2043-832D17D3201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1" name="Oval 1570">
                    <a:extLst>
                      <a:ext uri="{FF2B5EF4-FFF2-40B4-BE49-F238E27FC236}">
                        <a16:creationId xmlns:a16="http://schemas.microsoft.com/office/drawing/2014/main" id="{2530BE22-EEE2-A764-315B-29D3C320D57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2" name="Oval 1571">
                    <a:extLst>
                      <a:ext uri="{FF2B5EF4-FFF2-40B4-BE49-F238E27FC236}">
                        <a16:creationId xmlns:a16="http://schemas.microsoft.com/office/drawing/2014/main" id="{22CDAB97-4F16-80EE-BDEC-668E6D87A60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8" name="Group 1537">
                  <a:extLst>
                    <a:ext uri="{FF2B5EF4-FFF2-40B4-BE49-F238E27FC236}">
                      <a16:creationId xmlns:a16="http://schemas.microsoft.com/office/drawing/2014/main" id="{8FB7DC96-B902-66A3-6DA0-459DE8A006E2}"/>
                    </a:ext>
                  </a:extLst>
                </p:cNvPr>
                <p:cNvGrpSpPr/>
                <p:nvPr/>
              </p:nvGrpSpPr>
              <p:grpSpPr>
                <a:xfrm>
                  <a:off x="6172034" y="6012873"/>
                  <a:ext cx="242005" cy="43678"/>
                  <a:chOff x="7979724" y="3580291"/>
                  <a:chExt cx="242005" cy="43678"/>
                </a:xfrm>
              </p:grpSpPr>
              <p:sp>
                <p:nvSpPr>
                  <p:cNvPr id="1557" name="Oval 1556">
                    <a:extLst>
                      <a:ext uri="{FF2B5EF4-FFF2-40B4-BE49-F238E27FC236}">
                        <a16:creationId xmlns:a16="http://schemas.microsoft.com/office/drawing/2014/main" id="{2671A29B-BDD2-4F13-6533-375C5FFE1D7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8" name="Oval 1557">
                    <a:extLst>
                      <a:ext uri="{FF2B5EF4-FFF2-40B4-BE49-F238E27FC236}">
                        <a16:creationId xmlns:a16="http://schemas.microsoft.com/office/drawing/2014/main" id="{AB7D8737-BF41-B8E8-26E8-D50DB33F62C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9" name="Oval 1558">
                    <a:extLst>
                      <a:ext uri="{FF2B5EF4-FFF2-40B4-BE49-F238E27FC236}">
                        <a16:creationId xmlns:a16="http://schemas.microsoft.com/office/drawing/2014/main" id="{0CF203BA-E422-1E8D-5EC6-991F2487745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0" name="Oval 1559">
                    <a:extLst>
                      <a:ext uri="{FF2B5EF4-FFF2-40B4-BE49-F238E27FC236}">
                        <a16:creationId xmlns:a16="http://schemas.microsoft.com/office/drawing/2014/main" id="{ADC6D596-9FB5-928E-D66F-72F4636622D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1" name="Oval 1560">
                    <a:extLst>
                      <a:ext uri="{FF2B5EF4-FFF2-40B4-BE49-F238E27FC236}">
                        <a16:creationId xmlns:a16="http://schemas.microsoft.com/office/drawing/2014/main" id="{CF106CF5-216B-6DB2-765B-DAB7A6159FF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2" name="Oval 1561">
                    <a:extLst>
                      <a:ext uri="{FF2B5EF4-FFF2-40B4-BE49-F238E27FC236}">
                        <a16:creationId xmlns:a16="http://schemas.microsoft.com/office/drawing/2014/main" id="{6F4CEE2D-E185-0654-6339-0473AE35E98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3" name="Oval 1562">
                    <a:extLst>
                      <a:ext uri="{FF2B5EF4-FFF2-40B4-BE49-F238E27FC236}">
                        <a16:creationId xmlns:a16="http://schemas.microsoft.com/office/drawing/2014/main" id="{495E5A89-B46D-F7DF-3226-D0C19542895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4" name="Oval 1563">
                    <a:extLst>
                      <a:ext uri="{FF2B5EF4-FFF2-40B4-BE49-F238E27FC236}">
                        <a16:creationId xmlns:a16="http://schemas.microsoft.com/office/drawing/2014/main" id="{A572CC55-9904-104E-AF0C-7A1790131F5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9" name="Group 1538">
                  <a:extLst>
                    <a:ext uri="{FF2B5EF4-FFF2-40B4-BE49-F238E27FC236}">
                      <a16:creationId xmlns:a16="http://schemas.microsoft.com/office/drawing/2014/main" id="{46E32A01-F74C-F084-91CB-6D5287C28961}"/>
                    </a:ext>
                  </a:extLst>
                </p:cNvPr>
                <p:cNvGrpSpPr/>
                <p:nvPr/>
              </p:nvGrpSpPr>
              <p:grpSpPr>
                <a:xfrm rot="10800000">
                  <a:off x="6484234" y="6015233"/>
                  <a:ext cx="242005" cy="46723"/>
                  <a:chOff x="7979724" y="3580291"/>
                  <a:chExt cx="242005" cy="43678"/>
                </a:xfrm>
              </p:grpSpPr>
              <p:sp>
                <p:nvSpPr>
                  <p:cNvPr id="1549" name="Oval 1548">
                    <a:extLst>
                      <a:ext uri="{FF2B5EF4-FFF2-40B4-BE49-F238E27FC236}">
                        <a16:creationId xmlns:a16="http://schemas.microsoft.com/office/drawing/2014/main" id="{D75A5E09-9BEB-8F88-BBDF-E298718C2C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0" name="Oval 1549">
                    <a:extLst>
                      <a:ext uri="{FF2B5EF4-FFF2-40B4-BE49-F238E27FC236}">
                        <a16:creationId xmlns:a16="http://schemas.microsoft.com/office/drawing/2014/main" id="{101D3A17-CFE6-0F78-134D-F003870E7FD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1" name="Oval 1550">
                    <a:extLst>
                      <a:ext uri="{FF2B5EF4-FFF2-40B4-BE49-F238E27FC236}">
                        <a16:creationId xmlns:a16="http://schemas.microsoft.com/office/drawing/2014/main" id="{75EA4D75-C5B1-7502-851A-C5B924877EF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2" name="Oval 1551">
                    <a:extLst>
                      <a:ext uri="{FF2B5EF4-FFF2-40B4-BE49-F238E27FC236}">
                        <a16:creationId xmlns:a16="http://schemas.microsoft.com/office/drawing/2014/main" id="{321FF723-2869-5340-59C0-76D4D3D1074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3" name="Oval 1552">
                    <a:extLst>
                      <a:ext uri="{FF2B5EF4-FFF2-40B4-BE49-F238E27FC236}">
                        <a16:creationId xmlns:a16="http://schemas.microsoft.com/office/drawing/2014/main" id="{7E625213-FFE4-DF92-A629-31D5AAFD92A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4" name="Oval 1553">
                    <a:extLst>
                      <a:ext uri="{FF2B5EF4-FFF2-40B4-BE49-F238E27FC236}">
                        <a16:creationId xmlns:a16="http://schemas.microsoft.com/office/drawing/2014/main" id="{FD7A2F32-6F18-608F-126E-0DD1353BF8B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5" name="Oval 1554">
                    <a:extLst>
                      <a:ext uri="{FF2B5EF4-FFF2-40B4-BE49-F238E27FC236}">
                        <a16:creationId xmlns:a16="http://schemas.microsoft.com/office/drawing/2014/main" id="{C450E702-2018-86DC-1FA3-19EDB1DB02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6" name="Oval 1555">
                    <a:extLst>
                      <a:ext uri="{FF2B5EF4-FFF2-40B4-BE49-F238E27FC236}">
                        <a16:creationId xmlns:a16="http://schemas.microsoft.com/office/drawing/2014/main" id="{9055BBE8-A16A-ED98-A760-7FB70033467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 name="Group 1539">
                  <a:extLst>
                    <a:ext uri="{FF2B5EF4-FFF2-40B4-BE49-F238E27FC236}">
                      <a16:creationId xmlns:a16="http://schemas.microsoft.com/office/drawing/2014/main" id="{5005D2D6-3555-2C95-60CF-4F1AB7D8DC97}"/>
                    </a:ext>
                  </a:extLst>
                </p:cNvPr>
                <p:cNvGrpSpPr/>
                <p:nvPr/>
              </p:nvGrpSpPr>
              <p:grpSpPr>
                <a:xfrm>
                  <a:off x="6413077" y="6016049"/>
                  <a:ext cx="242005" cy="43678"/>
                  <a:chOff x="7979724" y="3580291"/>
                  <a:chExt cx="242005" cy="43678"/>
                </a:xfrm>
              </p:grpSpPr>
              <p:sp>
                <p:nvSpPr>
                  <p:cNvPr id="1541" name="Oval 1540">
                    <a:extLst>
                      <a:ext uri="{FF2B5EF4-FFF2-40B4-BE49-F238E27FC236}">
                        <a16:creationId xmlns:a16="http://schemas.microsoft.com/office/drawing/2014/main" id="{9D192DBC-0DB7-A455-0566-62097FF6BAF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 name="Oval 1541">
                    <a:extLst>
                      <a:ext uri="{FF2B5EF4-FFF2-40B4-BE49-F238E27FC236}">
                        <a16:creationId xmlns:a16="http://schemas.microsoft.com/office/drawing/2014/main" id="{E5560C7D-6729-627E-6331-38A2E4CE1D6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 name="Oval 1542">
                    <a:extLst>
                      <a:ext uri="{FF2B5EF4-FFF2-40B4-BE49-F238E27FC236}">
                        <a16:creationId xmlns:a16="http://schemas.microsoft.com/office/drawing/2014/main" id="{148904C0-8D53-BFD1-6FB5-3DAAAB105C8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4" name="Oval 1543">
                    <a:extLst>
                      <a:ext uri="{FF2B5EF4-FFF2-40B4-BE49-F238E27FC236}">
                        <a16:creationId xmlns:a16="http://schemas.microsoft.com/office/drawing/2014/main" id="{616C44BF-31B2-8304-5C4C-D5198BA0C9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5" name="Oval 1544">
                    <a:extLst>
                      <a:ext uri="{FF2B5EF4-FFF2-40B4-BE49-F238E27FC236}">
                        <a16:creationId xmlns:a16="http://schemas.microsoft.com/office/drawing/2014/main" id="{D17B4AAE-8C80-11CA-3D09-0C07B607F83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6" name="Oval 1545">
                    <a:extLst>
                      <a:ext uri="{FF2B5EF4-FFF2-40B4-BE49-F238E27FC236}">
                        <a16:creationId xmlns:a16="http://schemas.microsoft.com/office/drawing/2014/main" id="{8749FA55-FC75-0CC0-34DF-B1B6887CF8D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7" name="Oval 1546">
                    <a:extLst>
                      <a:ext uri="{FF2B5EF4-FFF2-40B4-BE49-F238E27FC236}">
                        <a16:creationId xmlns:a16="http://schemas.microsoft.com/office/drawing/2014/main" id="{9AB21B4F-61C5-8932-347F-9AE69BD7CE8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8" name="Oval 1547">
                    <a:extLst>
                      <a:ext uri="{FF2B5EF4-FFF2-40B4-BE49-F238E27FC236}">
                        <a16:creationId xmlns:a16="http://schemas.microsoft.com/office/drawing/2014/main" id="{AD7A6B48-989B-3E90-7C8F-BE67C9F903A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5" name="Group 1024">
                <a:extLst>
                  <a:ext uri="{FF2B5EF4-FFF2-40B4-BE49-F238E27FC236}">
                    <a16:creationId xmlns:a16="http://schemas.microsoft.com/office/drawing/2014/main" id="{663E14C5-88B1-09BC-89CA-352F596C9BC8}"/>
                  </a:ext>
                </a:extLst>
              </p:cNvPr>
              <p:cNvGrpSpPr/>
              <p:nvPr/>
            </p:nvGrpSpPr>
            <p:grpSpPr>
              <a:xfrm>
                <a:off x="8884216" y="2244666"/>
                <a:ext cx="971545" cy="53915"/>
                <a:chOff x="5754694" y="6008041"/>
                <a:chExt cx="971545" cy="53915"/>
              </a:xfrm>
            </p:grpSpPr>
            <p:grpSp>
              <p:nvGrpSpPr>
                <p:cNvPr id="1461" name="Group 1460">
                  <a:extLst>
                    <a:ext uri="{FF2B5EF4-FFF2-40B4-BE49-F238E27FC236}">
                      <a16:creationId xmlns:a16="http://schemas.microsoft.com/office/drawing/2014/main" id="{DB625020-2F17-085E-452A-2FE5EEBE68A5}"/>
                    </a:ext>
                  </a:extLst>
                </p:cNvPr>
                <p:cNvGrpSpPr/>
                <p:nvPr/>
              </p:nvGrpSpPr>
              <p:grpSpPr>
                <a:xfrm rot="10800000">
                  <a:off x="5825851" y="6008041"/>
                  <a:ext cx="242005" cy="46723"/>
                  <a:chOff x="7979724" y="3580291"/>
                  <a:chExt cx="242005" cy="43678"/>
                </a:xfrm>
              </p:grpSpPr>
              <p:sp>
                <p:nvSpPr>
                  <p:cNvPr id="1525" name="Oval 1524">
                    <a:extLst>
                      <a:ext uri="{FF2B5EF4-FFF2-40B4-BE49-F238E27FC236}">
                        <a16:creationId xmlns:a16="http://schemas.microsoft.com/office/drawing/2014/main" id="{5A669804-C591-2435-CBA7-E86C6ABEA5C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6" name="Oval 1525">
                    <a:extLst>
                      <a:ext uri="{FF2B5EF4-FFF2-40B4-BE49-F238E27FC236}">
                        <a16:creationId xmlns:a16="http://schemas.microsoft.com/office/drawing/2014/main" id="{7FBE6813-9ADD-D658-8CB1-6048BD97315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7" name="Oval 1526">
                    <a:extLst>
                      <a:ext uri="{FF2B5EF4-FFF2-40B4-BE49-F238E27FC236}">
                        <a16:creationId xmlns:a16="http://schemas.microsoft.com/office/drawing/2014/main" id="{EC2FC411-8F23-0B8C-5682-F007813AC8C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8" name="Oval 1527">
                    <a:extLst>
                      <a:ext uri="{FF2B5EF4-FFF2-40B4-BE49-F238E27FC236}">
                        <a16:creationId xmlns:a16="http://schemas.microsoft.com/office/drawing/2014/main" id="{BD97F19A-6F5E-0824-E0AC-024DB263819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9" name="Oval 1528">
                    <a:extLst>
                      <a:ext uri="{FF2B5EF4-FFF2-40B4-BE49-F238E27FC236}">
                        <a16:creationId xmlns:a16="http://schemas.microsoft.com/office/drawing/2014/main" id="{97E4B2C9-4652-6E0C-73A2-D8F47A78BA2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0" name="Oval 1529">
                    <a:extLst>
                      <a:ext uri="{FF2B5EF4-FFF2-40B4-BE49-F238E27FC236}">
                        <a16:creationId xmlns:a16="http://schemas.microsoft.com/office/drawing/2014/main" id="{6F4287C0-E261-0F49-F7A8-CC04911CBA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1" name="Oval 1530">
                    <a:extLst>
                      <a:ext uri="{FF2B5EF4-FFF2-40B4-BE49-F238E27FC236}">
                        <a16:creationId xmlns:a16="http://schemas.microsoft.com/office/drawing/2014/main" id="{04E76D51-51A4-3F08-D909-C1984AF1D0B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2" name="Oval 1531">
                    <a:extLst>
                      <a:ext uri="{FF2B5EF4-FFF2-40B4-BE49-F238E27FC236}">
                        <a16:creationId xmlns:a16="http://schemas.microsoft.com/office/drawing/2014/main" id="{C7C0B9B8-2991-EA7A-171C-ED4796F4517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2" name="Group 1461">
                  <a:extLst>
                    <a:ext uri="{FF2B5EF4-FFF2-40B4-BE49-F238E27FC236}">
                      <a16:creationId xmlns:a16="http://schemas.microsoft.com/office/drawing/2014/main" id="{74DADDFA-9EC3-F812-4BD6-5422B4965098}"/>
                    </a:ext>
                  </a:extLst>
                </p:cNvPr>
                <p:cNvGrpSpPr/>
                <p:nvPr/>
              </p:nvGrpSpPr>
              <p:grpSpPr>
                <a:xfrm>
                  <a:off x="5754694" y="6008857"/>
                  <a:ext cx="242005" cy="43678"/>
                  <a:chOff x="7979724" y="3580291"/>
                  <a:chExt cx="242005" cy="43678"/>
                </a:xfrm>
              </p:grpSpPr>
              <p:sp>
                <p:nvSpPr>
                  <p:cNvPr id="1517" name="Oval 1516">
                    <a:extLst>
                      <a:ext uri="{FF2B5EF4-FFF2-40B4-BE49-F238E27FC236}">
                        <a16:creationId xmlns:a16="http://schemas.microsoft.com/office/drawing/2014/main" id="{F0E60CC0-D5BB-07F3-B55C-218D33977F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8" name="Oval 1517">
                    <a:extLst>
                      <a:ext uri="{FF2B5EF4-FFF2-40B4-BE49-F238E27FC236}">
                        <a16:creationId xmlns:a16="http://schemas.microsoft.com/office/drawing/2014/main" id="{E028BA69-9FF6-7E08-E307-47CBFFA6463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9" name="Oval 1518">
                    <a:extLst>
                      <a:ext uri="{FF2B5EF4-FFF2-40B4-BE49-F238E27FC236}">
                        <a16:creationId xmlns:a16="http://schemas.microsoft.com/office/drawing/2014/main" id="{7920AFF5-A667-9144-D384-E1E12BEF42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0" name="Oval 1519">
                    <a:extLst>
                      <a:ext uri="{FF2B5EF4-FFF2-40B4-BE49-F238E27FC236}">
                        <a16:creationId xmlns:a16="http://schemas.microsoft.com/office/drawing/2014/main" id="{41716775-0DC5-2A60-9FCB-196EC7C893E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1" name="Oval 1520">
                    <a:extLst>
                      <a:ext uri="{FF2B5EF4-FFF2-40B4-BE49-F238E27FC236}">
                        <a16:creationId xmlns:a16="http://schemas.microsoft.com/office/drawing/2014/main" id="{8C7C851C-78CA-B443-4BE2-7DB8164471E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2" name="Oval 1521">
                    <a:extLst>
                      <a:ext uri="{FF2B5EF4-FFF2-40B4-BE49-F238E27FC236}">
                        <a16:creationId xmlns:a16="http://schemas.microsoft.com/office/drawing/2014/main" id="{752D2C11-80F8-2BBB-EFBE-CA0E543CAFD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3" name="Oval 1522">
                    <a:extLst>
                      <a:ext uri="{FF2B5EF4-FFF2-40B4-BE49-F238E27FC236}">
                        <a16:creationId xmlns:a16="http://schemas.microsoft.com/office/drawing/2014/main" id="{8A37F20F-6A0F-3C2C-A8A6-D9E2C22C79F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4" name="Oval 1523">
                    <a:extLst>
                      <a:ext uri="{FF2B5EF4-FFF2-40B4-BE49-F238E27FC236}">
                        <a16:creationId xmlns:a16="http://schemas.microsoft.com/office/drawing/2014/main" id="{1DB4BB61-665B-EAAA-4BCD-8EEAB4FA61D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3" name="Group 1462">
                  <a:extLst>
                    <a:ext uri="{FF2B5EF4-FFF2-40B4-BE49-F238E27FC236}">
                      <a16:creationId xmlns:a16="http://schemas.microsoft.com/office/drawing/2014/main" id="{0486739B-A7E0-6C8B-0EAE-C42964FFB61E}"/>
                    </a:ext>
                  </a:extLst>
                </p:cNvPr>
                <p:cNvGrpSpPr/>
                <p:nvPr/>
              </p:nvGrpSpPr>
              <p:grpSpPr>
                <a:xfrm rot="10800000">
                  <a:off x="6066894" y="6011217"/>
                  <a:ext cx="242005" cy="46723"/>
                  <a:chOff x="7979724" y="3580291"/>
                  <a:chExt cx="242005" cy="43678"/>
                </a:xfrm>
              </p:grpSpPr>
              <p:sp>
                <p:nvSpPr>
                  <p:cNvPr id="1509" name="Oval 1508">
                    <a:extLst>
                      <a:ext uri="{FF2B5EF4-FFF2-40B4-BE49-F238E27FC236}">
                        <a16:creationId xmlns:a16="http://schemas.microsoft.com/office/drawing/2014/main" id="{63DD0623-05B0-0744-30C9-FC2BECA2BCC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0" name="Oval 1509">
                    <a:extLst>
                      <a:ext uri="{FF2B5EF4-FFF2-40B4-BE49-F238E27FC236}">
                        <a16:creationId xmlns:a16="http://schemas.microsoft.com/office/drawing/2014/main" id="{FACD1561-A441-7004-7388-A6A7EBD52C7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1" name="Oval 1510">
                    <a:extLst>
                      <a:ext uri="{FF2B5EF4-FFF2-40B4-BE49-F238E27FC236}">
                        <a16:creationId xmlns:a16="http://schemas.microsoft.com/office/drawing/2014/main" id="{5255BF12-EB9C-5221-AE1E-3CDEF5C2AB3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2" name="Oval 1511">
                    <a:extLst>
                      <a:ext uri="{FF2B5EF4-FFF2-40B4-BE49-F238E27FC236}">
                        <a16:creationId xmlns:a16="http://schemas.microsoft.com/office/drawing/2014/main" id="{D3C721D1-F48F-D58B-D6DC-C1DB68176F7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3" name="Oval 1512">
                    <a:extLst>
                      <a:ext uri="{FF2B5EF4-FFF2-40B4-BE49-F238E27FC236}">
                        <a16:creationId xmlns:a16="http://schemas.microsoft.com/office/drawing/2014/main" id="{FC495552-A2E5-FDC0-2707-C6DE2FDC430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4" name="Oval 1513">
                    <a:extLst>
                      <a:ext uri="{FF2B5EF4-FFF2-40B4-BE49-F238E27FC236}">
                        <a16:creationId xmlns:a16="http://schemas.microsoft.com/office/drawing/2014/main" id="{4915ED27-8C22-BA21-4B59-1E8AB52372F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5" name="Oval 1514">
                    <a:extLst>
                      <a:ext uri="{FF2B5EF4-FFF2-40B4-BE49-F238E27FC236}">
                        <a16:creationId xmlns:a16="http://schemas.microsoft.com/office/drawing/2014/main" id="{77B6BEF0-3CA0-82E2-0ADB-7E8E0B8D67F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6" name="Oval 1515">
                    <a:extLst>
                      <a:ext uri="{FF2B5EF4-FFF2-40B4-BE49-F238E27FC236}">
                        <a16:creationId xmlns:a16="http://schemas.microsoft.com/office/drawing/2014/main" id="{ADDA90D4-65AE-1644-1244-D3F09DB93D7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4" name="Group 1463">
                  <a:extLst>
                    <a:ext uri="{FF2B5EF4-FFF2-40B4-BE49-F238E27FC236}">
                      <a16:creationId xmlns:a16="http://schemas.microsoft.com/office/drawing/2014/main" id="{C47EEB0F-2084-3CD6-261C-656518619E83}"/>
                    </a:ext>
                  </a:extLst>
                </p:cNvPr>
                <p:cNvGrpSpPr/>
                <p:nvPr/>
              </p:nvGrpSpPr>
              <p:grpSpPr>
                <a:xfrm rot="11689693">
                  <a:off x="5995737" y="6012033"/>
                  <a:ext cx="242005" cy="43678"/>
                  <a:chOff x="7979724" y="3580291"/>
                  <a:chExt cx="242005" cy="43678"/>
                </a:xfrm>
              </p:grpSpPr>
              <p:sp>
                <p:nvSpPr>
                  <p:cNvPr id="1501" name="Oval 1500">
                    <a:extLst>
                      <a:ext uri="{FF2B5EF4-FFF2-40B4-BE49-F238E27FC236}">
                        <a16:creationId xmlns:a16="http://schemas.microsoft.com/office/drawing/2014/main" id="{522871CC-85AE-7264-FB86-565D723E792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2" name="Oval 1501">
                    <a:extLst>
                      <a:ext uri="{FF2B5EF4-FFF2-40B4-BE49-F238E27FC236}">
                        <a16:creationId xmlns:a16="http://schemas.microsoft.com/office/drawing/2014/main" id="{873420AA-54F3-D3EC-6D13-BEE1BBB489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3" name="Oval 1502">
                    <a:extLst>
                      <a:ext uri="{FF2B5EF4-FFF2-40B4-BE49-F238E27FC236}">
                        <a16:creationId xmlns:a16="http://schemas.microsoft.com/office/drawing/2014/main" id="{5E6780D4-F9F7-FA63-4A22-148B14F305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4" name="Oval 1503">
                    <a:extLst>
                      <a:ext uri="{FF2B5EF4-FFF2-40B4-BE49-F238E27FC236}">
                        <a16:creationId xmlns:a16="http://schemas.microsoft.com/office/drawing/2014/main" id="{1AC6BFBA-5FE1-957B-B106-CCF9C616CF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5" name="Oval 1504">
                    <a:extLst>
                      <a:ext uri="{FF2B5EF4-FFF2-40B4-BE49-F238E27FC236}">
                        <a16:creationId xmlns:a16="http://schemas.microsoft.com/office/drawing/2014/main" id="{A6CBA6C3-5B20-2C57-53C1-986E438AF46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6" name="Oval 1505">
                    <a:extLst>
                      <a:ext uri="{FF2B5EF4-FFF2-40B4-BE49-F238E27FC236}">
                        <a16:creationId xmlns:a16="http://schemas.microsoft.com/office/drawing/2014/main" id="{FF79FA4E-018A-40A7-CD1B-F534FA170B5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7" name="Oval 1506">
                    <a:extLst>
                      <a:ext uri="{FF2B5EF4-FFF2-40B4-BE49-F238E27FC236}">
                        <a16:creationId xmlns:a16="http://schemas.microsoft.com/office/drawing/2014/main" id="{6753501B-D42C-0570-43D7-71A88D69F5E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8" name="Oval 1507">
                    <a:extLst>
                      <a:ext uri="{FF2B5EF4-FFF2-40B4-BE49-F238E27FC236}">
                        <a16:creationId xmlns:a16="http://schemas.microsoft.com/office/drawing/2014/main" id="{21B435BD-A8A1-2282-DA8B-3BD86F5B48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5" name="Group 1464">
                  <a:extLst>
                    <a:ext uri="{FF2B5EF4-FFF2-40B4-BE49-F238E27FC236}">
                      <a16:creationId xmlns:a16="http://schemas.microsoft.com/office/drawing/2014/main" id="{7C55B93F-0D6E-3364-D5BE-C41F5C0E9CF6}"/>
                    </a:ext>
                  </a:extLst>
                </p:cNvPr>
                <p:cNvGrpSpPr/>
                <p:nvPr/>
              </p:nvGrpSpPr>
              <p:grpSpPr>
                <a:xfrm rot="21292958">
                  <a:off x="6243191" y="6012057"/>
                  <a:ext cx="242005" cy="46723"/>
                  <a:chOff x="7979724" y="3580291"/>
                  <a:chExt cx="242005" cy="43678"/>
                </a:xfrm>
              </p:grpSpPr>
              <p:sp>
                <p:nvSpPr>
                  <p:cNvPr id="1493" name="Oval 1492">
                    <a:extLst>
                      <a:ext uri="{FF2B5EF4-FFF2-40B4-BE49-F238E27FC236}">
                        <a16:creationId xmlns:a16="http://schemas.microsoft.com/office/drawing/2014/main" id="{405B968B-A59A-6172-85E7-37E32AD0AE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4" name="Oval 1493">
                    <a:extLst>
                      <a:ext uri="{FF2B5EF4-FFF2-40B4-BE49-F238E27FC236}">
                        <a16:creationId xmlns:a16="http://schemas.microsoft.com/office/drawing/2014/main" id="{75C96025-A0CC-AE7E-3581-7115794FE65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5" name="Oval 1494">
                    <a:extLst>
                      <a:ext uri="{FF2B5EF4-FFF2-40B4-BE49-F238E27FC236}">
                        <a16:creationId xmlns:a16="http://schemas.microsoft.com/office/drawing/2014/main" id="{29E03087-6C7B-6EBA-E9DB-AE9D66F6060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6" name="Oval 1495">
                    <a:extLst>
                      <a:ext uri="{FF2B5EF4-FFF2-40B4-BE49-F238E27FC236}">
                        <a16:creationId xmlns:a16="http://schemas.microsoft.com/office/drawing/2014/main" id="{AED3A83C-7F1C-D406-10EA-6F847F80ED3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 name="Oval 1496">
                    <a:extLst>
                      <a:ext uri="{FF2B5EF4-FFF2-40B4-BE49-F238E27FC236}">
                        <a16:creationId xmlns:a16="http://schemas.microsoft.com/office/drawing/2014/main" id="{32D4C883-0E28-81A8-8AFF-ABA51893FE1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8" name="Oval 1497">
                    <a:extLst>
                      <a:ext uri="{FF2B5EF4-FFF2-40B4-BE49-F238E27FC236}">
                        <a16:creationId xmlns:a16="http://schemas.microsoft.com/office/drawing/2014/main" id="{2664C792-40A1-4918-BBC8-CD739215222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9" name="Oval 1498">
                    <a:extLst>
                      <a:ext uri="{FF2B5EF4-FFF2-40B4-BE49-F238E27FC236}">
                        <a16:creationId xmlns:a16="http://schemas.microsoft.com/office/drawing/2014/main" id="{445FE08B-9F78-25AD-F2DD-4039724012D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0" name="Oval 1499">
                    <a:extLst>
                      <a:ext uri="{FF2B5EF4-FFF2-40B4-BE49-F238E27FC236}">
                        <a16:creationId xmlns:a16="http://schemas.microsoft.com/office/drawing/2014/main" id="{BF2FFE14-D356-80BE-6075-C0B029EEF9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6" name="Group 1465">
                  <a:extLst>
                    <a:ext uri="{FF2B5EF4-FFF2-40B4-BE49-F238E27FC236}">
                      <a16:creationId xmlns:a16="http://schemas.microsoft.com/office/drawing/2014/main" id="{2BA24988-FC87-4E38-3262-2B0717139B7E}"/>
                    </a:ext>
                  </a:extLst>
                </p:cNvPr>
                <p:cNvGrpSpPr/>
                <p:nvPr/>
              </p:nvGrpSpPr>
              <p:grpSpPr>
                <a:xfrm>
                  <a:off x="6172034" y="6012873"/>
                  <a:ext cx="242005" cy="43678"/>
                  <a:chOff x="7979724" y="3580291"/>
                  <a:chExt cx="242005" cy="43678"/>
                </a:xfrm>
              </p:grpSpPr>
              <p:sp>
                <p:nvSpPr>
                  <p:cNvPr id="1485" name="Oval 1484">
                    <a:extLst>
                      <a:ext uri="{FF2B5EF4-FFF2-40B4-BE49-F238E27FC236}">
                        <a16:creationId xmlns:a16="http://schemas.microsoft.com/office/drawing/2014/main" id="{4804C7F2-9D69-A13F-F6F4-0D19BE6461D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6" name="Oval 1485">
                    <a:extLst>
                      <a:ext uri="{FF2B5EF4-FFF2-40B4-BE49-F238E27FC236}">
                        <a16:creationId xmlns:a16="http://schemas.microsoft.com/office/drawing/2014/main" id="{636DEFA3-B7AE-867F-9883-A14AE225F54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7" name="Oval 1486">
                    <a:extLst>
                      <a:ext uri="{FF2B5EF4-FFF2-40B4-BE49-F238E27FC236}">
                        <a16:creationId xmlns:a16="http://schemas.microsoft.com/office/drawing/2014/main" id="{241C2C0C-54B9-D237-0292-E33204013C2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8" name="Oval 1487">
                    <a:extLst>
                      <a:ext uri="{FF2B5EF4-FFF2-40B4-BE49-F238E27FC236}">
                        <a16:creationId xmlns:a16="http://schemas.microsoft.com/office/drawing/2014/main" id="{94C6DA75-44D5-E86A-A9BE-9CE3330A56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9" name="Oval 1488">
                    <a:extLst>
                      <a:ext uri="{FF2B5EF4-FFF2-40B4-BE49-F238E27FC236}">
                        <a16:creationId xmlns:a16="http://schemas.microsoft.com/office/drawing/2014/main" id="{7E4D7994-1BD4-2BFC-D0A2-E77D4137408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0" name="Oval 1489">
                    <a:extLst>
                      <a:ext uri="{FF2B5EF4-FFF2-40B4-BE49-F238E27FC236}">
                        <a16:creationId xmlns:a16="http://schemas.microsoft.com/office/drawing/2014/main" id="{16589C00-CEC4-6655-6EF9-26063C98987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Oval 1490">
                    <a:extLst>
                      <a:ext uri="{FF2B5EF4-FFF2-40B4-BE49-F238E27FC236}">
                        <a16:creationId xmlns:a16="http://schemas.microsoft.com/office/drawing/2014/main" id="{7E6E485B-9C87-B08D-F698-673DE2DDD6D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2" name="Oval 1491">
                    <a:extLst>
                      <a:ext uri="{FF2B5EF4-FFF2-40B4-BE49-F238E27FC236}">
                        <a16:creationId xmlns:a16="http://schemas.microsoft.com/office/drawing/2014/main" id="{DE4DCFDE-C08E-1CCB-DD51-8AE2B491B9D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7" name="Group 1466">
                  <a:extLst>
                    <a:ext uri="{FF2B5EF4-FFF2-40B4-BE49-F238E27FC236}">
                      <a16:creationId xmlns:a16="http://schemas.microsoft.com/office/drawing/2014/main" id="{6057A482-BE77-01BD-AD70-BED06ABFC7AC}"/>
                    </a:ext>
                  </a:extLst>
                </p:cNvPr>
                <p:cNvGrpSpPr/>
                <p:nvPr/>
              </p:nvGrpSpPr>
              <p:grpSpPr>
                <a:xfrm rot="10800000">
                  <a:off x="6484234" y="6015233"/>
                  <a:ext cx="242005" cy="46723"/>
                  <a:chOff x="7979724" y="3580291"/>
                  <a:chExt cx="242005" cy="43678"/>
                </a:xfrm>
              </p:grpSpPr>
              <p:sp>
                <p:nvSpPr>
                  <p:cNvPr id="1477" name="Oval 1476">
                    <a:extLst>
                      <a:ext uri="{FF2B5EF4-FFF2-40B4-BE49-F238E27FC236}">
                        <a16:creationId xmlns:a16="http://schemas.microsoft.com/office/drawing/2014/main" id="{9284EA2E-BE9D-128E-2AB9-B89AB57F3C0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8" name="Oval 1477">
                    <a:extLst>
                      <a:ext uri="{FF2B5EF4-FFF2-40B4-BE49-F238E27FC236}">
                        <a16:creationId xmlns:a16="http://schemas.microsoft.com/office/drawing/2014/main" id="{ABB640C3-17AA-689C-8417-18C01C5406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 name="Oval 1478">
                    <a:extLst>
                      <a:ext uri="{FF2B5EF4-FFF2-40B4-BE49-F238E27FC236}">
                        <a16:creationId xmlns:a16="http://schemas.microsoft.com/office/drawing/2014/main" id="{012F499E-D236-3492-2950-4044E0220DA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 name="Oval 1479">
                    <a:extLst>
                      <a:ext uri="{FF2B5EF4-FFF2-40B4-BE49-F238E27FC236}">
                        <a16:creationId xmlns:a16="http://schemas.microsoft.com/office/drawing/2014/main" id="{51FACB67-AED7-0E5D-A77B-72002A17EDA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1" name="Oval 1480">
                    <a:extLst>
                      <a:ext uri="{FF2B5EF4-FFF2-40B4-BE49-F238E27FC236}">
                        <a16:creationId xmlns:a16="http://schemas.microsoft.com/office/drawing/2014/main" id="{65E849E6-42C9-34EE-6F8F-D99186DD706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2" name="Oval 1481">
                    <a:extLst>
                      <a:ext uri="{FF2B5EF4-FFF2-40B4-BE49-F238E27FC236}">
                        <a16:creationId xmlns:a16="http://schemas.microsoft.com/office/drawing/2014/main" id="{63278CF4-505D-D0A3-BAB6-20572139670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3" name="Oval 1482">
                    <a:extLst>
                      <a:ext uri="{FF2B5EF4-FFF2-40B4-BE49-F238E27FC236}">
                        <a16:creationId xmlns:a16="http://schemas.microsoft.com/office/drawing/2014/main" id="{4EB63F4F-7806-7366-DD91-3336D6C8922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 name="Oval 1483">
                    <a:extLst>
                      <a:ext uri="{FF2B5EF4-FFF2-40B4-BE49-F238E27FC236}">
                        <a16:creationId xmlns:a16="http://schemas.microsoft.com/office/drawing/2014/main" id="{FAAA21DB-7989-25BB-CD6F-6C47FCBD444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8" name="Group 1467">
                  <a:extLst>
                    <a:ext uri="{FF2B5EF4-FFF2-40B4-BE49-F238E27FC236}">
                      <a16:creationId xmlns:a16="http://schemas.microsoft.com/office/drawing/2014/main" id="{61F665CC-36DB-16DB-4ED1-59DF2623A0CD}"/>
                    </a:ext>
                  </a:extLst>
                </p:cNvPr>
                <p:cNvGrpSpPr/>
                <p:nvPr/>
              </p:nvGrpSpPr>
              <p:grpSpPr>
                <a:xfrm>
                  <a:off x="6413077" y="6016049"/>
                  <a:ext cx="242005" cy="43678"/>
                  <a:chOff x="7979724" y="3580291"/>
                  <a:chExt cx="242005" cy="43678"/>
                </a:xfrm>
              </p:grpSpPr>
              <p:sp>
                <p:nvSpPr>
                  <p:cNvPr id="1469" name="Oval 1468">
                    <a:extLst>
                      <a:ext uri="{FF2B5EF4-FFF2-40B4-BE49-F238E27FC236}">
                        <a16:creationId xmlns:a16="http://schemas.microsoft.com/office/drawing/2014/main" id="{D3B2E663-ABE6-1607-3760-F6383637409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0" name="Oval 1469">
                    <a:extLst>
                      <a:ext uri="{FF2B5EF4-FFF2-40B4-BE49-F238E27FC236}">
                        <a16:creationId xmlns:a16="http://schemas.microsoft.com/office/drawing/2014/main" id="{B0B1298C-6E50-223C-A692-179A057B416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Oval 1470">
                    <a:extLst>
                      <a:ext uri="{FF2B5EF4-FFF2-40B4-BE49-F238E27FC236}">
                        <a16:creationId xmlns:a16="http://schemas.microsoft.com/office/drawing/2014/main" id="{8D90EF1A-4354-5E89-684A-5F221E8122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2" name="Oval 1471">
                    <a:extLst>
                      <a:ext uri="{FF2B5EF4-FFF2-40B4-BE49-F238E27FC236}">
                        <a16:creationId xmlns:a16="http://schemas.microsoft.com/office/drawing/2014/main" id="{DF62CB11-11A2-D991-F012-AE822A0D130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 name="Oval 1472">
                    <a:extLst>
                      <a:ext uri="{FF2B5EF4-FFF2-40B4-BE49-F238E27FC236}">
                        <a16:creationId xmlns:a16="http://schemas.microsoft.com/office/drawing/2014/main" id="{107206A7-7939-0E30-570D-EA423A8DFE7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4" name="Oval 1473">
                    <a:extLst>
                      <a:ext uri="{FF2B5EF4-FFF2-40B4-BE49-F238E27FC236}">
                        <a16:creationId xmlns:a16="http://schemas.microsoft.com/office/drawing/2014/main" id="{736F244F-9093-D6B0-F245-AB25E526636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5" name="Oval 1474">
                    <a:extLst>
                      <a:ext uri="{FF2B5EF4-FFF2-40B4-BE49-F238E27FC236}">
                        <a16:creationId xmlns:a16="http://schemas.microsoft.com/office/drawing/2014/main" id="{65AAEACF-CC26-E1AA-9CFA-82885577307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 name="Oval 1475">
                    <a:extLst>
                      <a:ext uri="{FF2B5EF4-FFF2-40B4-BE49-F238E27FC236}">
                        <a16:creationId xmlns:a16="http://schemas.microsoft.com/office/drawing/2014/main" id="{81A5457E-3848-8DFD-2825-B9FE5350AC3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6" name="Group 1025">
                <a:extLst>
                  <a:ext uri="{FF2B5EF4-FFF2-40B4-BE49-F238E27FC236}">
                    <a16:creationId xmlns:a16="http://schemas.microsoft.com/office/drawing/2014/main" id="{A01CB16C-3D9A-AE29-E3C9-86D3BD354D81}"/>
                  </a:ext>
                </a:extLst>
              </p:cNvPr>
              <p:cNvGrpSpPr/>
              <p:nvPr/>
            </p:nvGrpSpPr>
            <p:grpSpPr>
              <a:xfrm>
                <a:off x="8621455" y="2533736"/>
                <a:ext cx="971545" cy="53915"/>
                <a:chOff x="5754694" y="6008041"/>
                <a:chExt cx="971545" cy="53915"/>
              </a:xfrm>
            </p:grpSpPr>
            <p:grpSp>
              <p:nvGrpSpPr>
                <p:cNvPr id="1389" name="Group 1388">
                  <a:extLst>
                    <a:ext uri="{FF2B5EF4-FFF2-40B4-BE49-F238E27FC236}">
                      <a16:creationId xmlns:a16="http://schemas.microsoft.com/office/drawing/2014/main" id="{A1F89872-287D-907C-689A-29758EADFEBC}"/>
                    </a:ext>
                  </a:extLst>
                </p:cNvPr>
                <p:cNvGrpSpPr/>
                <p:nvPr/>
              </p:nvGrpSpPr>
              <p:grpSpPr>
                <a:xfrm rot="10800000">
                  <a:off x="5825851" y="6008041"/>
                  <a:ext cx="242005" cy="46723"/>
                  <a:chOff x="7979724" y="3580291"/>
                  <a:chExt cx="242005" cy="43678"/>
                </a:xfrm>
              </p:grpSpPr>
              <p:sp>
                <p:nvSpPr>
                  <p:cNvPr id="1453" name="Oval 1452">
                    <a:extLst>
                      <a:ext uri="{FF2B5EF4-FFF2-40B4-BE49-F238E27FC236}">
                        <a16:creationId xmlns:a16="http://schemas.microsoft.com/office/drawing/2014/main" id="{5124C063-3AA5-1E6E-DFC7-6861C18C22D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4" name="Oval 1453">
                    <a:extLst>
                      <a:ext uri="{FF2B5EF4-FFF2-40B4-BE49-F238E27FC236}">
                        <a16:creationId xmlns:a16="http://schemas.microsoft.com/office/drawing/2014/main" id="{F4A97897-3C81-8446-621A-E4A71E709BD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5" name="Oval 1454">
                    <a:extLst>
                      <a:ext uri="{FF2B5EF4-FFF2-40B4-BE49-F238E27FC236}">
                        <a16:creationId xmlns:a16="http://schemas.microsoft.com/office/drawing/2014/main" id="{03B3E060-46B3-A244-9254-A2249F88488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6" name="Oval 1455">
                    <a:extLst>
                      <a:ext uri="{FF2B5EF4-FFF2-40B4-BE49-F238E27FC236}">
                        <a16:creationId xmlns:a16="http://schemas.microsoft.com/office/drawing/2014/main" id="{16CD9C3C-60C1-9392-69E6-ECC365FF815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7" name="Oval 1456">
                    <a:extLst>
                      <a:ext uri="{FF2B5EF4-FFF2-40B4-BE49-F238E27FC236}">
                        <a16:creationId xmlns:a16="http://schemas.microsoft.com/office/drawing/2014/main" id="{52D4D669-80F9-83A5-B740-AAB374C3721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8" name="Oval 1457">
                    <a:extLst>
                      <a:ext uri="{FF2B5EF4-FFF2-40B4-BE49-F238E27FC236}">
                        <a16:creationId xmlns:a16="http://schemas.microsoft.com/office/drawing/2014/main" id="{1112B4F5-969B-2832-1B05-D0F211D0C4D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 name="Oval 1458">
                    <a:extLst>
                      <a:ext uri="{FF2B5EF4-FFF2-40B4-BE49-F238E27FC236}">
                        <a16:creationId xmlns:a16="http://schemas.microsoft.com/office/drawing/2014/main" id="{E84026BF-43D5-0DAA-6532-C0F72527FA1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0" name="Oval 1459">
                    <a:extLst>
                      <a:ext uri="{FF2B5EF4-FFF2-40B4-BE49-F238E27FC236}">
                        <a16:creationId xmlns:a16="http://schemas.microsoft.com/office/drawing/2014/main" id="{F344A3C7-9FCB-6089-B23E-9F9C67B4944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0" name="Group 1389">
                  <a:extLst>
                    <a:ext uri="{FF2B5EF4-FFF2-40B4-BE49-F238E27FC236}">
                      <a16:creationId xmlns:a16="http://schemas.microsoft.com/office/drawing/2014/main" id="{29F6D291-19B2-C117-7A56-6C43CA769E3C}"/>
                    </a:ext>
                  </a:extLst>
                </p:cNvPr>
                <p:cNvGrpSpPr/>
                <p:nvPr/>
              </p:nvGrpSpPr>
              <p:grpSpPr>
                <a:xfrm>
                  <a:off x="5754694" y="6008857"/>
                  <a:ext cx="242005" cy="43678"/>
                  <a:chOff x="7979724" y="3580291"/>
                  <a:chExt cx="242005" cy="43678"/>
                </a:xfrm>
              </p:grpSpPr>
              <p:sp>
                <p:nvSpPr>
                  <p:cNvPr id="1445" name="Oval 1444">
                    <a:extLst>
                      <a:ext uri="{FF2B5EF4-FFF2-40B4-BE49-F238E27FC236}">
                        <a16:creationId xmlns:a16="http://schemas.microsoft.com/office/drawing/2014/main" id="{C9FAD9C0-0730-C3DF-4CEB-9077DB68E9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6" name="Oval 1445">
                    <a:extLst>
                      <a:ext uri="{FF2B5EF4-FFF2-40B4-BE49-F238E27FC236}">
                        <a16:creationId xmlns:a16="http://schemas.microsoft.com/office/drawing/2014/main" id="{AC0EBD72-4F5B-8431-8818-A9757F0E016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7" name="Oval 1446">
                    <a:extLst>
                      <a:ext uri="{FF2B5EF4-FFF2-40B4-BE49-F238E27FC236}">
                        <a16:creationId xmlns:a16="http://schemas.microsoft.com/office/drawing/2014/main" id="{2B15E28A-8773-75BE-C141-41C4D9B0F5D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8" name="Oval 1447">
                    <a:extLst>
                      <a:ext uri="{FF2B5EF4-FFF2-40B4-BE49-F238E27FC236}">
                        <a16:creationId xmlns:a16="http://schemas.microsoft.com/office/drawing/2014/main" id="{9337071B-AAEF-FB6D-E605-9BB5DA22E75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9" name="Oval 1448">
                    <a:extLst>
                      <a:ext uri="{FF2B5EF4-FFF2-40B4-BE49-F238E27FC236}">
                        <a16:creationId xmlns:a16="http://schemas.microsoft.com/office/drawing/2014/main" id="{42081DCF-8471-1373-79D1-09A6B7B84E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0" name="Oval 1449">
                    <a:extLst>
                      <a:ext uri="{FF2B5EF4-FFF2-40B4-BE49-F238E27FC236}">
                        <a16:creationId xmlns:a16="http://schemas.microsoft.com/office/drawing/2014/main" id="{9AE2B807-B5FE-3BA4-120C-FE4373EA524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1" name="Oval 1450">
                    <a:extLst>
                      <a:ext uri="{FF2B5EF4-FFF2-40B4-BE49-F238E27FC236}">
                        <a16:creationId xmlns:a16="http://schemas.microsoft.com/office/drawing/2014/main" id="{C3AC017B-9AE7-0579-7852-8033270203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 name="Oval 1451">
                    <a:extLst>
                      <a:ext uri="{FF2B5EF4-FFF2-40B4-BE49-F238E27FC236}">
                        <a16:creationId xmlns:a16="http://schemas.microsoft.com/office/drawing/2014/main" id="{562C3A0B-2A1F-606A-4786-D501BFA1960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1" name="Group 1390">
                  <a:extLst>
                    <a:ext uri="{FF2B5EF4-FFF2-40B4-BE49-F238E27FC236}">
                      <a16:creationId xmlns:a16="http://schemas.microsoft.com/office/drawing/2014/main" id="{7C23AEA2-92D8-FF21-6852-273BCD9E7047}"/>
                    </a:ext>
                  </a:extLst>
                </p:cNvPr>
                <p:cNvGrpSpPr/>
                <p:nvPr/>
              </p:nvGrpSpPr>
              <p:grpSpPr>
                <a:xfrm rot="10800000">
                  <a:off x="6066894" y="6011217"/>
                  <a:ext cx="242005" cy="46723"/>
                  <a:chOff x="7979724" y="3580291"/>
                  <a:chExt cx="242005" cy="43678"/>
                </a:xfrm>
              </p:grpSpPr>
              <p:sp>
                <p:nvSpPr>
                  <p:cNvPr id="1437" name="Oval 1436">
                    <a:extLst>
                      <a:ext uri="{FF2B5EF4-FFF2-40B4-BE49-F238E27FC236}">
                        <a16:creationId xmlns:a16="http://schemas.microsoft.com/office/drawing/2014/main" id="{47DE9D34-69E7-6A6E-771D-5E146514935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8" name="Oval 1437">
                    <a:extLst>
                      <a:ext uri="{FF2B5EF4-FFF2-40B4-BE49-F238E27FC236}">
                        <a16:creationId xmlns:a16="http://schemas.microsoft.com/office/drawing/2014/main" id="{16E15C98-CCB8-2D1C-17BA-227FA3277AE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9" name="Oval 1438">
                    <a:extLst>
                      <a:ext uri="{FF2B5EF4-FFF2-40B4-BE49-F238E27FC236}">
                        <a16:creationId xmlns:a16="http://schemas.microsoft.com/office/drawing/2014/main" id="{D844A940-4FB7-6642-9BC5-D660C981DA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0" name="Oval 1439">
                    <a:extLst>
                      <a:ext uri="{FF2B5EF4-FFF2-40B4-BE49-F238E27FC236}">
                        <a16:creationId xmlns:a16="http://schemas.microsoft.com/office/drawing/2014/main" id="{4510C6D1-6D96-538C-C0CC-C4D47A302CE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1" name="Oval 1440">
                    <a:extLst>
                      <a:ext uri="{FF2B5EF4-FFF2-40B4-BE49-F238E27FC236}">
                        <a16:creationId xmlns:a16="http://schemas.microsoft.com/office/drawing/2014/main" id="{6CCD24C6-CA3F-F03F-B8CA-9162ADB1AA3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2" name="Oval 1441">
                    <a:extLst>
                      <a:ext uri="{FF2B5EF4-FFF2-40B4-BE49-F238E27FC236}">
                        <a16:creationId xmlns:a16="http://schemas.microsoft.com/office/drawing/2014/main" id="{6B439A30-4133-BC72-92D2-F4BBD382D44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3" name="Oval 1442">
                    <a:extLst>
                      <a:ext uri="{FF2B5EF4-FFF2-40B4-BE49-F238E27FC236}">
                        <a16:creationId xmlns:a16="http://schemas.microsoft.com/office/drawing/2014/main" id="{0786F179-F715-6A5F-8A3A-F83B4B6CCDE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4" name="Oval 1443">
                    <a:extLst>
                      <a:ext uri="{FF2B5EF4-FFF2-40B4-BE49-F238E27FC236}">
                        <a16:creationId xmlns:a16="http://schemas.microsoft.com/office/drawing/2014/main" id="{C44D58B7-35AC-4059-D61D-4F0D461ABD9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2" name="Group 1391">
                  <a:extLst>
                    <a:ext uri="{FF2B5EF4-FFF2-40B4-BE49-F238E27FC236}">
                      <a16:creationId xmlns:a16="http://schemas.microsoft.com/office/drawing/2014/main" id="{084FCDB0-4A17-4E22-2B27-9312B04EE056}"/>
                    </a:ext>
                  </a:extLst>
                </p:cNvPr>
                <p:cNvGrpSpPr/>
                <p:nvPr/>
              </p:nvGrpSpPr>
              <p:grpSpPr>
                <a:xfrm rot="11689693">
                  <a:off x="5995737" y="6012033"/>
                  <a:ext cx="242005" cy="43678"/>
                  <a:chOff x="7979724" y="3580291"/>
                  <a:chExt cx="242005" cy="43678"/>
                </a:xfrm>
              </p:grpSpPr>
              <p:sp>
                <p:nvSpPr>
                  <p:cNvPr id="1429" name="Oval 1428">
                    <a:extLst>
                      <a:ext uri="{FF2B5EF4-FFF2-40B4-BE49-F238E27FC236}">
                        <a16:creationId xmlns:a16="http://schemas.microsoft.com/office/drawing/2014/main" id="{CB82AB6C-FA2D-A791-1451-948D82F6FA2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0" name="Oval 1429">
                    <a:extLst>
                      <a:ext uri="{FF2B5EF4-FFF2-40B4-BE49-F238E27FC236}">
                        <a16:creationId xmlns:a16="http://schemas.microsoft.com/office/drawing/2014/main" id="{86BDC1B3-C329-B36F-10CD-1FCFACAFF51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Oval 1430">
                    <a:extLst>
                      <a:ext uri="{FF2B5EF4-FFF2-40B4-BE49-F238E27FC236}">
                        <a16:creationId xmlns:a16="http://schemas.microsoft.com/office/drawing/2014/main" id="{10FA4E61-A641-C2EE-ADFA-EF948EE643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Oval 1431">
                    <a:extLst>
                      <a:ext uri="{FF2B5EF4-FFF2-40B4-BE49-F238E27FC236}">
                        <a16:creationId xmlns:a16="http://schemas.microsoft.com/office/drawing/2014/main" id="{41277493-1CB2-188C-4AE0-A9B0A378569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Oval 1432">
                    <a:extLst>
                      <a:ext uri="{FF2B5EF4-FFF2-40B4-BE49-F238E27FC236}">
                        <a16:creationId xmlns:a16="http://schemas.microsoft.com/office/drawing/2014/main" id="{D83BF62B-ED5F-AD83-B228-C1C09E3CE17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Oval 1433">
                    <a:extLst>
                      <a:ext uri="{FF2B5EF4-FFF2-40B4-BE49-F238E27FC236}">
                        <a16:creationId xmlns:a16="http://schemas.microsoft.com/office/drawing/2014/main" id="{2EFA1976-F78C-1050-BBFB-0D68EA448C3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 name="Oval 1434">
                    <a:extLst>
                      <a:ext uri="{FF2B5EF4-FFF2-40B4-BE49-F238E27FC236}">
                        <a16:creationId xmlns:a16="http://schemas.microsoft.com/office/drawing/2014/main" id="{19CCD36A-4D43-CFF9-BA32-4BE60975D0A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6" name="Oval 1435">
                    <a:extLst>
                      <a:ext uri="{FF2B5EF4-FFF2-40B4-BE49-F238E27FC236}">
                        <a16:creationId xmlns:a16="http://schemas.microsoft.com/office/drawing/2014/main" id="{0A4B4654-FFE7-6A3A-0FC1-70D2630993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3" name="Group 1392">
                  <a:extLst>
                    <a:ext uri="{FF2B5EF4-FFF2-40B4-BE49-F238E27FC236}">
                      <a16:creationId xmlns:a16="http://schemas.microsoft.com/office/drawing/2014/main" id="{351AEDD3-240F-8C67-AF59-A994B04359CC}"/>
                    </a:ext>
                  </a:extLst>
                </p:cNvPr>
                <p:cNvGrpSpPr/>
                <p:nvPr/>
              </p:nvGrpSpPr>
              <p:grpSpPr>
                <a:xfrm rot="21292958">
                  <a:off x="6243191" y="6012057"/>
                  <a:ext cx="242005" cy="46723"/>
                  <a:chOff x="7979724" y="3580291"/>
                  <a:chExt cx="242005" cy="43678"/>
                </a:xfrm>
              </p:grpSpPr>
              <p:sp>
                <p:nvSpPr>
                  <p:cNvPr id="1421" name="Oval 1420">
                    <a:extLst>
                      <a:ext uri="{FF2B5EF4-FFF2-40B4-BE49-F238E27FC236}">
                        <a16:creationId xmlns:a16="http://schemas.microsoft.com/office/drawing/2014/main" id="{948C4850-A89B-57F5-0D8D-A6CFB80AACC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Oval 1421">
                    <a:extLst>
                      <a:ext uri="{FF2B5EF4-FFF2-40B4-BE49-F238E27FC236}">
                        <a16:creationId xmlns:a16="http://schemas.microsoft.com/office/drawing/2014/main" id="{08DD727F-398C-F840-C662-5FFA89F2B23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Oval 1422">
                    <a:extLst>
                      <a:ext uri="{FF2B5EF4-FFF2-40B4-BE49-F238E27FC236}">
                        <a16:creationId xmlns:a16="http://schemas.microsoft.com/office/drawing/2014/main" id="{0557BD82-A55E-7F88-5C3D-9BA2DD9C2ED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Oval 1423">
                    <a:extLst>
                      <a:ext uri="{FF2B5EF4-FFF2-40B4-BE49-F238E27FC236}">
                        <a16:creationId xmlns:a16="http://schemas.microsoft.com/office/drawing/2014/main" id="{8196B45C-E713-16DB-55E5-8E06A113F87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Oval 1424">
                    <a:extLst>
                      <a:ext uri="{FF2B5EF4-FFF2-40B4-BE49-F238E27FC236}">
                        <a16:creationId xmlns:a16="http://schemas.microsoft.com/office/drawing/2014/main" id="{81809617-6E94-526C-B84A-E87123997D1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Oval 1425">
                    <a:extLst>
                      <a:ext uri="{FF2B5EF4-FFF2-40B4-BE49-F238E27FC236}">
                        <a16:creationId xmlns:a16="http://schemas.microsoft.com/office/drawing/2014/main" id="{26285C3A-4354-EE5E-99A4-87B7CD76054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Oval 1426">
                    <a:extLst>
                      <a:ext uri="{FF2B5EF4-FFF2-40B4-BE49-F238E27FC236}">
                        <a16:creationId xmlns:a16="http://schemas.microsoft.com/office/drawing/2014/main" id="{2CB6DC6D-8830-753F-8566-0AE1A3C91D0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8" name="Oval 1427">
                    <a:extLst>
                      <a:ext uri="{FF2B5EF4-FFF2-40B4-BE49-F238E27FC236}">
                        <a16:creationId xmlns:a16="http://schemas.microsoft.com/office/drawing/2014/main" id="{F164CEA4-E929-F209-A291-1C8D58F110B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4" name="Group 1393">
                  <a:extLst>
                    <a:ext uri="{FF2B5EF4-FFF2-40B4-BE49-F238E27FC236}">
                      <a16:creationId xmlns:a16="http://schemas.microsoft.com/office/drawing/2014/main" id="{4104933D-C51F-0EB9-FE1D-5196E8933E08}"/>
                    </a:ext>
                  </a:extLst>
                </p:cNvPr>
                <p:cNvGrpSpPr/>
                <p:nvPr/>
              </p:nvGrpSpPr>
              <p:grpSpPr>
                <a:xfrm>
                  <a:off x="6172034" y="6012873"/>
                  <a:ext cx="242005" cy="43678"/>
                  <a:chOff x="7979724" y="3580291"/>
                  <a:chExt cx="242005" cy="43678"/>
                </a:xfrm>
              </p:grpSpPr>
              <p:sp>
                <p:nvSpPr>
                  <p:cNvPr id="1413" name="Oval 1412">
                    <a:extLst>
                      <a:ext uri="{FF2B5EF4-FFF2-40B4-BE49-F238E27FC236}">
                        <a16:creationId xmlns:a16="http://schemas.microsoft.com/office/drawing/2014/main" id="{4B0703C8-01C4-7BB0-E062-62010ED6C9E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Oval 1413">
                    <a:extLst>
                      <a:ext uri="{FF2B5EF4-FFF2-40B4-BE49-F238E27FC236}">
                        <a16:creationId xmlns:a16="http://schemas.microsoft.com/office/drawing/2014/main" id="{D9B59CC3-3AF2-5576-6079-1477AD8ACAF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Oval 1414">
                    <a:extLst>
                      <a:ext uri="{FF2B5EF4-FFF2-40B4-BE49-F238E27FC236}">
                        <a16:creationId xmlns:a16="http://schemas.microsoft.com/office/drawing/2014/main" id="{22600CED-31E9-CA30-1971-158C3D06876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Oval 1415">
                    <a:extLst>
                      <a:ext uri="{FF2B5EF4-FFF2-40B4-BE49-F238E27FC236}">
                        <a16:creationId xmlns:a16="http://schemas.microsoft.com/office/drawing/2014/main" id="{56E80545-3F92-F173-50C1-DA829434C97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Oval 1416">
                    <a:extLst>
                      <a:ext uri="{FF2B5EF4-FFF2-40B4-BE49-F238E27FC236}">
                        <a16:creationId xmlns:a16="http://schemas.microsoft.com/office/drawing/2014/main" id="{9D63A09F-4DFC-E5E7-7147-39BE62C0CAA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Oval 1417">
                    <a:extLst>
                      <a:ext uri="{FF2B5EF4-FFF2-40B4-BE49-F238E27FC236}">
                        <a16:creationId xmlns:a16="http://schemas.microsoft.com/office/drawing/2014/main" id="{A5BA8D37-4AC8-4EB9-1E00-AB5FF9AEE56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9" name="Oval 1418">
                    <a:extLst>
                      <a:ext uri="{FF2B5EF4-FFF2-40B4-BE49-F238E27FC236}">
                        <a16:creationId xmlns:a16="http://schemas.microsoft.com/office/drawing/2014/main" id="{8436AB5F-4487-A97F-FE2C-CE1FA93B4AC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Oval 1419">
                    <a:extLst>
                      <a:ext uri="{FF2B5EF4-FFF2-40B4-BE49-F238E27FC236}">
                        <a16:creationId xmlns:a16="http://schemas.microsoft.com/office/drawing/2014/main" id="{FD711279-CCA4-070D-88DD-A3B021972C5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5" name="Group 1394">
                  <a:extLst>
                    <a:ext uri="{FF2B5EF4-FFF2-40B4-BE49-F238E27FC236}">
                      <a16:creationId xmlns:a16="http://schemas.microsoft.com/office/drawing/2014/main" id="{2B278432-A357-F7DA-D28D-85B2EF680716}"/>
                    </a:ext>
                  </a:extLst>
                </p:cNvPr>
                <p:cNvGrpSpPr/>
                <p:nvPr/>
              </p:nvGrpSpPr>
              <p:grpSpPr>
                <a:xfrm rot="10800000">
                  <a:off x="6484234" y="6015233"/>
                  <a:ext cx="242005" cy="46723"/>
                  <a:chOff x="7979724" y="3580291"/>
                  <a:chExt cx="242005" cy="43678"/>
                </a:xfrm>
              </p:grpSpPr>
              <p:sp>
                <p:nvSpPr>
                  <p:cNvPr id="1405" name="Oval 1404">
                    <a:extLst>
                      <a:ext uri="{FF2B5EF4-FFF2-40B4-BE49-F238E27FC236}">
                        <a16:creationId xmlns:a16="http://schemas.microsoft.com/office/drawing/2014/main" id="{AFD6965C-6A73-045D-65AC-6BFC77F5379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6" name="Oval 1405">
                    <a:extLst>
                      <a:ext uri="{FF2B5EF4-FFF2-40B4-BE49-F238E27FC236}">
                        <a16:creationId xmlns:a16="http://schemas.microsoft.com/office/drawing/2014/main" id="{1ECCD466-0E3E-B038-13D6-9540F74809A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7" name="Oval 1406">
                    <a:extLst>
                      <a:ext uri="{FF2B5EF4-FFF2-40B4-BE49-F238E27FC236}">
                        <a16:creationId xmlns:a16="http://schemas.microsoft.com/office/drawing/2014/main" id="{2942B884-30B7-45EE-E1CC-BDA6D13CB0D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Oval 1407">
                    <a:extLst>
                      <a:ext uri="{FF2B5EF4-FFF2-40B4-BE49-F238E27FC236}">
                        <a16:creationId xmlns:a16="http://schemas.microsoft.com/office/drawing/2014/main" id="{1F11125E-8F6C-9C23-0152-03D6D5E1FBF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Oval 1408">
                    <a:extLst>
                      <a:ext uri="{FF2B5EF4-FFF2-40B4-BE49-F238E27FC236}">
                        <a16:creationId xmlns:a16="http://schemas.microsoft.com/office/drawing/2014/main" id="{24A058EB-8045-27E4-CCF5-E0EACCEB74E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Oval 1409">
                    <a:extLst>
                      <a:ext uri="{FF2B5EF4-FFF2-40B4-BE49-F238E27FC236}">
                        <a16:creationId xmlns:a16="http://schemas.microsoft.com/office/drawing/2014/main" id="{4C663472-FE3C-20CB-FB44-0DC9462515A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1" name="Oval 1410">
                    <a:extLst>
                      <a:ext uri="{FF2B5EF4-FFF2-40B4-BE49-F238E27FC236}">
                        <a16:creationId xmlns:a16="http://schemas.microsoft.com/office/drawing/2014/main" id="{A3CCD487-7E29-7DE2-6E7E-BCCB2F34FA9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Oval 1411">
                    <a:extLst>
                      <a:ext uri="{FF2B5EF4-FFF2-40B4-BE49-F238E27FC236}">
                        <a16:creationId xmlns:a16="http://schemas.microsoft.com/office/drawing/2014/main" id="{63AA8006-8134-05FF-E5C6-4A1760AEB59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6" name="Group 1395">
                  <a:extLst>
                    <a:ext uri="{FF2B5EF4-FFF2-40B4-BE49-F238E27FC236}">
                      <a16:creationId xmlns:a16="http://schemas.microsoft.com/office/drawing/2014/main" id="{73FE52CE-B536-791F-23B9-11D3B0E70571}"/>
                    </a:ext>
                  </a:extLst>
                </p:cNvPr>
                <p:cNvGrpSpPr/>
                <p:nvPr/>
              </p:nvGrpSpPr>
              <p:grpSpPr>
                <a:xfrm>
                  <a:off x="6413077" y="6016049"/>
                  <a:ext cx="242005" cy="43678"/>
                  <a:chOff x="7979724" y="3580291"/>
                  <a:chExt cx="242005" cy="43678"/>
                </a:xfrm>
              </p:grpSpPr>
              <p:sp>
                <p:nvSpPr>
                  <p:cNvPr id="1397" name="Oval 1396">
                    <a:extLst>
                      <a:ext uri="{FF2B5EF4-FFF2-40B4-BE49-F238E27FC236}">
                        <a16:creationId xmlns:a16="http://schemas.microsoft.com/office/drawing/2014/main" id="{ACBD668B-25BE-B1DA-3F18-677BA03D3C6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8" name="Oval 1397">
                    <a:extLst>
                      <a:ext uri="{FF2B5EF4-FFF2-40B4-BE49-F238E27FC236}">
                        <a16:creationId xmlns:a16="http://schemas.microsoft.com/office/drawing/2014/main" id="{D1A22795-3EAC-92FD-3256-AA6F0A770D4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 name="Oval 1398">
                    <a:extLst>
                      <a:ext uri="{FF2B5EF4-FFF2-40B4-BE49-F238E27FC236}">
                        <a16:creationId xmlns:a16="http://schemas.microsoft.com/office/drawing/2014/main" id="{A76192E8-D214-6308-81B4-A74383240C7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0" name="Oval 1399">
                    <a:extLst>
                      <a:ext uri="{FF2B5EF4-FFF2-40B4-BE49-F238E27FC236}">
                        <a16:creationId xmlns:a16="http://schemas.microsoft.com/office/drawing/2014/main" id="{E611207F-FAF8-A9DE-24BE-E40E3CC79EB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1" name="Oval 1400">
                    <a:extLst>
                      <a:ext uri="{FF2B5EF4-FFF2-40B4-BE49-F238E27FC236}">
                        <a16:creationId xmlns:a16="http://schemas.microsoft.com/office/drawing/2014/main" id="{95CF0DFD-3388-70A8-E8E8-0840B27BDC2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2" name="Oval 1401">
                    <a:extLst>
                      <a:ext uri="{FF2B5EF4-FFF2-40B4-BE49-F238E27FC236}">
                        <a16:creationId xmlns:a16="http://schemas.microsoft.com/office/drawing/2014/main" id="{5A24EF45-BB23-59E7-2B1F-2E46C4D62E4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3" name="Oval 1402">
                    <a:extLst>
                      <a:ext uri="{FF2B5EF4-FFF2-40B4-BE49-F238E27FC236}">
                        <a16:creationId xmlns:a16="http://schemas.microsoft.com/office/drawing/2014/main" id="{E1B9334E-26B6-6A98-AD7D-41D24AEC212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4" name="Oval 1403">
                    <a:extLst>
                      <a:ext uri="{FF2B5EF4-FFF2-40B4-BE49-F238E27FC236}">
                        <a16:creationId xmlns:a16="http://schemas.microsoft.com/office/drawing/2014/main" id="{156C4300-0C1A-AF2C-31CD-0A9FD21D76F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7" name="Group 1026">
                <a:extLst>
                  <a:ext uri="{FF2B5EF4-FFF2-40B4-BE49-F238E27FC236}">
                    <a16:creationId xmlns:a16="http://schemas.microsoft.com/office/drawing/2014/main" id="{941B85FA-ED6B-DE03-6F21-213C25504A1C}"/>
                  </a:ext>
                </a:extLst>
              </p:cNvPr>
              <p:cNvGrpSpPr/>
              <p:nvPr/>
            </p:nvGrpSpPr>
            <p:grpSpPr>
              <a:xfrm rot="1379869">
                <a:off x="7723037" y="2612981"/>
                <a:ext cx="242005" cy="43678"/>
                <a:chOff x="7979724" y="3580291"/>
                <a:chExt cx="242005" cy="43678"/>
              </a:xfrm>
            </p:grpSpPr>
            <p:sp>
              <p:nvSpPr>
                <p:cNvPr id="1381" name="Oval 1380">
                  <a:extLst>
                    <a:ext uri="{FF2B5EF4-FFF2-40B4-BE49-F238E27FC236}">
                      <a16:creationId xmlns:a16="http://schemas.microsoft.com/office/drawing/2014/main" id="{567C55DC-5382-4C70-B1A4-17E7C16064B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2" name="Oval 1381">
                  <a:extLst>
                    <a:ext uri="{FF2B5EF4-FFF2-40B4-BE49-F238E27FC236}">
                      <a16:creationId xmlns:a16="http://schemas.microsoft.com/office/drawing/2014/main" id="{8D611531-2EDA-3B3B-9AB8-DCAA7BB53BB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3" name="Oval 1382">
                  <a:extLst>
                    <a:ext uri="{FF2B5EF4-FFF2-40B4-BE49-F238E27FC236}">
                      <a16:creationId xmlns:a16="http://schemas.microsoft.com/office/drawing/2014/main" id="{71E5E959-03C4-50DA-B92A-72970C21B25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4" name="Oval 1383">
                  <a:extLst>
                    <a:ext uri="{FF2B5EF4-FFF2-40B4-BE49-F238E27FC236}">
                      <a16:creationId xmlns:a16="http://schemas.microsoft.com/office/drawing/2014/main" id="{99FC938C-2A6E-F427-EBD5-4BD1D62FAF9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5" name="Oval 1384">
                  <a:extLst>
                    <a:ext uri="{FF2B5EF4-FFF2-40B4-BE49-F238E27FC236}">
                      <a16:creationId xmlns:a16="http://schemas.microsoft.com/office/drawing/2014/main" id="{052BEFF8-3D16-986C-229B-73FC13B87EA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6" name="Oval 1385">
                  <a:extLst>
                    <a:ext uri="{FF2B5EF4-FFF2-40B4-BE49-F238E27FC236}">
                      <a16:creationId xmlns:a16="http://schemas.microsoft.com/office/drawing/2014/main" id="{A702FA6F-8386-724A-CD0B-AE32A927576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7" name="Oval 1386">
                  <a:extLst>
                    <a:ext uri="{FF2B5EF4-FFF2-40B4-BE49-F238E27FC236}">
                      <a16:creationId xmlns:a16="http://schemas.microsoft.com/office/drawing/2014/main" id="{D65126D4-ADB4-CA15-BB3B-F396C798311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8" name="Oval 1387">
                  <a:extLst>
                    <a:ext uri="{FF2B5EF4-FFF2-40B4-BE49-F238E27FC236}">
                      <a16:creationId xmlns:a16="http://schemas.microsoft.com/office/drawing/2014/main" id="{33A98741-69A3-91F4-56D7-ED335D462B6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8" name="Group 1027">
                <a:extLst>
                  <a:ext uri="{FF2B5EF4-FFF2-40B4-BE49-F238E27FC236}">
                    <a16:creationId xmlns:a16="http://schemas.microsoft.com/office/drawing/2014/main" id="{2BA736E5-26EB-693B-1FC2-EB4B3EA02658}"/>
                  </a:ext>
                </a:extLst>
              </p:cNvPr>
              <p:cNvGrpSpPr/>
              <p:nvPr/>
            </p:nvGrpSpPr>
            <p:grpSpPr>
              <a:xfrm rot="569977">
                <a:off x="8954643" y="2588471"/>
                <a:ext cx="242005" cy="43678"/>
                <a:chOff x="7979724" y="3580291"/>
                <a:chExt cx="242005" cy="43678"/>
              </a:xfrm>
            </p:grpSpPr>
            <p:sp>
              <p:nvSpPr>
                <p:cNvPr id="1373" name="Oval 1372">
                  <a:extLst>
                    <a:ext uri="{FF2B5EF4-FFF2-40B4-BE49-F238E27FC236}">
                      <a16:creationId xmlns:a16="http://schemas.microsoft.com/office/drawing/2014/main" id="{48CF226C-D262-C3B3-4BCE-E886C35546C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4" name="Oval 1373">
                  <a:extLst>
                    <a:ext uri="{FF2B5EF4-FFF2-40B4-BE49-F238E27FC236}">
                      <a16:creationId xmlns:a16="http://schemas.microsoft.com/office/drawing/2014/main" id="{C5562E80-D81C-B76F-848B-C6BEAC1A4EE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5" name="Oval 1374">
                  <a:extLst>
                    <a:ext uri="{FF2B5EF4-FFF2-40B4-BE49-F238E27FC236}">
                      <a16:creationId xmlns:a16="http://schemas.microsoft.com/office/drawing/2014/main" id="{44DA9222-AE90-1736-B19A-6DAF13EF81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6" name="Oval 1375">
                  <a:extLst>
                    <a:ext uri="{FF2B5EF4-FFF2-40B4-BE49-F238E27FC236}">
                      <a16:creationId xmlns:a16="http://schemas.microsoft.com/office/drawing/2014/main" id="{15674201-2279-3725-6343-DD3B673B0BC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7" name="Oval 1376">
                  <a:extLst>
                    <a:ext uri="{FF2B5EF4-FFF2-40B4-BE49-F238E27FC236}">
                      <a16:creationId xmlns:a16="http://schemas.microsoft.com/office/drawing/2014/main" id="{62920AE1-DDE2-6D7C-1655-59DE5914F0E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8" name="Oval 1377">
                  <a:extLst>
                    <a:ext uri="{FF2B5EF4-FFF2-40B4-BE49-F238E27FC236}">
                      <a16:creationId xmlns:a16="http://schemas.microsoft.com/office/drawing/2014/main" id="{4A4BB085-E701-8F64-0147-8BDCCBA2DBB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Oval 1378">
                  <a:extLst>
                    <a:ext uri="{FF2B5EF4-FFF2-40B4-BE49-F238E27FC236}">
                      <a16:creationId xmlns:a16="http://schemas.microsoft.com/office/drawing/2014/main" id="{902A3A02-F058-41AC-F248-728B2070882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Oval 1379">
                  <a:extLst>
                    <a:ext uri="{FF2B5EF4-FFF2-40B4-BE49-F238E27FC236}">
                      <a16:creationId xmlns:a16="http://schemas.microsoft.com/office/drawing/2014/main" id="{5281645B-D52D-6730-10BC-EAF69D27EC7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9" name="Group 1028">
                <a:extLst>
                  <a:ext uri="{FF2B5EF4-FFF2-40B4-BE49-F238E27FC236}">
                    <a16:creationId xmlns:a16="http://schemas.microsoft.com/office/drawing/2014/main" id="{BF632B4B-A8FF-E941-AC5B-82311B76E583}"/>
                  </a:ext>
                </a:extLst>
              </p:cNvPr>
              <p:cNvGrpSpPr/>
              <p:nvPr/>
            </p:nvGrpSpPr>
            <p:grpSpPr>
              <a:xfrm rot="1379869">
                <a:off x="7792610" y="2676901"/>
                <a:ext cx="242005" cy="43678"/>
                <a:chOff x="7979724" y="3580291"/>
                <a:chExt cx="242005" cy="43678"/>
              </a:xfrm>
            </p:grpSpPr>
            <p:sp>
              <p:nvSpPr>
                <p:cNvPr id="1365" name="Oval 1364">
                  <a:extLst>
                    <a:ext uri="{FF2B5EF4-FFF2-40B4-BE49-F238E27FC236}">
                      <a16:creationId xmlns:a16="http://schemas.microsoft.com/office/drawing/2014/main" id="{F974FFFC-5BC8-7327-02D1-47272768888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6" name="Oval 1365">
                  <a:extLst>
                    <a:ext uri="{FF2B5EF4-FFF2-40B4-BE49-F238E27FC236}">
                      <a16:creationId xmlns:a16="http://schemas.microsoft.com/office/drawing/2014/main" id="{02473D4F-F003-6B27-976D-21EA7CB313B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7" name="Oval 1366">
                  <a:extLst>
                    <a:ext uri="{FF2B5EF4-FFF2-40B4-BE49-F238E27FC236}">
                      <a16:creationId xmlns:a16="http://schemas.microsoft.com/office/drawing/2014/main" id="{3F6B0A59-EE17-9C87-1968-39327B205B9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8" name="Oval 1367">
                  <a:extLst>
                    <a:ext uri="{FF2B5EF4-FFF2-40B4-BE49-F238E27FC236}">
                      <a16:creationId xmlns:a16="http://schemas.microsoft.com/office/drawing/2014/main" id="{792A50D2-0213-F941-EFF2-D6A8091C0C5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Oval 1368">
                  <a:extLst>
                    <a:ext uri="{FF2B5EF4-FFF2-40B4-BE49-F238E27FC236}">
                      <a16:creationId xmlns:a16="http://schemas.microsoft.com/office/drawing/2014/main" id="{10720A62-0125-9530-307E-36BC0244A8C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0" name="Oval 1369">
                  <a:extLst>
                    <a:ext uri="{FF2B5EF4-FFF2-40B4-BE49-F238E27FC236}">
                      <a16:creationId xmlns:a16="http://schemas.microsoft.com/office/drawing/2014/main" id="{51ABB982-36A5-3DF7-74A8-41C3DEA0DC8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1" name="Oval 1370">
                  <a:extLst>
                    <a:ext uri="{FF2B5EF4-FFF2-40B4-BE49-F238E27FC236}">
                      <a16:creationId xmlns:a16="http://schemas.microsoft.com/office/drawing/2014/main" id="{85EDCF2E-DC17-77F1-B0AE-3CFE4CC57DE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2" name="Oval 1371">
                  <a:extLst>
                    <a:ext uri="{FF2B5EF4-FFF2-40B4-BE49-F238E27FC236}">
                      <a16:creationId xmlns:a16="http://schemas.microsoft.com/office/drawing/2014/main" id="{699BD6CA-2495-4F9B-05B9-BF7C3B64C5B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0" name="Group 1029">
                <a:extLst>
                  <a:ext uri="{FF2B5EF4-FFF2-40B4-BE49-F238E27FC236}">
                    <a16:creationId xmlns:a16="http://schemas.microsoft.com/office/drawing/2014/main" id="{95376402-3ECB-77D3-CE74-AC683E29BBC2}"/>
                  </a:ext>
                </a:extLst>
              </p:cNvPr>
              <p:cNvGrpSpPr/>
              <p:nvPr/>
            </p:nvGrpSpPr>
            <p:grpSpPr>
              <a:xfrm rot="10800000">
                <a:off x="8022388" y="2721099"/>
                <a:ext cx="242005" cy="46723"/>
                <a:chOff x="7979724" y="3580291"/>
                <a:chExt cx="242005" cy="43678"/>
              </a:xfrm>
            </p:grpSpPr>
            <p:sp>
              <p:nvSpPr>
                <p:cNvPr id="1357" name="Oval 1356">
                  <a:extLst>
                    <a:ext uri="{FF2B5EF4-FFF2-40B4-BE49-F238E27FC236}">
                      <a16:creationId xmlns:a16="http://schemas.microsoft.com/office/drawing/2014/main" id="{B035A4D3-E1E1-C4B6-5E41-1F58D2854F1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8" name="Oval 1357">
                  <a:extLst>
                    <a:ext uri="{FF2B5EF4-FFF2-40B4-BE49-F238E27FC236}">
                      <a16:creationId xmlns:a16="http://schemas.microsoft.com/office/drawing/2014/main" id="{6A7F6364-B090-AD18-A22D-3DD946000CB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Oval 1358">
                  <a:extLst>
                    <a:ext uri="{FF2B5EF4-FFF2-40B4-BE49-F238E27FC236}">
                      <a16:creationId xmlns:a16="http://schemas.microsoft.com/office/drawing/2014/main" id="{B4FD58CC-14D3-563F-CBC5-6FA42232EC6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Oval 1359">
                  <a:extLst>
                    <a:ext uri="{FF2B5EF4-FFF2-40B4-BE49-F238E27FC236}">
                      <a16:creationId xmlns:a16="http://schemas.microsoft.com/office/drawing/2014/main" id="{A67FFAE3-3765-E2BB-7C38-D12D52071D7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Oval 1360">
                  <a:extLst>
                    <a:ext uri="{FF2B5EF4-FFF2-40B4-BE49-F238E27FC236}">
                      <a16:creationId xmlns:a16="http://schemas.microsoft.com/office/drawing/2014/main" id="{FD413764-3EC1-B8DD-0821-CB1B63764DB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2" name="Oval 1361">
                  <a:extLst>
                    <a:ext uri="{FF2B5EF4-FFF2-40B4-BE49-F238E27FC236}">
                      <a16:creationId xmlns:a16="http://schemas.microsoft.com/office/drawing/2014/main" id="{992E8DA8-81CC-B973-BD3E-F0491222131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Oval 1362">
                  <a:extLst>
                    <a:ext uri="{FF2B5EF4-FFF2-40B4-BE49-F238E27FC236}">
                      <a16:creationId xmlns:a16="http://schemas.microsoft.com/office/drawing/2014/main" id="{FD4613C7-53F2-E05B-33B4-D91B6C845AA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4" name="Oval 1363">
                  <a:extLst>
                    <a:ext uri="{FF2B5EF4-FFF2-40B4-BE49-F238E27FC236}">
                      <a16:creationId xmlns:a16="http://schemas.microsoft.com/office/drawing/2014/main" id="{14359754-2058-2A67-1681-CC586EF4403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1" name="Group 1030">
                <a:extLst>
                  <a:ext uri="{FF2B5EF4-FFF2-40B4-BE49-F238E27FC236}">
                    <a16:creationId xmlns:a16="http://schemas.microsoft.com/office/drawing/2014/main" id="{04025DCD-1676-FA08-90B7-EEEBA052A78B}"/>
                  </a:ext>
                </a:extLst>
              </p:cNvPr>
              <p:cNvGrpSpPr/>
              <p:nvPr/>
            </p:nvGrpSpPr>
            <p:grpSpPr>
              <a:xfrm>
                <a:off x="7951231" y="2721915"/>
                <a:ext cx="242005" cy="43678"/>
                <a:chOff x="7979724" y="3580291"/>
                <a:chExt cx="242005" cy="43678"/>
              </a:xfrm>
            </p:grpSpPr>
            <p:sp>
              <p:nvSpPr>
                <p:cNvPr id="1349" name="Oval 1348">
                  <a:extLst>
                    <a:ext uri="{FF2B5EF4-FFF2-40B4-BE49-F238E27FC236}">
                      <a16:creationId xmlns:a16="http://schemas.microsoft.com/office/drawing/2014/main" id="{B090D44B-35C8-2BCE-6EAB-EF12A4DB82A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0" name="Oval 1349">
                  <a:extLst>
                    <a:ext uri="{FF2B5EF4-FFF2-40B4-BE49-F238E27FC236}">
                      <a16:creationId xmlns:a16="http://schemas.microsoft.com/office/drawing/2014/main" id="{11FD163A-0858-EA72-C8D4-11DEAE2488C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1" name="Oval 1350">
                  <a:extLst>
                    <a:ext uri="{FF2B5EF4-FFF2-40B4-BE49-F238E27FC236}">
                      <a16:creationId xmlns:a16="http://schemas.microsoft.com/office/drawing/2014/main" id="{136048ED-A948-CEF5-632E-0D0AB62B75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Oval 1351">
                  <a:extLst>
                    <a:ext uri="{FF2B5EF4-FFF2-40B4-BE49-F238E27FC236}">
                      <a16:creationId xmlns:a16="http://schemas.microsoft.com/office/drawing/2014/main" id="{BECEBFB3-534C-598D-4248-E3660EE0FB0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3" name="Oval 1352">
                  <a:extLst>
                    <a:ext uri="{FF2B5EF4-FFF2-40B4-BE49-F238E27FC236}">
                      <a16:creationId xmlns:a16="http://schemas.microsoft.com/office/drawing/2014/main" id="{6241B5FA-8FC3-362F-0F04-23B63D00B3C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4" name="Oval 1353">
                  <a:extLst>
                    <a:ext uri="{FF2B5EF4-FFF2-40B4-BE49-F238E27FC236}">
                      <a16:creationId xmlns:a16="http://schemas.microsoft.com/office/drawing/2014/main" id="{F1C38D9E-4F84-4F21-054E-99CF24EA4F4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Oval 1354">
                  <a:extLst>
                    <a:ext uri="{FF2B5EF4-FFF2-40B4-BE49-F238E27FC236}">
                      <a16:creationId xmlns:a16="http://schemas.microsoft.com/office/drawing/2014/main" id="{95BFA400-2964-C79F-6FEA-3CB2AE8587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6" name="Oval 1355">
                  <a:extLst>
                    <a:ext uri="{FF2B5EF4-FFF2-40B4-BE49-F238E27FC236}">
                      <a16:creationId xmlns:a16="http://schemas.microsoft.com/office/drawing/2014/main" id="{4D8B2011-2BD5-73B7-7B8D-286075BDDD4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2" name="Group 1031">
                <a:extLst>
                  <a:ext uri="{FF2B5EF4-FFF2-40B4-BE49-F238E27FC236}">
                    <a16:creationId xmlns:a16="http://schemas.microsoft.com/office/drawing/2014/main" id="{55FF639C-42F8-09BC-A383-EB35C557311D}"/>
                  </a:ext>
                </a:extLst>
              </p:cNvPr>
              <p:cNvGrpSpPr/>
              <p:nvPr/>
            </p:nvGrpSpPr>
            <p:grpSpPr>
              <a:xfrm rot="10800000">
                <a:off x="7362057" y="2387571"/>
                <a:ext cx="242005" cy="46723"/>
                <a:chOff x="7979724" y="3580291"/>
                <a:chExt cx="242005" cy="43678"/>
              </a:xfrm>
            </p:grpSpPr>
            <p:sp>
              <p:nvSpPr>
                <p:cNvPr id="1341" name="Oval 1340">
                  <a:extLst>
                    <a:ext uri="{FF2B5EF4-FFF2-40B4-BE49-F238E27FC236}">
                      <a16:creationId xmlns:a16="http://schemas.microsoft.com/office/drawing/2014/main" id="{0CA9FCED-E2A7-FED7-411C-D35F18232DC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2" name="Oval 1341">
                  <a:extLst>
                    <a:ext uri="{FF2B5EF4-FFF2-40B4-BE49-F238E27FC236}">
                      <a16:creationId xmlns:a16="http://schemas.microsoft.com/office/drawing/2014/main" id="{E0BDEAA5-0FAA-477C-B64F-54E0FEBA3A2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3" name="Oval 1342">
                  <a:extLst>
                    <a:ext uri="{FF2B5EF4-FFF2-40B4-BE49-F238E27FC236}">
                      <a16:creationId xmlns:a16="http://schemas.microsoft.com/office/drawing/2014/main" id="{972186A6-54F6-A1DB-E38A-CC0744842D3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Oval 1343">
                  <a:extLst>
                    <a:ext uri="{FF2B5EF4-FFF2-40B4-BE49-F238E27FC236}">
                      <a16:creationId xmlns:a16="http://schemas.microsoft.com/office/drawing/2014/main" id="{18EB1763-9C2A-1E2C-E12D-986D84D4DC7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Oval 1344">
                  <a:extLst>
                    <a:ext uri="{FF2B5EF4-FFF2-40B4-BE49-F238E27FC236}">
                      <a16:creationId xmlns:a16="http://schemas.microsoft.com/office/drawing/2014/main" id="{4E5019F7-5AF3-1E5E-52D7-9414CF34018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6" name="Oval 1345">
                  <a:extLst>
                    <a:ext uri="{FF2B5EF4-FFF2-40B4-BE49-F238E27FC236}">
                      <a16:creationId xmlns:a16="http://schemas.microsoft.com/office/drawing/2014/main" id="{1F8532CD-84F8-8C80-61FB-0B38E30D0E0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7" name="Oval 1346">
                  <a:extLst>
                    <a:ext uri="{FF2B5EF4-FFF2-40B4-BE49-F238E27FC236}">
                      <a16:creationId xmlns:a16="http://schemas.microsoft.com/office/drawing/2014/main" id="{3FFC87EE-3CAD-5474-8710-020200ECA26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8" name="Oval 1347">
                  <a:extLst>
                    <a:ext uri="{FF2B5EF4-FFF2-40B4-BE49-F238E27FC236}">
                      <a16:creationId xmlns:a16="http://schemas.microsoft.com/office/drawing/2014/main" id="{921929B7-018B-6D91-8B3D-802430C6CD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3" name="Group 1032">
                <a:extLst>
                  <a:ext uri="{FF2B5EF4-FFF2-40B4-BE49-F238E27FC236}">
                    <a16:creationId xmlns:a16="http://schemas.microsoft.com/office/drawing/2014/main" id="{B273128B-73C4-AC5D-11CC-1E585CCA6F22}"/>
                  </a:ext>
                </a:extLst>
              </p:cNvPr>
              <p:cNvGrpSpPr/>
              <p:nvPr/>
            </p:nvGrpSpPr>
            <p:grpSpPr>
              <a:xfrm>
                <a:off x="7290900" y="2388387"/>
                <a:ext cx="242005" cy="43678"/>
                <a:chOff x="7979724" y="3580291"/>
                <a:chExt cx="242005" cy="43678"/>
              </a:xfrm>
            </p:grpSpPr>
            <p:sp>
              <p:nvSpPr>
                <p:cNvPr id="1333" name="Oval 1332">
                  <a:extLst>
                    <a:ext uri="{FF2B5EF4-FFF2-40B4-BE49-F238E27FC236}">
                      <a16:creationId xmlns:a16="http://schemas.microsoft.com/office/drawing/2014/main" id="{60506D0E-4924-2184-E573-0F23C7A0FFA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 name="Oval 1333">
                  <a:extLst>
                    <a:ext uri="{FF2B5EF4-FFF2-40B4-BE49-F238E27FC236}">
                      <a16:creationId xmlns:a16="http://schemas.microsoft.com/office/drawing/2014/main" id="{23CAF46F-2A37-DCBA-811C-1370E06DE18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5" name="Oval 1334">
                  <a:extLst>
                    <a:ext uri="{FF2B5EF4-FFF2-40B4-BE49-F238E27FC236}">
                      <a16:creationId xmlns:a16="http://schemas.microsoft.com/office/drawing/2014/main" id="{E8CE43CD-4AA8-C944-E40A-990D2DFB900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6" name="Oval 1335">
                  <a:extLst>
                    <a:ext uri="{FF2B5EF4-FFF2-40B4-BE49-F238E27FC236}">
                      <a16:creationId xmlns:a16="http://schemas.microsoft.com/office/drawing/2014/main" id="{4020320E-0CAD-F493-F551-747D81BB3A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7" name="Oval 1336">
                  <a:extLst>
                    <a:ext uri="{FF2B5EF4-FFF2-40B4-BE49-F238E27FC236}">
                      <a16:creationId xmlns:a16="http://schemas.microsoft.com/office/drawing/2014/main" id="{57D3CB70-312D-F262-9871-B5DA7340104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8" name="Oval 1337">
                  <a:extLst>
                    <a:ext uri="{FF2B5EF4-FFF2-40B4-BE49-F238E27FC236}">
                      <a16:creationId xmlns:a16="http://schemas.microsoft.com/office/drawing/2014/main" id="{11C8608A-DEBA-3DDB-D2DB-65C51F08E6A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9" name="Oval 1338">
                  <a:extLst>
                    <a:ext uri="{FF2B5EF4-FFF2-40B4-BE49-F238E27FC236}">
                      <a16:creationId xmlns:a16="http://schemas.microsoft.com/office/drawing/2014/main" id="{C2FDB1F3-3A07-D072-504D-9ADD8203958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0" name="Oval 1339">
                  <a:extLst>
                    <a:ext uri="{FF2B5EF4-FFF2-40B4-BE49-F238E27FC236}">
                      <a16:creationId xmlns:a16="http://schemas.microsoft.com/office/drawing/2014/main" id="{4653B9BF-EF5E-0D5A-6D69-B60DCF1CA2B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4" name="Group 1033">
                <a:extLst>
                  <a:ext uri="{FF2B5EF4-FFF2-40B4-BE49-F238E27FC236}">
                    <a16:creationId xmlns:a16="http://schemas.microsoft.com/office/drawing/2014/main" id="{D8A78984-56F9-5D7A-C269-B8D4B92B1699}"/>
                  </a:ext>
                </a:extLst>
              </p:cNvPr>
              <p:cNvGrpSpPr/>
              <p:nvPr/>
            </p:nvGrpSpPr>
            <p:grpSpPr>
              <a:xfrm rot="10800000">
                <a:off x="7763312" y="2389780"/>
                <a:ext cx="242005" cy="46723"/>
                <a:chOff x="7979724" y="3580291"/>
                <a:chExt cx="242005" cy="43678"/>
              </a:xfrm>
            </p:grpSpPr>
            <p:sp>
              <p:nvSpPr>
                <p:cNvPr id="1325" name="Oval 1324">
                  <a:extLst>
                    <a:ext uri="{FF2B5EF4-FFF2-40B4-BE49-F238E27FC236}">
                      <a16:creationId xmlns:a16="http://schemas.microsoft.com/office/drawing/2014/main" id="{48CC86F9-084C-FA67-F3F1-9AA68E34568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6" name="Oval 1325">
                  <a:extLst>
                    <a:ext uri="{FF2B5EF4-FFF2-40B4-BE49-F238E27FC236}">
                      <a16:creationId xmlns:a16="http://schemas.microsoft.com/office/drawing/2014/main" id="{BC06D966-226E-519B-15F2-A256D395DAB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7" name="Oval 1326">
                  <a:extLst>
                    <a:ext uri="{FF2B5EF4-FFF2-40B4-BE49-F238E27FC236}">
                      <a16:creationId xmlns:a16="http://schemas.microsoft.com/office/drawing/2014/main" id="{1D61928C-4390-C70C-5A40-9D8834119E8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8" name="Oval 1327">
                  <a:extLst>
                    <a:ext uri="{FF2B5EF4-FFF2-40B4-BE49-F238E27FC236}">
                      <a16:creationId xmlns:a16="http://schemas.microsoft.com/office/drawing/2014/main" id="{0B044469-CB49-A533-6124-DB360CA2C83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9" name="Oval 1328">
                  <a:extLst>
                    <a:ext uri="{FF2B5EF4-FFF2-40B4-BE49-F238E27FC236}">
                      <a16:creationId xmlns:a16="http://schemas.microsoft.com/office/drawing/2014/main" id="{B9709DE4-1884-A145-9750-483AFB16C91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0" name="Oval 1329">
                  <a:extLst>
                    <a:ext uri="{FF2B5EF4-FFF2-40B4-BE49-F238E27FC236}">
                      <a16:creationId xmlns:a16="http://schemas.microsoft.com/office/drawing/2014/main" id="{66A0D44C-3E81-AB3B-5D53-09C663544EC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 name="Oval 1330">
                  <a:extLst>
                    <a:ext uri="{FF2B5EF4-FFF2-40B4-BE49-F238E27FC236}">
                      <a16:creationId xmlns:a16="http://schemas.microsoft.com/office/drawing/2014/main" id="{156B8465-25AC-A5EB-A370-29687F1CEA5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 name="Oval 1331">
                  <a:extLst>
                    <a:ext uri="{FF2B5EF4-FFF2-40B4-BE49-F238E27FC236}">
                      <a16:creationId xmlns:a16="http://schemas.microsoft.com/office/drawing/2014/main" id="{61758EED-283E-69C5-7A1B-28FF67F5CD7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5" name="Group 1034">
                <a:extLst>
                  <a:ext uri="{FF2B5EF4-FFF2-40B4-BE49-F238E27FC236}">
                    <a16:creationId xmlns:a16="http://schemas.microsoft.com/office/drawing/2014/main" id="{203EE512-7160-EB63-E516-034547890F44}"/>
                  </a:ext>
                </a:extLst>
              </p:cNvPr>
              <p:cNvGrpSpPr/>
              <p:nvPr/>
            </p:nvGrpSpPr>
            <p:grpSpPr>
              <a:xfrm>
                <a:off x="7692155" y="2390596"/>
                <a:ext cx="242005" cy="43678"/>
                <a:chOff x="7979724" y="3580291"/>
                <a:chExt cx="242005" cy="43678"/>
              </a:xfrm>
            </p:grpSpPr>
            <p:sp>
              <p:nvSpPr>
                <p:cNvPr id="1317" name="Oval 1316">
                  <a:extLst>
                    <a:ext uri="{FF2B5EF4-FFF2-40B4-BE49-F238E27FC236}">
                      <a16:creationId xmlns:a16="http://schemas.microsoft.com/office/drawing/2014/main" id="{13EBDC9E-4B43-9CDC-E8B5-F3DD2EB400F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8" name="Oval 1317">
                  <a:extLst>
                    <a:ext uri="{FF2B5EF4-FFF2-40B4-BE49-F238E27FC236}">
                      <a16:creationId xmlns:a16="http://schemas.microsoft.com/office/drawing/2014/main" id="{C01600CC-1B36-EC5D-86EE-361473F13E1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9" name="Oval 1318">
                  <a:extLst>
                    <a:ext uri="{FF2B5EF4-FFF2-40B4-BE49-F238E27FC236}">
                      <a16:creationId xmlns:a16="http://schemas.microsoft.com/office/drawing/2014/main" id="{91526802-1E88-E852-249B-CA98D811C4E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0" name="Oval 1319">
                  <a:extLst>
                    <a:ext uri="{FF2B5EF4-FFF2-40B4-BE49-F238E27FC236}">
                      <a16:creationId xmlns:a16="http://schemas.microsoft.com/office/drawing/2014/main" id="{4DEF97E0-25F1-00DD-5687-69306EF4D94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1" name="Oval 1320">
                  <a:extLst>
                    <a:ext uri="{FF2B5EF4-FFF2-40B4-BE49-F238E27FC236}">
                      <a16:creationId xmlns:a16="http://schemas.microsoft.com/office/drawing/2014/main" id="{793B749C-4092-67BA-998E-27460A5BC1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3" name="Oval 1322">
                  <a:extLst>
                    <a:ext uri="{FF2B5EF4-FFF2-40B4-BE49-F238E27FC236}">
                      <a16:creationId xmlns:a16="http://schemas.microsoft.com/office/drawing/2014/main" id="{34DDDFD7-457E-71EA-6158-543E2C4AAF6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4" name="Oval 1323">
                  <a:extLst>
                    <a:ext uri="{FF2B5EF4-FFF2-40B4-BE49-F238E27FC236}">
                      <a16:creationId xmlns:a16="http://schemas.microsoft.com/office/drawing/2014/main" id="{51040B2E-7F65-AE9E-6393-FEBE3BB8443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6" name="Group 1035">
                <a:extLst>
                  <a:ext uri="{FF2B5EF4-FFF2-40B4-BE49-F238E27FC236}">
                    <a16:creationId xmlns:a16="http://schemas.microsoft.com/office/drawing/2014/main" id="{4194495D-30DC-3380-AF88-8ACE2E801780}"/>
                  </a:ext>
                </a:extLst>
              </p:cNvPr>
              <p:cNvGrpSpPr/>
              <p:nvPr/>
            </p:nvGrpSpPr>
            <p:grpSpPr>
              <a:xfrm rot="10800000">
                <a:off x="8157402" y="2393619"/>
                <a:ext cx="242005" cy="46723"/>
                <a:chOff x="7979724" y="3580291"/>
                <a:chExt cx="242005" cy="43678"/>
              </a:xfrm>
            </p:grpSpPr>
            <p:sp>
              <p:nvSpPr>
                <p:cNvPr id="1309" name="Oval 1308">
                  <a:extLst>
                    <a:ext uri="{FF2B5EF4-FFF2-40B4-BE49-F238E27FC236}">
                      <a16:creationId xmlns:a16="http://schemas.microsoft.com/office/drawing/2014/main" id="{DEB46182-6241-3DDC-4A56-879F56DFC4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Oval 1309">
                  <a:extLst>
                    <a:ext uri="{FF2B5EF4-FFF2-40B4-BE49-F238E27FC236}">
                      <a16:creationId xmlns:a16="http://schemas.microsoft.com/office/drawing/2014/main" id="{C9980A8C-6AFA-3A6B-1ACC-C52CC775837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1" name="Oval 1310">
                  <a:extLst>
                    <a:ext uri="{FF2B5EF4-FFF2-40B4-BE49-F238E27FC236}">
                      <a16:creationId xmlns:a16="http://schemas.microsoft.com/office/drawing/2014/main" id="{DA09436A-D7AE-B227-3B5C-F0714EAE39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2" name="Oval 1311">
                  <a:extLst>
                    <a:ext uri="{FF2B5EF4-FFF2-40B4-BE49-F238E27FC236}">
                      <a16:creationId xmlns:a16="http://schemas.microsoft.com/office/drawing/2014/main" id="{A84BFC88-F7EB-EC94-D470-CBAE887A8F8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3" name="Oval 1312">
                  <a:extLst>
                    <a:ext uri="{FF2B5EF4-FFF2-40B4-BE49-F238E27FC236}">
                      <a16:creationId xmlns:a16="http://schemas.microsoft.com/office/drawing/2014/main" id="{0ECD99D0-C50A-CB9F-1990-2A0201B6D02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4" name="Oval 1313">
                  <a:extLst>
                    <a:ext uri="{FF2B5EF4-FFF2-40B4-BE49-F238E27FC236}">
                      <a16:creationId xmlns:a16="http://schemas.microsoft.com/office/drawing/2014/main" id="{D082F3E1-E97B-AA33-3446-5E8EC1F88C0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5" name="Oval 1314">
                  <a:extLst>
                    <a:ext uri="{FF2B5EF4-FFF2-40B4-BE49-F238E27FC236}">
                      <a16:creationId xmlns:a16="http://schemas.microsoft.com/office/drawing/2014/main" id="{95098F8A-15E0-B10A-EB21-63C327665A7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6" name="Oval 1315">
                  <a:extLst>
                    <a:ext uri="{FF2B5EF4-FFF2-40B4-BE49-F238E27FC236}">
                      <a16:creationId xmlns:a16="http://schemas.microsoft.com/office/drawing/2014/main" id="{303C9C25-45A4-ECFB-4F49-3A0075BEF10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7" name="Group 1036">
                <a:extLst>
                  <a:ext uri="{FF2B5EF4-FFF2-40B4-BE49-F238E27FC236}">
                    <a16:creationId xmlns:a16="http://schemas.microsoft.com/office/drawing/2014/main" id="{50BA20D9-D8B8-AF78-BAD7-A32AD9A1605C}"/>
                  </a:ext>
                </a:extLst>
              </p:cNvPr>
              <p:cNvGrpSpPr/>
              <p:nvPr/>
            </p:nvGrpSpPr>
            <p:grpSpPr>
              <a:xfrm>
                <a:off x="8086245" y="2394435"/>
                <a:ext cx="242005" cy="43678"/>
                <a:chOff x="7979724" y="3580291"/>
                <a:chExt cx="242005" cy="43678"/>
              </a:xfrm>
            </p:grpSpPr>
            <p:sp>
              <p:nvSpPr>
                <p:cNvPr id="1301" name="Oval 1300">
                  <a:extLst>
                    <a:ext uri="{FF2B5EF4-FFF2-40B4-BE49-F238E27FC236}">
                      <a16:creationId xmlns:a16="http://schemas.microsoft.com/office/drawing/2014/main" id="{11E89E6A-314F-9562-B544-7977748AEDA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2" name="Oval 1301">
                  <a:extLst>
                    <a:ext uri="{FF2B5EF4-FFF2-40B4-BE49-F238E27FC236}">
                      <a16:creationId xmlns:a16="http://schemas.microsoft.com/office/drawing/2014/main" id="{5E560E50-A311-EE6D-68E9-5D397317F8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3" name="Oval 1302">
                  <a:extLst>
                    <a:ext uri="{FF2B5EF4-FFF2-40B4-BE49-F238E27FC236}">
                      <a16:creationId xmlns:a16="http://schemas.microsoft.com/office/drawing/2014/main" id="{D00B398F-BAED-8962-3DC8-658446C938D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4" name="Oval 1303">
                  <a:extLst>
                    <a:ext uri="{FF2B5EF4-FFF2-40B4-BE49-F238E27FC236}">
                      <a16:creationId xmlns:a16="http://schemas.microsoft.com/office/drawing/2014/main" id="{656BB12F-355D-9984-2875-A925AFF502F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 name="Oval 1304">
                  <a:extLst>
                    <a:ext uri="{FF2B5EF4-FFF2-40B4-BE49-F238E27FC236}">
                      <a16:creationId xmlns:a16="http://schemas.microsoft.com/office/drawing/2014/main" id="{99740198-37FA-2064-CA48-782CBDB9A77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6" name="Oval 1305">
                  <a:extLst>
                    <a:ext uri="{FF2B5EF4-FFF2-40B4-BE49-F238E27FC236}">
                      <a16:creationId xmlns:a16="http://schemas.microsoft.com/office/drawing/2014/main" id="{4834D863-BCB5-92A1-FEB1-CA0F8AD09E8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7" name="Oval 1306">
                  <a:extLst>
                    <a:ext uri="{FF2B5EF4-FFF2-40B4-BE49-F238E27FC236}">
                      <a16:creationId xmlns:a16="http://schemas.microsoft.com/office/drawing/2014/main" id="{DC0E62C5-C6A9-C242-1D24-7B84756E4A1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8" name="Oval 1307">
                  <a:extLst>
                    <a:ext uri="{FF2B5EF4-FFF2-40B4-BE49-F238E27FC236}">
                      <a16:creationId xmlns:a16="http://schemas.microsoft.com/office/drawing/2014/main" id="{57E4DE24-723E-0A6B-6FD7-DA39BEBC1AC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8" name="Group 1037">
                <a:extLst>
                  <a:ext uri="{FF2B5EF4-FFF2-40B4-BE49-F238E27FC236}">
                    <a16:creationId xmlns:a16="http://schemas.microsoft.com/office/drawing/2014/main" id="{5AAF3289-5FD0-716F-882F-831CCC74530D}"/>
                  </a:ext>
                </a:extLst>
              </p:cNvPr>
              <p:cNvGrpSpPr/>
              <p:nvPr/>
            </p:nvGrpSpPr>
            <p:grpSpPr>
              <a:xfrm rot="10800000">
                <a:off x="8265463" y="2567223"/>
                <a:ext cx="242005" cy="46723"/>
                <a:chOff x="7979724" y="3580291"/>
                <a:chExt cx="242005" cy="43678"/>
              </a:xfrm>
            </p:grpSpPr>
            <p:sp>
              <p:nvSpPr>
                <p:cNvPr id="1293" name="Oval 1292">
                  <a:extLst>
                    <a:ext uri="{FF2B5EF4-FFF2-40B4-BE49-F238E27FC236}">
                      <a16:creationId xmlns:a16="http://schemas.microsoft.com/office/drawing/2014/main" id="{6E6BDCAF-AAC5-799D-4377-0567BD12EDC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4" name="Oval 1293">
                  <a:extLst>
                    <a:ext uri="{FF2B5EF4-FFF2-40B4-BE49-F238E27FC236}">
                      <a16:creationId xmlns:a16="http://schemas.microsoft.com/office/drawing/2014/main" id="{2414DC6A-19C3-3E52-9788-29BC6494A9C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5" name="Oval 1294">
                  <a:extLst>
                    <a:ext uri="{FF2B5EF4-FFF2-40B4-BE49-F238E27FC236}">
                      <a16:creationId xmlns:a16="http://schemas.microsoft.com/office/drawing/2014/main" id="{4605CB85-EBB9-56A9-9B43-7E9E94EC38B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6" name="Oval 1295">
                  <a:extLst>
                    <a:ext uri="{FF2B5EF4-FFF2-40B4-BE49-F238E27FC236}">
                      <a16:creationId xmlns:a16="http://schemas.microsoft.com/office/drawing/2014/main" id="{71DC60CA-8E6C-E8D0-B370-8D7B9AA1B8C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7" name="Oval 1296">
                  <a:extLst>
                    <a:ext uri="{FF2B5EF4-FFF2-40B4-BE49-F238E27FC236}">
                      <a16:creationId xmlns:a16="http://schemas.microsoft.com/office/drawing/2014/main" id="{74D8B840-E35A-89A7-8F0C-B27FCC653D2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8" name="Oval 1297">
                  <a:extLst>
                    <a:ext uri="{FF2B5EF4-FFF2-40B4-BE49-F238E27FC236}">
                      <a16:creationId xmlns:a16="http://schemas.microsoft.com/office/drawing/2014/main" id="{6D7A7CFA-7CEE-8314-B31C-03CF7606627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9" name="Oval 1298">
                  <a:extLst>
                    <a:ext uri="{FF2B5EF4-FFF2-40B4-BE49-F238E27FC236}">
                      <a16:creationId xmlns:a16="http://schemas.microsoft.com/office/drawing/2014/main" id="{C009D923-CA41-5E0C-522C-7C6A8CC36A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0" name="Oval 1299">
                  <a:extLst>
                    <a:ext uri="{FF2B5EF4-FFF2-40B4-BE49-F238E27FC236}">
                      <a16:creationId xmlns:a16="http://schemas.microsoft.com/office/drawing/2014/main" id="{A8634571-9BFD-18A2-3E9A-650754B3F6D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9" name="Group 1038">
                <a:extLst>
                  <a:ext uri="{FF2B5EF4-FFF2-40B4-BE49-F238E27FC236}">
                    <a16:creationId xmlns:a16="http://schemas.microsoft.com/office/drawing/2014/main" id="{F15532CB-F6C8-A13F-CBAF-6EA2E2738EFB}"/>
                  </a:ext>
                </a:extLst>
              </p:cNvPr>
              <p:cNvGrpSpPr/>
              <p:nvPr/>
            </p:nvGrpSpPr>
            <p:grpSpPr>
              <a:xfrm>
                <a:off x="8194306" y="2568039"/>
                <a:ext cx="242005" cy="43678"/>
                <a:chOff x="7979724" y="3580291"/>
                <a:chExt cx="242005" cy="43678"/>
              </a:xfrm>
            </p:grpSpPr>
            <p:sp>
              <p:nvSpPr>
                <p:cNvPr id="1285" name="Oval 1284">
                  <a:extLst>
                    <a:ext uri="{FF2B5EF4-FFF2-40B4-BE49-F238E27FC236}">
                      <a16:creationId xmlns:a16="http://schemas.microsoft.com/office/drawing/2014/main" id="{5B92407F-B7D7-D0B3-274E-FD2A5110117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6" name="Oval 1285">
                  <a:extLst>
                    <a:ext uri="{FF2B5EF4-FFF2-40B4-BE49-F238E27FC236}">
                      <a16:creationId xmlns:a16="http://schemas.microsoft.com/office/drawing/2014/main" id="{7AFC0E85-44EF-4F3D-2ED6-A19F1DC3279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7" name="Oval 1286">
                  <a:extLst>
                    <a:ext uri="{FF2B5EF4-FFF2-40B4-BE49-F238E27FC236}">
                      <a16:creationId xmlns:a16="http://schemas.microsoft.com/office/drawing/2014/main" id="{82BDE620-0B26-547B-833F-C434ADDE620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8" name="Oval 1287">
                  <a:extLst>
                    <a:ext uri="{FF2B5EF4-FFF2-40B4-BE49-F238E27FC236}">
                      <a16:creationId xmlns:a16="http://schemas.microsoft.com/office/drawing/2014/main" id="{39F5C16E-AEA2-B3E8-C66F-8EFC5875C58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9" name="Oval 1288">
                  <a:extLst>
                    <a:ext uri="{FF2B5EF4-FFF2-40B4-BE49-F238E27FC236}">
                      <a16:creationId xmlns:a16="http://schemas.microsoft.com/office/drawing/2014/main" id="{903EC3B9-223E-A5B5-6A23-849E0F41F7F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0" name="Oval 1289">
                  <a:extLst>
                    <a:ext uri="{FF2B5EF4-FFF2-40B4-BE49-F238E27FC236}">
                      <a16:creationId xmlns:a16="http://schemas.microsoft.com/office/drawing/2014/main" id="{DCB536F7-412F-3C07-2DCA-FB4B823024F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1" name="Oval 1290">
                  <a:extLst>
                    <a:ext uri="{FF2B5EF4-FFF2-40B4-BE49-F238E27FC236}">
                      <a16:creationId xmlns:a16="http://schemas.microsoft.com/office/drawing/2014/main" id="{3EF96728-7D74-862E-4E34-9204C2E4F0D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2" name="Oval 1291">
                  <a:extLst>
                    <a:ext uri="{FF2B5EF4-FFF2-40B4-BE49-F238E27FC236}">
                      <a16:creationId xmlns:a16="http://schemas.microsoft.com/office/drawing/2014/main" id="{0B458297-C257-2DA9-6C9B-45107A81EB7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0" name="Group 1039">
                <a:extLst>
                  <a:ext uri="{FF2B5EF4-FFF2-40B4-BE49-F238E27FC236}">
                    <a16:creationId xmlns:a16="http://schemas.microsoft.com/office/drawing/2014/main" id="{0F0EAD21-4937-52E9-47E1-664FBC379DF8}"/>
                  </a:ext>
                </a:extLst>
              </p:cNvPr>
              <p:cNvGrpSpPr/>
              <p:nvPr/>
            </p:nvGrpSpPr>
            <p:grpSpPr>
              <a:xfrm rot="10800000">
                <a:off x="7808283" y="2554879"/>
                <a:ext cx="242005" cy="46723"/>
                <a:chOff x="7979724" y="3580291"/>
                <a:chExt cx="242005" cy="43678"/>
              </a:xfrm>
            </p:grpSpPr>
            <p:sp>
              <p:nvSpPr>
                <p:cNvPr id="1277" name="Oval 1276">
                  <a:extLst>
                    <a:ext uri="{FF2B5EF4-FFF2-40B4-BE49-F238E27FC236}">
                      <a16:creationId xmlns:a16="http://schemas.microsoft.com/office/drawing/2014/main" id="{0003B255-6194-5EA5-C0E0-383B996A6B6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Oval 1277">
                  <a:extLst>
                    <a:ext uri="{FF2B5EF4-FFF2-40B4-BE49-F238E27FC236}">
                      <a16:creationId xmlns:a16="http://schemas.microsoft.com/office/drawing/2014/main" id="{61610CD2-023D-E1A2-C32F-580DDAA406D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Oval 1278">
                  <a:extLst>
                    <a:ext uri="{FF2B5EF4-FFF2-40B4-BE49-F238E27FC236}">
                      <a16:creationId xmlns:a16="http://schemas.microsoft.com/office/drawing/2014/main" id="{BB3879CA-E9D2-2B73-0E4E-7FF74412D47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0" name="Oval 1279">
                  <a:extLst>
                    <a:ext uri="{FF2B5EF4-FFF2-40B4-BE49-F238E27FC236}">
                      <a16:creationId xmlns:a16="http://schemas.microsoft.com/office/drawing/2014/main" id="{BDEEACC9-15B7-C6BD-B75E-1FA88CFD4C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1" name="Oval 1280">
                  <a:extLst>
                    <a:ext uri="{FF2B5EF4-FFF2-40B4-BE49-F238E27FC236}">
                      <a16:creationId xmlns:a16="http://schemas.microsoft.com/office/drawing/2014/main" id="{5B62B22A-5407-6680-4261-87E3F2F28DB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2" name="Oval 1281">
                  <a:extLst>
                    <a:ext uri="{FF2B5EF4-FFF2-40B4-BE49-F238E27FC236}">
                      <a16:creationId xmlns:a16="http://schemas.microsoft.com/office/drawing/2014/main" id="{BB87D966-0FAE-51A0-FEB3-72013D8C2B9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3" name="Oval 1282">
                  <a:extLst>
                    <a:ext uri="{FF2B5EF4-FFF2-40B4-BE49-F238E27FC236}">
                      <a16:creationId xmlns:a16="http://schemas.microsoft.com/office/drawing/2014/main" id="{38C66285-A03E-8E33-8B38-1B024F035FC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4" name="Oval 1283">
                  <a:extLst>
                    <a:ext uri="{FF2B5EF4-FFF2-40B4-BE49-F238E27FC236}">
                      <a16:creationId xmlns:a16="http://schemas.microsoft.com/office/drawing/2014/main" id="{BBE4092C-46DF-28EA-96DC-27D95ED093C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1" name="Group 1040">
                <a:extLst>
                  <a:ext uri="{FF2B5EF4-FFF2-40B4-BE49-F238E27FC236}">
                    <a16:creationId xmlns:a16="http://schemas.microsoft.com/office/drawing/2014/main" id="{C7BFBCB3-F77C-76DF-E47D-7CF199626371}"/>
                  </a:ext>
                </a:extLst>
              </p:cNvPr>
              <p:cNvGrpSpPr/>
              <p:nvPr/>
            </p:nvGrpSpPr>
            <p:grpSpPr>
              <a:xfrm>
                <a:off x="7737126" y="2555695"/>
                <a:ext cx="242005" cy="43678"/>
                <a:chOff x="7979724" y="3580291"/>
                <a:chExt cx="242005" cy="43678"/>
              </a:xfrm>
            </p:grpSpPr>
            <p:sp>
              <p:nvSpPr>
                <p:cNvPr id="1269" name="Oval 1268">
                  <a:extLst>
                    <a:ext uri="{FF2B5EF4-FFF2-40B4-BE49-F238E27FC236}">
                      <a16:creationId xmlns:a16="http://schemas.microsoft.com/office/drawing/2014/main" id="{2F626C43-7848-27DE-433A-CB40AC6F749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Oval 1269">
                  <a:extLst>
                    <a:ext uri="{FF2B5EF4-FFF2-40B4-BE49-F238E27FC236}">
                      <a16:creationId xmlns:a16="http://schemas.microsoft.com/office/drawing/2014/main" id="{277E86B2-2ADE-58B0-1FBD-4F3A0D06B1C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Oval 1270">
                  <a:extLst>
                    <a:ext uri="{FF2B5EF4-FFF2-40B4-BE49-F238E27FC236}">
                      <a16:creationId xmlns:a16="http://schemas.microsoft.com/office/drawing/2014/main" id="{27DADD96-50D4-14D4-8DED-BD528FA95B9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Oval 1271">
                  <a:extLst>
                    <a:ext uri="{FF2B5EF4-FFF2-40B4-BE49-F238E27FC236}">
                      <a16:creationId xmlns:a16="http://schemas.microsoft.com/office/drawing/2014/main" id="{8DCF155F-D37C-9136-ED61-0DCD62B6B42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Oval 1272">
                  <a:extLst>
                    <a:ext uri="{FF2B5EF4-FFF2-40B4-BE49-F238E27FC236}">
                      <a16:creationId xmlns:a16="http://schemas.microsoft.com/office/drawing/2014/main" id="{04B92D69-FE26-9FBD-55A5-2794874E4A3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Oval 1273">
                  <a:extLst>
                    <a:ext uri="{FF2B5EF4-FFF2-40B4-BE49-F238E27FC236}">
                      <a16:creationId xmlns:a16="http://schemas.microsoft.com/office/drawing/2014/main" id="{2ABD6ADD-0389-CADE-8AA3-D378F3202BA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Oval 1274">
                  <a:extLst>
                    <a:ext uri="{FF2B5EF4-FFF2-40B4-BE49-F238E27FC236}">
                      <a16:creationId xmlns:a16="http://schemas.microsoft.com/office/drawing/2014/main" id="{92ED195B-19C6-1085-2FC0-1C55B1C1952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Oval 1275">
                  <a:extLst>
                    <a:ext uri="{FF2B5EF4-FFF2-40B4-BE49-F238E27FC236}">
                      <a16:creationId xmlns:a16="http://schemas.microsoft.com/office/drawing/2014/main" id="{E5AC5EF0-42FB-3D2D-D26F-56B93C9BD4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2" name="Group 1041">
                <a:extLst>
                  <a:ext uri="{FF2B5EF4-FFF2-40B4-BE49-F238E27FC236}">
                    <a16:creationId xmlns:a16="http://schemas.microsoft.com/office/drawing/2014/main" id="{D2F2C674-FC55-A0A2-989C-AF72B2704937}"/>
                  </a:ext>
                </a:extLst>
              </p:cNvPr>
              <p:cNvGrpSpPr/>
              <p:nvPr/>
            </p:nvGrpSpPr>
            <p:grpSpPr>
              <a:xfrm rot="10800000">
                <a:off x="6986642" y="2392214"/>
                <a:ext cx="141852" cy="84147"/>
                <a:chOff x="7979724" y="3580291"/>
                <a:chExt cx="242005" cy="43678"/>
              </a:xfrm>
            </p:grpSpPr>
            <p:sp>
              <p:nvSpPr>
                <p:cNvPr id="1261" name="Oval 1260">
                  <a:extLst>
                    <a:ext uri="{FF2B5EF4-FFF2-40B4-BE49-F238E27FC236}">
                      <a16:creationId xmlns:a16="http://schemas.microsoft.com/office/drawing/2014/main" id="{EA5376F7-B180-A215-C83B-3A8BE39FDAF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2" name="Oval 1261">
                  <a:extLst>
                    <a:ext uri="{FF2B5EF4-FFF2-40B4-BE49-F238E27FC236}">
                      <a16:creationId xmlns:a16="http://schemas.microsoft.com/office/drawing/2014/main" id="{D8E4EBF3-912F-97B9-BFC5-9651EE88863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3" name="Oval 1262">
                  <a:extLst>
                    <a:ext uri="{FF2B5EF4-FFF2-40B4-BE49-F238E27FC236}">
                      <a16:creationId xmlns:a16="http://schemas.microsoft.com/office/drawing/2014/main" id="{38FBFD83-6175-2F93-65B2-DF42508BAF0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Oval 1263">
                  <a:extLst>
                    <a:ext uri="{FF2B5EF4-FFF2-40B4-BE49-F238E27FC236}">
                      <a16:creationId xmlns:a16="http://schemas.microsoft.com/office/drawing/2014/main" id="{CC92A46A-5800-E8EE-6A8D-CDB75D71108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5" name="Oval 1264">
                  <a:extLst>
                    <a:ext uri="{FF2B5EF4-FFF2-40B4-BE49-F238E27FC236}">
                      <a16:creationId xmlns:a16="http://schemas.microsoft.com/office/drawing/2014/main" id="{72DE30F2-5C4A-22C2-BB82-F2EE54B7F66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Oval 1265">
                  <a:extLst>
                    <a:ext uri="{FF2B5EF4-FFF2-40B4-BE49-F238E27FC236}">
                      <a16:creationId xmlns:a16="http://schemas.microsoft.com/office/drawing/2014/main" id="{AE110B66-3880-CFB9-814B-6C4C4B01986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Oval 1266">
                  <a:extLst>
                    <a:ext uri="{FF2B5EF4-FFF2-40B4-BE49-F238E27FC236}">
                      <a16:creationId xmlns:a16="http://schemas.microsoft.com/office/drawing/2014/main" id="{25776288-8AEE-7624-1313-00500550895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Oval 1267">
                  <a:extLst>
                    <a:ext uri="{FF2B5EF4-FFF2-40B4-BE49-F238E27FC236}">
                      <a16:creationId xmlns:a16="http://schemas.microsoft.com/office/drawing/2014/main" id="{B523FF92-A9E3-D255-CBDC-69BEDC3BFEA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3" name="Group 1042">
                <a:extLst>
                  <a:ext uri="{FF2B5EF4-FFF2-40B4-BE49-F238E27FC236}">
                    <a16:creationId xmlns:a16="http://schemas.microsoft.com/office/drawing/2014/main" id="{66373348-D166-5BD6-2484-77ABFEE760F9}"/>
                  </a:ext>
                </a:extLst>
              </p:cNvPr>
              <p:cNvGrpSpPr/>
              <p:nvPr/>
            </p:nvGrpSpPr>
            <p:grpSpPr>
              <a:xfrm rot="10800000">
                <a:off x="7005009" y="2774977"/>
                <a:ext cx="242005" cy="82555"/>
                <a:chOff x="7979724" y="3580291"/>
                <a:chExt cx="242005" cy="43678"/>
              </a:xfrm>
            </p:grpSpPr>
            <p:sp>
              <p:nvSpPr>
                <p:cNvPr id="1253" name="Oval 1252">
                  <a:extLst>
                    <a:ext uri="{FF2B5EF4-FFF2-40B4-BE49-F238E27FC236}">
                      <a16:creationId xmlns:a16="http://schemas.microsoft.com/office/drawing/2014/main" id="{3B9E6685-C801-EAD0-3080-869FFA94DEB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4" name="Oval 1253">
                  <a:extLst>
                    <a:ext uri="{FF2B5EF4-FFF2-40B4-BE49-F238E27FC236}">
                      <a16:creationId xmlns:a16="http://schemas.microsoft.com/office/drawing/2014/main" id="{474214DB-D76F-C0E8-8317-5270006E5C1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5" name="Oval 1254">
                  <a:extLst>
                    <a:ext uri="{FF2B5EF4-FFF2-40B4-BE49-F238E27FC236}">
                      <a16:creationId xmlns:a16="http://schemas.microsoft.com/office/drawing/2014/main" id="{3FA13319-CA7E-D2D5-A8BA-BD8DC189622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6" name="Oval 1255">
                  <a:extLst>
                    <a:ext uri="{FF2B5EF4-FFF2-40B4-BE49-F238E27FC236}">
                      <a16:creationId xmlns:a16="http://schemas.microsoft.com/office/drawing/2014/main" id="{CEDBFF24-2C17-3BB5-9423-DD647DFF9B1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7" name="Oval 1256">
                  <a:extLst>
                    <a:ext uri="{FF2B5EF4-FFF2-40B4-BE49-F238E27FC236}">
                      <a16:creationId xmlns:a16="http://schemas.microsoft.com/office/drawing/2014/main" id="{1C8E53B8-5A8B-5629-3E20-B4AD0080E60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8" name="Oval 1257">
                  <a:extLst>
                    <a:ext uri="{FF2B5EF4-FFF2-40B4-BE49-F238E27FC236}">
                      <a16:creationId xmlns:a16="http://schemas.microsoft.com/office/drawing/2014/main" id="{7896F561-7366-E41D-ACB5-6DEF69B7F40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9" name="Oval 1258">
                  <a:extLst>
                    <a:ext uri="{FF2B5EF4-FFF2-40B4-BE49-F238E27FC236}">
                      <a16:creationId xmlns:a16="http://schemas.microsoft.com/office/drawing/2014/main" id="{0AB761C7-447E-287E-A990-346A1C12DAF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0" name="Oval 1259">
                  <a:extLst>
                    <a:ext uri="{FF2B5EF4-FFF2-40B4-BE49-F238E27FC236}">
                      <a16:creationId xmlns:a16="http://schemas.microsoft.com/office/drawing/2014/main" id="{2CD6D864-8093-1A4D-5683-650A49279E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4" name="Group 1043">
                <a:extLst>
                  <a:ext uri="{FF2B5EF4-FFF2-40B4-BE49-F238E27FC236}">
                    <a16:creationId xmlns:a16="http://schemas.microsoft.com/office/drawing/2014/main" id="{BA560C0B-39EF-34D1-9432-7DEE19AF1D58}"/>
                  </a:ext>
                </a:extLst>
              </p:cNvPr>
              <p:cNvGrpSpPr/>
              <p:nvPr/>
            </p:nvGrpSpPr>
            <p:grpSpPr>
              <a:xfrm>
                <a:off x="6933853" y="2775793"/>
                <a:ext cx="242005" cy="77175"/>
                <a:chOff x="7979724" y="3580291"/>
                <a:chExt cx="242005" cy="43678"/>
              </a:xfrm>
            </p:grpSpPr>
            <p:sp>
              <p:nvSpPr>
                <p:cNvPr id="1245" name="Oval 1244">
                  <a:extLst>
                    <a:ext uri="{FF2B5EF4-FFF2-40B4-BE49-F238E27FC236}">
                      <a16:creationId xmlns:a16="http://schemas.microsoft.com/office/drawing/2014/main" id="{09C97D7A-CE9F-0D28-5471-69897BDB6B6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6" name="Oval 1245">
                  <a:extLst>
                    <a:ext uri="{FF2B5EF4-FFF2-40B4-BE49-F238E27FC236}">
                      <a16:creationId xmlns:a16="http://schemas.microsoft.com/office/drawing/2014/main" id="{7C584796-5B49-3A63-2F94-A15752B95A8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7" name="Oval 1246">
                  <a:extLst>
                    <a:ext uri="{FF2B5EF4-FFF2-40B4-BE49-F238E27FC236}">
                      <a16:creationId xmlns:a16="http://schemas.microsoft.com/office/drawing/2014/main" id="{AA3B9052-DE5C-CBA7-2A62-CDE5ABA98B2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8" name="Oval 1247">
                  <a:extLst>
                    <a:ext uri="{FF2B5EF4-FFF2-40B4-BE49-F238E27FC236}">
                      <a16:creationId xmlns:a16="http://schemas.microsoft.com/office/drawing/2014/main" id="{7A87D72C-57CE-2EA4-B8DC-414E1D494DF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9" name="Oval 1248">
                  <a:extLst>
                    <a:ext uri="{FF2B5EF4-FFF2-40B4-BE49-F238E27FC236}">
                      <a16:creationId xmlns:a16="http://schemas.microsoft.com/office/drawing/2014/main" id="{853D8984-AA02-ECA9-ACA1-8E7D763510F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0" name="Oval 1249">
                  <a:extLst>
                    <a:ext uri="{FF2B5EF4-FFF2-40B4-BE49-F238E27FC236}">
                      <a16:creationId xmlns:a16="http://schemas.microsoft.com/office/drawing/2014/main" id="{AA6F0CC8-8B2C-6F4D-AD30-B65BF51A5EC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1" name="Oval 1250">
                  <a:extLst>
                    <a:ext uri="{FF2B5EF4-FFF2-40B4-BE49-F238E27FC236}">
                      <a16:creationId xmlns:a16="http://schemas.microsoft.com/office/drawing/2014/main" id="{0939913F-4F52-0031-55E5-2B0A8299C6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2" name="Oval 1251">
                  <a:extLst>
                    <a:ext uri="{FF2B5EF4-FFF2-40B4-BE49-F238E27FC236}">
                      <a16:creationId xmlns:a16="http://schemas.microsoft.com/office/drawing/2014/main" id="{2A656D59-85A1-CC79-F692-AB23F644830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5" name="Group 1044">
                <a:extLst>
                  <a:ext uri="{FF2B5EF4-FFF2-40B4-BE49-F238E27FC236}">
                    <a16:creationId xmlns:a16="http://schemas.microsoft.com/office/drawing/2014/main" id="{C3088D56-DBE7-A88C-A809-1D0FACE75D08}"/>
                  </a:ext>
                </a:extLst>
              </p:cNvPr>
              <p:cNvGrpSpPr/>
              <p:nvPr/>
            </p:nvGrpSpPr>
            <p:grpSpPr>
              <a:xfrm rot="10800000">
                <a:off x="7598597" y="2198987"/>
                <a:ext cx="242005" cy="46723"/>
                <a:chOff x="7979724" y="3580291"/>
                <a:chExt cx="242005" cy="43678"/>
              </a:xfrm>
            </p:grpSpPr>
            <p:sp>
              <p:nvSpPr>
                <p:cNvPr id="1237" name="Oval 1236">
                  <a:extLst>
                    <a:ext uri="{FF2B5EF4-FFF2-40B4-BE49-F238E27FC236}">
                      <a16:creationId xmlns:a16="http://schemas.microsoft.com/office/drawing/2014/main" id="{28F8F626-62C6-7A9B-58D9-92B18282750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8" name="Oval 1237">
                  <a:extLst>
                    <a:ext uri="{FF2B5EF4-FFF2-40B4-BE49-F238E27FC236}">
                      <a16:creationId xmlns:a16="http://schemas.microsoft.com/office/drawing/2014/main" id="{938E9C1C-695E-5C33-CAF9-2AB47739BD9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9" name="Oval 1238">
                  <a:extLst>
                    <a:ext uri="{FF2B5EF4-FFF2-40B4-BE49-F238E27FC236}">
                      <a16:creationId xmlns:a16="http://schemas.microsoft.com/office/drawing/2014/main" id="{69D88CE6-DD0C-3403-5FD3-01722630BA7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0" name="Oval 1239">
                  <a:extLst>
                    <a:ext uri="{FF2B5EF4-FFF2-40B4-BE49-F238E27FC236}">
                      <a16:creationId xmlns:a16="http://schemas.microsoft.com/office/drawing/2014/main" id="{4F070F3C-A8AB-E302-B194-057743C8FD4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1" name="Oval 1240">
                  <a:extLst>
                    <a:ext uri="{FF2B5EF4-FFF2-40B4-BE49-F238E27FC236}">
                      <a16:creationId xmlns:a16="http://schemas.microsoft.com/office/drawing/2014/main" id="{5499E577-29DA-01FE-C1B2-78C11881414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2" name="Oval 1241">
                  <a:extLst>
                    <a:ext uri="{FF2B5EF4-FFF2-40B4-BE49-F238E27FC236}">
                      <a16:creationId xmlns:a16="http://schemas.microsoft.com/office/drawing/2014/main" id="{0B965639-7324-E406-0B54-2765EFE84B1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3" name="Oval 1242">
                  <a:extLst>
                    <a:ext uri="{FF2B5EF4-FFF2-40B4-BE49-F238E27FC236}">
                      <a16:creationId xmlns:a16="http://schemas.microsoft.com/office/drawing/2014/main" id="{1D19F9DB-FDB3-C820-6855-B13AC39E632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4" name="Oval 1243">
                  <a:extLst>
                    <a:ext uri="{FF2B5EF4-FFF2-40B4-BE49-F238E27FC236}">
                      <a16:creationId xmlns:a16="http://schemas.microsoft.com/office/drawing/2014/main" id="{F74BE871-7A33-37BF-0B05-33903BFCEED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6" name="Group 1045">
                <a:extLst>
                  <a:ext uri="{FF2B5EF4-FFF2-40B4-BE49-F238E27FC236}">
                    <a16:creationId xmlns:a16="http://schemas.microsoft.com/office/drawing/2014/main" id="{31E0910D-01AA-131A-FDC7-A41C67D4C772}"/>
                  </a:ext>
                </a:extLst>
              </p:cNvPr>
              <p:cNvGrpSpPr/>
              <p:nvPr/>
            </p:nvGrpSpPr>
            <p:grpSpPr>
              <a:xfrm>
                <a:off x="7527440" y="2199803"/>
                <a:ext cx="242005" cy="43678"/>
                <a:chOff x="7979724" y="3580291"/>
                <a:chExt cx="242005" cy="43678"/>
              </a:xfrm>
            </p:grpSpPr>
            <p:sp>
              <p:nvSpPr>
                <p:cNvPr id="1229" name="Oval 1228">
                  <a:extLst>
                    <a:ext uri="{FF2B5EF4-FFF2-40B4-BE49-F238E27FC236}">
                      <a16:creationId xmlns:a16="http://schemas.microsoft.com/office/drawing/2014/main" id="{BA15424C-50A1-186A-A013-B3A39A52CC6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 name="Oval 1229">
                  <a:extLst>
                    <a:ext uri="{FF2B5EF4-FFF2-40B4-BE49-F238E27FC236}">
                      <a16:creationId xmlns:a16="http://schemas.microsoft.com/office/drawing/2014/main" id="{238E95E5-AA93-2107-93B4-1E4DD6F71E5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 name="Oval 1230">
                  <a:extLst>
                    <a:ext uri="{FF2B5EF4-FFF2-40B4-BE49-F238E27FC236}">
                      <a16:creationId xmlns:a16="http://schemas.microsoft.com/office/drawing/2014/main" id="{6D393272-7969-9C64-60E4-9E7D40BA41E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2" name="Oval 1231">
                  <a:extLst>
                    <a:ext uri="{FF2B5EF4-FFF2-40B4-BE49-F238E27FC236}">
                      <a16:creationId xmlns:a16="http://schemas.microsoft.com/office/drawing/2014/main" id="{D07BC4A9-64EE-CB11-E990-54B88009703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3" name="Oval 1232">
                  <a:extLst>
                    <a:ext uri="{FF2B5EF4-FFF2-40B4-BE49-F238E27FC236}">
                      <a16:creationId xmlns:a16="http://schemas.microsoft.com/office/drawing/2014/main" id="{BAB74599-D579-4BAB-4449-6A56B524F1B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4" name="Oval 1233">
                  <a:extLst>
                    <a:ext uri="{FF2B5EF4-FFF2-40B4-BE49-F238E27FC236}">
                      <a16:creationId xmlns:a16="http://schemas.microsoft.com/office/drawing/2014/main" id="{2708F539-BC25-DE1E-8078-606AF2AE9E1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5" name="Oval 1234">
                  <a:extLst>
                    <a:ext uri="{FF2B5EF4-FFF2-40B4-BE49-F238E27FC236}">
                      <a16:creationId xmlns:a16="http://schemas.microsoft.com/office/drawing/2014/main" id="{5B3E838A-66C3-FF74-4938-9CDE2763F8D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6" name="Oval 1235">
                  <a:extLst>
                    <a:ext uri="{FF2B5EF4-FFF2-40B4-BE49-F238E27FC236}">
                      <a16:creationId xmlns:a16="http://schemas.microsoft.com/office/drawing/2014/main" id="{A8932446-5E87-4371-0357-7058984CF5E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7" name="Group 1046">
                <a:extLst>
                  <a:ext uri="{FF2B5EF4-FFF2-40B4-BE49-F238E27FC236}">
                    <a16:creationId xmlns:a16="http://schemas.microsoft.com/office/drawing/2014/main" id="{2BF8F618-CED4-69F6-CE55-2F37BD18BE6B}"/>
                  </a:ext>
                </a:extLst>
              </p:cNvPr>
              <p:cNvGrpSpPr/>
              <p:nvPr/>
            </p:nvGrpSpPr>
            <p:grpSpPr>
              <a:xfrm rot="13181925">
                <a:off x="7169556" y="2846327"/>
                <a:ext cx="242005" cy="46723"/>
                <a:chOff x="7979724" y="3580291"/>
                <a:chExt cx="242005" cy="43678"/>
              </a:xfrm>
            </p:grpSpPr>
            <p:sp>
              <p:nvSpPr>
                <p:cNvPr id="1221" name="Oval 1220">
                  <a:extLst>
                    <a:ext uri="{FF2B5EF4-FFF2-40B4-BE49-F238E27FC236}">
                      <a16:creationId xmlns:a16="http://schemas.microsoft.com/office/drawing/2014/main" id="{FDC3B7B6-8145-D931-45E5-FB16796B0D6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2" name="Oval 1221">
                  <a:extLst>
                    <a:ext uri="{FF2B5EF4-FFF2-40B4-BE49-F238E27FC236}">
                      <a16:creationId xmlns:a16="http://schemas.microsoft.com/office/drawing/2014/main" id="{1F23351E-FA8A-3A77-1DAB-871040979E0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3" name="Oval 1222">
                  <a:extLst>
                    <a:ext uri="{FF2B5EF4-FFF2-40B4-BE49-F238E27FC236}">
                      <a16:creationId xmlns:a16="http://schemas.microsoft.com/office/drawing/2014/main" id="{601ABE84-60CD-82BB-8FE3-67AF19F0A22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4" name="Oval 1223">
                  <a:extLst>
                    <a:ext uri="{FF2B5EF4-FFF2-40B4-BE49-F238E27FC236}">
                      <a16:creationId xmlns:a16="http://schemas.microsoft.com/office/drawing/2014/main" id="{CF45732C-FE32-8882-059A-055DDD78BB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5" name="Oval 1224">
                  <a:extLst>
                    <a:ext uri="{FF2B5EF4-FFF2-40B4-BE49-F238E27FC236}">
                      <a16:creationId xmlns:a16="http://schemas.microsoft.com/office/drawing/2014/main" id="{744739DD-B4D0-8F54-EA8A-BAB6B90D493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6" name="Oval 1225">
                  <a:extLst>
                    <a:ext uri="{FF2B5EF4-FFF2-40B4-BE49-F238E27FC236}">
                      <a16:creationId xmlns:a16="http://schemas.microsoft.com/office/drawing/2014/main" id="{266E3E6A-C190-9B40-0219-6AA3F3D45B4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7" name="Oval 1226">
                  <a:extLst>
                    <a:ext uri="{FF2B5EF4-FFF2-40B4-BE49-F238E27FC236}">
                      <a16:creationId xmlns:a16="http://schemas.microsoft.com/office/drawing/2014/main" id="{62D1AD4A-8477-43DA-0B1E-F2DBB26A7DE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8" name="Oval 1227">
                  <a:extLst>
                    <a:ext uri="{FF2B5EF4-FFF2-40B4-BE49-F238E27FC236}">
                      <a16:creationId xmlns:a16="http://schemas.microsoft.com/office/drawing/2014/main" id="{E88FDF77-DFF6-9EF0-AEF6-A52F18F8D94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8" name="Group 1047">
                <a:extLst>
                  <a:ext uri="{FF2B5EF4-FFF2-40B4-BE49-F238E27FC236}">
                    <a16:creationId xmlns:a16="http://schemas.microsoft.com/office/drawing/2014/main" id="{D35EDB59-E5E6-C6B1-8267-30EA7BB4C345}"/>
                  </a:ext>
                </a:extLst>
              </p:cNvPr>
              <p:cNvGrpSpPr/>
              <p:nvPr/>
            </p:nvGrpSpPr>
            <p:grpSpPr>
              <a:xfrm rot="13181925">
                <a:off x="7400392" y="2167959"/>
                <a:ext cx="174914" cy="54480"/>
                <a:chOff x="7979724" y="3580291"/>
                <a:chExt cx="242005" cy="43678"/>
              </a:xfrm>
            </p:grpSpPr>
            <p:sp>
              <p:nvSpPr>
                <p:cNvPr id="1213" name="Oval 1212">
                  <a:extLst>
                    <a:ext uri="{FF2B5EF4-FFF2-40B4-BE49-F238E27FC236}">
                      <a16:creationId xmlns:a16="http://schemas.microsoft.com/office/drawing/2014/main" id="{2BDBD786-D240-2E0C-BB1C-819F3553659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4" name="Oval 1213">
                  <a:extLst>
                    <a:ext uri="{FF2B5EF4-FFF2-40B4-BE49-F238E27FC236}">
                      <a16:creationId xmlns:a16="http://schemas.microsoft.com/office/drawing/2014/main" id="{371713C4-3266-52D0-43A1-D334D43AF06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5" name="Oval 1214">
                  <a:extLst>
                    <a:ext uri="{FF2B5EF4-FFF2-40B4-BE49-F238E27FC236}">
                      <a16:creationId xmlns:a16="http://schemas.microsoft.com/office/drawing/2014/main" id="{1B439A51-5016-15E0-EB5F-96B0AD76D7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6" name="Oval 1215">
                  <a:extLst>
                    <a:ext uri="{FF2B5EF4-FFF2-40B4-BE49-F238E27FC236}">
                      <a16:creationId xmlns:a16="http://schemas.microsoft.com/office/drawing/2014/main" id="{84541B0D-146F-1F4E-2C0E-D3F56735E1F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7" name="Oval 1216">
                  <a:extLst>
                    <a:ext uri="{FF2B5EF4-FFF2-40B4-BE49-F238E27FC236}">
                      <a16:creationId xmlns:a16="http://schemas.microsoft.com/office/drawing/2014/main" id="{8F42E7BF-9286-FE12-1E7C-8F23FD4E9F7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 name="Oval 1217">
                  <a:extLst>
                    <a:ext uri="{FF2B5EF4-FFF2-40B4-BE49-F238E27FC236}">
                      <a16:creationId xmlns:a16="http://schemas.microsoft.com/office/drawing/2014/main" id="{2DD562B1-DED5-1219-3B77-533AEC9BB5D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9" name="Oval 1218">
                  <a:extLst>
                    <a:ext uri="{FF2B5EF4-FFF2-40B4-BE49-F238E27FC236}">
                      <a16:creationId xmlns:a16="http://schemas.microsoft.com/office/drawing/2014/main" id="{22EB4728-9D5A-1F60-205E-7B97C6046DE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0" name="Oval 1219">
                  <a:extLst>
                    <a:ext uri="{FF2B5EF4-FFF2-40B4-BE49-F238E27FC236}">
                      <a16:creationId xmlns:a16="http://schemas.microsoft.com/office/drawing/2014/main" id="{BC9F4932-B2CA-032A-FFCF-53C07314B92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9" name="Group 1048">
                <a:extLst>
                  <a:ext uri="{FF2B5EF4-FFF2-40B4-BE49-F238E27FC236}">
                    <a16:creationId xmlns:a16="http://schemas.microsoft.com/office/drawing/2014/main" id="{41749463-4C5E-9E37-12BF-448D9A7F74F3}"/>
                  </a:ext>
                </a:extLst>
              </p:cNvPr>
              <p:cNvGrpSpPr/>
              <p:nvPr/>
            </p:nvGrpSpPr>
            <p:grpSpPr>
              <a:xfrm rot="8224268">
                <a:off x="6847232" y="2814695"/>
                <a:ext cx="142815" cy="80456"/>
                <a:chOff x="7979724" y="3580291"/>
                <a:chExt cx="242005" cy="43678"/>
              </a:xfrm>
            </p:grpSpPr>
            <p:sp>
              <p:nvSpPr>
                <p:cNvPr id="1205" name="Oval 1204">
                  <a:extLst>
                    <a:ext uri="{FF2B5EF4-FFF2-40B4-BE49-F238E27FC236}">
                      <a16:creationId xmlns:a16="http://schemas.microsoft.com/office/drawing/2014/main" id="{FE4C25DA-6E87-9F63-E811-0AAF1A7B981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Oval 1205">
                  <a:extLst>
                    <a:ext uri="{FF2B5EF4-FFF2-40B4-BE49-F238E27FC236}">
                      <a16:creationId xmlns:a16="http://schemas.microsoft.com/office/drawing/2014/main" id="{1407F0D2-6028-901F-98FC-1E4E22A1637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7" name="Oval 1206">
                  <a:extLst>
                    <a:ext uri="{FF2B5EF4-FFF2-40B4-BE49-F238E27FC236}">
                      <a16:creationId xmlns:a16="http://schemas.microsoft.com/office/drawing/2014/main" id="{4D0DFD52-6C67-4E12-41C6-6D2134E98D0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8" name="Oval 1207">
                  <a:extLst>
                    <a:ext uri="{FF2B5EF4-FFF2-40B4-BE49-F238E27FC236}">
                      <a16:creationId xmlns:a16="http://schemas.microsoft.com/office/drawing/2014/main" id="{7AC6B24A-CB43-574E-DDA7-844243E9AE1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9" name="Oval 1208">
                  <a:extLst>
                    <a:ext uri="{FF2B5EF4-FFF2-40B4-BE49-F238E27FC236}">
                      <a16:creationId xmlns:a16="http://schemas.microsoft.com/office/drawing/2014/main" id="{CDEEDA54-4BEB-6B1B-4822-885EE8B476C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0" name="Oval 1209">
                  <a:extLst>
                    <a:ext uri="{FF2B5EF4-FFF2-40B4-BE49-F238E27FC236}">
                      <a16:creationId xmlns:a16="http://schemas.microsoft.com/office/drawing/2014/main" id="{DBDE7815-C0B9-F2F7-93AC-6D2B8474905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1" name="Oval 1210">
                  <a:extLst>
                    <a:ext uri="{FF2B5EF4-FFF2-40B4-BE49-F238E27FC236}">
                      <a16:creationId xmlns:a16="http://schemas.microsoft.com/office/drawing/2014/main" id="{6F07C363-D6D1-8CD1-A9F0-2D02E2EA179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2" name="Oval 1211">
                  <a:extLst>
                    <a:ext uri="{FF2B5EF4-FFF2-40B4-BE49-F238E27FC236}">
                      <a16:creationId xmlns:a16="http://schemas.microsoft.com/office/drawing/2014/main" id="{36696F96-E54A-AA0F-01DA-D997702002A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0" name="Group 1049">
                <a:extLst>
                  <a:ext uri="{FF2B5EF4-FFF2-40B4-BE49-F238E27FC236}">
                    <a16:creationId xmlns:a16="http://schemas.microsoft.com/office/drawing/2014/main" id="{D4473CE0-246B-0C75-8435-7D16637745D0}"/>
                  </a:ext>
                </a:extLst>
              </p:cNvPr>
              <p:cNvGrpSpPr/>
              <p:nvPr/>
            </p:nvGrpSpPr>
            <p:grpSpPr>
              <a:xfrm rot="8224268">
                <a:off x="7835043" y="2146268"/>
                <a:ext cx="142815" cy="80456"/>
                <a:chOff x="7979724" y="3580291"/>
                <a:chExt cx="242005" cy="43678"/>
              </a:xfrm>
            </p:grpSpPr>
            <p:sp>
              <p:nvSpPr>
                <p:cNvPr id="1197" name="Oval 1196">
                  <a:extLst>
                    <a:ext uri="{FF2B5EF4-FFF2-40B4-BE49-F238E27FC236}">
                      <a16:creationId xmlns:a16="http://schemas.microsoft.com/office/drawing/2014/main" id="{CB363298-4364-D543-CE10-788570FDB69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Oval 1197">
                  <a:extLst>
                    <a:ext uri="{FF2B5EF4-FFF2-40B4-BE49-F238E27FC236}">
                      <a16:creationId xmlns:a16="http://schemas.microsoft.com/office/drawing/2014/main" id="{9EA63C76-C863-35C1-9EED-87549BBDD65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Oval 1198">
                  <a:extLst>
                    <a:ext uri="{FF2B5EF4-FFF2-40B4-BE49-F238E27FC236}">
                      <a16:creationId xmlns:a16="http://schemas.microsoft.com/office/drawing/2014/main" id="{0E778DA8-2C4F-4782-A495-60322B8FE3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0" name="Oval 1199">
                  <a:extLst>
                    <a:ext uri="{FF2B5EF4-FFF2-40B4-BE49-F238E27FC236}">
                      <a16:creationId xmlns:a16="http://schemas.microsoft.com/office/drawing/2014/main" id="{176DE40A-9B00-E4A7-83AF-152FA26152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1" name="Oval 1200">
                  <a:extLst>
                    <a:ext uri="{FF2B5EF4-FFF2-40B4-BE49-F238E27FC236}">
                      <a16:creationId xmlns:a16="http://schemas.microsoft.com/office/drawing/2014/main" id="{67650E36-90FC-4628-7572-3E5CA63B3B9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Oval 1201">
                  <a:extLst>
                    <a:ext uri="{FF2B5EF4-FFF2-40B4-BE49-F238E27FC236}">
                      <a16:creationId xmlns:a16="http://schemas.microsoft.com/office/drawing/2014/main" id="{0C76A305-D0DE-BEE0-9823-C3E9AAD7462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3" name="Oval 1202">
                  <a:extLst>
                    <a:ext uri="{FF2B5EF4-FFF2-40B4-BE49-F238E27FC236}">
                      <a16:creationId xmlns:a16="http://schemas.microsoft.com/office/drawing/2014/main" id="{1310D70A-22C7-59A3-3EC6-6E5AB23C7A4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4" name="Oval 1203">
                  <a:extLst>
                    <a:ext uri="{FF2B5EF4-FFF2-40B4-BE49-F238E27FC236}">
                      <a16:creationId xmlns:a16="http://schemas.microsoft.com/office/drawing/2014/main" id="{1FF6B601-6B91-F44D-6475-DBECF8DC024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1" name="Group 1050">
                <a:extLst>
                  <a:ext uri="{FF2B5EF4-FFF2-40B4-BE49-F238E27FC236}">
                    <a16:creationId xmlns:a16="http://schemas.microsoft.com/office/drawing/2014/main" id="{EFF2E18F-D3A4-197D-F7B0-1A73CB647A52}"/>
                  </a:ext>
                </a:extLst>
              </p:cNvPr>
              <p:cNvGrpSpPr/>
              <p:nvPr/>
            </p:nvGrpSpPr>
            <p:grpSpPr>
              <a:xfrm>
                <a:off x="7249468" y="2774020"/>
                <a:ext cx="971545" cy="53915"/>
                <a:chOff x="5754694" y="6008041"/>
                <a:chExt cx="971545" cy="53915"/>
              </a:xfrm>
            </p:grpSpPr>
            <p:grpSp>
              <p:nvGrpSpPr>
                <p:cNvPr id="1125" name="Group 1124">
                  <a:extLst>
                    <a:ext uri="{FF2B5EF4-FFF2-40B4-BE49-F238E27FC236}">
                      <a16:creationId xmlns:a16="http://schemas.microsoft.com/office/drawing/2014/main" id="{121C2CB0-3211-5732-5805-57809B6C211A}"/>
                    </a:ext>
                  </a:extLst>
                </p:cNvPr>
                <p:cNvGrpSpPr/>
                <p:nvPr/>
              </p:nvGrpSpPr>
              <p:grpSpPr>
                <a:xfrm rot="10800000">
                  <a:off x="5825851" y="6008041"/>
                  <a:ext cx="242005" cy="46723"/>
                  <a:chOff x="7979724" y="3580291"/>
                  <a:chExt cx="242005" cy="43678"/>
                </a:xfrm>
              </p:grpSpPr>
              <p:sp>
                <p:nvSpPr>
                  <p:cNvPr id="1189" name="Oval 1188">
                    <a:extLst>
                      <a:ext uri="{FF2B5EF4-FFF2-40B4-BE49-F238E27FC236}">
                        <a16:creationId xmlns:a16="http://schemas.microsoft.com/office/drawing/2014/main" id="{49CC6122-D2EB-48CB-28CF-DFCCEEA874F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Oval 1189">
                    <a:extLst>
                      <a:ext uri="{FF2B5EF4-FFF2-40B4-BE49-F238E27FC236}">
                        <a16:creationId xmlns:a16="http://schemas.microsoft.com/office/drawing/2014/main" id="{87C7FCF8-BE4F-C24D-F107-73228DFA32B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Oval 1190">
                    <a:extLst>
                      <a:ext uri="{FF2B5EF4-FFF2-40B4-BE49-F238E27FC236}">
                        <a16:creationId xmlns:a16="http://schemas.microsoft.com/office/drawing/2014/main" id="{1BA25D63-D8E3-19D2-B1F6-C8E5AE08607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2" name="Oval 1191">
                    <a:extLst>
                      <a:ext uri="{FF2B5EF4-FFF2-40B4-BE49-F238E27FC236}">
                        <a16:creationId xmlns:a16="http://schemas.microsoft.com/office/drawing/2014/main" id="{70C44E45-9B8F-97FA-7D6F-B753A342F5D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Oval 1192">
                    <a:extLst>
                      <a:ext uri="{FF2B5EF4-FFF2-40B4-BE49-F238E27FC236}">
                        <a16:creationId xmlns:a16="http://schemas.microsoft.com/office/drawing/2014/main" id="{CCCBF329-CF1C-D8AB-2C5E-53C51257839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Oval 1193">
                    <a:extLst>
                      <a:ext uri="{FF2B5EF4-FFF2-40B4-BE49-F238E27FC236}">
                        <a16:creationId xmlns:a16="http://schemas.microsoft.com/office/drawing/2014/main" id="{8371F8ED-8090-C2E3-6896-207A585B3CD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Oval 1194">
                    <a:extLst>
                      <a:ext uri="{FF2B5EF4-FFF2-40B4-BE49-F238E27FC236}">
                        <a16:creationId xmlns:a16="http://schemas.microsoft.com/office/drawing/2014/main" id="{EF75C7F6-6E1C-8199-17F7-5966CEF8B89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Oval 1195">
                    <a:extLst>
                      <a:ext uri="{FF2B5EF4-FFF2-40B4-BE49-F238E27FC236}">
                        <a16:creationId xmlns:a16="http://schemas.microsoft.com/office/drawing/2014/main" id="{EC57C482-A361-11CE-0346-FB222771193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6" name="Group 1125">
                  <a:extLst>
                    <a:ext uri="{FF2B5EF4-FFF2-40B4-BE49-F238E27FC236}">
                      <a16:creationId xmlns:a16="http://schemas.microsoft.com/office/drawing/2014/main" id="{A831A43C-2A93-D1BF-9B87-AC0B88E65C37}"/>
                    </a:ext>
                  </a:extLst>
                </p:cNvPr>
                <p:cNvGrpSpPr/>
                <p:nvPr/>
              </p:nvGrpSpPr>
              <p:grpSpPr>
                <a:xfrm>
                  <a:off x="5754694" y="6008857"/>
                  <a:ext cx="242005" cy="43678"/>
                  <a:chOff x="7979724" y="3580291"/>
                  <a:chExt cx="242005" cy="43678"/>
                </a:xfrm>
              </p:grpSpPr>
              <p:sp>
                <p:nvSpPr>
                  <p:cNvPr id="1181" name="Oval 1180">
                    <a:extLst>
                      <a:ext uri="{FF2B5EF4-FFF2-40B4-BE49-F238E27FC236}">
                        <a16:creationId xmlns:a16="http://schemas.microsoft.com/office/drawing/2014/main" id="{C5CB2ADE-A841-05A6-6A39-EED072C89E7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Oval 1181">
                    <a:extLst>
                      <a:ext uri="{FF2B5EF4-FFF2-40B4-BE49-F238E27FC236}">
                        <a16:creationId xmlns:a16="http://schemas.microsoft.com/office/drawing/2014/main" id="{6EEC2D27-5BAA-83D1-85AB-4EFFFDDC79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3" name="Oval 1182">
                    <a:extLst>
                      <a:ext uri="{FF2B5EF4-FFF2-40B4-BE49-F238E27FC236}">
                        <a16:creationId xmlns:a16="http://schemas.microsoft.com/office/drawing/2014/main" id="{1244B7BA-1400-987E-2048-5A02ED244C6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Oval 1183">
                    <a:extLst>
                      <a:ext uri="{FF2B5EF4-FFF2-40B4-BE49-F238E27FC236}">
                        <a16:creationId xmlns:a16="http://schemas.microsoft.com/office/drawing/2014/main" id="{8015921F-E624-C7D2-7880-E3F80B3D126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Oval 1184">
                    <a:extLst>
                      <a:ext uri="{FF2B5EF4-FFF2-40B4-BE49-F238E27FC236}">
                        <a16:creationId xmlns:a16="http://schemas.microsoft.com/office/drawing/2014/main" id="{8709F8F5-9503-25C7-E86F-6B90BBE0A2E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Oval 1185">
                    <a:extLst>
                      <a:ext uri="{FF2B5EF4-FFF2-40B4-BE49-F238E27FC236}">
                        <a16:creationId xmlns:a16="http://schemas.microsoft.com/office/drawing/2014/main" id="{FDDDC996-60A2-AE03-5C3A-DDF185AC3C7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Oval 1186">
                    <a:extLst>
                      <a:ext uri="{FF2B5EF4-FFF2-40B4-BE49-F238E27FC236}">
                        <a16:creationId xmlns:a16="http://schemas.microsoft.com/office/drawing/2014/main" id="{7CCC7769-527A-C4BA-1276-0629A69757C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Oval 1187">
                    <a:extLst>
                      <a:ext uri="{FF2B5EF4-FFF2-40B4-BE49-F238E27FC236}">
                        <a16:creationId xmlns:a16="http://schemas.microsoft.com/office/drawing/2014/main" id="{4A8CEE81-9071-5D97-8D7A-EA3236134E0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oup 1126">
                  <a:extLst>
                    <a:ext uri="{FF2B5EF4-FFF2-40B4-BE49-F238E27FC236}">
                      <a16:creationId xmlns:a16="http://schemas.microsoft.com/office/drawing/2014/main" id="{A5D45EBB-D3BE-F582-803E-E76354633DCD}"/>
                    </a:ext>
                  </a:extLst>
                </p:cNvPr>
                <p:cNvGrpSpPr/>
                <p:nvPr/>
              </p:nvGrpSpPr>
              <p:grpSpPr>
                <a:xfrm rot="10800000">
                  <a:off x="6066894" y="6011217"/>
                  <a:ext cx="242005" cy="46723"/>
                  <a:chOff x="7979724" y="3580291"/>
                  <a:chExt cx="242005" cy="43678"/>
                </a:xfrm>
              </p:grpSpPr>
              <p:sp>
                <p:nvSpPr>
                  <p:cNvPr id="1173" name="Oval 1172">
                    <a:extLst>
                      <a:ext uri="{FF2B5EF4-FFF2-40B4-BE49-F238E27FC236}">
                        <a16:creationId xmlns:a16="http://schemas.microsoft.com/office/drawing/2014/main" id="{048BEADF-A511-5D44-2182-D04A47D5453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Oval 1173">
                    <a:extLst>
                      <a:ext uri="{FF2B5EF4-FFF2-40B4-BE49-F238E27FC236}">
                        <a16:creationId xmlns:a16="http://schemas.microsoft.com/office/drawing/2014/main" id="{3BF24EE4-2DB4-D78B-4115-FC09F1B108A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Oval 1174">
                    <a:extLst>
                      <a:ext uri="{FF2B5EF4-FFF2-40B4-BE49-F238E27FC236}">
                        <a16:creationId xmlns:a16="http://schemas.microsoft.com/office/drawing/2014/main" id="{BC933D4B-D08F-BD8D-3933-C5ADF8D0B62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Oval 1175">
                    <a:extLst>
                      <a:ext uri="{FF2B5EF4-FFF2-40B4-BE49-F238E27FC236}">
                        <a16:creationId xmlns:a16="http://schemas.microsoft.com/office/drawing/2014/main" id="{B7E83996-45F2-393D-1C7C-7B35CCC3057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Oval 1176">
                    <a:extLst>
                      <a:ext uri="{FF2B5EF4-FFF2-40B4-BE49-F238E27FC236}">
                        <a16:creationId xmlns:a16="http://schemas.microsoft.com/office/drawing/2014/main" id="{3B3A9081-7E51-73E7-BE92-6445EF66279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Oval 1177">
                    <a:extLst>
                      <a:ext uri="{FF2B5EF4-FFF2-40B4-BE49-F238E27FC236}">
                        <a16:creationId xmlns:a16="http://schemas.microsoft.com/office/drawing/2014/main" id="{D59F5DE0-3853-DD2C-E39A-D6989157D1D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Oval 1178">
                    <a:extLst>
                      <a:ext uri="{FF2B5EF4-FFF2-40B4-BE49-F238E27FC236}">
                        <a16:creationId xmlns:a16="http://schemas.microsoft.com/office/drawing/2014/main" id="{893BCE22-6C0B-3135-E310-85176332F67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Oval 1179">
                    <a:extLst>
                      <a:ext uri="{FF2B5EF4-FFF2-40B4-BE49-F238E27FC236}">
                        <a16:creationId xmlns:a16="http://schemas.microsoft.com/office/drawing/2014/main" id="{D8AF586D-677F-EA4C-1DAF-4B140FCC68A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8" name="Group 1127">
                  <a:extLst>
                    <a:ext uri="{FF2B5EF4-FFF2-40B4-BE49-F238E27FC236}">
                      <a16:creationId xmlns:a16="http://schemas.microsoft.com/office/drawing/2014/main" id="{91240D00-73D0-23D2-4C4A-4C9BE444F26A}"/>
                    </a:ext>
                  </a:extLst>
                </p:cNvPr>
                <p:cNvGrpSpPr/>
                <p:nvPr/>
              </p:nvGrpSpPr>
              <p:grpSpPr>
                <a:xfrm rot="11689693">
                  <a:off x="5995737" y="6012033"/>
                  <a:ext cx="242005" cy="43678"/>
                  <a:chOff x="7979724" y="3580291"/>
                  <a:chExt cx="242005" cy="43678"/>
                </a:xfrm>
              </p:grpSpPr>
              <p:sp>
                <p:nvSpPr>
                  <p:cNvPr id="1165" name="Oval 1164">
                    <a:extLst>
                      <a:ext uri="{FF2B5EF4-FFF2-40B4-BE49-F238E27FC236}">
                        <a16:creationId xmlns:a16="http://schemas.microsoft.com/office/drawing/2014/main" id="{5404DFA9-0D76-9BC6-6130-87880DBD99C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Oval 1165">
                    <a:extLst>
                      <a:ext uri="{FF2B5EF4-FFF2-40B4-BE49-F238E27FC236}">
                        <a16:creationId xmlns:a16="http://schemas.microsoft.com/office/drawing/2014/main" id="{CB6ABB17-49BD-F50C-66BD-F88409D020F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Oval 1166">
                    <a:extLst>
                      <a:ext uri="{FF2B5EF4-FFF2-40B4-BE49-F238E27FC236}">
                        <a16:creationId xmlns:a16="http://schemas.microsoft.com/office/drawing/2014/main" id="{92DCC72A-073C-B0D2-90BB-D4B24EAB4AF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8" name="Oval 1167">
                    <a:extLst>
                      <a:ext uri="{FF2B5EF4-FFF2-40B4-BE49-F238E27FC236}">
                        <a16:creationId xmlns:a16="http://schemas.microsoft.com/office/drawing/2014/main" id="{6C9A7108-51DF-F2CE-6EAE-472DAEFF65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Oval 1168">
                    <a:extLst>
                      <a:ext uri="{FF2B5EF4-FFF2-40B4-BE49-F238E27FC236}">
                        <a16:creationId xmlns:a16="http://schemas.microsoft.com/office/drawing/2014/main" id="{77813311-FE60-5F3B-D81B-0CB50413123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Oval 1169">
                    <a:extLst>
                      <a:ext uri="{FF2B5EF4-FFF2-40B4-BE49-F238E27FC236}">
                        <a16:creationId xmlns:a16="http://schemas.microsoft.com/office/drawing/2014/main" id="{8D9F368F-CBEC-A168-9E39-07A71E272B3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Oval 1170">
                    <a:extLst>
                      <a:ext uri="{FF2B5EF4-FFF2-40B4-BE49-F238E27FC236}">
                        <a16:creationId xmlns:a16="http://schemas.microsoft.com/office/drawing/2014/main" id="{7F346A7F-3CB8-8985-EE20-438122F31D4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Oval 1171">
                    <a:extLst>
                      <a:ext uri="{FF2B5EF4-FFF2-40B4-BE49-F238E27FC236}">
                        <a16:creationId xmlns:a16="http://schemas.microsoft.com/office/drawing/2014/main" id="{FC3CF7FD-2121-51BC-CE9D-B9A502C737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9" name="Group 1128">
                  <a:extLst>
                    <a:ext uri="{FF2B5EF4-FFF2-40B4-BE49-F238E27FC236}">
                      <a16:creationId xmlns:a16="http://schemas.microsoft.com/office/drawing/2014/main" id="{EE64156C-C647-F753-6275-CD5DF8C568C5}"/>
                    </a:ext>
                  </a:extLst>
                </p:cNvPr>
                <p:cNvGrpSpPr/>
                <p:nvPr/>
              </p:nvGrpSpPr>
              <p:grpSpPr>
                <a:xfrm rot="21292958">
                  <a:off x="6243191" y="6012057"/>
                  <a:ext cx="242005" cy="46723"/>
                  <a:chOff x="7979724" y="3580291"/>
                  <a:chExt cx="242005" cy="43678"/>
                </a:xfrm>
              </p:grpSpPr>
              <p:sp>
                <p:nvSpPr>
                  <p:cNvPr id="1157" name="Oval 1156">
                    <a:extLst>
                      <a:ext uri="{FF2B5EF4-FFF2-40B4-BE49-F238E27FC236}">
                        <a16:creationId xmlns:a16="http://schemas.microsoft.com/office/drawing/2014/main" id="{AB1C1F2C-68C3-D3DF-3215-3D32B6D5F4E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Oval 1157">
                    <a:extLst>
                      <a:ext uri="{FF2B5EF4-FFF2-40B4-BE49-F238E27FC236}">
                        <a16:creationId xmlns:a16="http://schemas.microsoft.com/office/drawing/2014/main" id="{B46D07CB-CBAD-057B-24EE-4F86ACDAD83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Oval 1158">
                    <a:extLst>
                      <a:ext uri="{FF2B5EF4-FFF2-40B4-BE49-F238E27FC236}">
                        <a16:creationId xmlns:a16="http://schemas.microsoft.com/office/drawing/2014/main" id="{4EA63A0E-5A2B-0FE9-B78F-FFA0B612CDB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Oval 1159">
                    <a:extLst>
                      <a:ext uri="{FF2B5EF4-FFF2-40B4-BE49-F238E27FC236}">
                        <a16:creationId xmlns:a16="http://schemas.microsoft.com/office/drawing/2014/main" id="{656AF302-D11A-9FD6-F45E-E4C71BEA935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Oval 1160">
                    <a:extLst>
                      <a:ext uri="{FF2B5EF4-FFF2-40B4-BE49-F238E27FC236}">
                        <a16:creationId xmlns:a16="http://schemas.microsoft.com/office/drawing/2014/main" id="{FFED92F5-111C-217F-43DC-21E50B05E7D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Oval 1161">
                    <a:extLst>
                      <a:ext uri="{FF2B5EF4-FFF2-40B4-BE49-F238E27FC236}">
                        <a16:creationId xmlns:a16="http://schemas.microsoft.com/office/drawing/2014/main" id="{1FB5A2E9-A4A6-34F7-3A21-8B3B419D854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Oval 1162">
                    <a:extLst>
                      <a:ext uri="{FF2B5EF4-FFF2-40B4-BE49-F238E27FC236}">
                        <a16:creationId xmlns:a16="http://schemas.microsoft.com/office/drawing/2014/main" id="{E28475B6-8129-A181-0C95-801D233DDC6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Oval 1163">
                    <a:extLst>
                      <a:ext uri="{FF2B5EF4-FFF2-40B4-BE49-F238E27FC236}">
                        <a16:creationId xmlns:a16="http://schemas.microsoft.com/office/drawing/2014/main" id="{BECBDF32-D411-48A5-88F3-161BEC79494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0" name="Group 1129">
                  <a:extLst>
                    <a:ext uri="{FF2B5EF4-FFF2-40B4-BE49-F238E27FC236}">
                      <a16:creationId xmlns:a16="http://schemas.microsoft.com/office/drawing/2014/main" id="{07C8CE4B-364D-AEDF-F61B-780EF014C089}"/>
                    </a:ext>
                  </a:extLst>
                </p:cNvPr>
                <p:cNvGrpSpPr/>
                <p:nvPr/>
              </p:nvGrpSpPr>
              <p:grpSpPr>
                <a:xfrm>
                  <a:off x="6172034" y="6012873"/>
                  <a:ext cx="242005" cy="43678"/>
                  <a:chOff x="7979724" y="3580291"/>
                  <a:chExt cx="242005" cy="43678"/>
                </a:xfrm>
              </p:grpSpPr>
              <p:sp>
                <p:nvSpPr>
                  <p:cNvPr id="1149" name="Oval 1148">
                    <a:extLst>
                      <a:ext uri="{FF2B5EF4-FFF2-40B4-BE49-F238E27FC236}">
                        <a16:creationId xmlns:a16="http://schemas.microsoft.com/office/drawing/2014/main" id="{8E978D78-2AA7-08EC-41B8-8F651EACA52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0" name="Oval 1149">
                    <a:extLst>
                      <a:ext uri="{FF2B5EF4-FFF2-40B4-BE49-F238E27FC236}">
                        <a16:creationId xmlns:a16="http://schemas.microsoft.com/office/drawing/2014/main" id="{43D7BA31-E452-549C-725E-D7F8D668CFC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1" name="Oval 1150">
                    <a:extLst>
                      <a:ext uri="{FF2B5EF4-FFF2-40B4-BE49-F238E27FC236}">
                        <a16:creationId xmlns:a16="http://schemas.microsoft.com/office/drawing/2014/main" id="{98920884-25E1-E1C4-F252-8605F716C75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Oval 1151">
                    <a:extLst>
                      <a:ext uri="{FF2B5EF4-FFF2-40B4-BE49-F238E27FC236}">
                        <a16:creationId xmlns:a16="http://schemas.microsoft.com/office/drawing/2014/main" id="{F2E53EA5-8F3D-4E33-9C1A-9E06F5A6C0A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3" name="Oval 1152">
                    <a:extLst>
                      <a:ext uri="{FF2B5EF4-FFF2-40B4-BE49-F238E27FC236}">
                        <a16:creationId xmlns:a16="http://schemas.microsoft.com/office/drawing/2014/main" id="{D8A4654D-2115-4515-98EF-CFA9FB2CDDB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4" name="Oval 1153">
                    <a:extLst>
                      <a:ext uri="{FF2B5EF4-FFF2-40B4-BE49-F238E27FC236}">
                        <a16:creationId xmlns:a16="http://schemas.microsoft.com/office/drawing/2014/main" id="{91EA3F1B-591A-F8AA-CA3C-A836BC0E34F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Oval 1154">
                    <a:extLst>
                      <a:ext uri="{FF2B5EF4-FFF2-40B4-BE49-F238E27FC236}">
                        <a16:creationId xmlns:a16="http://schemas.microsoft.com/office/drawing/2014/main" id="{64897609-EEDD-0FAD-EB78-6B328140F50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Oval 1155">
                    <a:extLst>
                      <a:ext uri="{FF2B5EF4-FFF2-40B4-BE49-F238E27FC236}">
                        <a16:creationId xmlns:a16="http://schemas.microsoft.com/office/drawing/2014/main" id="{3886191A-FACC-3371-A443-42C994FF685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1" name="Group 1130">
                  <a:extLst>
                    <a:ext uri="{FF2B5EF4-FFF2-40B4-BE49-F238E27FC236}">
                      <a16:creationId xmlns:a16="http://schemas.microsoft.com/office/drawing/2014/main" id="{E3206016-C59A-CCD0-58BA-2FAE43F79D2F}"/>
                    </a:ext>
                  </a:extLst>
                </p:cNvPr>
                <p:cNvGrpSpPr/>
                <p:nvPr/>
              </p:nvGrpSpPr>
              <p:grpSpPr>
                <a:xfrm rot="10800000">
                  <a:off x="6484234" y="6015233"/>
                  <a:ext cx="242005" cy="46723"/>
                  <a:chOff x="7979724" y="3580291"/>
                  <a:chExt cx="242005" cy="43678"/>
                </a:xfrm>
              </p:grpSpPr>
              <p:sp>
                <p:nvSpPr>
                  <p:cNvPr id="1141" name="Oval 1140">
                    <a:extLst>
                      <a:ext uri="{FF2B5EF4-FFF2-40B4-BE49-F238E27FC236}">
                        <a16:creationId xmlns:a16="http://schemas.microsoft.com/office/drawing/2014/main" id="{BDB629CE-C7F0-EF0E-CC2D-E92DDC810E5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Oval 1141">
                    <a:extLst>
                      <a:ext uri="{FF2B5EF4-FFF2-40B4-BE49-F238E27FC236}">
                        <a16:creationId xmlns:a16="http://schemas.microsoft.com/office/drawing/2014/main" id="{083EEFDE-5DFE-F3A0-74EC-4B27DCC9397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Oval 1142">
                    <a:extLst>
                      <a:ext uri="{FF2B5EF4-FFF2-40B4-BE49-F238E27FC236}">
                        <a16:creationId xmlns:a16="http://schemas.microsoft.com/office/drawing/2014/main" id="{10B1BE7C-0CF6-E9C6-D9D3-84465B93227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Oval 1143">
                    <a:extLst>
                      <a:ext uri="{FF2B5EF4-FFF2-40B4-BE49-F238E27FC236}">
                        <a16:creationId xmlns:a16="http://schemas.microsoft.com/office/drawing/2014/main" id="{7ECB4D9E-D323-4467-57E3-F97F928EE54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Oval 1144">
                    <a:extLst>
                      <a:ext uri="{FF2B5EF4-FFF2-40B4-BE49-F238E27FC236}">
                        <a16:creationId xmlns:a16="http://schemas.microsoft.com/office/drawing/2014/main" id="{2A2B1542-3E09-E8C6-4E69-64C9A6BD1C8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Oval 1145">
                    <a:extLst>
                      <a:ext uri="{FF2B5EF4-FFF2-40B4-BE49-F238E27FC236}">
                        <a16:creationId xmlns:a16="http://schemas.microsoft.com/office/drawing/2014/main" id="{8F11AE1E-614E-11E1-A970-86371874594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Oval 1146">
                    <a:extLst>
                      <a:ext uri="{FF2B5EF4-FFF2-40B4-BE49-F238E27FC236}">
                        <a16:creationId xmlns:a16="http://schemas.microsoft.com/office/drawing/2014/main" id="{C634E4A6-1FA2-F9BE-FA84-B6D98B303E5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Oval 1147">
                    <a:extLst>
                      <a:ext uri="{FF2B5EF4-FFF2-40B4-BE49-F238E27FC236}">
                        <a16:creationId xmlns:a16="http://schemas.microsoft.com/office/drawing/2014/main" id="{09C0479E-43EB-74C2-FDF1-2B249D2669D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2" name="Group 1131">
                  <a:extLst>
                    <a:ext uri="{FF2B5EF4-FFF2-40B4-BE49-F238E27FC236}">
                      <a16:creationId xmlns:a16="http://schemas.microsoft.com/office/drawing/2014/main" id="{793FE8A3-4CE0-D136-6F8A-DAECFCB19E0E}"/>
                    </a:ext>
                  </a:extLst>
                </p:cNvPr>
                <p:cNvGrpSpPr/>
                <p:nvPr/>
              </p:nvGrpSpPr>
              <p:grpSpPr>
                <a:xfrm>
                  <a:off x="6413077" y="6016049"/>
                  <a:ext cx="242005" cy="43678"/>
                  <a:chOff x="7979724" y="3580291"/>
                  <a:chExt cx="242005" cy="43678"/>
                </a:xfrm>
              </p:grpSpPr>
              <p:sp>
                <p:nvSpPr>
                  <p:cNvPr id="1133" name="Oval 1132">
                    <a:extLst>
                      <a:ext uri="{FF2B5EF4-FFF2-40B4-BE49-F238E27FC236}">
                        <a16:creationId xmlns:a16="http://schemas.microsoft.com/office/drawing/2014/main" id="{7BD8A3C6-75D5-3003-9855-68E3A0FBCD9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Oval 1133">
                    <a:extLst>
                      <a:ext uri="{FF2B5EF4-FFF2-40B4-BE49-F238E27FC236}">
                        <a16:creationId xmlns:a16="http://schemas.microsoft.com/office/drawing/2014/main" id="{CC8C54AE-5A25-6FAA-F96A-9710526DA7B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Oval 1134">
                    <a:extLst>
                      <a:ext uri="{FF2B5EF4-FFF2-40B4-BE49-F238E27FC236}">
                        <a16:creationId xmlns:a16="http://schemas.microsoft.com/office/drawing/2014/main" id="{6FEBF0F6-5410-5E80-BBB3-CDD17866A21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Oval 1135">
                    <a:extLst>
                      <a:ext uri="{FF2B5EF4-FFF2-40B4-BE49-F238E27FC236}">
                        <a16:creationId xmlns:a16="http://schemas.microsoft.com/office/drawing/2014/main" id="{894FE463-9107-8916-4285-BBCFAF67EB1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Oval 1136">
                    <a:extLst>
                      <a:ext uri="{FF2B5EF4-FFF2-40B4-BE49-F238E27FC236}">
                        <a16:creationId xmlns:a16="http://schemas.microsoft.com/office/drawing/2014/main" id="{F85C577D-7362-A4B1-B192-E8485E80860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Oval 1137">
                    <a:extLst>
                      <a:ext uri="{FF2B5EF4-FFF2-40B4-BE49-F238E27FC236}">
                        <a16:creationId xmlns:a16="http://schemas.microsoft.com/office/drawing/2014/main" id="{75529148-5BF9-2129-0782-1BACBA9BD15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Oval 1138">
                    <a:extLst>
                      <a:ext uri="{FF2B5EF4-FFF2-40B4-BE49-F238E27FC236}">
                        <a16:creationId xmlns:a16="http://schemas.microsoft.com/office/drawing/2014/main" id="{97336D18-1FB9-F2EA-5112-287944894F3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Oval 1139">
                    <a:extLst>
                      <a:ext uri="{FF2B5EF4-FFF2-40B4-BE49-F238E27FC236}">
                        <a16:creationId xmlns:a16="http://schemas.microsoft.com/office/drawing/2014/main" id="{A1061CD0-9776-4885-FEFF-7F570CEE665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52" name="Group 1051">
                <a:extLst>
                  <a:ext uri="{FF2B5EF4-FFF2-40B4-BE49-F238E27FC236}">
                    <a16:creationId xmlns:a16="http://schemas.microsoft.com/office/drawing/2014/main" id="{8515348C-FEDB-21E2-D728-E4C44650ACCC}"/>
                  </a:ext>
                </a:extLst>
              </p:cNvPr>
              <p:cNvGrpSpPr/>
              <p:nvPr/>
            </p:nvGrpSpPr>
            <p:grpSpPr>
              <a:xfrm>
                <a:off x="6568714" y="2756366"/>
                <a:ext cx="971545" cy="53915"/>
                <a:chOff x="5754694" y="6008041"/>
                <a:chExt cx="971545" cy="53915"/>
              </a:xfrm>
            </p:grpSpPr>
            <p:grpSp>
              <p:nvGrpSpPr>
                <p:cNvPr id="1053" name="Group 1052">
                  <a:extLst>
                    <a:ext uri="{FF2B5EF4-FFF2-40B4-BE49-F238E27FC236}">
                      <a16:creationId xmlns:a16="http://schemas.microsoft.com/office/drawing/2014/main" id="{567BCC1D-6D0C-80F9-C9A1-34B4FD7ADF35}"/>
                    </a:ext>
                  </a:extLst>
                </p:cNvPr>
                <p:cNvGrpSpPr/>
                <p:nvPr/>
              </p:nvGrpSpPr>
              <p:grpSpPr>
                <a:xfrm rot="10800000">
                  <a:off x="5825851" y="6008041"/>
                  <a:ext cx="242005" cy="46723"/>
                  <a:chOff x="7979724" y="3580291"/>
                  <a:chExt cx="242005" cy="43678"/>
                </a:xfrm>
              </p:grpSpPr>
              <p:sp>
                <p:nvSpPr>
                  <p:cNvPr id="1117" name="Oval 1116">
                    <a:extLst>
                      <a:ext uri="{FF2B5EF4-FFF2-40B4-BE49-F238E27FC236}">
                        <a16:creationId xmlns:a16="http://schemas.microsoft.com/office/drawing/2014/main" id="{F1820D9E-3C5E-EA36-43B8-DE8C11DA35D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Oval 1117">
                    <a:extLst>
                      <a:ext uri="{FF2B5EF4-FFF2-40B4-BE49-F238E27FC236}">
                        <a16:creationId xmlns:a16="http://schemas.microsoft.com/office/drawing/2014/main" id="{755388E1-7169-901C-883F-6091C118EB5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Oval 1118">
                    <a:extLst>
                      <a:ext uri="{FF2B5EF4-FFF2-40B4-BE49-F238E27FC236}">
                        <a16:creationId xmlns:a16="http://schemas.microsoft.com/office/drawing/2014/main" id="{D5CF6A93-D7FE-064B-B894-F6328D64004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Oval 1119">
                    <a:extLst>
                      <a:ext uri="{FF2B5EF4-FFF2-40B4-BE49-F238E27FC236}">
                        <a16:creationId xmlns:a16="http://schemas.microsoft.com/office/drawing/2014/main" id="{C5EA7ECB-4EB2-BDDB-AE96-5752B4FF932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Oval 1120">
                    <a:extLst>
                      <a:ext uri="{FF2B5EF4-FFF2-40B4-BE49-F238E27FC236}">
                        <a16:creationId xmlns:a16="http://schemas.microsoft.com/office/drawing/2014/main" id="{8AA9BCF1-8A88-7522-1FAF-D41EFC41774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Oval 1121">
                    <a:extLst>
                      <a:ext uri="{FF2B5EF4-FFF2-40B4-BE49-F238E27FC236}">
                        <a16:creationId xmlns:a16="http://schemas.microsoft.com/office/drawing/2014/main" id="{ED3D3010-DB1A-210D-7DFC-ED0353365BE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Oval 1122">
                    <a:extLst>
                      <a:ext uri="{FF2B5EF4-FFF2-40B4-BE49-F238E27FC236}">
                        <a16:creationId xmlns:a16="http://schemas.microsoft.com/office/drawing/2014/main" id="{A5855348-757D-2C46-E798-4F353895984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Oval 1123">
                    <a:extLst>
                      <a:ext uri="{FF2B5EF4-FFF2-40B4-BE49-F238E27FC236}">
                        <a16:creationId xmlns:a16="http://schemas.microsoft.com/office/drawing/2014/main" id="{1A8808EC-8796-D2F7-9B83-DA1B58CBE8C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4" name="Group 1053">
                  <a:extLst>
                    <a:ext uri="{FF2B5EF4-FFF2-40B4-BE49-F238E27FC236}">
                      <a16:creationId xmlns:a16="http://schemas.microsoft.com/office/drawing/2014/main" id="{D63D426F-AF61-550D-3FF9-9EA4AEC28D98}"/>
                    </a:ext>
                  </a:extLst>
                </p:cNvPr>
                <p:cNvGrpSpPr/>
                <p:nvPr/>
              </p:nvGrpSpPr>
              <p:grpSpPr>
                <a:xfrm>
                  <a:off x="5754694" y="6008857"/>
                  <a:ext cx="242005" cy="43678"/>
                  <a:chOff x="7979724" y="3580291"/>
                  <a:chExt cx="242005" cy="43678"/>
                </a:xfrm>
              </p:grpSpPr>
              <p:sp>
                <p:nvSpPr>
                  <p:cNvPr id="1109" name="Oval 1108">
                    <a:extLst>
                      <a:ext uri="{FF2B5EF4-FFF2-40B4-BE49-F238E27FC236}">
                        <a16:creationId xmlns:a16="http://schemas.microsoft.com/office/drawing/2014/main" id="{6D72EC09-3E28-CC95-F53D-37109CCFD88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Oval 1109">
                    <a:extLst>
                      <a:ext uri="{FF2B5EF4-FFF2-40B4-BE49-F238E27FC236}">
                        <a16:creationId xmlns:a16="http://schemas.microsoft.com/office/drawing/2014/main" id="{371CFD1D-4C08-DD65-A579-C2EDE2DA501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Oval 1110">
                    <a:extLst>
                      <a:ext uri="{FF2B5EF4-FFF2-40B4-BE49-F238E27FC236}">
                        <a16:creationId xmlns:a16="http://schemas.microsoft.com/office/drawing/2014/main" id="{7C3122E2-1286-CCBD-7C02-9BEF4B492E7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Oval 1111">
                    <a:extLst>
                      <a:ext uri="{FF2B5EF4-FFF2-40B4-BE49-F238E27FC236}">
                        <a16:creationId xmlns:a16="http://schemas.microsoft.com/office/drawing/2014/main" id="{2A918B0D-9CCD-DBB7-7543-E3C83FA5AA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Oval 1112">
                    <a:extLst>
                      <a:ext uri="{FF2B5EF4-FFF2-40B4-BE49-F238E27FC236}">
                        <a16:creationId xmlns:a16="http://schemas.microsoft.com/office/drawing/2014/main" id="{669A6583-AD35-42F2-74B9-B7D0D30F453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Oval 1113">
                    <a:extLst>
                      <a:ext uri="{FF2B5EF4-FFF2-40B4-BE49-F238E27FC236}">
                        <a16:creationId xmlns:a16="http://schemas.microsoft.com/office/drawing/2014/main" id="{C54D7322-FC71-971D-0B16-26D47020F6E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5" name="Oval 1114">
                    <a:extLst>
                      <a:ext uri="{FF2B5EF4-FFF2-40B4-BE49-F238E27FC236}">
                        <a16:creationId xmlns:a16="http://schemas.microsoft.com/office/drawing/2014/main" id="{925680DF-FD67-847F-2F9E-DEF9EAC0BA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Oval 1115">
                    <a:extLst>
                      <a:ext uri="{FF2B5EF4-FFF2-40B4-BE49-F238E27FC236}">
                        <a16:creationId xmlns:a16="http://schemas.microsoft.com/office/drawing/2014/main" id="{7E57BA32-5718-F5AF-7592-657653424AB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5" name="Group 1054">
                  <a:extLst>
                    <a:ext uri="{FF2B5EF4-FFF2-40B4-BE49-F238E27FC236}">
                      <a16:creationId xmlns:a16="http://schemas.microsoft.com/office/drawing/2014/main" id="{AE455F08-E7C9-B36D-D30E-DD6332903F4A}"/>
                    </a:ext>
                  </a:extLst>
                </p:cNvPr>
                <p:cNvGrpSpPr/>
                <p:nvPr/>
              </p:nvGrpSpPr>
              <p:grpSpPr>
                <a:xfrm rot="10800000">
                  <a:off x="6066894" y="6011217"/>
                  <a:ext cx="242005" cy="46723"/>
                  <a:chOff x="7979724" y="3580291"/>
                  <a:chExt cx="242005" cy="43678"/>
                </a:xfrm>
              </p:grpSpPr>
              <p:sp>
                <p:nvSpPr>
                  <p:cNvPr id="1101" name="Oval 1100">
                    <a:extLst>
                      <a:ext uri="{FF2B5EF4-FFF2-40B4-BE49-F238E27FC236}">
                        <a16:creationId xmlns:a16="http://schemas.microsoft.com/office/drawing/2014/main" id="{084690CB-89F6-E8B4-721A-E6EA409CE75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Oval 1101">
                    <a:extLst>
                      <a:ext uri="{FF2B5EF4-FFF2-40B4-BE49-F238E27FC236}">
                        <a16:creationId xmlns:a16="http://schemas.microsoft.com/office/drawing/2014/main" id="{293BC84D-0F3D-04FD-562D-9DC2CAA3826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Oval 1102">
                    <a:extLst>
                      <a:ext uri="{FF2B5EF4-FFF2-40B4-BE49-F238E27FC236}">
                        <a16:creationId xmlns:a16="http://schemas.microsoft.com/office/drawing/2014/main" id="{398E504E-FDE1-759C-A585-7B297FED438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Oval 1103">
                    <a:extLst>
                      <a:ext uri="{FF2B5EF4-FFF2-40B4-BE49-F238E27FC236}">
                        <a16:creationId xmlns:a16="http://schemas.microsoft.com/office/drawing/2014/main" id="{AE79FC51-F8A0-DC8B-92B1-54D0EC38131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Oval 1104">
                    <a:extLst>
                      <a:ext uri="{FF2B5EF4-FFF2-40B4-BE49-F238E27FC236}">
                        <a16:creationId xmlns:a16="http://schemas.microsoft.com/office/drawing/2014/main" id="{655A3E7E-240F-9F1B-E029-01D85385318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Oval 1105">
                    <a:extLst>
                      <a:ext uri="{FF2B5EF4-FFF2-40B4-BE49-F238E27FC236}">
                        <a16:creationId xmlns:a16="http://schemas.microsoft.com/office/drawing/2014/main" id="{0D3ED2E3-2A41-0540-8942-7F279985087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Oval 1106">
                    <a:extLst>
                      <a:ext uri="{FF2B5EF4-FFF2-40B4-BE49-F238E27FC236}">
                        <a16:creationId xmlns:a16="http://schemas.microsoft.com/office/drawing/2014/main" id="{E5545198-50B3-C64C-66B8-CE2AAD7144A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Oval 1107">
                    <a:extLst>
                      <a:ext uri="{FF2B5EF4-FFF2-40B4-BE49-F238E27FC236}">
                        <a16:creationId xmlns:a16="http://schemas.microsoft.com/office/drawing/2014/main" id="{A3DAC0EF-E656-1E40-BE77-8D241129DE2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6" name="Group 1055">
                  <a:extLst>
                    <a:ext uri="{FF2B5EF4-FFF2-40B4-BE49-F238E27FC236}">
                      <a16:creationId xmlns:a16="http://schemas.microsoft.com/office/drawing/2014/main" id="{7C546507-7A0C-07F2-63C5-5968BBBFCB94}"/>
                    </a:ext>
                  </a:extLst>
                </p:cNvPr>
                <p:cNvGrpSpPr/>
                <p:nvPr/>
              </p:nvGrpSpPr>
              <p:grpSpPr>
                <a:xfrm rot="11689693">
                  <a:off x="5995737" y="6012033"/>
                  <a:ext cx="242005" cy="43678"/>
                  <a:chOff x="7979724" y="3580291"/>
                  <a:chExt cx="242005" cy="43678"/>
                </a:xfrm>
              </p:grpSpPr>
              <p:sp>
                <p:nvSpPr>
                  <p:cNvPr id="1093" name="Oval 1092">
                    <a:extLst>
                      <a:ext uri="{FF2B5EF4-FFF2-40B4-BE49-F238E27FC236}">
                        <a16:creationId xmlns:a16="http://schemas.microsoft.com/office/drawing/2014/main" id="{591FF462-0489-45DC-2B52-FDFF0DCC21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Oval 1093">
                    <a:extLst>
                      <a:ext uri="{FF2B5EF4-FFF2-40B4-BE49-F238E27FC236}">
                        <a16:creationId xmlns:a16="http://schemas.microsoft.com/office/drawing/2014/main" id="{96E70E04-4208-C6F4-0392-5FD19C61668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Oval 1094">
                    <a:extLst>
                      <a:ext uri="{FF2B5EF4-FFF2-40B4-BE49-F238E27FC236}">
                        <a16:creationId xmlns:a16="http://schemas.microsoft.com/office/drawing/2014/main" id="{F700C01C-F523-CC22-8E13-CFDFAD160C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Oval 1095">
                    <a:extLst>
                      <a:ext uri="{FF2B5EF4-FFF2-40B4-BE49-F238E27FC236}">
                        <a16:creationId xmlns:a16="http://schemas.microsoft.com/office/drawing/2014/main" id="{786F4339-991A-7299-A031-5D5D92E6D8A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Oval 1096">
                    <a:extLst>
                      <a:ext uri="{FF2B5EF4-FFF2-40B4-BE49-F238E27FC236}">
                        <a16:creationId xmlns:a16="http://schemas.microsoft.com/office/drawing/2014/main" id="{DFFCE96E-64E1-D067-4FDF-A47121FE330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Oval 1097">
                    <a:extLst>
                      <a:ext uri="{FF2B5EF4-FFF2-40B4-BE49-F238E27FC236}">
                        <a16:creationId xmlns:a16="http://schemas.microsoft.com/office/drawing/2014/main" id="{024FA3F4-521D-49F9-5110-8420553E9D9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Oval 1098">
                    <a:extLst>
                      <a:ext uri="{FF2B5EF4-FFF2-40B4-BE49-F238E27FC236}">
                        <a16:creationId xmlns:a16="http://schemas.microsoft.com/office/drawing/2014/main" id="{F62D050D-4113-3A97-4B80-C07252B615D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Oval 1099">
                    <a:extLst>
                      <a:ext uri="{FF2B5EF4-FFF2-40B4-BE49-F238E27FC236}">
                        <a16:creationId xmlns:a16="http://schemas.microsoft.com/office/drawing/2014/main" id="{821EBB8F-B4D3-4DA8-6733-AFF10359892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7" name="Group 1056">
                  <a:extLst>
                    <a:ext uri="{FF2B5EF4-FFF2-40B4-BE49-F238E27FC236}">
                      <a16:creationId xmlns:a16="http://schemas.microsoft.com/office/drawing/2014/main" id="{2C5AC064-6CAC-B9CE-937D-87EDAF05A454}"/>
                    </a:ext>
                  </a:extLst>
                </p:cNvPr>
                <p:cNvGrpSpPr/>
                <p:nvPr/>
              </p:nvGrpSpPr>
              <p:grpSpPr>
                <a:xfrm rot="21292958">
                  <a:off x="6243191" y="6012057"/>
                  <a:ext cx="242005" cy="46723"/>
                  <a:chOff x="7979724" y="3580291"/>
                  <a:chExt cx="242005" cy="43678"/>
                </a:xfrm>
              </p:grpSpPr>
              <p:sp>
                <p:nvSpPr>
                  <p:cNvPr id="1085" name="Oval 1084">
                    <a:extLst>
                      <a:ext uri="{FF2B5EF4-FFF2-40B4-BE49-F238E27FC236}">
                        <a16:creationId xmlns:a16="http://schemas.microsoft.com/office/drawing/2014/main" id="{8E1A74CD-B25E-42D5-4DF6-37559F333D8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Oval 1085">
                    <a:extLst>
                      <a:ext uri="{FF2B5EF4-FFF2-40B4-BE49-F238E27FC236}">
                        <a16:creationId xmlns:a16="http://schemas.microsoft.com/office/drawing/2014/main" id="{022C951D-12B3-AF87-EC14-E3056517145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Oval 1086">
                    <a:extLst>
                      <a:ext uri="{FF2B5EF4-FFF2-40B4-BE49-F238E27FC236}">
                        <a16:creationId xmlns:a16="http://schemas.microsoft.com/office/drawing/2014/main" id="{B801C68C-4FF3-FD0C-7091-E78850974FF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Oval 1087">
                    <a:extLst>
                      <a:ext uri="{FF2B5EF4-FFF2-40B4-BE49-F238E27FC236}">
                        <a16:creationId xmlns:a16="http://schemas.microsoft.com/office/drawing/2014/main" id="{E198CA3B-ABF2-C827-DC1E-9D0737475F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Oval 1088">
                    <a:extLst>
                      <a:ext uri="{FF2B5EF4-FFF2-40B4-BE49-F238E27FC236}">
                        <a16:creationId xmlns:a16="http://schemas.microsoft.com/office/drawing/2014/main" id="{CBC36109-317A-4B41-BF96-959430238BF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Oval 1089">
                    <a:extLst>
                      <a:ext uri="{FF2B5EF4-FFF2-40B4-BE49-F238E27FC236}">
                        <a16:creationId xmlns:a16="http://schemas.microsoft.com/office/drawing/2014/main" id="{1CCAF0AF-82E7-1F37-B449-3BAAC2D9D0C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Oval 1090">
                    <a:extLst>
                      <a:ext uri="{FF2B5EF4-FFF2-40B4-BE49-F238E27FC236}">
                        <a16:creationId xmlns:a16="http://schemas.microsoft.com/office/drawing/2014/main" id="{FC76CC3A-1214-2342-4884-87BA71CDC59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74D5F9A9-D9BB-D5E2-DF45-95B13EC9096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8" name="Group 1057">
                  <a:extLst>
                    <a:ext uri="{FF2B5EF4-FFF2-40B4-BE49-F238E27FC236}">
                      <a16:creationId xmlns:a16="http://schemas.microsoft.com/office/drawing/2014/main" id="{390ED379-00C4-0C66-DB61-32B968FF3C84}"/>
                    </a:ext>
                  </a:extLst>
                </p:cNvPr>
                <p:cNvGrpSpPr/>
                <p:nvPr/>
              </p:nvGrpSpPr>
              <p:grpSpPr>
                <a:xfrm>
                  <a:off x="6172034" y="6012873"/>
                  <a:ext cx="242005" cy="43678"/>
                  <a:chOff x="7979724" y="3580291"/>
                  <a:chExt cx="242005" cy="43678"/>
                </a:xfrm>
              </p:grpSpPr>
              <p:sp>
                <p:nvSpPr>
                  <p:cNvPr id="1077" name="Oval 1076">
                    <a:extLst>
                      <a:ext uri="{FF2B5EF4-FFF2-40B4-BE49-F238E27FC236}">
                        <a16:creationId xmlns:a16="http://schemas.microsoft.com/office/drawing/2014/main" id="{E554ACFA-A6AD-9043-DD88-E4AD0BF37B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Oval 1077">
                    <a:extLst>
                      <a:ext uri="{FF2B5EF4-FFF2-40B4-BE49-F238E27FC236}">
                        <a16:creationId xmlns:a16="http://schemas.microsoft.com/office/drawing/2014/main" id="{42252EA7-9928-CBE0-A1EE-2286AAD2F6F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Oval 1078">
                    <a:extLst>
                      <a:ext uri="{FF2B5EF4-FFF2-40B4-BE49-F238E27FC236}">
                        <a16:creationId xmlns:a16="http://schemas.microsoft.com/office/drawing/2014/main" id="{21E10F24-2D47-CFDF-C510-C3DFD6CBF4B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Oval 1079">
                    <a:extLst>
                      <a:ext uri="{FF2B5EF4-FFF2-40B4-BE49-F238E27FC236}">
                        <a16:creationId xmlns:a16="http://schemas.microsoft.com/office/drawing/2014/main" id="{3B8624AC-27B9-7082-46B7-42EE5E6754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E7103E84-7930-7353-D537-C243C703D5E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Oval 1081">
                    <a:extLst>
                      <a:ext uri="{FF2B5EF4-FFF2-40B4-BE49-F238E27FC236}">
                        <a16:creationId xmlns:a16="http://schemas.microsoft.com/office/drawing/2014/main" id="{276A5487-B4D0-34A6-DED5-F69927D9813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Oval 1082">
                    <a:extLst>
                      <a:ext uri="{FF2B5EF4-FFF2-40B4-BE49-F238E27FC236}">
                        <a16:creationId xmlns:a16="http://schemas.microsoft.com/office/drawing/2014/main" id="{6CB7692E-B9DC-1D6B-46F8-9AF47090ED9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Oval 1083">
                    <a:extLst>
                      <a:ext uri="{FF2B5EF4-FFF2-40B4-BE49-F238E27FC236}">
                        <a16:creationId xmlns:a16="http://schemas.microsoft.com/office/drawing/2014/main" id="{B49E0B51-739D-95A4-0926-AC86B78B691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9" name="Group 1058">
                  <a:extLst>
                    <a:ext uri="{FF2B5EF4-FFF2-40B4-BE49-F238E27FC236}">
                      <a16:creationId xmlns:a16="http://schemas.microsoft.com/office/drawing/2014/main" id="{4A685490-DA00-FB57-B289-A7FA7F20F2CC}"/>
                    </a:ext>
                  </a:extLst>
                </p:cNvPr>
                <p:cNvGrpSpPr/>
                <p:nvPr/>
              </p:nvGrpSpPr>
              <p:grpSpPr>
                <a:xfrm rot="10800000">
                  <a:off x="6484234" y="6015233"/>
                  <a:ext cx="242005" cy="46723"/>
                  <a:chOff x="7979724" y="3580291"/>
                  <a:chExt cx="242005" cy="43678"/>
                </a:xfrm>
              </p:grpSpPr>
              <p:sp>
                <p:nvSpPr>
                  <p:cNvPr id="1069" name="Oval 1068">
                    <a:extLst>
                      <a:ext uri="{FF2B5EF4-FFF2-40B4-BE49-F238E27FC236}">
                        <a16:creationId xmlns:a16="http://schemas.microsoft.com/office/drawing/2014/main" id="{D76CBE8B-7904-042E-DFB6-EB2F226266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Oval 1069">
                    <a:extLst>
                      <a:ext uri="{FF2B5EF4-FFF2-40B4-BE49-F238E27FC236}">
                        <a16:creationId xmlns:a16="http://schemas.microsoft.com/office/drawing/2014/main" id="{95FF5900-1CB5-74B5-C341-E0F4966533C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Oval 1070">
                    <a:extLst>
                      <a:ext uri="{FF2B5EF4-FFF2-40B4-BE49-F238E27FC236}">
                        <a16:creationId xmlns:a16="http://schemas.microsoft.com/office/drawing/2014/main" id="{FA7A85BE-1621-0FA2-4BCE-FC30DC29091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Oval 1071">
                    <a:extLst>
                      <a:ext uri="{FF2B5EF4-FFF2-40B4-BE49-F238E27FC236}">
                        <a16:creationId xmlns:a16="http://schemas.microsoft.com/office/drawing/2014/main" id="{024A3A1E-30B0-E7AE-4685-C46C5CC548D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Oval 1072">
                    <a:extLst>
                      <a:ext uri="{FF2B5EF4-FFF2-40B4-BE49-F238E27FC236}">
                        <a16:creationId xmlns:a16="http://schemas.microsoft.com/office/drawing/2014/main" id="{8154DC9F-E0C8-1D68-B263-13EE4AF489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Oval 1073">
                    <a:extLst>
                      <a:ext uri="{FF2B5EF4-FFF2-40B4-BE49-F238E27FC236}">
                        <a16:creationId xmlns:a16="http://schemas.microsoft.com/office/drawing/2014/main" id="{8E68B0AC-1EEE-9BEB-1FEF-5BA32BD2564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Oval 1074">
                    <a:extLst>
                      <a:ext uri="{FF2B5EF4-FFF2-40B4-BE49-F238E27FC236}">
                        <a16:creationId xmlns:a16="http://schemas.microsoft.com/office/drawing/2014/main" id="{5A2999B1-7307-B29A-48B0-AE61FE2F0CE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Oval 1075">
                    <a:extLst>
                      <a:ext uri="{FF2B5EF4-FFF2-40B4-BE49-F238E27FC236}">
                        <a16:creationId xmlns:a16="http://schemas.microsoft.com/office/drawing/2014/main" id="{4A225FE7-AAB9-9E2E-274E-76E446F5CB5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0" name="Group 1059">
                  <a:extLst>
                    <a:ext uri="{FF2B5EF4-FFF2-40B4-BE49-F238E27FC236}">
                      <a16:creationId xmlns:a16="http://schemas.microsoft.com/office/drawing/2014/main" id="{F78012EB-58FB-9D6A-E39D-8B82565517F7}"/>
                    </a:ext>
                  </a:extLst>
                </p:cNvPr>
                <p:cNvGrpSpPr/>
                <p:nvPr/>
              </p:nvGrpSpPr>
              <p:grpSpPr>
                <a:xfrm>
                  <a:off x="6413077" y="6016049"/>
                  <a:ext cx="242005" cy="43678"/>
                  <a:chOff x="7979724" y="3580291"/>
                  <a:chExt cx="242005" cy="43678"/>
                </a:xfrm>
              </p:grpSpPr>
              <p:sp>
                <p:nvSpPr>
                  <p:cNvPr id="1061" name="Oval 1060">
                    <a:extLst>
                      <a:ext uri="{FF2B5EF4-FFF2-40B4-BE49-F238E27FC236}">
                        <a16:creationId xmlns:a16="http://schemas.microsoft.com/office/drawing/2014/main" id="{C84C5D0E-8AFB-08B0-D447-8C8B523020E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Oval 1061">
                    <a:extLst>
                      <a:ext uri="{FF2B5EF4-FFF2-40B4-BE49-F238E27FC236}">
                        <a16:creationId xmlns:a16="http://schemas.microsoft.com/office/drawing/2014/main" id="{7BE51C0E-2C2D-3CFE-2FB8-ADD203E9B30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Oval 1062">
                    <a:extLst>
                      <a:ext uri="{FF2B5EF4-FFF2-40B4-BE49-F238E27FC236}">
                        <a16:creationId xmlns:a16="http://schemas.microsoft.com/office/drawing/2014/main" id="{8949E791-C790-7FA1-5A75-4E6E68BF96C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Oval 1063">
                    <a:extLst>
                      <a:ext uri="{FF2B5EF4-FFF2-40B4-BE49-F238E27FC236}">
                        <a16:creationId xmlns:a16="http://schemas.microsoft.com/office/drawing/2014/main" id="{74E92318-B216-2429-1F19-4F97CFFB39A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Oval 1064">
                    <a:extLst>
                      <a:ext uri="{FF2B5EF4-FFF2-40B4-BE49-F238E27FC236}">
                        <a16:creationId xmlns:a16="http://schemas.microsoft.com/office/drawing/2014/main" id="{73E97C3A-F404-9C33-0CAD-D2CC6F96B7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Oval 1065">
                    <a:extLst>
                      <a:ext uri="{FF2B5EF4-FFF2-40B4-BE49-F238E27FC236}">
                        <a16:creationId xmlns:a16="http://schemas.microsoft.com/office/drawing/2014/main" id="{BA49DB5B-7EC5-6B20-CAD2-B2B0F2D9950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Oval 1066">
                    <a:extLst>
                      <a:ext uri="{FF2B5EF4-FFF2-40B4-BE49-F238E27FC236}">
                        <a16:creationId xmlns:a16="http://schemas.microsoft.com/office/drawing/2014/main" id="{52646D31-D7CA-C01B-41EA-3F37E67DE3B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Oval 1067">
                    <a:extLst>
                      <a:ext uri="{FF2B5EF4-FFF2-40B4-BE49-F238E27FC236}">
                        <a16:creationId xmlns:a16="http://schemas.microsoft.com/office/drawing/2014/main" id="{DB515F6D-71AA-67DD-590C-5D21F75735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15" name="TextBox 14">
              <a:extLst>
                <a:ext uri="{FF2B5EF4-FFF2-40B4-BE49-F238E27FC236}">
                  <a16:creationId xmlns:a16="http://schemas.microsoft.com/office/drawing/2014/main" id="{5C2CC55B-F363-6D1F-2CC2-5E340B049954}"/>
                </a:ext>
              </a:extLst>
            </p:cNvPr>
            <p:cNvSpPr txBox="1"/>
            <p:nvPr/>
          </p:nvSpPr>
          <p:spPr>
            <a:xfrm>
              <a:off x="8321263" y="1980722"/>
              <a:ext cx="87075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Raw data points</a:t>
              </a:r>
            </a:p>
          </p:txBody>
        </p:sp>
        <p:sp>
          <p:nvSpPr>
            <p:cNvPr id="16" name="TextBox 15">
              <a:extLst>
                <a:ext uri="{FF2B5EF4-FFF2-40B4-BE49-F238E27FC236}">
                  <a16:creationId xmlns:a16="http://schemas.microsoft.com/office/drawing/2014/main" id="{DB264603-B320-89C4-3E4E-555CE0A8099A}"/>
                </a:ext>
              </a:extLst>
            </p:cNvPr>
            <p:cNvSpPr txBox="1"/>
            <p:nvPr/>
          </p:nvSpPr>
          <p:spPr>
            <a:xfrm>
              <a:off x="9892888" y="2840652"/>
              <a:ext cx="1181734"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Points associated</a:t>
              </a:r>
            </a:p>
            <a:p>
              <a:pPr algn="l"/>
              <a:r>
                <a:rPr lang="en-US" sz="750" dirty="0">
                  <a:ln/>
                  <a:solidFill>
                    <a:srgbClr val="000000"/>
                  </a:solidFill>
                  <a:latin typeface="Helvetica"/>
                  <a:cs typeface="Helvetica"/>
                  <a:sym typeface="Helvetica"/>
                  <a:rtl val="0"/>
                </a:rPr>
                <a:t>With traces and objects</a:t>
              </a:r>
              <a:endParaRPr lang="en-US" sz="750" spc="0" baseline="0" dirty="0">
                <a:ln/>
                <a:solidFill>
                  <a:srgbClr val="000000"/>
                </a:solidFill>
                <a:latin typeface="Helvetica"/>
                <a:cs typeface="Helvetica"/>
                <a:sym typeface="Helvetica"/>
                <a:rtl val="0"/>
              </a:endParaRPr>
            </a:p>
          </p:txBody>
        </p:sp>
        <p:sp>
          <p:nvSpPr>
            <p:cNvPr id="17" name="Freeform: Shape 16">
              <a:extLst>
                <a:ext uri="{FF2B5EF4-FFF2-40B4-BE49-F238E27FC236}">
                  <a16:creationId xmlns:a16="http://schemas.microsoft.com/office/drawing/2014/main" id="{906618BA-6AB0-9232-2037-390941E394C0}"/>
                </a:ext>
              </a:extLst>
            </p:cNvPr>
            <p:cNvSpPr/>
            <p:nvPr/>
          </p:nvSpPr>
          <p:spPr>
            <a:xfrm>
              <a:off x="6971871" y="330482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18" name="Freeform: Shape 17">
              <a:extLst>
                <a:ext uri="{FF2B5EF4-FFF2-40B4-BE49-F238E27FC236}">
                  <a16:creationId xmlns:a16="http://schemas.microsoft.com/office/drawing/2014/main" id="{1CF97029-2583-3C90-9B7C-B9329095E41B}"/>
                </a:ext>
              </a:extLst>
            </p:cNvPr>
            <p:cNvSpPr/>
            <p:nvPr/>
          </p:nvSpPr>
          <p:spPr>
            <a:xfrm>
              <a:off x="6830503" y="346323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chemeClr val="bg1">
                  <a:lumMod val="65000"/>
                </a:schemeClr>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E6050D6-5182-D4C9-47A9-067E4535CEA7}"/>
                </a:ext>
              </a:extLst>
            </p:cNvPr>
            <p:cNvSpPr/>
            <p:nvPr/>
          </p:nvSpPr>
          <p:spPr>
            <a:xfrm>
              <a:off x="8131109" y="363605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chemeClr val="bg1">
                  <a:lumMod val="65000"/>
                </a:schemeClr>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93325CE-11E2-651D-8334-0A59E65B1BEC}"/>
                </a:ext>
              </a:extLst>
            </p:cNvPr>
            <p:cNvSpPr/>
            <p:nvPr/>
          </p:nvSpPr>
          <p:spPr>
            <a:xfrm>
              <a:off x="7790206" y="346323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chemeClr val="bg1">
                  <a:lumMod val="65000"/>
                </a:schemeClr>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FF73DF8-B2E2-C98A-823E-8A990DF9C695}"/>
                </a:ext>
              </a:extLst>
            </p:cNvPr>
            <p:cNvSpPr/>
            <p:nvPr/>
          </p:nvSpPr>
          <p:spPr>
            <a:xfrm>
              <a:off x="7887502" y="347038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2" name="Freeform: Shape 21">
              <a:extLst>
                <a:ext uri="{FF2B5EF4-FFF2-40B4-BE49-F238E27FC236}">
                  <a16:creationId xmlns:a16="http://schemas.microsoft.com/office/drawing/2014/main" id="{A11A114C-4DBA-6932-F067-BB98044ABCB9}"/>
                </a:ext>
              </a:extLst>
            </p:cNvPr>
            <p:cNvSpPr/>
            <p:nvPr/>
          </p:nvSpPr>
          <p:spPr>
            <a:xfrm>
              <a:off x="8770420" y="347038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chemeClr val="bg1">
                  <a:lumMod val="65000"/>
                </a:schemeClr>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2AE2EDF-0477-4013-E630-A14B5FFF5CE7}"/>
                </a:ext>
              </a:extLst>
            </p:cNvPr>
            <p:cNvSpPr/>
            <p:nvPr/>
          </p:nvSpPr>
          <p:spPr>
            <a:xfrm>
              <a:off x="8957964" y="347059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chemeClr val="bg1">
                  <a:lumMod val="65000"/>
                </a:schemeClr>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D2D9B55-BA7E-E697-BC70-2C287267852D}"/>
                </a:ext>
              </a:extLst>
            </p:cNvPr>
            <p:cNvSpPr/>
            <p:nvPr/>
          </p:nvSpPr>
          <p:spPr>
            <a:xfrm>
              <a:off x="8770420" y="364204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chemeClr val="bg1">
                  <a:lumMod val="65000"/>
                </a:schemeClr>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670B0A3-CCEF-FE7D-5101-4921F433AEAD}"/>
                </a:ext>
              </a:extLst>
            </p:cNvPr>
            <p:cNvSpPr/>
            <p:nvPr/>
          </p:nvSpPr>
          <p:spPr>
            <a:xfrm>
              <a:off x="8540276" y="337908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chemeClr val="bg1">
                  <a:lumMod val="65000"/>
                </a:schemeClr>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4297BD2-10D3-725B-81EA-1B9F751EB024}"/>
                </a:ext>
              </a:extLst>
            </p:cNvPr>
            <p:cNvSpPr/>
            <p:nvPr/>
          </p:nvSpPr>
          <p:spPr>
            <a:xfrm>
              <a:off x="8599285" y="336857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833CA3F-8778-899C-6715-498023E6C800}"/>
                </a:ext>
              </a:extLst>
            </p:cNvPr>
            <p:cNvSpPr/>
            <p:nvPr/>
          </p:nvSpPr>
          <p:spPr>
            <a:xfrm>
              <a:off x="8709729" y="321994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CC0059D-9DC5-53D9-5086-9D72FC03F3A6}"/>
                </a:ext>
              </a:extLst>
            </p:cNvPr>
            <p:cNvSpPr/>
            <p:nvPr/>
          </p:nvSpPr>
          <p:spPr>
            <a:xfrm>
              <a:off x="8768632" y="320942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356327C-485E-95B3-06E9-B648A6222373}"/>
                </a:ext>
              </a:extLst>
            </p:cNvPr>
            <p:cNvSpPr/>
            <p:nvPr/>
          </p:nvSpPr>
          <p:spPr>
            <a:xfrm>
              <a:off x="7465186" y="337772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chemeClr val="bg1">
                  <a:lumMod val="65000"/>
                </a:schemeClr>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67D9CD0-208B-FA01-5CBF-889D7D7C6D0D}"/>
                </a:ext>
              </a:extLst>
            </p:cNvPr>
            <p:cNvSpPr/>
            <p:nvPr/>
          </p:nvSpPr>
          <p:spPr>
            <a:xfrm>
              <a:off x="7524194" y="336720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7C368A3-6B05-8476-08FE-491207E81CB3}"/>
                </a:ext>
              </a:extLst>
            </p:cNvPr>
            <p:cNvSpPr/>
            <p:nvPr/>
          </p:nvSpPr>
          <p:spPr>
            <a:xfrm>
              <a:off x="7609078" y="321868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8EB4C32-530D-F5CA-F9B4-A0D18389AAD0}"/>
                </a:ext>
              </a:extLst>
            </p:cNvPr>
            <p:cNvSpPr/>
            <p:nvPr/>
          </p:nvSpPr>
          <p:spPr>
            <a:xfrm>
              <a:off x="7667982" y="320816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DE9245A-B923-2A6B-527D-1CD107173015}"/>
                </a:ext>
              </a:extLst>
            </p:cNvPr>
            <p:cNvSpPr/>
            <p:nvPr/>
          </p:nvSpPr>
          <p:spPr>
            <a:xfrm>
              <a:off x="8932404" y="330482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chemeClr val="bg1">
                  <a:lumMod val="65000"/>
                </a:schemeClr>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615F4E5-D94A-0B2B-3FE3-59A03937F05A}"/>
                </a:ext>
              </a:extLst>
            </p:cNvPr>
            <p:cNvSpPr/>
            <p:nvPr/>
          </p:nvSpPr>
          <p:spPr>
            <a:xfrm>
              <a:off x="6927062" y="370516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chemeClr val="bg1">
                  <a:lumMod val="65000"/>
                </a:schemeClr>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5EE60E6-CDBA-B3AA-76EA-C5C92F4D46F2}"/>
                </a:ext>
              </a:extLst>
            </p:cNvPr>
            <p:cNvSpPr/>
            <p:nvPr/>
          </p:nvSpPr>
          <p:spPr>
            <a:xfrm>
              <a:off x="7517252" y="304249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chemeClr val="bg1">
                  <a:lumMod val="65000"/>
                </a:schemeClr>
              </a:solidFill>
              <a:prstDash val="solid"/>
              <a:miter/>
            </a:ln>
          </p:spPr>
          <p:txBody>
            <a:bodyPr rtlCol="0" anchor="ctr"/>
            <a:lstStyle/>
            <a:p>
              <a:endParaRPr lang="en-US"/>
            </a:p>
          </p:txBody>
        </p:sp>
        <p:sp>
          <p:nvSpPr>
            <p:cNvPr id="36" name="Oval 35">
              <a:extLst>
                <a:ext uri="{FF2B5EF4-FFF2-40B4-BE49-F238E27FC236}">
                  <a16:creationId xmlns:a16="http://schemas.microsoft.com/office/drawing/2014/main" id="{780351D8-5BCD-127F-34A2-2494CFDF44EA}"/>
                </a:ext>
              </a:extLst>
            </p:cNvPr>
            <p:cNvSpPr/>
            <p:nvPr/>
          </p:nvSpPr>
          <p:spPr>
            <a:xfrm rot="10800000">
              <a:off x="9604349" y="34436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56121B7-4A9F-B2AF-82A2-A2CBDA8A47C5}"/>
                </a:ext>
              </a:extLst>
            </p:cNvPr>
            <p:cNvSpPr/>
            <p:nvPr/>
          </p:nvSpPr>
          <p:spPr>
            <a:xfrm rot="10800000">
              <a:off x="9572024" y="34325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D150525-5774-568B-C221-DB120A30A47B}"/>
                </a:ext>
              </a:extLst>
            </p:cNvPr>
            <p:cNvSpPr/>
            <p:nvPr/>
          </p:nvSpPr>
          <p:spPr>
            <a:xfrm rot="10800000">
              <a:off x="9545604" y="34319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74A95509-CDEE-B1C3-6500-063AB795C837}"/>
                </a:ext>
              </a:extLst>
            </p:cNvPr>
            <p:cNvSpPr/>
            <p:nvPr/>
          </p:nvSpPr>
          <p:spPr>
            <a:xfrm rot="10800000">
              <a:off x="9657608" y="344144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F0D99DF-83E6-4F74-3EA9-C41D0AF09F1C}"/>
                </a:ext>
              </a:extLst>
            </p:cNvPr>
            <p:cNvSpPr/>
            <p:nvPr/>
          </p:nvSpPr>
          <p:spPr>
            <a:xfrm rot="10800000">
              <a:off x="9624777" y="345733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43FADFB1-8C1C-C5E8-26CA-AACEAB0B7F55}"/>
                </a:ext>
              </a:extLst>
            </p:cNvPr>
            <p:cNvSpPr/>
            <p:nvPr/>
          </p:nvSpPr>
          <p:spPr>
            <a:xfrm rot="10800000">
              <a:off x="9471503" y="343258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0FD1E19-5155-57C5-49E9-5506A6F9CB90}"/>
                </a:ext>
              </a:extLst>
            </p:cNvPr>
            <p:cNvSpPr/>
            <p:nvPr/>
          </p:nvSpPr>
          <p:spPr>
            <a:xfrm rot="10800000">
              <a:off x="9433891" y="343956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D772E9F-BBEA-76BB-8C37-616EE81809BF}"/>
                </a:ext>
              </a:extLst>
            </p:cNvPr>
            <p:cNvSpPr/>
            <p:nvPr/>
          </p:nvSpPr>
          <p:spPr>
            <a:xfrm rot="10800000">
              <a:off x="9498541" y="34358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9D800BF-CF73-D5A6-EA37-E5BE3E8A7107}"/>
                </a:ext>
              </a:extLst>
            </p:cNvPr>
            <p:cNvSpPr/>
            <p:nvPr/>
          </p:nvSpPr>
          <p:spPr>
            <a:xfrm rot="10800000">
              <a:off x="9121543" y="32968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5EC46F2-935D-8F46-76A1-DB6F67D5BEA6}"/>
                </a:ext>
              </a:extLst>
            </p:cNvPr>
            <p:cNvSpPr/>
            <p:nvPr/>
          </p:nvSpPr>
          <p:spPr>
            <a:xfrm rot="10800000">
              <a:off x="9089218" y="32857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425F9890-B5BE-A504-F981-DC9C94A6713F}"/>
                </a:ext>
              </a:extLst>
            </p:cNvPr>
            <p:cNvSpPr/>
            <p:nvPr/>
          </p:nvSpPr>
          <p:spPr>
            <a:xfrm rot="10800000">
              <a:off x="9062798" y="32851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07B91EE5-5036-B47D-FEBF-4E0E3EEFB621}"/>
                </a:ext>
              </a:extLst>
            </p:cNvPr>
            <p:cNvSpPr/>
            <p:nvPr/>
          </p:nvSpPr>
          <p:spPr>
            <a:xfrm rot="10800000">
              <a:off x="9174802" y="32946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C72B100-C56A-C0B3-07FC-4F7CEF9B123C}"/>
                </a:ext>
              </a:extLst>
            </p:cNvPr>
            <p:cNvSpPr/>
            <p:nvPr/>
          </p:nvSpPr>
          <p:spPr>
            <a:xfrm rot="10800000">
              <a:off x="9141971" y="33105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9D0A60E-D042-33E6-F1A5-8667E4E0A49F}"/>
                </a:ext>
              </a:extLst>
            </p:cNvPr>
            <p:cNvSpPr/>
            <p:nvPr/>
          </p:nvSpPr>
          <p:spPr>
            <a:xfrm rot="10800000">
              <a:off x="8988697" y="32857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4B78A31-4E05-4CB0-58F6-F01FE5ADED55}"/>
                </a:ext>
              </a:extLst>
            </p:cNvPr>
            <p:cNvSpPr/>
            <p:nvPr/>
          </p:nvSpPr>
          <p:spPr>
            <a:xfrm rot="10800000">
              <a:off x="8951085" y="32927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C88A7C28-F9E3-0A60-B62B-8AAB52106B18}"/>
                </a:ext>
              </a:extLst>
            </p:cNvPr>
            <p:cNvSpPr/>
            <p:nvPr/>
          </p:nvSpPr>
          <p:spPr>
            <a:xfrm rot="10800000">
              <a:off x="9015735" y="32890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22E8A5C0-CB4F-101E-3961-735B637DFF84}"/>
                </a:ext>
              </a:extLst>
            </p:cNvPr>
            <p:cNvSpPr/>
            <p:nvPr/>
          </p:nvSpPr>
          <p:spPr>
            <a:xfrm>
              <a:off x="9246770" y="32820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3796960-A3AB-F121-B8C3-C2AD3C5C2913}"/>
                </a:ext>
              </a:extLst>
            </p:cNvPr>
            <p:cNvSpPr/>
            <p:nvPr/>
          </p:nvSpPr>
          <p:spPr>
            <a:xfrm>
              <a:off x="9279095" y="3293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9BDEC82-7BB1-1627-DE21-B2F75BFF103C}"/>
                </a:ext>
              </a:extLst>
            </p:cNvPr>
            <p:cNvSpPr/>
            <p:nvPr/>
          </p:nvSpPr>
          <p:spPr>
            <a:xfrm>
              <a:off x="9305515" y="329378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3A9058E-C2FD-62EE-D482-FC09545F5905}"/>
                </a:ext>
              </a:extLst>
            </p:cNvPr>
            <p:cNvSpPr/>
            <p:nvPr/>
          </p:nvSpPr>
          <p:spPr>
            <a:xfrm>
              <a:off x="9193511" y="32842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977E6988-50DE-A072-2A55-D4C5A7236148}"/>
                </a:ext>
              </a:extLst>
            </p:cNvPr>
            <p:cNvSpPr/>
            <p:nvPr/>
          </p:nvSpPr>
          <p:spPr>
            <a:xfrm>
              <a:off x="9226342" y="326839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EC88970-8E07-CEDA-980A-2985DBE555DF}"/>
                </a:ext>
              </a:extLst>
            </p:cNvPr>
            <p:cNvSpPr/>
            <p:nvPr/>
          </p:nvSpPr>
          <p:spPr>
            <a:xfrm>
              <a:off x="9379616" y="32931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CDCCB99F-05D8-ABB5-F5D0-F1B61978F494}"/>
                </a:ext>
              </a:extLst>
            </p:cNvPr>
            <p:cNvSpPr/>
            <p:nvPr/>
          </p:nvSpPr>
          <p:spPr>
            <a:xfrm>
              <a:off x="9417228" y="32861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CF94AEA9-6AE5-14A4-91B0-84F50B8BDD1B}"/>
                </a:ext>
              </a:extLst>
            </p:cNvPr>
            <p:cNvSpPr/>
            <p:nvPr/>
          </p:nvSpPr>
          <p:spPr>
            <a:xfrm>
              <a:off x="9352578" y="32898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AE98F00A-2BB4-2B61-5A4F-AF650C4AC710}"/>
                </a:ext>
              </a:extLst>
            </p:cNvPr>
            <p:cNvSpPr/>
            <p:nvPr/>
          </p:nvSpPr>
          <p:spPr>
            <a:xfrm rot="10800000">
              <a:off x="9694101" y="32863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89BF6916-E1B5-4C4B-25CF-3734F4C8E97A}"/>
                </a:ext>
              </a:extLst>
            </p:cNvPr>
            <p:cNvSpPr/>
            <p:nvPr/>
          </p:nvSpPr>
          <p:spPr>
            <a:xfrm rot="10800000">
              <a:off x="9661776" y="327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41480C6B-0A6D-A62E-205F-98256566259F}"/>
                </a:ext>
              </a:extLst>
            </p:cNvPr>
            <p:cNvSpPr/>
            <p:nvPr/>
          </p:nvSpPr>
          <p:spPr>
            <a:xfrm rot="10800000">
              <a:off x="9635356" y="32737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C81C5569-C701-CD16-7FDA-8C3628E14791}"/>
                </a:ext>
              </a:extLst>
            </p:cNvPr>
            <p:cNvSpPr/>
            <p:nvPr/>
          </p:nvSpPr>
          <p:spPr>
            <a:xfrm rot="10800000">
              <a:off x="9747360" y="3283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B03745D-85AE-D7E6-DD86-C12D1E596659}"/>
                </a:ext>
              </a:extLst>
            </p:cNvPr>
            <p:cNvSpPr/>
            <p:nvPr/>
          </p:nvSpPr>
          <p:spPr>
            <a:xfrm rot="10800000">
              <a:off x="9714529" y="33009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B63A420F-535E-08D9-1F12-E8DF76D0B666}"/>
                </a:ext>
              </a:extLst>
            </p:cNvPr>
            <p:cNvSpPr/>
            <p:nvPr/>
          </p:nvSpPr>
          <p:spPr>
            <a:xfrm rot="10800000">
              <a:off x="9561255" y="32744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405F91C-3E54-10B6-449F-04EE6C6067C8}"/>
                </a:ext>
              </a:extLst>
            </p:cNvPr>
            <p:cNvSpPr/>
            <p:nvPr/>
          </p:nvSpPr>
          <p:spPr>
            <a:xfrm rot="10800000">
              <a:off x="9523643" y="3281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C2969A4-B064-0F85-B8A7-1DA558831CDB}"/>
                </a:ext>
              </a:extLst>
            </p:cNvPr>
            <p:cNvSpPr/>
            <p:nvPr/>
          </p:nvSpPr>
          <p:spPr>
            <a:xfrm rot="10800000">
              <a:off x="9588293"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5E19135-64F7-D9A5-3360-F458D2C3F771}"/>
                </a:ext>
              </a:extLst>
            </p:cNvPr>
            <p:cNvSpPr/>
            <p:nvPr/>
          </p:nvSpPr>
          <p:spPr>
            <a:xfrm>
              <a:off x="9505745" y="32882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E3EC5DF-4222-D3A0-4DD9-7922A43048C5}"/>
                </a:ext>
              </a:extLst>
            </p:cNvPr>
            <p:cNvSpPr/>
            <p:nvPr/>
          </p:nvSpPr>
          <p:spPr>
            <a:xfrm>
              <a:off x="9538070" y="32993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B93F0B7-9745-9E3D-CF52-F71EFE39A0E3}"/>
                </a:ext>
              </a:extLst>
            </p:cNvPr>
            <p:cNvSpPr/>
            <p:nvPr/>
          </p:nvSpPr>
          <p:spPr>
            <a:xfrm>
              <a:off x="9564490" y="32999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4907B867-4369-4481-990C-6601BE277CAA}"/>
                </a:ext>
              </a:extLst>
            </p:cNvPr>
            <p:cNvSpPr/>
            <p:nvPr/>
          </p:nvSpPr>
          <p:spPr>
            <a:xfrm>
              <a:off x="9452486" y="32904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20B1F3-7254-5B12-123A-DF1CC8F52FCE}"/>
                </a:ext>
              </a:extLst>
            </p:cNvPr>
            <p:cNvSpPr/>
            <p:nvPr/>
          </p:nvSpPr>
          <p:spPr>
            <a:xfrm>
              <a:off x="9485317" y="32745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4F268DD-DFA1-A8C8-8B0D-AB2382095524}"/>
                </a:ext>
              </a:extLst>
            </p:cNvPr>
            <p:cNvSpPr/>
            <p:nvPr/>
          </p:nvSpPr>
          <p:spPr>
            <a:xfrm>
              <a:off x="9638591" y="32993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5F69255A-DD74-3EE7-FFDB-0F2A59999FF6}"/>
                </a:ext>
              </a:extLst>
            </p:cNvPr>
            <p:cNvSpPr/>
            <p:nvPr/>
          </p:nvSpPr>
          <p:spPr>
            <a:xfrm>
              <a:off x="9676203" y="32923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361D23E9-22A9-12C6-A14F-A92EF0C86CD3}"/>
                </a:ext>
              </a:extLst>
            </p:cNvPr>
            <p:cNvSpPr/>
            <p:nvPr/>
          </p:nvSpPr>
          <p:spPr>
            <a:xfrm>
              <a:off x="9611553" y="32960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BB6BACD-91C8-CEDC-BFB8-9B9B3855635F}"/>
                </a:ext>
              </a:extLst>
            </p:cNvPr>
            <p:cNvSpPr/>
            <p:nvPr/>
          </p:nvSpPr>
          <p:spPr>
            <a:xfrm rot="10800000">
              <a:off x="8820951"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30A64B16-8F94-DA03-CBE8-3709BD4168E0}"/>
                </a:ext>
              </a:extLst>
            </p:cNvPr>
            <p:cNvSpPr/>
            <p:nvPr/>
          </p:nvSpPr>
          <p:spPr>
            <a:xfrm rot="10800000">
              <a:off x="8788626"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73C74DC0-AB68-09D1-4ACE-32DE36007478}"/>
                </a:ext>
              </a:extLst>
            </p:cNvPr>
            <p:cNvSpPr/>
            <p:nvPr/>
          </p:nvSpPr>
          <p:spPr>
            <a:xfrm rot="10800000">
              <a:off x="8762206"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65688AFF-88DB-028A-7504-1BAADD051F3B}"/>
                </a:ext>
              </a:extLst>
            </p:cNvPr>
            <p:cNvSpPr/>
            <p:nvPr/>
          </p:nvSpPr>
          <p:spPr>
            <a:xfrm rot="10800000">
              <a:off x="8874210"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EB3E7539-2FE4-9B95-6564-C4AE4DE9A631}"/>
                </a:ext>
              </a:extLst>
            </p:cNvPr>
            <p:cNvSpPr/>
            <p:nvPr/>
          </p:nvSpPr>
          <p:spPr>
            <a:xfrm rot="10800000">
              <a:off x="8841379"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145FE5B-B93A-2852-64D3-8F907235A21D}"/>
                </a:ext>
              </a:extLst>
            </p:cNvPr>
            <p:cNvSpPr/>
            <p:nvPr/>
          </p:nvSpPr>
          <p:spPr>
            <a:xfrm rot="10800000">
              <a:off x="8688105"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B5A51E7-BB6B-7468-CA4A-558ADC947374}"/>
                </a:ext>
              </a:extLst>
            </p:cNvPr>
            <p:cNvSpPr/>
            <p:nvPr/>
          </p:nvSpPr>
          <p:spPr>
            <a:xfrm rot="10800000">
              <a:off x="8650493"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9AC1EE64-8DA0-FD5C-6D95-5B547EFD647E}"/>
                </a:ext>
              </a:extLst>
            </p:cNvPr>
            <p:cNvSpPr/>
            <p:nvPr/>
          </p:nvSpPr>
          <p:spPr>
            <a:xfrm rot="10800000">
              <a:off x="8715143"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52D20346-0E40-8BEE-5D55-9BF56534F6FB}"/>
                </a:ext>
              </a:extLst>
            </p:cNvPr>
            <p:cNvSpPr/>
            <p:nvPr/>
          </p:nvSpPr>
          <p:spPr>
            <a:xfrm>
              <a:off x="8632595"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9E55FEB7-7BEB-70D5-8F01-0295277D7757}"/>
                </a:ext>
              </a:extLst>
            </p:cNvPr>
            <p:cNvSpPr/>
            <p:nvPr/>
          </p:nvSpPr>
          <p:spPr>
            <a:xfrm>
              <a:off x="8664920"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434B4B46-8F17-AC42-3CBB-A4B0EF7A1878}"/>
                </a:ext>
              </a:extLst>
            </p:cNvPr>
            <p:cNvSpPr/>
            <p:nvPr/>
          </p:nvSpPr>
          <p:spPr>
            <a:xfrm>
              <a:off x="8691340"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88CF4EA1-7AC3-F471-AA03-7A407C57F05E}"/>
                </a:ext>
              </a:extLst>
            </p:cNvPr>
            <p:cNvSpPr/>
            <p:nvPr/>
          </p:nvSpPr>
          <p:spPr>
            <a:xfrm>
              <a:off x="8579336"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A9A0A35-0BAA-54AD-2854-58D7D6AB1D99}"/>
                </a:ext>
              </a:extLst>
            </p:cNvPr>
            <p:cNvSpPr/>
            <p:nvPr/>
          </p:nvSpPr>
          <p:spPr>
            <a:xfrm>
              <a:off x="8612167"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1647CA2A-F6F2-426B-2890-9BA7DA8B405A}"/>
                </a:ext>
              </a:extLst>
            </p:cNvPr>
            <p:cNvSpPr/>
            <p:nvPr/>
          </p:nvSpPr>
          <p:spPr>
            <a:xfrm>
              <a:off x="8765441"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B8A224CB-4F7A-2087-5EB8-07D7570B31A6}"/>
                </a:ext>
              </a:extLst>
            </p:cNvPr>
            <p:cNvSpPr/>
            <p:nvPr/>
          </p:nvSpPr>
          <p:spPr>
            <a:xfrm>
              <a:off x="8803053"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9BE2C8EE-411C-DBB8-07FB-326FFB5FFD22}"/>
                </a:ext>
              </a:extLst>
            </p:cNvPr>
            <p:cNvSpPr/>
            <p:nvPr/>
          </p:nvSpPr>
          <p:spPr>
            <a:xfrm>
              <a:off x="8738403"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2AF68BB6-762D-1422-5095-FA337DE622DF}"/>
                </a:ext>
              </a:extLst>
            </p:cNvPr>
            <p:cNvSpPr/>
            <p:nvPr/>
          </p:nvSpPr>
          <p:spPr>
            <a:xfrm rot="10800000">
              <a:off x="9125893" y="32730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0E31BBEE-2A85-B9E7-5DC5-4C66CD05F82D}"/>
                </a:ext>
              </a:extLst>
            </p:cNvPr>
            <p:cNvSpPr/>
            <p:nvPr/>
          </p:nvSpPr>
          <p:spPr>
            <a:xfrm rot="10800000">
              <a:off x="9093568" y="32612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7BD218A3-EA15-9513-CB9D-0933CE165819}"/>
                </a:ext>
              </a:extLst>
            </p:cNvPr>
            <p:cNvSpPr/>
            <p:nvPr/>
          </p:nvSpPr>
          <p:spPr>
            <a:xfrm rot="10800000">
              <a:off x="9067148" y="32605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DA87711B-D131-83E0-18C2-77E136B2A8D4}"/>
                </a:ext>
              </a:extLst>
            </p:cNvPr>
            <p:cNvSpPr/>
            <p:nvPr/>
          </p:nvSpPr>
          <p:spPr>
            <a:xfrm rot="10800000">
              <a:off x="9179152" y="3270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31A01150-66FD-2B36-A879-2FC15DA7FEBC}"/>
                </a:ext>
              </a:extLst>
            </p:cNvPr>
            <p:cNvSpPr/>
            <p:nvPr/>
          </p:nvSpPr>
          <p:spPr>
            <a:xfrm rot="10800000">
              <a:off x="9146321" y="32876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57C2F64F-0B92-52D7-3072-29992AA21AF0}"/>
                </a:ext>
              </a:extLst>
            </p:cNvPr>
            <p:cNvSpPr/>
            <p:nvPr/>
          </p:nvSpPr>
          <p:spPr>
            <a:xfrm rot="10800000">
              <a:off x="8993047" y="32612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6DCA749A-07B8-AC5B-9917-91A402518D48}"/>
                </a:ext>
              </a:extLst>
            </p:cNvPr>
            <p:cNvSpPr/>
            <p:nvPr/>
          </p:nvSpPr>
          <p:spPr>
            <a:xfrm rot="10800000">
              <a:off x="8955435" y="32686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36E1916-CE82-EA01-1ECB-1F98F9949846}"/>
                </a:ext>
              </a:extLst>
            </p:cNvPr>
            <p:cNvSpPr/>
            <p:nvPr/>
          </p:nvSpPr>
          <p:spPr>
            <a:xfrm rot="10800000">
              <a:off x="9020085" y="32647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EE9BAFD9-1C38-0E96-9F8D-524C1153C196}"/>
                </a:ext>
              </a:extLst>
            </p:cNvPr>
            <p:cNvSpPr/>
            <p:nvPr/>
          </p:nvSpPr>
          <p:spPr>
            <a:xfrm rot="10800000">
              <a:off x="9465222" y="3514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F175F6EC-8205-45DA-317F-4F0B6EBD9056}"/>
                </a:ext>
              </a:extLst>
            </p:cNvPr>
            <p:cNvSpPr/>
            <p:nvPr/>
          </p:nvSpPr>
          <p:spPr>
            <a:xfrm rot="10800000">
              <a:off x="9432897" y="35024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BA6327D4-6A42-A37C-A28D-22078DE3B6D8}"/>
                </a:ext>
              </a:extLst>
            </p:cNvPr>
            <p:cNvSpPr/>
            <p:nvPr/>
          </p:nvSpPr>
          <p:spPr>
            <a:xfrm rot="10800000">
              <a:off x="9406477" y="35018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9FAD7E76-7B54-EAE0-6531-BD41899E4A53}"/>
                </a:ext>
              </a:extLst>
            </p:cNvPr>
            <p:cNvSpPr/>
            <p:nvPr/>
          </p:nvSpPr>
          <p:spPr>
            <a:xfrm rot="10800000">
              <a:off x="9518481" y="3511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D5675E0-9D8A-070C-F5E5-7D63CEEBD6E0}"/>
                </a:ext>
              </a:extLst>
            </p:cNvPr>
            <p:cNvSpPr/>
            <p:nvPr/>
          </p:nvSpPr>
          <p:spPr>
            <a:xfrm rot="10800000">
              <a:off x="9485650" y="3528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A0A803C8-E59C-E504-A29B-A34CBF3B2429}"/>
                </a:ext>
              </a:extLst>
            </p:cNvPr>
            <p:cNvSpPr/>
            <p:nvPr/>
          </p:nvSpPr>
          <p:spPr>
            <a:xfrm rot="10800000">
              <a:off x="9332376" y="350249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8F5305B-E07C-3671-7311-549CE8732B78}"/>
                </a:ext>
              </a:extLst>
            </p:cNvPr>
            <p:cNvSpPr/>
            <p:nvPr/>
          </p:nvSpPr>
          <p:spPr>
            <a:xfrm rot="10800000">
              <a:off x="9294764" y="35099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F05D230-297F-17CF-A135-ECA46C876540}"/>
                </a:ext>
              </a:extLst>
            </p:cNvPr>
            <p:cNvSpPr/>
            <p:nvPr/>
          </p:nvSpPr>
          <p:spPr>
            <a:xfrm rot="10800000">
              <a:off x="9359414" y="35060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51FE711-4E82-08ED-15CE-5C65563ADC13}"/>
                </a:ext>
              </a:extLst>
            </p:cNvPr>
            <p:cNvSpPr/>
            <p:nvPr/>
          </p:nvSpPr>
          <p:spPr>
            <a:xfrm rot="10800000">
              <a:off x="9404585" y="3457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AAA073B6-ACFF-F7E1-2C3E-B221D5C6DC39}"/>
                </a:ext>
              </a:extLst>
            </p:cNvPr>
            <p:cNvSpPr/>
            <p:nvPr/>
          </p:nvSpPr>
          <p:spPr>
            <a:xfrm rot="10800000">
              <a:off x="9372260" y="34456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75AF47C4-967B-A436-F4D3-55CF9E221AD0}"/>
                </a:ext>
              </a:extLst>
            </p:cNvPr>
            <p:cNvSpPr/>
            <p:nvPr/>
          </p:nvSpPr>
          <p:spPr>
            <a:xfrm rot="10800000">
              <a:off x="9345840" y="34449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16C2A575-BCAD-D925-7642-C73DABD477E0}"/>
                </a:ext>
              </a:extLst>
            </p:cNvPr>
            <p:cNvSpPr/>
            <p:nvPr/>
          </p:nvSpPr>
          <p:spPr>
            <a:xfrm rot="10800000">
              <a:off x="9457844" y="3455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65DB1474-8681-782F-0CD7-0B9B533CC6A9}"/>
                </a:ext>
              </a:extLst>
            </p:cNvPr>
            <p:cNvSpPr/>
            <p:nvPr/>
          </p:nvSpPr>
          <p:spPr>
            <a:xfrm rot="10800000">
              <a:off x="9425013" y="34721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5DBE15B1-A6EA-4CDD-4D57-2398E2B5B989}"/>
                </a:ext>
              </a:extLst>
            </p:cNvPr>
            <p:cNvSpPr/>
            <p:nvPr/>
          </p:nvSpPr>
          <p:spPr>
            <a:xfrm rot="10800000">
              <a:off x="9271739" y="344565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5B8C6250-06AD-439A-3940-B2BEE7F28065}"/>
                </a:ext>
              </a:extLst>
            </p:cNvPr>
            <p:cNvSpPr/>
            <p:nvPr/>
          </p:nvSpPr>
          <p:spPr>
            <a:xfrm rot="10800000">
              <a:off x="9234127" y="34531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9135ACE8-37B8-BB47-E288-4E61F6B2E3A8}"/>
                </a:ext>
              </a:extLst>
            </p:cNvPr>
            <p:cNvSpPr/>
            <p:nvPr/>
          </p:nvSpPr>
          <p:spPr>
            <a:xfrm rot="10800000">
              <a:off x="9298777" y="344917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64A093AE-8A41-DBC1-DF00-B7F9FB9A9715}"/>
                </a:ext>
              </a:extLst>
            </p:cNvPr>
            <p:cNvSpPr/>
            <p:nvPr/>
          </p:nvSpPr>
          <p:spPr>
            <a:xfrm rot="10800000">
              <a:off x="9337694" y="365278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BA6208-2FF9-6F1C-A854-134C7E81D516}"/>
                </a:ext>
              </a:extLst>
            </p:cNvPr>
            <p:cNvSpPr/>
            <p:nvPr/>
          </p:nvSpPr>
          <p:spPr>
            <a:xfrm rot="10800000">
              <a:off x="9305369" y="364093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BDD4FBF7-CCBA-540D-F71A-D9180E11D5CD}"/>
                </a:ext>
              </a:extLst>
            </p:cNvPr>
            <p:cNvSpPr/>
            <p:nvPr/>
          </p:nvSpPr>
          <p:spPr>
            <a:xfrm rot="10800000">
              <a:off x="9278949" y="36402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AC47B59-5779-D0DB-641A-7F609B37BEC1}"/>
                </a:ext>
              </a:extLst>
            </p:cNvPr>
            <p:cNvSpPr/>
            <p:nvPr/>
          </p:nvSpPr>
          <p:spPr>
            <a:xfrm rot="10800000">
              <a:off x="9390953" y="3650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6F70CE27-9A15-32AB-9D7B-BD8619A755BD}"/>
                </a:ext>
              </a:extLst>
            </p:cNvPr>
            <p:cNvSpPr/>
            <p:nvPr/>
          </p:nvSpPr>
          <p:spPr>
            <a:xfrm rot="10800000">
              <a:off x="9358122" y="36674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58389928-3B0D-9888-1FBF-2FD5021E1884}"/>
                </a:ext>
              </a:extLst>
            </p:cNvPr>
            <p:cNvSpPr/>
            <p:nvPr/>
          </p:nvSpPr>
          <p:spPr>
            <a:xfrm rot="10800000">
              <a:off x="9204848" y="364093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829D6289-E2D0-BC2C-1E75-4A8D79ED41AC}"/>
                </a:ext>
              </a:extLst>
            </p:cNvPr>
            <p:cNvSpPr/>
            <p:nvPr/>
          </p:nvSpPr>
          <p:spPr>
            <a:xfrm rot="10800000">
              <a:off x="9167236" y="3648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B53B46B5-D2F7-1FD3-308F-055C6ECE75A4}"/>
                </a:ext>
              </a:extLst>
            </p:cNvPr>
            <p:cNvSpPr/>
            <p:nvPr/>
          </p:nvSpPr>
          <p:spPr>
            <a:xfrm rot="10800000">
              <a:off x="9231886" y="36444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4" name="Group 123">
              <a:extLst>
                <a:ext uri="{FF2B5EF4-FFF2-40B4-BE49-F238E27FC236}">
                  <a16:creationId xmlns:a16="http://schemas.microsoft.com/office/drawing/2014/main" id="{4C28D02B-0430-32B8-95EA-AB31065FBF41}"/>
                </a:ext>
              </a:extLst>
            </p:cNvPr>
            <p:cNvGrpSpPr/>
            <p:nvPr/>
          </p:nvGrpSpPr>
          <p:grpSpPr>
            <a:xfrm rot="10800000">
              <a:off x="8289614" y="3618437"/>
              <a:ext cx="242005" cy="46723"/>
              <a:chOff x="7979724" y="3580291"/>
              <a:chExt cx="242005" cy="43678"/>
            </a:xfrm>
          </p:grpSpPr>
          <p:sp>
            <p:nvSpPr>
              <p:cNvPr id="983" name="Oval 982">
                <a:extLst>
                  <a:ext uri="{FF2B5EF4-FFF2-40B4-BE49-F238E27FC236}">
                    <a16:creationId xmlns:a16="http://schemas.microsoft.com/office/drawing/2014/main" id="{71E8B6EE-8F9C-66A3-4983-6126249E1DE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4" name="Oval 983">
                <a:extLst>
                  <a:ext uri="{FF2B5EF4-FFF2-40B4-BE49-F238E27FC236}">
                    <a16:creationId xmlns:a16="http://schemas.microsoft.com/office/drawing/2014/main" id="{FD2D1AFA-54C9-9936-2B4B-8B6C90751A7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Oval 984">
                <a:extLst>
                  <a:ext uri="{FF2B5EF4-FFF2-40B4-BE49-F238E27FC236}">
                    <a16:creationId xmlns:a16="http://schemas.microsoft.com/office/drawing/2014/main" id="{52CEB9F1-FF8B-F8B0-7B17-7317F25865A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Oval 985">
                <a:extLst>
                  <a:ext uri="{FF2B5EF4-FFF2-40B4-BE49-F238E27FC236}">
                    <a16:creationId xmlns:a16="http://schemas.microsoft.com/office/drawing/2014/main" id="{87CE3E0B-F1C8-4BF0-5D15-D4A9E11A4F7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Oval 986">
                <a:extLst>
                  <a:ext uri="{FF2B5EF4-FFF2-40B4-BE49-F238E27FC236}">
                    <a16:creationId xmlns:a16="http://schemas.microsoft.com/office/drawing/2014/main" id="{990957C0-4202-ADDB-59C7-07D3203511B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Oval 987">
                <a:extLst>
                  <a:ext uri="{FF2B5EF4-FFF2-40B4-BE49-F238E27FC236}">
                    <a16:creationId xmlns:a16="http://schemas.microsoft.com/office/drawing/2014/main" id="{D8591AF7-5444-FC06-A9DD-57B942D661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Oval 988">
                <a:extLst>
                  <a:ext uri="{FF2B5EF4-FFF2-40B4-BE49-F238E27FC236}">
                    <a16:creationId xmlns:a16="http://schemas.microsoft.com/office/drawing/2014/main" id="{B8019363-C7C0-2DAC-8303-E56206DF193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Oval 989">
                <a:extLst>
                  <a:ext uri="{FF2B5EF4-FFF2-40B4-BE49-F238E27FC236}">
                    <a16:creationId xmlns:a16="http://schemas.microsoft.com/office/drawing/2014/main" id="{6466A219-DA67-11D2-2804-417AE94037E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77E5288C-BC00-3C8F-7B23-1CE17C4CC941}"/>
                </a:ext>
              </a:extLst>
            </p:cNvPr>
            <p:cNvGrpSpPr/>
            <p:nvPr/>
          </p:nvGrpSpPr>
          <p:grpSpPr>
            <a:xfrm>
              <a:off x="8218457" y="3619253"/>
              <a:ext cx="242005" cy="43678"/>
              <a:chOff x="7979724" y="3580291"/>
              <a:chExt cx="242005" cy="43678"/>
            </a:xfrm>
          </p:grpSpPr>
          <p:sp>
            <p:nvSpPr>
              <p:cNvPr id="975" name="Oval 974">
                <a:extLst>
                  <a:ext uri="{FF2B5EF4-FFF2-40B4-BE49-F238E27FC236}">
                    <a16:creationId xmlns:a16="http://schemas.microsoft.com/office/drawing/2014/main" id="{C9786255-3F8A-30C6-9833-E16F5C206E0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Oval 975">
                <a:extLst>
                  <a:ext uri="{FF2B5EF4-FFF2-40B4-BE49-F238E27FC236}">
                    <a16:creationId xmlns:a16="http://schemas.microsoft.com/office/drawing/2014/main" id="{8BFF70B4-DC45-5278-15C3-55ECD7418AB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Oval 976">
                <a:extLst>
                  <a:ext uri="{FF2B5EF4-FFF2-40B4-BE49-F238E27FC236}">
                    <a16:creationId xmlns:a16="http://schemas.microsoft.com/office/drawing/2014/main" id="{87A561B3-F70D-DBEF-5867-26EEBCB491F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Oval 977">
                <a:extLst>
                  <a:ext uri="{FF2B5EF4-FFF2-40B4-BE49-F238E27FC236}">
                    <a16:creationId xmlns:a16="http://schemas.microsoft.com/office/drawing/2014/main" id="{E4602C8B-634D-AD2B-420E-D780F989A1E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Oval 978">
                <a:extLst>
                  <a:ext uri="{FF2B5EF4-FFF2-40B4-BE49-F238E27FC236}">
                    <a16:creationId xmlns:a16="http://schemas.microsoft.com/office/drawing/2014/main" id="{3743A23A-8C50-E1F7-6DD4-92415610ACC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Oval 979">
                <a:extLst>
                  <a:ext uri="{FF2B5EF4-FFF2-40B4-BE49-F238E27FC236}">
                    <a16:creationId xmlns:a16="http://schemas.microsoft.com/office/drawing/2014/main" id="{BBC8614E-867C-2F4B-9E85-A5A671AF99B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Oval 980">
                <a:extLst>
                  <a:ext uri="{FF2B5EF4-FFF2-40B4-BE49-F238E27FC236}">
                    <a16:creationId xmlns:a16="http://schemas.microsoft.com/office/drawing/2014/main" id="{8387CD6D-591E-002A-1C2C-205B0551DD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Oval 981">
                <a:extLst>
                  <a:ext uri="{FF2B5EF4-FFF2-40B4-BE49-F238E27FC236}">
                    <a16:creationId xmlns:a16="http://schemas.microsoft.com/office/drawing/2014/main" id="{C0C5E8BC-4084-1D89-924F-F8A09EABF1B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A92E5CE4-37F6-E3B0-7195-05C56A75ACFF}"/>
                </a:ext>
              </a:extLst>
            </p:cNvPr>
            <p:cNvGrpSpPr/>
            <p:nvPr/>
          </p:nvGrpSpPr>
          <p:grpSpPr>
            <a:xfrm rot="10800000">
              <a:off x="8530657" y="3621613"/>
              <a:ext cx="242005" cy="46723"/>
              <a:chOff x="7979724" y="3580291"/>
              <a:chExt cx="242005" cy="43678"/>
            </a:xfrm>
          </p:grpSpPr>
          <p:sp>
            <p:nvSpPr>
              <p:cNvPr id="967" name="Oval 966">
                <a:extLst>
                  <a:ext uri="{FF2B5EF4-FFF2-40B4-BE49-F238E27FC236}">
                    <a16:creationId xmlns:a16="http://schemas.microsoft.com/office/drawing/2014/main" id="{E78E6DFC-E338-8020-9133-F2A025900C2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Oval 967">
                <a:extLst>
                  <a:ext uri="{FF2B5EF4-FFF2-40B4-BE49-F238E27FC236}">
                    <a16:creationId xmlns:a16="http://schemas.microsoft.com/office/drawing/2014/main" id="{ABF073D3-7E2C-6112-4AA9-FF227D370D2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Oval 968">
                <a:extLst>
                  <a:ext uri="{FF2B5EF4-FFF2-40B4-BE49-F238E27FC236}">
                    <a16:creationId xmlns:a16="http://schemas.microsoft.com/office/drawing/2014/main" id="{B47FF9CC-506E-7748-5D62-04BD3EBA19D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Oval 969">
                <a:extLst>
                  <a:ext uri="{FF2B5EF4-FFF2-40B4-BE49-F238E27FC236}">
                    <a16:creationId xmlns:a16="http://schemas.microsoft.com/office/drawing/2014/main" id="{695D3488-B96D-A153-4DF0-17A39597AC2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Oval 970">
                <a:extLst>
                  <a:ext uri="{FF2B5EF4-FFF2-40B4-BE49-F238E27FC236}">
                    <a16:creationId xmlns:a16="http://schemas.microsoft.com/office/drawing/2014/main" id="{0486F84D-1F88-7B68-3394-CBB90E89755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Oval 971">
                <a:extLst>
                  <a:ext uri="{FF2B5EF4-FFF2-40B4-BE49-F238E27FC236}">
                    <a16:creationId xmlns:a16="http://schemas.microsoft.com/office/drawing/2014/main" id="{090FADDF-4627-4DAA-EA8F-D1ADAA742CE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Oval 972">
                <a:extLst>
                  <a:ext uri="{FF2B5EF4-FFF2-40B4-BE49-F238E27FC236}">
                    <a16:creationId xmlns:a16="http://schemas.microsoft.com/office/drawing/2014/main" id="{F7EABAF6-02DA-6A53-03CB-829A1FB811E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Oval 973">
                <a:extLst>
                  <a:ext uri="{FF2B5EF4-FFF2-40B4-BE49-F238E27FC236}">
                    <a16:creationId xmlns:a16="http://schemas.microsoft.com/office/drawing/2014/main" id="{9D17011C-F1BC-7DAB-AB7F-FFEA6E98291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1DC48FE2-FB91-78F0-FB37-67C8F656C9E7}"/>
                </a:ext>
              </a:extLst>
            </p:cNvPr>
            <p:cNvGrpSpPr/>
            <p:nvPr/>
          </p:nvGrpSpPr>
          <p:grpSpPr>
            <a:xfrm rot="11689693">
              <a:off x="8459500" y="3622429"/>
              <a:ext cx="242005" cy="43678"/>
              <a:chOff x="7979724" y="3580291"/>
              <a:chExt cx="242005" cy="43678"/>
            </a:xfrm>
          </p:grpSpPr>
          <p:sp>
            <p:nvSpPr>
              <p:cNvPr id="959" name="Oval 958">
                <a:extLst>
                  <a:ext uri="{FF2B5EF4-FFF2-40B4-BE49-F238E27FC236}">
                    <a16:creationId xmlns:a16="http://schemas.microsoft.com/office/drawing/2014/main" id="{9071AA3D-558A-6F5A-5E0C-1DD40372E6A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Oval 959">
                <a:extLst>
                  <a:ext uri="{FF2B5EF4-FFF2-40B4-BE49-F238E27FC236}">
                    <a16:creationId xmlns:a16="http://schemas.microsoft.com/office/drawing/2014/main" id="{653C9E82-43B3-BF82-C6D2-F9EA2A471AF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Oval 960">
                <a:extLst>
                  <a:ext uri="{FF2B5EF4-FFF2-40B4-BE49-F238E27FC236}">
                    <a16:creationId xmlns:a16="http://schemas.microsoft.com/office/drawing/2014/main" id="{B836776E-9E7C-8227-682A-6CFB03069E6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Oval 961">
                <a:extLst>
                  <a:ext uri="{FF2B5EF4-FFF2-40B4-BE49-F238E27FC236}">
                    <a16:creationId xmlns:a16="http://schemas.microsoft.com/office/drawing/2014/main" id="{FD842187-8575-B70A-F358-1657B19A1CF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Oval 962">
                <a:extLst>
                  <a:ext uri="{FF2B5EF4-FFF2-40B4-BE49-F238E27FC236}">
                    <a16:creationId xmlns:a16="http://schemas.microsoft.com/office/drawing/2014/main" id="{ACDD5660-02E4-B755-410B-D27EA677FC3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Oval 963">
                <a:extLst>
                  <a:ext uri="{FF2B5EF4-FFF2-40B4-BE49-F238E27FC236}">
                    <a16:creationId xmlns:a16="http://schemas.microsoft.com/office/drawing/2014/main" id="{31CAB154-182E-6837-BE6B-1EB8ACAD9D7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Oval 964">
                <a:extLst>
                  <a:ext uri="{FF2B5EF4-FFF2-40B4-BE49-F238E27FC236}">
                    <a16:creationId xmlns:a16="http://schemas.microsoft.com/office/drawing/2014/main" id="{58274434-784B-DCF2-A9FE-6607F3B9AB0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Oval 965">
                <a:extLst>
                  <a:ext uri="{FF2B5EF4-FFF2-40B4-BE49-F238E27FC236}">
                    <a16:creationId xmlns:a16="http://schemas.microsoft.com/office/drawing/2014/main" id="{7F74F5BE-ABEF-7848-2D15-ACA2083B1CD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 name="Group 127">
              <a:extLst>
                <a:ext uri="{FF2B5EF4-FFF2-40B4-BE49-F238E27FC236}">
                  <a16:creationId xmlns:a16="http://schemas.microsoft.com/office/drawing/2014/main" id="{7BBA161D-57B9-324B-C4DB-A7D9114E8CFF}"/>
                </a:ext>
              </a:extLst>
            </p:cNvPr>
            <p:cNvGrpSpPr/>
            <p:nvPr/>
          </p:nvGrpSpPr>
          <p:grpSpPr>
            <a:xfrm rot="21292958">
              <a:off x="8706954" y="3622453"/>
              <a:ext cx="242005" cy="46723"/>
              <a:chOff x="7979724" y="3580291"/>
              <a:chExt cx="242005" cy="43678"/>
            </a:xfrm>
          </p:grpSpPr>
          <p:sp>
            <p:nvSpPr>
              <p:cNvPr id="951" name="Oval 950">
                <a:extLst>
                  <a:ext uri="{FF2B5EF4-FFF2-40B4-BE49-F238E27FC236}">
                    <a16:creationId xmlns:a16="http://schemas.microsoft.com/office/drawing/2014/main" id="{F6FACC4D-53EC-ADF5-5CF5-9D016785AF7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2" name="Oval 951">
                <a:extLst>
                  <a:ext uri="{FF2B5EF4-FFF2-40B4-BE49-F238E27FC236}">
                    <a16:creationId xmlns:a16="http://schemas.microsoft.com/office/drawing/2014/main" id="{832999C6-A11A-5CE5-7807-4AA87C63C5A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Oval 952">
                <a:extLst>
                  <a:ext uri="{FF2B5EF4-FFF2-40B4-BE49-F238E27FC236}">
                    <a16:creationId xmlns:a16="http://schemas.microsoft.com/office/drawing/2014/main" id="{2267ABE6-7F86-3CF6-82B5-722ED2F068B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Oval 953">
                <a:extLst>
                  <a:ext uri="{FF2B5EF4-FFF2-40B4-BE49-F238E27FC236}">
                    <a16:creationId xmlns:a16="http://schemas.microsoft.com/office/drawing/2014/main" id="{39B56F58-9617-B679-FB45-5569A33DB13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Oval 954">
                <a:extLst>
                  <a:ext uri="{FF2B5EF4-FFF2-40B4-BE49-F238E27FC236}">
                    <a16:creationId xmlns:a16="http://schemas.microsoft.com/office/drawing/2014/main" id="{12AA0507-F86E-4DAA-257A-D4C16F0234F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Oval 955">
                <a:extLst>
                  <a:ext uri="{FF2B5EF4-FFF2-40B4-BE49-F238E27FC236}">
                    <a16:creationId xmlns:a16="http://schemas.microsoft.com/office/drawing/2014/main" id="{969B7350-5AD3-CCE0-475F-DDB5140DCA5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Oval 956">
                <a:extLst>
                  <a:ext uri="{FF2B5EF4-FFF2-40B4-BE49-F238E27FC236}">
                    <a16:creationId xmlns:a16="http://schemas.microsoft.com/office/drawing/2014/main" id="{88424E45-525C-CE79-4DC0-B35D3A27A20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Oval 957">
                <a:extLst>
                  <a:ext uri="{FF2B5EF4-FFF2-40B4-BE49-F238E27FC236}">
                    <a16:creationId xmlns:a16="http://schemas.microsoft.com/office/drawing/2014/main" id="{6DABD6F4-97AF-7B13-2CF1-2A4CF53F2A4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Group 128">
              <a:extLst>
                <a:ext uri="{FF2B5EF4-FFF2-40B4-BE49-F238E27FC236}">
                  <a16:creationId xmlns:a16="http://schemas.microsoft.com/office/drawing/2014/main" id="{0907460D-5A0A-C52D-8A63-BF61B68BFAAC}"/>
                </a:ext>
              </a:extLst>
            </p:cNvPr>
            <p:cNvGrpSpPr/>
            <p:nvPr/>
          </p:nvGrpSpPr>
          <p:grpSpPr>
            <a:xfrm>
              <a:off x="8635797" y="3623269"/>
              <a:ext cx="242005" cy="43678"/>
              <a:chOff x="7979724" y="3580291"/>
              <a:chExt cx="242005" cy="43678"/>
            </a:xfrm>
          </p:grpSpPr>
          <p:sp>
            <p:nvSpPr>
              <p:cNvPr id="943" name="Oval 942">
                <a:extLst>
                  <a:ext uri="{FF2B5EF4-FFF2-40B4-BE49-F238E27FC236}">
                    <a16:creationId xmlns:a16="http://schemas.microsoft.com/office/drawing/2014/main" id="{FEBE5525-CD81-1EA6-2973-31DA90DA12D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Oval 943">
                <a:extLst>
                  <a:ext uri="{FF2B5EF4-FFF2-40B4-BE49-F238E27FC236}">
                    <a16:creationId xmlns:a16="http://schemas.microsoft.com/office/drawing/2014/main" id="{FE6D4787-E468-DADE-1FF1-C0E92B23BFD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Oval 944">
                <a:extLst>
                  <a:ext uri="{FF2B5EF4-FFF2-40B4-BE49-F238E27FC236}">
                    <a16:creationId xmlns:a16="http://schemas.microsoft.com/office/drawing/2014/main" id="{C1AD2661-C911-7FF0-F7EB-9D1CB0C852A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Oval 945">
                <a:extLst>
                  <a:ext uri="{FF2B5EF4-FFF2-40B4-BE49-F238E27FC236}">
                    <a16:creationId xmlns:a16="http://schemas.microsoft.com/office/drawing/2014/main" id="{C721AEE4-9D80-029D-602F-7AAC4375EA2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Oval 946">
                <a:extLst>
                  <a:ext uri="{FF2B5EF4-FFF2-40B4-BE49-F238E27FC236}">
                    <a16:creationId xmlns:a16="http://schemas.microsoft.com/office/drawing/2014/main" id="{146622B6-8CFB-2A97-798D-9CF1260EB1B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Oval 947">
                <a:extLst>
                  <a:ext uri="{FF2B5EF4-FFF2-40B4-BE49-F238E27FC236}">
                    <a16:creationId xmlns:a16="http://schemas.microsoft.com/office/drawing/2014/main" id="{064C4001-503E-ED3B-F2EC-68B9F65F54A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Oval 948">
                <a:extLst>
                  <a:ext uri="{FF2B5EF4-FFF2-40B4-BE49-F238E27FC236}">
                    <a16:creationId xmlns:a16="http://schemas.microsoft.com/office/drawing/2014/main" id="{AB26E797-81DB-BDF0-622E-A6A9BEEC6DA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Oval 949">
                <a:extLst>
                  <a:ext uri="{FF2B5EF4-FFF2-40B4-BE49-F238E27FC236}">
                    <a16:creationId xmlns:a16="http://schemas.microsoft.com/office/drawing/2014/main" id="{9EAAD34F-6D9A-62F5-07DF-AB46EC20174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062E2294-D41A-13FF-2FBD-64D25EE13F2D}"/>
                </a:ext>
              </a:extLst>
            </p:cNvPr>
            <p:cNvGrpSpPr/>
            <p:nvPr/>
          </p:nvGrpSpPr>
          <p:grpSpPr>
            <a:xfrm rot="10800000">
              <a:off x="8947997" y="3625629"/>
              <a:ext cx="242005" cy="46723"/>
              <a:chOff x="7979724" y="3580291"/>
              <a:chExt cx="242005" cy="43678"/>
            </a:xfrm>
          </p:grpSpPr>
          <p:sp>
            <p:nvSpPr>
              <p:cNvPr id="935" name="Oval 934">
                <a:extLst>
                  <a:ext uri="{FF2B5EF4-FFF2-40B4-BE49-F238E27FC236}">
                    <a16:creationId xmlns:a16="http://schemas.microsoft.com/office/drawing/2014/main" id="{D6543980-A739-8709-5C55-E3A9BBCEAFF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Oval 935">
                <a:extLst>
                  <a:ext uri="{FF2B5EF4-FFF2-40B4-BE49-F238E27FC236}">
                    <a16:creationId xmlns:a16="http://schemas.microsoft.com/office/drawing/2014/main" id="{F1187194-FE37-E78B-03F3-60C091DADD4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Oval 936">
                <a:extLst>
                  <a:ext uri="{FF2B5EF4-FFF2-40B4-BE49-F238E27FC236}">
                    <a16:creationId xmlns:a16="http://schemas.microsoft.com/office/drawing/2014/main" id="{5032F10C-9AD7-AD4B-428E-94F8770EFA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Oval 937">
                <a:extLst>
                  <a:ext uri="{FF2B5EF4-FFF2-40B4-BE49-F238E27FC236}">
                    <a16:creationId xmlns:a16="http://schemas.microsoft.com/office/drawing/2014/main" id="{E0EDDCB9-3743-AEAD-4302-CAF733ACFC1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Oval 938">
                <a:extLst>
                  <a:ext uri="{FF2B5EF4-FFF2-40B4-BE49-F238E27FC236}">
                    <a16:creationId xmlns:a16="http://schemas.microsoft.com/office/drawing/2014/main" id="{7D7E3939-8359-C7B9-D0D4-5BE557A12CA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Oval 939">
                <a:extLst>
                  <a:ext uri="{FF2B5EF4-FFF2-40B4-BE49-F238E27FC236}">
                    <a16:creationId xmlns:a16="http://schemas.microsoft.com/office/drawing/2014/main" id="{9C1DD590-067E-B9CC-A9DE-A310EA1B374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Oval 940">
                <a:extLst>
                  <a:ext uri="{FF2B5EF4-FFF2-40B4-BE49-F238E27FC236}">
                    <a16:creationId xmlns:a16="http://schemas.microsoft.com/office/drawing/2014/main" id="{A632F5AC-F70D-DFEF-514F-53392EA039B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Oval 941">
                <a:extLst>
                  <a:ext uri="{FF2B5EF4-FFF2-40B4-BE49-F238E27FC236}">
                    <a16:creationId xmlns:a16="http://schemas.microsoft.com/office/drawing/2014/main" id="{193D2B10-196E-E2E7-F045-B0B668764AD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1" name="Group 130">
              <a:extLst>
                <a:ext uri="{FF2B5EF4-FFF2-40B4-BE49-F238E27FC236}">
                  <a16:creationId xmlns:a16="http://schemas.microsoft.com/office/drawing/2014/main" id="{1158A53E-4B47-7BC5-3B17-0564D1AAA8AB}"/>
                </a:ext>
              </a:extLst>
            </p:cNvPr>
            <p:cNvGrpSpPr/>
            <p:nvPr/>
          </p:nvGrpSpPr>
          <p:grpSpPr>
            <a:xfrm>
              <a:off x="8876840" y="3626445"/>
              <a:ext cx="242005" cy="43678"/>
              <a:chOff x="7979724" y="3580291"/>
              <a:chExt cx="242005" cy="43678"/>
            </a:xfrm>
          </p:grpSpPr>
          <p:sp>
            <p:nvSpPr>
              <p:cNvPr id="927" name="Oval 926">
                <a:extLst>
                  <a:ext uri="{FF2B5EF4-FFF2-40B4-BE49-F238E27FC236}">
                    <a16:creationId xmlns:a16="http://schemas.microsoft.com/office/drawing/2014/main" id="{DD3BCDD9-CDED-2313-F9FB-AD2E4B94E61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Oval 927">
                <a:extLst>
                  <a:ext uri="{FF2B5EF4-FFF2-40B4-BE49-F238E27FC236}">
                    <a16:creationId xmlns:a16="http://schemas.microsoft.com/office/drawing/2014/main" id="{CC1C34E2-07F6-F25E-C442-4344CC51598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Oval 928">
                <a:extLst>
                  <a:ext uri="{FF2B5EF4-FFF2-40B4-BE49-F238E27FC236}">
                    <a16:creationId xmlns:a16="http://schemas.microsoft.com/office/drawing/2014/main" id="{9A07B19A-B69C-0A37-0497-695EF780A8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Oval 929">
                <a:extLst>
                  <a:ext uri="{FF2B5EF4-FFF2-40B4-BE49-F238E27FC236}">
                    <a16:creationId xmlns:a16="http://schemas.microsoft.com/office/drawing/2014/main" id="{D789CC5C-068C-BC44-E23B-46BFBEB0435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Oval 930">
                <a:extLst>
                  <a:ext uri="{FF2B5EF4-FFF2-40B4-BE49-F238E27FC236}">
                    <a16:creationId xmlns:a16="http://schemas.microsoft.com/office/drawing/2014/main" id="{EE06C16C-0A73-D300-8CE5-888D0B036DF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Oval 931">
                <a:extLst>
                  <a:ext uri="{FF2B5EF4-FFF2-40B4-BE49-F238E27FC236}">
                    <a16:creationId xmlns:a16="http://schemas.microsoft.com/office/drawing/2014/main" id="{A22DF067-57F4-A175-C0BD-0CE769CFC1F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Oval 932">
                <a:extLst>
                  <a:ext uri="{FF2B5EF4-FFF2-40B4-BE49-F238E27FC236}">
                    <a16:creationId xmlns:a16="http://schemas.microsoft.com/office/drawing/2014/main" id="{0C73959E-E6C8-AB1B-1848-A517A5A8ACE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Oval 933">
                <a:extLst>
                  <a:ext uri="{FF2B5EF4-FFF2-40B4-BE49-F238E27FC236}">
                    <a16:creationId xmlns:a16="http://schemas.microsoft.com/office/drawing/2014/main" id="{2AE29857-0CAD-385D-419D-BCC647A5960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 name="Group 131">
              <a:extLst>
                <a:ext uri="{FF2B5EF4-FFF2-40B4-BE49-F238E27FC236}">
                  <a16:creationId xmlns:a16="http://schemas.microsoft.com/office/drawing/2014/main" id="{05E1FC5D-0DF4-66C9-8456-0CC953D77451}"/>
                </a:ext>
              </a:extLst>
            </p:cNvPr>
            <p:cNvGrpSpPr/>
            <p:nvPr/>
          </p:nvGrpSpPr>
          <p:grpSpPr>
            <a:xfrm rot="10800000">
              <a:off x="7271547" y="3132517"/>
              <a:ext cx="242005" cy="46723"/>
              <a:chOff x="7979724" y="3580291"/>
              <a:chExt cx="242005" cy="43678"/>
            </a:xfrm>
          </p:grpSpPr>
          <p:sp>
            <p:nvSpPr>
              <p:cNvPr id="919" name="Oval 918">
                <a:extLst>
                  <a:ext uri="{FF2B5EF4-FFF2-40B4-BE49-F238E27FC236}">
                    <a16:creationId xmlns:a16="http://schemas.microsoft.com/office/drawing/2014/main" id="{5A2EF416-E5C7-BCCF-50D7-CCF03B16F45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Oval 919">
                <a:extLst>
                  <a:ext uri="{FF2B5EF4-FFF2-40B4-BE49-F238E27FC236}">
                    <a16:creationId xmlns:a16="http://schemas.microsoft.com/office/drawing/2014/main" id="{6906A653-62E0-1A93-BE44-69CF72B0877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Oval 920">
                <a:extLst>
                  <a:ext uri="{FF2B5EF4-FFF2-40B4-BE49-F238E27FC236}">
                    <a16:creationId xmlns:a16="http://schemas.microsoft.com/office/drawing/2014/main" id="{582F0C35-985C-9CAC-FD26-61FEFC7357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Oval 921">
                <a:extLst>
                  <a:ext uri="{FF2B5EF4-FFF2-40B4-BE49-F238E27FC236}">
                    <a16:creationId xmlns:a16="http://schemas.microsoft.com/office/drawing/2014/main" id="{9108B534-4008-20D5-D778-2E3F11FB4C2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Oval 922">
                <a:extLst>
                  <a:ext uri="{FF2B5EF4-FFF2-40B4-BE49-F238E27FC236}">
                    <a16:creationId xmlns:a16="http://schemas.microsoft.com/office/drawing/2014/main" id="{46BDCD1A-C51A-28F2-D6D2-0DB502DD6F9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Oval 923">
                <a:extLst>
                  <a:ext uri="{FF2B5EF4-FFF2-40B4-BE49-F238E27FC236}">
                    <a16:creationId xmlns:a16="http://schemas.microsoft.com/office/drawing/2014/main" id="{09E6CA56-E638-192B-B7E7-3C5E04D4CD9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Oval 924">
                <a:extLst>
                  <a:ext uri="{FF2B5EF4-FFF2-40B4-BE49-F238E27FC236}">
                    <a16:creationId xmlns:a16="http://schemas.microsoft.com/office/drawing/2014/main" id="{A4BBDB54-6A68-C9B5-CD94-3CF2B1D1696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Oval 925">
                <a:extLst>
                  <a:ext uri="{FF2B5EF4-FFF2-40B4-BE49-F238E27FC236}">
                    <a16:creationId xmlns:a16="http://schemas.microsoft.com/office/drawing/2014/main" id="{EE89A847-4AB4-DB23-D9DF-5D4A7567F9E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67C10C38-5EBD-754F-82D1-983760EA6D23}"/>
                </a:ext>
              </a:extLst>
            </p:cNvPr>
            <p:cNvGrpSpPr/>
            <p:nvPr/>
          </p:nvGrpSpPr>
          <p:grpSpPr>
            <a:xfrm>
              <a:off x="7200390" y="3133333"/>
              <a:ext cx="242005" cy="43678"/>
              <a:chOff x="7979724" y="3580291"/>
              <a:chExt cx="242005" cy="43678"/>
            </a:xfrm>
          </p:grpSpPr>
          <p:sp>
            <p:nvSpPr>
              <p:cNvPr id="911" name="Oval 910">
                <a:extLst>
                  <a:ext uri="{FF2B5EF4-FFF2-40B4-BE49-F238E27FC236}">
                    <a16:creationId xmlns:a16="http://schemas.microsoft.com/office/drawing/2014/main" id="{6B03EC69-792D-718A-6513-34E522488AA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Oval 911">
                <a:extLst>
                  <a:ext uri="{FF2B5EF4-FFF2-40B4-BE49-F238E27FC236}">
                    <a16:creationId xmlns:a16="http://schemas.microsoft.com/office/drawing/2014/main" id="{97297DB4-DB56-66D1-61B1-972083DA8D4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Oval 912">
                <a:extLst>
                  <a:ext uri="{FF2B5EF4-FFF2-40B4-BE49-F238E27FC236}">
                    <a16:creationId xmlns:a16="http://schemas.microsoft.com/office/drawing/2014/main" id="{6357181F-686D-D0B4-2787-453872E1F4C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 name="Oval 913">
                <a:extLst>
                  <a:ext uri="{FF2B5EF4-FFF2-40B4-BE49-F238E27FC236}">
                    <a16:creationId xmlns:a16="http://schemas.microsoft.com/office/drawing/2014/main" id="{630CEB63-F31F-B5D5-6ABE-4AE985EB5E8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Oval 914">
                <a:extLst>
                  <a:ext uri="{FF2B5EF4-FFF2-40B4-BE49-F238E27FC236}">
                    <a16:creationId xmlns:a16="http://schemas.microsoft.com/office/drawing/2014/main" id="{599F81D0-A3B0-A76B-5120-A047BB53CA0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Oval 915">
                <a:extLst>
                  <a:ext uri="{FF2B5EF4-FFF2-40B4-BE49-F238E27FC236}">
                    <a16:creationId xmlns:a16="http://schemas.microsoft.com/office/drawing/2014/main" id="{2904C5A2-50A0-C174-9442-A0698469F62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Oval 916">
                <a:extLst>
                  <a:ext uri="{FF2B5EF4-FFF2-40B4-BE49-F238E27FC236}">
                    <a16:creationId xmlns:a16="http://schemas.microsoft.com/office/drawing/2014/main" id="{F4CDC42A-6242-2E4E-C3C4-FFC8EB6714E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Oval 917">
                <a:extLst>
                  <a:ext uri="{FF2B5EF4-FFF2-40B4-BE49-F238E27FC236}">
                    <a16:creationId xmlns:a16="http://schemas.microsoft.com/office/drawing/2014/main" id="{1F5BE0F8-B238-99E9-41FE-127444685E3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4" name="Group 133">
              <a:extLst>
                <a:ext uri="{FF2B5EF4-FFF2-40B4-BE49-F238E27FC236}">
                  <a16:creationId xmlns:a16="http://schemas.microsoft.com/office/drawing/2014/main" id="{56F0B37B-CD1F-AD06-80A7-B337A10A7270}"/>
                </a:ext>
              </a:extLst>
            </p:cNvPr>
            <p:cNvGrpSpPr/>
            <p:nvPr/>
          </p:nvGrpSpPr>
          <p:grpSpPr>
            <a:xfrm rot="10800000">
              <a:off x="7512590" y="3135693"/>
              <a:ext cx="242005" cy="46723"/>
              <a:chOff x="7979724" y="3580291"/>
              <a:chExt cx="242005" cy="43678"/>
            </a:xfrm>
          </p:grpSpPr>
          <p:sp>
            <p:nvSpPr>
              <p:cNvPr id="903" name="Oval 902">
                <a:extLst>
                  <a:ext uri="{FF2B5EF4-FFF2-40B4-BE49-F238E27FC236}">
                    <a16:creationId xmlns:a16="http://schemas.microsoft.com/office/drawing/2014/main" id="{E7878257-C128-A0EC-A53A-392664D17B2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Oval 903">
                <a:extLst>
                  <a:ext uri="{FF2B5EF4-FFF2-40B4-BE49-F238E27FC236}">
                    <a16:creationId xmlns:a16="http://schemas.microsoft.com/office/drawing/2014/main" id="{56CC4B76-5465-AB3E-A376-C73B58A63B9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Oval 904">
                <a:extLst>
                  <a:ext uri="{FF2B5EF4-FFF2-40B4-BE49-F238E27FC236}">
                    <a16:creationId xmlns:a16="http://schemas.microsoft.com/office/drawing/2014/main" id="{F69333B9-A121-310D-7BC0-BDD9631D0BA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Oval 905">
                <a:extLst>
                  <a:ext uri="{FF2B5EF4-FFF2-40B4-BE49-F238E27FC236}">
                    <a16:creationId xmlns:a16="http://schemas.microsoft.com/office/drawing/2014/main" id="{79A834A0-AEE6-EEF1-A262-1DD6982D53B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Oval 906">
                <a:extLst>
                  <a:ext uri="{FF2B5EF4-FFF2-40B4-BE49-F238E27FC236}">
                    <a16:creationId xmlns:a16="http://schemas.microsoft.com/office/drawing/2014/main" id="{A910941D-F770-D990-7966-D225F515745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Oval 907">
                <a:extLst>
                  <a:ext uri="{FF2B5EF4-FFF2-40B4-BE49-F238E27FC236}">
                    <a16:creationId xmlns:a16="http://schemas.microsoft.com/office/drawing/2014/main" id="{8E876DEB-1E78-67C9-F9B3-4884D91857D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Oval 908">
                <a:extLst>
                  <a:ext uri="{FF2B5EF4-FFF2-40B4-BE49-F238E27FC236}">
                    <a16:creationId xmlns:a16="http://schemas.microsoft.com/office/drawing/2014/main" id="{739E440C-5475-0EDC-22D7-C001AE94A67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Oval 909">
                <a:extLst>
                  <a:ext uri="{FF2B5EF4-FFF2-40B4-BE49-F238E27FC236}">
                    <a16:creationId xmlns:a16="http://schemas.microsoft.com/office/drawing/2014/main" id="{668A13C9-924A-A9AE-47A7-1EB1464761E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5" name="Group 134">
              <a:extLst>
                <a:ext uri="{FF2B5EF4-FFF2-40B4-BE49-F238E27FC236}">
                  <a16:creationId xmlns:a16="http://schemas.microsoft.com/office/drawing/2014/main" id="{C643B3F0-AA65-5B1E-87BD-6E7A4B67FCD5}"/>
                </a:ext>
              </a:extLst>
            </p:cNvPr>
            <p:cNvGrpSpPr/>
            <p:nvPr/>
          </p:nvGrpSpPr>
          <p:grpSpPr>
            <a:xfrm rot="11689693">
              <a:off x="7441433" y="3136509"/>
              <a:ext cx="242005" cy="43678"/>
              <a:chOff x="7979724" y="3580291"/>
              <a:chExt cx="242005" cy="43678"/>
            </a:xfrm>
          </p:grpSpPr>
          <p:sp>
            <p:nvSpPr>
              <p:cNvPr id="895" name="Oval 894">
                <a:extLst>
                  <a:ext uri="{FF2B5EF4-FFF2-40B4-BE49-F238E27FC236}">
                    <a16:creationId xmlns:a16="http://schemas.microsoft.com/office/drawing/2014/main" id="{F32EDDF6-6B22-AE31-BFF3-BD6F2E34066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Oval 895">
                <a:extLst>
                  <a:ext uri="{FF2B5EF4-FFF2-40B4-BE49-F238E27FC236}">
                    <a16:creationId xmlns:a16="http://schemas.microsoft.com/office/drawing/2014/main" id="{8B0C0026-98E8-2121-D86C-74F3D606C9F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Oval 896">
                <a:extLst>
                  <a:ext uri="{FF2B5EF4-FFF2-40B4-BE49-F238E27FC236}">
                    <a16:creationId xmlns:a16="http://schemas.microsoft.com/office/drawing/2014/main" id="{250AA526-4EB9-B22C-B6F2-2993202D6B8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Oval 897">
                <a:extLst>
                  <a:ext uri="{FF2B5EF4-FFF2-40B4-BE49-F238E27FC236}">
                    <a16:creationId xmlns:a16="http://schemas.microsoft.com/office/drawing/2014/main" id="{7118C751-970D-1DE3-B86A-021D29BC91D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Oval 898">
                <a:extLst>
                  <a:ext uri="{FF2B5EF4-FFF2-40B4-BE49-F238E27FC236}">
                    <a16:creationId xmlns:a16="http://schemas.microsoft.com/office/drawing/2014/main" id="{E2858CE7-CA62-69CD-45F3-DD53DC2FCF0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Oval 899">
                <a:extLst>
                  <a:ext uri="{FF2B5EF4-FFF2-40B4-BE49-F238E27FC236}">
                    <a16:creationId xmlns:a16="http://schemas.microsoft.com/office/drawing/2014/main" id="{DA4B2EFC-7BB6-9C14-AB53-C605493B858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Oval 900">
                <a:extLst>
                  <a:ext uri="{FF2B5EF4-FFF2-40B4-BE49-F238E27FC236}">
                    <a16:creationId xmlns:a16="http://schemas.microsoft.com/office/drawing/2014/main" id="{F8E5EFEA-ECE6-0AD6-8D0E-202DE5192C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Oval 901">
                <a:extLst>
                  <a:ext uri="{FF2B5EF4-FFF2-40B4-BE49-F238E27FC236}">
                    <a16:creationId xmlns:a16="http://schemas.microsoft.com/office/drawing/2014/main" id="{0B75F0D0-B9E9-B0F5-BBDB-4D588F05D1F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 135">
              <a:extLst>
                <a:ext uri="{FF2B5EF4-FFF2-40B4-BE49-F238E27FC236}">
                  <a16:creationId xmlns:a16="http://schemas.microsoft.com/office/drawing/2014/main" id="{7CA2F1B5-6C9F-F0A4-6FE7-8A00C3834EA6}"/>
                </a:ext>
              </a:extLst>
            </p:cNvPr>
            <p:cNvGrpSpPr/>
            <p:nvPr/>
          </p:nvGrpSpPr>
          <p:grpSpPr>
            <a:xfrm rot="21292958">
              <a:off x="7688887" y="3136533"/>
              <a:ext cx="242005" cy="46723"/>
              <a:chOff x="7979724" y="3580291"/>
              <a:chExt cx="242005" cy="43678"/>
            </a:xfrm>
          </p:grpSpPr>
          <p:sp>
            <p:nvSpPr>
              <p:cNvPr id="887" name="Oval 886">
                <a:extLst>
                  <a:ext uri="{FF2B5EF4-FFF2-40B4-BE49-F238E27FC236}">
                    <a16:creationId xmlns:a16="http://schemas.microsoft.com/office/drawing/2014/main" id="{A4B6F43D-684F-9B4B-C800-B3A0BBFB904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Oval 887">
                <a:extLst>
                  <a:ext uri="{FF2B5EF4-FFF2-40B4-BE49-F238E27FC236}">
                    <a16:creationId xmlns:a16="http://schemas.microsoft.com/office/drawing/2014/main" id="{0BAF530D-3D51-C2D3-260B-66A75F3DF33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Oval 888">
                <a:extLst>
                  <a:ext uri="{FF2B5EF4-FFF2-40B4-BE49-F238E27FC236}">
                    <a16:creationId xmlns:a16="http://schemas.microsoft.com/office/drawing/2014/main" id="{30DDD458-29C5-41E6-BE4E-23262457F86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Oval 889">
                <a:extLst>
                  <a:ext uri="{FF2B5EF4-FFF2-40B4-BE49-F238E27FC236}">
                    <a16:creationId xmlns:a16="http://schemas.microsoft.com/office/drawing/2014/main" id="{1F475AFE-AE87-32E0-47B3-8FC263C953A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Oval 890">
                <a:extLst>
                  <a:ext uri="{FF2B5EF4-FFF2-40B4-BE49-F238E27FC236}">
                    <a16:creationId xmlns:a16="http://schemas.microsoft.com/office/drawing/2014/main" id="{1E83180D-8500-7F80-E88D-86AEAF0A9DF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Oval 891">
                <a:extLst>
                  <a:ext uri="{FF2B5EF4-FFF2-40B4-BE49-F238E27FC236}">
                    <a16:creationId xmlns:a16="http://schemas.microsoft.com/office/drawing/2014/main" id="{FC104D8B-1152-9F53-706B-E8E392DB1B9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Oval 892">
                <a:extLst>
                  <a:ext uri="{FF2B5EF4-FFF2-40B4-BE49-F238E27FC236}">
                    <a16:creationId xmlns:a16="http://schemas.microsoft.com/office/drawing/2014/main" id="{5D00C886-5789-F515-5C8D-BAB01333200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Oval 893">
                <a:extLst>
                  <a:ext uri="{FF2B5EF4-FFF2-40B4-BE49-F238E27FC236}">
                    <a16:creationId xmlns:a16="http://schemas.microsoft.com/office/drawing/2014/main" id="{EA8361EC-8C7E-4814-A02F-D7007E8C684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55CBAF8E-E9DD-73D4-E337-6410D7BD5DBC}"/>
                </a:ext>
              </a:extLst>
            </p:cNvPr>
            <p:cNvGrpSpPr/>
            <p:nvPr/>
          </p:nvGrpSpPr>
          <p:grpSpPr>
            <a:xfrm>
              <a:off x="7617730" y="3137349"/>
              <a:ext cx="242005" cy="43678"/>
              <a:chOff x="7979724" y="3580291"/>
              <a:chExt cx="242005" cy="43678"/>
            </a:xfrm>
          </p:grpSpPr>
          <p:sp>
            <p:nvSpPr>
              <p:cNvPr id="879" name="Oval 878">
                <a:extLst>
                  <a:ext uri="{FF2B5EF4-FFF2-40B4-BE49-F238E27FC236}">
                    <a16:creationId xmlns:a16="http://schemas.microsoft.com/office/drawing/2014/main" id="{53DEC11C-57C9-08BB-8C78-1DC84D7C57B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Oval 879">
                <a:extLst>
                  <a:ext uri="{FF2B5EF4-FFF2-40B4-BE49-F238E27FC236}">
                    <a16:creationId xmlns:a16="http://schemas.microsoft.com/office/drawing/2014/main" id="{9759587C-2286-DAA2-C281-772DB06DE20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Oval 880">
                <a:extLst>
                  <a:ext uri="{FF2B5EF4-FFF2-40B4-BE49-F238E27FC236}">
                    <a16:creationId xmlns:a16="http://schemas.microsoft.com/office/drawing/2014/main" id="{3F1403A2-4A32-1506-77FC-37E6498BCD7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Oval 881">
                <a:extLst>
                  <a:ext uri="{FF2B5EF4-FFF2-40B4-BE49-F238E27FC236}">
                    <a16:creationId xmlns:a16="http://schemas.microsoft.com/office/drawing/2014/main" id="{AE764945-D2E3-0DAE-1BF6-D970602B27E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Oval 882">
                <a:extLst>
                  <a:ext uri="{FF2B5EF4-FFF2-40B4-BE49-F238E27FC236}">
                    <a16:creationId xmlns:a16="http://schemas.microsoft.com/office/drawing/2014/main" id="{F225E190-83EA-F3EE-B8A1-B3DBBFF378B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Oval 883">
                <a:extLst>
                  <a:ext uri="{FF2B5EF4-FFF2-40B4-BE49-F238E27FC236}">
                    <a16:creationId xmlns:a16="http://schemas.microsoft.com/office/drawing/2014/main" id="{63655EB6-3FC9-9048-05D3-C26845498DF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Oval 884">
                <a:extLst>
                  <a:ext uri="{FF2B5EF4-FFF2-40B4-BE49-F238E27FC236}">
                    <a16:creationId xmlns:a16="http://schemas.microsoft.com/office/drawing/2014/main" id="{0E60394E-9C77-F867-A946-70BF016FD6C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Oval 885">
                <a:extLst>
                  <a:ext uri="{FF2B5EF4-FFF2-40B4-BE49-F238E27FC236}">
                    <a16:creationId xmlns:a16="http://schemas.microsoft.com/office/drawing/2014/main" id="{A21C7694-1EBB-752B-C2A7-DBA2D19D10C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8" name="Group 137">
              <a:extLst>
                <a:ext uri="{FF2B5EF4-FFF2-40B4-BE49-F238E27FC236}">
                  <a16:creationId xmlns:a16="http://schemas.microsoft.com/office/drawing/2014/main" id="{8C64FE19-EAE3-FD35-9E21-CF4F3DECCB74}"/>
                </a:ext>
              </a:extLst>
            </p:cNvPr>
            <p:cNvGrpSpPr/>
            <p:nvPr/>
          </p:nvGrpSpPr>
          <p:grpSpPr>
            <a:xfrm rot="10800000">
              <a:off x="7929930" y="3139709"/>
              <a:ext cx="242005" cy="46723"/>
              <a:chOff x="7979724" y="3580291"/>
              <a:chExt cx="242005" cy="43678"/>
            </a:xfrm>
          </p:grpSpPr>
          <p:sp>
            <p:nvSpPr>
              <p:cNvPr id="871" name="Oval 870">
                <a:extLst>
                  <a:ext uri="{FF2B5EF4-FFF2-40B4-BE49-F238E27FC236}">
                    <a16:creationId xmlns:a16="http://schemas.microsoft.com/office/drawing/2014/main" id="{36A14E9E-6CE8-7AD1-7374-BF282B9265D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Oval 871">
                <a:extLst>
                  <a:ext uri="{FF2B5EF4-FFF2-40B4-BE49-F238E27FC236}">
                    <a16:creationId xmlns:a16="http://schemas.microsoft.com/office/drawing/2014/main" id="{434B0CE7-F4A0-54F0-F528-E0A522D17E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Oval 872">
                <a:extLst>
                  <a:ext uri="{FF2B5EF4-FFF2-40B4-BE49-F238E27FC236}">
                    <a16:creationId xmlns:a16="http://schemas.microsoft.com/office/drawing/2014/main" id="{5666CFCF-FF73-6873-4B93-3FFD19552E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Oval 873">
                <a:extLst>
                  <a:ext uri="{FF2B5EF4-FFF2-40B4-BE49-F238E27FC236}">
                    <a16:creationId xmlns:a16="http://schemas.microsoft.com/office/drawing/2014/main" id="{9F14861E-CF6E-2551-8C91-0A79FD2381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Oval 874">
                <a:extLst>
                  <a:ext uri="{FF2B5EF4-FFF2-40B4-BE49-F238E27FC236}">
                    <a16:creationId xmlns:a16="http://schemas.microsoft.com/office/drawing/2014/main" id="{05D0AC10-8CDD-37AD-0679-BB97BFDEFCB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Oval 875">
                <a:extLst>
                  <a:ext uri="{FF2B5EF4-FFF2-40B4-BE49-F238E27FC236}">
                    <a16:creationId xmlns:a16="http://schemas.microsoft.com/office/drawing/2014/main" id="{A5C1A03C-1080-11A2-CFCD-993DEA7A377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Oval 876">
                <a:extLst>
                  <a:ext uri="{FF2B5EF4-FFF2-40B4-BE49-F238E27FC236}">
                    <a16:creationId xmlns:a16="http://schemas.microsoft.com/office/drawing/2014/main" id="{A383932B-194F-DA83-6234-14ED52C204F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Oval 877">
                <a:extLst>
                  <a:ext uri="{FF2B5EF4-FFF2-40B4-BE49-F238E27FC236}">
                    <a16:creationId xmlns:a16="http://schemas.microsoft.com/office/drawing/2014/main" id="{1606867C-E456-099E-2136-C26144FB6A9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 name="Group 138">
              <a:extLst>
                <a:ext uri="{FF2B5EF4-FFF2-40B4-BE49-F238E27FC236}">
                  <a16:creationId xmlns:a16="http://schemas.microsoft.com/office/drawing/2014/main" id="{3D47190C-4B9F-51D9-894F-143234890F25}"/>
                </a:ext>
              </a:extLst>
            </p:cNvPr>
            <p:cNvGrpSpPr/>
            <p:nvPr/>
          </p:nvGrpSpPr>
          <p:grpSpPr>
            <a:xfrm>
              <a:off x="7858773" y="3140525"/>
              <a:ext cx="242005" cy="43678"/>
              <a:chOff x="7979724" y="3580291"/>
              <a:chExt cx="242005" cy="43678"/>
            </a:xfrm>
          </p:grpSpPr>
          <p:sp>
            <p:nvSpPr>
              <p:cNvPr id="863" name="Oval 862">
                <a:extLst>
                  <a:ext uri="{FF2B5EF4-FFF2-40B4-BE49-F238E27FC236}">
                    <a16:creationId xmlns:a16="http://schemas.microsoft.com/office/drawing/2014/main" id="{34293B81-6832-4C6D-60B2-D61B3D2CEFC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Oval 863">
                <a:extLst>
                  <a:ext uri="{FF2B5EF4-FFF2-40B4-BE49-F238E27FC236}">
                    <a16:creationId xmlns:a16="http://schemas.microsoft.com/office/drawing/2014/main" id="{C6DECEBB-AA7B-E614-1C4E-64FBDCEB67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Oval 864">
                <a:extLst>
                  <a:ext uri="{FF2B5EF4-FFF2-40B4-BE49-F238E27FC236}">
                    <a16:creationId xmlns:a16="http://schemas.microsoft.com/office/drawing/2014/main" id="{C9943288-71E9-EEDD-186F-31546C33725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Oval 865">
                <a:extLst>
                  <a:ext uri="{FF2B5EF4-FFF2-40B4-BE49-F238E27FC236}">
                    <a16:creationId xmlns:a16="http://schemas.microsoft.com/office/drawing/2014/main" id="{2DC5BCC9-F9A3-25A7-1A64-871C851DFD3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Oval 866">
                <a:extLst>
                  <a:ext uri="{FF2B5EF4-FFF2-40B4-BE49-F238E27FC236}">
                    <a16:creationId xmlns:a16="http://schemas.microsoft.com/office/drawing/2014/main" id="{7F91E747-0E13-00F2-149D-0A764F3AB43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Oval 867">
                <a:extLst>
                  <a:ext uri="{FF2B5EF4-FFF2-40B4-BE49-F238E27FC236}">
                    <a16:creationId xmlns:a16="http://schemas.microsoft.com/office/drawing/2014/main" id="{26F35543-9134-DD02-2BC4-F12B7500AA8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Oval 868">
                <a:extLst>
                  <a:ext uri="{FF2B5EF4-FFF2-40B4-BE49-F238E27FC236}">
                    <a16:creationId xmlns:a16="http://schemas.microsoft.com/office/drawing/2014/main" id="{7D384662-C3F7-F4C1-68F5-A1CD797AA78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Oval 869">
                <a:extLst>
                  <a:ext uri="{FF2B5EF4-FFF2-40B4-BE49-F238E27FC236}">
                    <a16:creationId xmlns:a16="http://schemas.microsoft.com/office/drawing/2014/main" id="{06163740-A5B6-EAED-EEE1-33C65DE21E4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0" name="Group 139">
              <a:extLst>
                <a:ext uri="{FF2B5EF4-FFF2-40B4-BE49-F238E27FC236}">
                  <a16:creationId xmlns:a16="http://schemas.microsoft.com/office/drawing/2014/main" id="{E4CFF966-E29F-1082-A6C1-9C80D18F8E91}"/>
                </a:ext>
              </a:extLst>
            </p:cNvPr>
            <p:cNvGrpSpPr/>
            <p:nvPr/>
          </p:nvGrpSpPr>
          <p:grpSpPr>
            <a:xfrm rot="10800000">
              <a:off x="6934772" y="3424659"/>
              <a:ext cx="242005" cy="46723"/>
              <a:chOff x="7979724" y="3580291"/>
              <a:chExt cx="242005" cy="43678"/>
            </a:xfrm>
          </p:grpSpPr>
          <p:sp>
            <p:nvSpPr>
              <p:cNvPr id="855" name="Oval 854">
                <a:extLst>
                  <a:ext uri="{FF2B5EF4-FFF2-40B4-BE49-F238E27FC236}">
                    <a16:creationId xmlns:a16="http://schemas.microsoft.com/office/drawing/2014/main" id="{3F076205-7302-DBBA-833E-79C323DAA4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Oval 855">
                <a:extLst>
                  <a:ext uri="{FF2B5EF4-FFF2-40B4-BE49-F238E27FC236}">
                    <a16:creationId xmlns:a16="http://schemas.microsoft.com/office/drawing/2014/main" id="{73463D94-C010-B04E-E4C4-744A5FD0376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Oval 856">
                <a:extLst>
                  <a:ext uri="{FF2B5EF4-FFF2-40B4-BE49-F238E27FC236}">
                    <a16:creationId xmlns:a16="http://schemas.microsoft.com/office/drawing/2014/main" id="{B9672ED0-EFBD-B922-05A5-A8715BAE6AC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Oval 857">
                <a:extLst>
                  <a:ext uri="{FF2B5EF4-FFF2-40B4-BE49-F238E27FC236}">
                    <a16:creationId xmlns:a16="http://schemas.microsoft.com/office/drawing/2014/main" id="{8D13C522-8149-E5DA-D811-1690FD07B8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Oval 858">
                <a:extLst>
                  <a:ext uri="{FF2B5EF4-FFF2-40B4-BE49-F238E27FC236}">
                    <a16:creationId xmlns:a16="http://schemas.microsoft.com/office/drawing/2014/main" id="{C9FD299B-12CF-D259-2BF8-31B064043C7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Oval 859">
                <a:extLst>
                  <a:ext uri="{FF2B5EF4-FFF2-40B4-BE49-F238E27FC236}">
                    <a16:creationId xmlns:a16="http://schemas.microsoft.com/office/drawing/2014/main" id="{2AF89CA3-D3AC-2F3B-DF3E-C256B7D1755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Oval 860">
                <a:extLst>
                  <a:ext uri="{FF2B5EF4-FFF2-40B4-BE49-F238E27FC236}">
                    <a16:creationId xmlns:a16="http://schemas.microsoft.com/office/drawing/2014/main" id="{B55C00D6-14F2-D1B1-ADB4-8E73221C0BF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Oval 861">
                <a:extLst>
                  <a:ext uri="{FF2B5EF4-FFF2-40B4-BE49-F238E27FC236}">
                    <a16:creationId xmlns:a16="http://schemas.microsoft.com/office/drawing/2014/main" id="{0A796F42-9A53-88D9-8E08-BDE8562B2E5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 name="Group 140">
              <a:extLst>
                <a:ext uri="{FF2B5EF4-FFF2-40B4-BE49-F238E27FC236}">
                  <a16:creationId xmlns:a16="http://schemas.microsoft.com/office/drawing/2014/main" id="{9865BE8A-19E4-1A01-1E61-4F718F419CA3}"/>
                </a:ext>
              </a:extLst>
            </p:cNvPr>
            <p:cNvGrpSpPr/>
            <p:nvPr/>
          </p:nvGrpSpPr>
          <p:grpSpPr>
            <a:xfrm>
              <a:off x="6863615" y="3425475"/>
              <a:ext cx="242005" cy="43678"/>
              <a:chOff x="7979724" y="3580291"/>
              <a:chExt cx="242005" cy="43678"/>
            </a:xfrm>
          </p:grpSpPr>
          <p:sp>
            <p:nvSpPr>
              <p:cNvPr id="847" name="Oval 846">
                <a:extLst>
                  <a:ext uri="{FF2B5EF4-FFF2-40B4-BE49-F238E27FC236}">
                    <a16:creationId xmlns:a16="http://schemas.microsoft.com/office/drawing/2014/main" id="{55DC7858-CCF5-716A-0ACB-9C6ED5BCFF2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Oval 847">
                <a:extLst>
                  <a:ext uri="{FF2B5EF4-FFF2-40B4-BE49-F238E27FC236}">
                    <a16:creationId xmlns:a16="http://schemas.microsoft.com/office/drawing/2014/main" id="{C85A2D0C-CF96-CAA6-0DE5-4BC33031C68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Oval 848">
                <a:extLst>
                  <a:ext uri="{FF2B5EF4-FFF2-40B4-BE49-F238E27FC236}">
                    <a16:creationId xmlns:a16="http://schemas.microsoft.com/office/drawing/2014/main" id="{77B8E38F-125E-3BC2-A2BA-D7C2F87219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Oval 849">
                <a:extLst>
                  <a:ext uri="{FF2B5EF4-FFF2-40B4-BE49-F238E27FC236}">
                    <a16:creationId xmlns:a16="http://schemas.microsoft.com/office/drawing/2014/main" id="{746E19D8-D574-2812-797D-87E019E3197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Oval 850">
                <a:extLst>
                  <a:ext uri="{FF2B5EF4-FFF2-40B4-BE49-F238E27FC236}">
                    <a16:creationId xmlns:a16="http://schemas.microsoft.com/office/drawing/2014/main" id="{1A054C41-CDE4-F2B6-EDE3-BBB91D3BE13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Oval 851">
                <a:extLst>
                  <a:ext uri="{FF2B5EF4-FFF2-40B4-BE49-F238E27FC236}">
                    <a16:creationId xmlns:a16="http://schemas.microsoft.com/office/drawing/2014/main" id="{2C59010B-0F64-3620-B5B1-CD8C9288A77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3" name="Oval 852">
                <a:extLst>
                  <a:ext uri="{FF2B5EF4-FFF2-40B4-BE49-F238E27FC236}">
                    <a16:creationId xmlns:a16="http://schemas.microsoft.com/office/drawing/2014/main" id="{E2430C3E-96FD-48A0-CB43-2354AE9AC5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4" name="Oval 853">
                <a:extLst>
                  <a:ext uri="{FF2B5EF4-FFF2-40B4-BE49-F238E27FC236}">
                    <a16:creationId xmlns:a16="http://schemas.microsoft.com/office/drawing/2014/main" id="{AB7520F4-E4CD-A0E5-1D41-DA8B27F956A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2" name="Group 141">
              <a:extLst>
                <a:ext uri="{FF2B5EF4-FFF2-40B4-BE49-F238E27FC236}">
                  <a16:creationId xmlns:a16="http://schemas.microsoft.com/office/drawing/2014/main" id="{67A7DFAE-D154-3686-8300-C753FFF54647}"/>
                </a:ext>
              </a:extLst>
            </p:cNvPr>
            <p:cNvGrpSpPr/>
            <p:nvPr/>
          </p:nvGrpSpPr>
          <p:grpSpPr>
            <a:xfrm rot="10800000">
              <a:off x="7175815" y="3427835"/>
              <a:ext cx="242005" cy="46723"/>
              <a:chOff x="7979724" y="3580291"/>
              <a:chExt cx="242005" cy="43678"/>
            </a:xfrm>
          </p:grpSpPr>
          <p:sp>
            <p:nvSpPr>
              <p:cNvPr id="839" name="Oval 838">
                <a:extLst>
                  <a:ext uri="{FF2B5EF4-FFF2-40B4-BE49-F238E27FC236}">
                    <a16:creationId xmlns:a16="http://schemas.microsoft.com/office/drawing/2014/main" id="{8FDB924A-3A00-0C59-EDBB-D37D662D866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Oval 839">
                <a:extLst>
                  <a:ext uri="{FF2B5EF4-FFF2-40B4-BE49-F238E27FC236}">
                    <a16:creationId xmlns:a16="http://schemas.microsoft.com/office/drawing/2014/main" id="{487892DC-2D4F-7403-CC18-037922CB5AD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Oval 840">
                <a:extLst>
                  <a:ext uri="{FF2B5EF4-FFF2-40B4-BE49-F238E27FC236}">
                    <a16:creationId xmlns:a16="http://schemas.microsoft.com/office/drawing/2014/main" id="{823E08C1-75E8-F9E7-F4C6-CDD18610F5D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Oval 841">
                <a:extLst>
                  <a:ext uri="{FF2B5EF4-FFF2-40B4-BE49-F238E27FC236}">
                    <a16:creationId xmlns:a16="http://schemas.microsoft.com/office/drawing/2014/main" id="{55276022-A3C4-F002-00BA-2DEBF7E2D5E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Oval 842">
                <a:extLst>
                  <a:ext uri="{FF2B5EF4-FFF2-40B4-BE49-F238E27FC236}">
                    <a16:creationId xmlns:a16="http://schemas.microsoft.com/office/drawing/2014/main" id="{D314FFDA-428F-FC68-894E-1FAFA890E9F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Oval 843">
                <a:extLst>
                  <a:ext uri="{FF2B5EF4-FFF2-40B4-BE49-F238E27FC236}">
                    <a16:creationId xmlns:a16="http://schemas.microsoft.com/office/drawing/2014/main" id="{8EEFB3BB-0B59-303F-B574-DAE97521BF1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Oval 844">
                <a:extLst>
                  <a:ext uri="{FF2B5EF4-FFF2-40B4-BE49-F238E27FC236}">
                    <a16:creationId xmlns:a16="http://schemas.microsoft.com/office/drawing/2014/main" id="{49DF7503-279C-8AFC-53A2-D13CBEAB47D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Oval 845">
                <a:extLst>
                  <a:ext uri="{FF2B5EF4-FFF2-40B4-BE49-F238E27FC236}">
                    <a16:creationId xmlns:a16="http://schemas.microsoft.com/office/drawing/2014/main" id="{680E70A9-DAD2-7416-B1E7-95B9CAC56F9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3" name="Group 142">
              <a:extLst>
                <a:ext uri="{FF2B5EF4-FFF2-40B4-BE49-F238E27FC236}">
                  <a16:creationId xmlns:a16="http://schemas.microsoft.com/office/drawing/2014/main" id="{9B8A5A37-3682-5D26-F487-D12D8E60FCC3}"/>
                </a:ext>
              </a:extLst>
            </p:cNvPr>
            <p:cNvGrpSpPr/>
            <p:nvPr/>
          </p:nvGrpSpPr>
          <p:grpSpPr>
            <a:xfrm rot="11689693">
              <a:off x="7104658" y="3428651"/>
              <a:ext cx="242005" cy="43678"/>
              <a:chOff x="7979724" y="3580291"/>
              <a:chExt cx="242005" cy="43678"/>
            </a:xfrm>
          </p:grpSpPr>
          <p:sp>
            <p:nvSpPr>
              <p:cNvPr id="831" name="Oval 830">
                <a:extLst>
                  <a:ext uri="{FF2B5EF4-FFF2-40B4-BE49-F238E27FC236}">
                    <a16:creationId xmlns:a16="http://schemas.microsoft.com/office/drawing/2014/main" id="{61081518-4557-C3D7-8665-FD52C0FE7AC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Oval 831">
                <a:extLst>
                  <a:ext uri="{FF2B5EF4-FFF2-40B4-BE49-F238E27FC236}">
                    <a16:creationId xmlns:a16="http://schemas.microsoft.com/office/drawing/2014/main" id="{24575A76-BFA4-474E-0064-17D3C58B409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Oval 832">
                <a:extLst>
                  <a:ext uri="{FF2B5EF4-FFF2-40B4-BE49-F238E27FC236}">
                    <a16:creationId xmlns:a16="http://schemas.microsoft.com/office/drawing/2014/main" id="{C1F2D7DB-D491-FB19-538C-BBFA8D74ADE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Oval 833">
                <a:extLst>
                  <a:ext uri="{FF2B5EF4-FFF2-40B4-BE49-F238E27FC236}">
                    <a16:creationId xmlns:a16="http://schemas.microsoft.com/office/drawing/2014/main" id="{BF983613-E8F1-C00C-4D40-EE6E5F0C8E8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Oval 834">
                <a:extLst>
                  <a:ext uri="{FF2B5EF4-FFF2-40B4-BE49-F238E27FC236}">
                    <a16:creationId xmlns:a16="http://schemas.microsoft.com/office/drawing/2014/main" id="{A91776A7-2656-1988-6452-A2FA559EF77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Oval 835">
                <a:extLst>
                  <a:ext uri="{FF2B5EF4-FFF2-40B4-BE49-F238E27FC236}">
                    <a16:creationId xmlns:a16="http://schemas.microsoft.com/office/drawing/2014/main" id="{943E6194-B606-D82A-DA9D-70F048ADCA6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Oval 836">
                <a:extLst>
                  <a:ext uri="{FF2B5EF4-FFF2-40B4-BE49-F238E27FC236}">
                    <a16:creationId xmlns:a16="http://schemas.microsoft.com/office/drawing/2014/main" id="{46009B33-A6EB-870C-DF65-C76CCBF4A7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Oval 837">
                <a:extLst>
                  <a:ext uri="{FF2B5EF4-FFF2-40B4-BE49-F238E27FC236}">
                    <a16:creationId xmlns:a16="http://schemas.microsoft.com/office/drawing/2014/main" id="{D2F61451-B04D-2964-25DD-FAA8024D1F6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a:extLst>
                <a:ext uri="{FF2B5EF4-FFF2-40B4-BE49-F238E27FC236}">
                  <a16:creationId xmlns:a16="http://schemas.microsoft.com/office/drawing/2014/main" id="{AE43BAA2-7AFB-58EF-43DD-EA6FA70173B5}"/>
                </a:ext>
              </a:extLst>
            </p:cNvPr>
            <p:cNvGrpSpPr/>
            <p:nvPr/>
          </p:nvGrpSpPr>
          <p:grpSpPr>
            <a:xfrm rot="21292958">
              <a:off x="7352112" y="3428675"/>
              <a:ext cx="242005" cy="46723"/>
              <a:chOff x="7979724" y="3580291"/>
              <a:chExt cx="242005" cy="43678"/>
            </a:xfrm>
          </p:grpSpPr>
          <p:sp>
            <p:nvSpPr>
              <p:cNvPr id="823" name="Oval 822">
                <a:extLst>
                  <a:ext uri="{FF2B5EF4-FFF2-40B4-BE49-F238E27FC236}">
                    <a16:creationId xmlns:a16="http://schemas.microsoft.com/office/drawing/2014/main" id="{05FFA615-686A-C228-7C6A-45CAF99CF91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Oval 823">
                <a:extLst>
                  <a:ext uri="{FF2B5EF4-FFF2-40B4-BE49-F238E27FC236}">
                    <a16:creationId xmlns:a16="http://schemas.microsoft.com/office/drawing/2014/main" id="{48FF65A0-F9DE-D293-3F4A-3EC8AAE4FFB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Oval 824">
                <a:extLst>
                  <a:ext uri="{FF2B5EF4-FFF2-40B4-BE49-F238E27FC236}">
                    <a16:creationId xmlns:a16="http://schemas.microsoft.com/office/drawing/2014/main" id="{BC2ADCEA-5E56-77A5-599A-FE69AA2AD9D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Oval 825">
                <a:extLst>
                  <a:ext uri="{FF2B5EF4-FFF2-40B4-BE49-F238E27FC236}">
                    <a16:creationId xmlns:a16="http://schemas.microsoft.com/office/drawing/2014/main" id="{791CB0AC-23B1-AC3B-B681-F56328A44CA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Oval 826">
                <a:extLst>
                  <a:ext uri="{FF2B5EF4-FFF2-40B4-BE49-F238E27FC236}">
                    <a16:creationId xmlns:a16="http://schemas.microsoft.com/office/drawing/2014/main" id="{C6D49872-01FD-4E65-2DF8-AD357F43EA6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Oval 827">
                <a:extLst>
                  <a:ext uri="{FF2B5EF4-FFF2-40B4-BE49-F238E27FC236}">
                    <a16:creationId xmlns:a16="http://schemas.microsoft.com/office/drawing/2014/main" id="{3F297F8D-A1A8-6248-EF97-AC9A192A6FA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Oval 828">
                <a:extLst>
                  <a:ext uri="{FF2B5EF4-FFF2-40B4-BE49-F238E27FC236}">
                    <a16:creationId xmlns:a16="http://schemas.microsoft.com/office/drawing/2014/main" id="{B6E6BDE8-03D3-CB51-D38F-6C6842ACAC1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Oval 829">
                <a:extLst>
                  <a:ext uri="{FF2B5EF4-FFF2-40B4-BE49-F238E27FC236}">
                    <a16:creationId xmlns:a16="http://schemas.microsoft.com/office/drawing/2014/main" id="{69992197-42B5-4BF7-99D0-53464B97BB1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195817A8-3AF7-A625-D000-DC614BB71C6B}"/>
                </a:ext>
              </a:extLst>
            </p:cNvPr>
            <p:cNvGrpSpPr/>
            <p:nvPr/>
          </p:nvGrpSpPr>
          <p:grpSpPr>
            <a:xfrm>
              <a:off x="7280955" y="3429491"/>
              <a:ext cx="242005" cy="43678"/>
              <a:chOff x="7979724" y="3580291"/>
              <a:chExt cx="242005" cy="43678"/>
            </a:xfrm>
          </p:grpSpPr>
          <p:sp>
            <p:nvSpPr>
              <p:cNvPr id="815" name="Oval 814">
                <a:extLst>
                  <a:ext uri="{FF2B5EF4-FFF2-40B4-BE49-F238E27FC236}">
                    <a16:creationId xmlns:a16="http://schemas.microsoft.com/office/drawing/2014/main" id="{801E5630-A170-B92B-F5C2-0723E7797E2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Oval 815">
                <a:extLst>
                  <a:ext uri="{FF2B5EF4-FFF2-40B4-BE49-F238E27FC236}">
                    <a16:creationId xmlns:a16="http://schemas.microsoft.com/office/drawing/2014/main" id="{02AED629-ECC3-65EB-3C32-984F9CDAFE0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Oval 816">
                <a:extLst>
                  <a:ext uri="{FF2B5EF4-FFF2-40B4-BE49-F238E27FC236}">
                    <a16:creationId xmlns:a16="http://schemas.microsoft.com/office/drawing/2014/main" id="{8DB66109-EDDF-3489-8427-8F39D7B9229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Oval 817">
                <a:extLst>
                  <a:ext uri="{FF2B5EF4-FFF2-40B4-BE49-F238E27FC236}">
                    <a16:creationId xmlns:a16="http://schemas.microsoft.com/office/drawing/2014/main" id="{5EF93D4D-6BD0-B9C6-4F25-E75CAC9CF77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Oval 818">
                <a:extLst>
                  <a:ext uri="{FF2B5EF4-FFF2-40B4-BE49-F238E27FC236}">
                    <a16:creationId xmlns:a16="http://schemas.microsoft.com/office/drawing/2014/main" id="{D1D53AD5-57C1-8E8F-491F-A8C27B4B04D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Oval 819">
                <a:extLst>
                  <a:ext uri="{FF2B5EF4-FFF2-40B4-BE49-F238E27FC236}">
                    <a16:creationId xmlns:a16="http://schemas.microsoft.com/office/drawing/2014/main" id="{83816970-1FD3-BC54-B9C9-75C1E5A958F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Oval 820">
                <a:extLst>
                  <a:ext uri="{FF2B5EF4-FFF2-40B4-BE49-F238E27FC236}">
                    <a16:creationId xmlns:a16="http://schemas.microsoft.com/office/drawing/2014/main" id="{1B3A280F-17B0-1AA5-E3B3-474F348371C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Oval 821">
                <a:extLst>
                  <a:ext uri="{FF2B5EF4-FFF2-40B4-BE49-F238E27FC236}">
                    <a16:creationId xmlns:a16="http://schemas.microsoft.com/office/drawing/2014/main" id="{1990D30D-83E8-4E50-A1AB-E4AC9109276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 name="Group 145">
              <a:extLst>
                <a:ext uri="{FF2B5EF4-FFF2-40B4-BE49-F238E27FC236}">
                  <a16:creationId xmlns:a16="http://schemas.microsoft.com/office/drawing/2014/main" id="{6B77196D-3128-6E5D-24BF-A9F164F23FAF}"/>
                </a:ext>
              </a:extLst>
            </p:cNvPr>
            <p:cNvGrpSpPr/>
            <p:nvPr/>
          </p:nvGrpSpPr>
          <p:grpSpPr>
            <a:xfrm rot="10800000">
              <a:off x="7593155" y="3431851"/>
              <a:ext cx="242005" cy="46723"/>
              <a:chOff x="7979724" y="3580291"/>
              <a:chExt cx="242005" cy="43678"/>
            </a:xfrm>
          </p:grpSpPr>
          <p:sp>
            <p:nvSpPr>
              <p:cNvPr id="807" name="Oval 806">
                <a:extLst>
                  <a:ext uri="{FF2B5EF4-FFF2-40B4-BE49-F238E27FC236}">
                    <a16:creationId xmlns:a16="http://schemas.microsoft.com/office/drawing/2014/main" id="{C0446101-2734-1F5A-36E6-AD2DD08E2AD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Oval 807">
                <a:extLst>
                  <a:ext uri="{FF2B5EF4-FFF2-40B4-BE49-F238E27FC236}">
                    <a16:creationId xmlns:a16="http://schemas.microsoft.com/office/drawing/2014/main" id="{4C4B3052-436B-8B8B-24CD-C2AA24E9FE4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Oval 808">
                <a:extLst>
                  <a:ext uri="{FF2B5EF4-FFF2-40B4-BE49-F238E27FC236}">
                    <a16:creationId xmlns:a16="http://schemas.microsoft.com/office/drawing/2014/main" id="{7A142175-94A5-2AC2-945C-4786AF65B07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Oval 809">
                <a:extLst>
                  <a:ext uri="{FF2B5EF4-FFF2-40B4-BE49-F238E27FC236}">
                    <a16:creationId xmlns:a16="http://schemas.microsoft.com/office/drawing/2014/main" id="{544772D0-9EE8-E10B-CB1B-4F46C3C8269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Oval 810">
                <a:extLst>
                  <a:ext uri="{FF2B5EF4-FFF2-40B4-BE49-F238E27FC236}">
                    <a16:creationId xmlns:a16="http://schemas.microsoft.com/office/drawing/2014/main" id="{C9A7A9BF-8DC7-6C4F-EBF8-7BE9D7877C4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Oval 811">
                <a:extLst>
                  <a:ext uri="{FF2B5EF4-FFF2-40B4-BE49-F238E27FC236}">
                    <a16:creationId xmlns:a16="http://schemas.microsoft.com/office/drawing/2014/main" id="{1BC8F79E-F7EA-4E73-DDBC-FFB43D001C3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Oval 812">
                <a:extLst>
                  <a:ext uri="{FF2B5EF4-FFF2-40B4-BE49-F238E27FC236}">
                    <a16:creationId xmlns:a16="http://schemas.microsoft.com/office/drawing/2014/main" id="{7EEE2843-7D59-5002-CE74-BB126650D6D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Oval 813">
                <a:extLst>
                  <a:ext uri="{FF2B5EF4-FFF2-40B4-BE49-F238E27FC236}">
                    <a16:creationId xmlns:a16="http://schemas.microsoft.com/office/drawing/2014/main" id="{4BEDCB81-3F12-695D-4915-70E60CB2408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7" name="Group 146">
              <a:extLst>
                <a:ext uri="{FF2B5EF4-FFF2-40B4-BE49-F238E27FC236}">
                  <a16:creationId xmlns:a16="http://schemas.microsoft.com/office/drawing/2014/main" id="{43B91E47-40FE-3A3E-DCA7-DFAC256AC0C8}"/>
                </a:ext>
              </a:extLst>
            </p:cNvPr>
            <p:cNvGrpSpPr/>
            <p:nvPr/>
          </p:nvGrpSpPr>
          <p:grpSpPr>
            <a:xfrm>
              <a:off x="7521998" y="3432667"/>
              <a:ext cx="242005" cy="43678"/>
              <a:chOff x="7979724" y="3580291"/>
              <a:chExt cx="242005" cy="43678"/>
            </a:xfrm>
          </p:grpSpPr>
          <p:sp>
            <p:nvSpPr>
              <p:cNvPr id="799" name="Oval 798">
                <a:extLst>
                  <a:ext uri="{FF2B5EF4-FFF2-40B4-BE49-F238E27FC236}">
                    <a16:creationId xmlns:a16="http://schemas.microsoft.com/office/drawing/2014/main" id="{58093742-720F-E24A-7191-C4B0FD1A0D9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Oval 799">
                <a:extLst>
                  <a:ext uri="{FF2B5EF4-FFF2-40B4-BE49-F238E27FC236}">
                    <a16:creationId xmlns:a16="http://schemas.microsoft.com/office/drawing/2014/main" id="{28A354EB-0DAB-13D8-F111-F49F17B7510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0077B0BB-B3ED-B2CA-E6B5-92577638DE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7DA8CDB3-6F2B-0D58-6A31-DE0869F404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388D6C86-12F3-4295-13DF-753D8BB171A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9F55CF85-EB95-F0C1-53D1-75E6D558FF5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Oval 804">
                <a:extLst>
                  <a:ext uri="{FF2B5EF4-FFF2-40B4-BE49-F238E27FC236}">
                    <a16:creationId xmlns:a16="http://schemas.microsoft.com/office/drawing/2014/main" id="{B8FB751D-18FF-26A1-02A5-A2225DD561F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Oval 805">
                <a:extLst>
                  <a:ext uri="{FF2B5EF4-FFF2-40B4-BE49-F238E27FC236}">
                    <a16:creationId xmlns:a16="http://schemas.microsoft.com/office/drawing/2014/main" id="{0D81CB9D-77E2-9E40-0CC9-806A62FCEA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8" name="Group 147">
              <a:extLst>
                <a:ext uri="{FF2B5EF4-FFF2-40B4-BE49-F238E27FC236}">
                  <a16:creationId xmlns:a16="http://schemas.microsoft.com/office/drawing/2014/main" id="{EC135008-C5C8-B7CB-37B6-5D174C09C085}"/>
                </a:ext>
              </a:extLst>
            </p:cNvPr>
            <p:cNvGrpSpPr/>
            <p:nvPr/>
          </p:nvGrpSpPr>
          <p:grpSpPr>
            <a:xfrm rot="10800000">
              <a:off x="8133475" y="3142078"/>
              <a:ext cx="242005" cy="46723"/>
              <a:chOff x="7979724" y="3580291"/>
              <a:chExt cx="242005" cy="43678"/>
            </a:xfrm>
          </p:grpSpPr>
          <p:sp>
            <p:nvSpPr>
              <p:cNvPr id="791" name="Oval 790">
                <a:extLst>
                  <a:ext uri="{FF2B5EF4-FFF2-40B4-BE49-F238E27FC236}">
                    <a16:creationId xmlns:a16="http://schemas.microsoft.com/office/drawing/2014/main" id="{92B76C70-65A8-892D-829E-B7F37E83696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Oval 791">
                <a:extLst>
                  <a:ext uri="{FF2B5EF4-FFF2-40B4-BE49-F238E27FC236}">
                    <a16:creationId xmlns:a16="http://schemas.microsoft.com/office/drawing/2014/main" id="{E93A1D3A-8D7C-21C6-FA57-B08E523414F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Oval 792">
                <a:extLst>
                  <a:ext uri="{FF2B5EF4-FFF2-40B4-BE49-F238E27FC236}">
                    <a16:creationId xmlns:a16="http://schemas.microsoft.com/office/drawing/2014/main" id="{3B623D7A-067B-9ED0-DAA0-4DE3032233C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Oval 793">
                <a:extLst>
                  <a:ext uri="{FF2B5EF4-FFF2-40B4-BE49-F238E27FC236}">
                    <a16:creationId xmlns:a16="http://schemas.microsoft.com/office/drawing/2014/main" id="{95C94E5E-8FE5-C295-951F-84F6412DA1B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Oval 794">
                <a:extLst>
                  <a:ext uri="{FF2B5EF4-FFF2-40B4-BE49-F238E27FC236}">
                    <a16:creationId xmlns:a16="http://schemas.microsoft.com/office/drawing/2014/main" id="{378541A4-7783-CC8A-DF23-C143EC061E0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Oval 795">
                <a:extLst>
                  <a:ext uri="{FF2B5EF4-FFF2-40B4-BE49-F238E27FC236}">
                    <a16:creationId xmlns:a16="http://schemas.microsoft.com/office/drawing/2014/main" id="{D5F6562E-823E-71C0-3B19-31852BFDACC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Oval 796">
                <a:extLst>
                  <a:ext uri="{FF2B5EF4-FFF2-40B4-BE49-F238E27FC236}">
                    <a16:creationId xmlns:a16="http://schemas.microsoft.com/office/drawing/2014/main" id="{19C33733-EFBA-95FB-33B8-A74D9242371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Oval 797">
                <a:extLst>
                  <a:ext uri="{FF2B5EF4-FFF2-40B4-BE49-F238E27FC236}">
                    <a16:creationId xmlns:a16="http://schemas.microsoft.com/office/drawing/2014/main" id="{F65DA0C9-67BD-8EE4-7F4A-EE93E641947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a:extLst>
                <a:ext uri="{FF2B5EF4-FFF2-40B4-BE49-F238E27FC236}">
                  <a16:creationId xmlns:a16="http://schemas.microsoft.com/office/drawing/2014/main" id="{E489827E-1845-29D8-3437-2EE2050E5A57}"/>
                </a:ext>
              </a:extLst>
            </p:cNvPr>
            <p:cNvGrpSpPr/>
            <p:nvPr/>
          </p:nvGrpSpPr>
          <p:grpSpPr>
            <a:xfrm>
              <a:off x="8062318" y="3142894"/>
              <a:ext cx="242005" cy="43678"/>
              <a:chOff x="7979724" y="3580291"/>
              <a:chExt cx="242005" cy="43678"/>
            </a:xfrm>
          </p:grpSpPr>
          <p:sp>
            <p:nvSpPr>
              <p:cNvPr id="783" name="Oval 782">
                <a:extLst>
                  <a:ext uri="{FF2B5EF4-FFF2-40B4-BE49-F238E27FC236}">
                    <a16:creationId xmlns:a16="http://schemas.microsoft.com/office/drawing/2014/main" id="{E61C2B46-E40A-9893-646E-648715A4763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Oval 783">
                <a:extLst>
                  <a:ext uri="{FF2B5EF4-FFF2-40B4-BE49-F238E27FC236}">
                    <a16:creationId xmlns:a16="http://schemas.microsoft.com/office/drawing/2014/main" id="{763A13F5-65CC-BA8D-D113-90810415BA9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8A63812A-C827-9589-120E-0E07E02287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A5789ED0-1AD2-98DC-C012-642D0170891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3F484587-6966-3AFB-D671-0729D187EC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08E5C30D-D08C-6E5A-3864-892F0D15FF8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9AFA031D-F4F1-1614-DA05-E48798C8044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Oval 789">
                <a:extLst>
                  <a:ext uri="{FF2B5EF4-FFF2-40B4-BE49-F238E27FC236}">
                    <a16:creationId xmlns:a16="http://schemas.microsoft.com/office/drawing/2014/main" id="{6FF0B273-C922-D64F-21C5-6FC093E1A13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0" name="Group 149">
              <a:extLst>
                <a:ext uri="{FF2B5EF4-FFF2-40B4-BE49-F238E27FC236}">
                  <a16:creationId xmlns:a16="http://schemas.microsoft.com/office/drawing/2014/main" id="{D19A64A6-7CD5-5BFC-25FA-03248047339C}"/>
                </a:ext>
              </a:extLst>
            </p:cNvPr>
            <p:cNvGrpSpPr/>
            <p:nvPr/>
          </p:nvGrpSpPr>
          <p:grpSpPr>
            <a:xfrm rot="10800000">
              <a:off x="8374518" y="3145254"/>
              <a:ext cx="242005" cy="46723"/>
              <a:chOff x="7979724" y="3580291"/>
              <a:chExt cx="242005" cy="43678"/>
            </a:xfrm>
          </p:grpSpPr>
          <p:sp>
            <p:nvSpPr>
              <p:cNvPr id="775" name="Oval 774">
                <a:extLst>
                  <a:ext uri="{FF2B5EF4-FFF2-40B4-BE49-F238E27FC236}">
                    <a16:creationId xmlns:a16="http://schemas.microsoft.com/office/drawing/2014/main" id="{96E3537C-372E-D354-5BC0-4894BCC25A1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Oval 775">
                <a:extLst>
                  <a:ext uri="{FF2B5EF4-FFF2-40B4-BE49-F238E27FC236}">
                    <a16:creationId xmlns:a16="http://schemas.microsoft.com/office/drawing/2014/main" id="{98D6A5F5-26F2-0F28-9B45-BB0D1FADBCA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DEEA23F4-16AE-D644-9077-881AC3E045D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A6717364-4D63-3843-E3C3-2177A257EB1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9E0CA988-9254-A8ED-45EE-D3AD862D0D4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B5115E00-D33B-3BDD-F79C-F818B8A64DB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B2B3CFCC-64B5-7B52-A9B7-A4D847E52FF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Oval 781">
                <a:extLst>
                  <a:ext uri="{FF2B5EF4-FFF2-40B4-BE49-F238E27FC236}">
                    <a16:creationId xmlns:a16="http://schemas.microsoft.com/office/drawing/2014/main" id="{678D4AB7-B30E-06A7-7253-0EB0341362E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150">
              <a:extLst>
                <a:ext uri="{FF2B5EF4-FFF2-40B4-BE49-F238E27FC236}">
                  <a16:creationId xmlns:a16="http://schemas.microsoft.com/office/drawing/2014/main" id="{2CC6BEC8-7BB9-0199-D4DA-5583A8D116EF}"/>
                </a:ext>
              </a:extLst>
            </p:cNvPr>
            <p:cNvGrpSpPr/>
            <p:nvPr/>
          </p:nvGrpSpPr>
          <p:grpSpPr>
            <a:xfrm rot="11689693">
              <a:off x="8303361" y="3146070"/>
              <a:ext cx="242005" cy="43678"/>
              <a:chOff x="7979724" y="3580291"/>
              <a:chExt cx="242005" cy="43678"/>
            </a:xfrm>
          </p:grpSpPr>
          <p:sp>
            <p:nvSpPr>
              <p:cNvPr id="767" name="Oval 766">
                <a:extLst>
                  <a:ext uri="{FF2B5EF4-FFF2-40B4-BE49-F238E27FC236}">
                    <a16:creationId xmlns:a16="http://schemas.microsoft.com/office/drawing/2014/main" id="{4CF7F4F4-160E-9C6A-2C12-03653BB2405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Oval 767">
                <a:extLst>
                  <a:ext uri="{FF2B5EF4-FFF2-40B4-BE49-F238E27FC236}">
                    <a16:creationId xmlns:a16="http://schemas.microsoft.com/office/drawing/2014/main" id="{BC476871-2302-B1AB-4100-88CF0CD2DED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461F1CC7-535D-9007-12B5-4E2E306DDF1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549A068E-1A94-6773-F082-1EBFD29830F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1E0818E5-B0B6-2A3D-7CFC-8D3613AC3F0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8F9EAD04-19C2-273A-66B0-800B5D2F321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5B43E142-062C-1D2C-58D7-F52974A113B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Oval 773">
                <a:extLst>
                  <a:ext uri="{FF2B5EF4-FFF2-40B4-BE49-F238E27FC236}">
                    <a16:creationId xmlns:a16="http://schemas.microsoft.com/office/drawing/2014/main" id="{EA17F57A-499A-A25A-49B0-E24C9AF81AC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2" name="Group 151">
              <a:extLst>
                <a:ext uri="{FF2B5EF4-FFF2-40B4-BE49-F238E27FC236}">
                  <a16:creationId xmlns:a16="http://schemas.microsoft.com/office/drawing/2014/main" id="{FB5D22A9-BA85-8134-A3DF-05672EE505AF}"/>
                </a:ext>
              </a:extLst>
            </p:cNvPr>
            <p:cNvGrpSpPr/>
            <p:nvPr/>
          </p:nvGrpSpPr>
          <p:grpSpPr>
            <a:xfrm rot="21292958">
              <a:off x="8550815" y="3146094"/>
              <a:ext cx="242005" cy="46723"/>
              <a:chOff x="7979724" y="3580291"/>
              <a:chExt cx="242005" cy="43678"/>
            </a:xfrm>
          </p:grpSpPr>
          <p:sp>
            <p:nvSpPr>
              <p:cNvPr id="759" name="Oval 758">
                <a:extLst>
                  <a:ext uri="{FF2B5EF4-FFF2-40B4-BE49-F238E27FC236}">
                    <a16:creationId xmlns:a16="http://schemas.microsoft.com/office/drawing/2014/main" id="{B0E4AD3A-FA4C-732E-7C7A-EB4701522D3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Oval 759">
                <a:extLst>
                  <a:ext uri="{FF2B5EF4-FFF2-40B4-BE49-F238E27FC236}">
                    <a16:creationId xmlns:a16="http://schemas.microsoft.com/office/drawing/2014/main" id="{5B170ED3-5600-9E00-B8ED-F574EE4D419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Oval 760">
                <a:extLst>
                  <a:ext uri="{FF2B5EF4-FFF2-40B4-BE49-F238E27FC236}">
                    <a16:creationId xmlns:a16="http://schemas.microsoft.com/office/drawing/2014/main" id="{FE048416-C839-72BD-8739-7B7AEF629EB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Oval 761">
                <a:extLst>
                  <a:ext uri="{FF2B5EF4-FFF2-40B4-BE49-F238E27FC236}">
                    <a16:creationId xmlns:a16="http://schemas.microsoft.com/office/drawing/2014/main" id="{D511F3FC-D2ED-835F-E459-BB5690B56C2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55F61407-E490-64EE-D10D-AAD60BE81DC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57CB0334-7CD6-5D4A-53CF-A1AE34F8372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DB56157F-6EE6-CDE2-E268-24C1B3786BB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Oval 765">
                <a:extLst>
                  <a:ext uri="{FF2B5EF4-FFF2-40B4-BE49-F238E27FC236}">
                    <a16:creationId xmlns:a16="http://schemas.microsoft.com/office/drawing/2014/main" id="{DA9D1183-3E16-D8DF-D135-4318DFC187A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oup 152">
              <a:extLst>
                <a:ext uri="{FF2B5EF4-FFF2-40B4-BE49-F238E27FC236}">
                  <a16:creationId xmlns:a16="http://schemas.microsoft.com/office/drawing/2014/main" id="{743B5D2E-32FF-67E8-2F6D-E9FCBA3ACACC}"/>
                </a:ext>
              </a:extLst>
            </p:cNvPr>
            <p:cNvGrpSpPr/>
            <p:nvPr/>
          </p:nvGrpSpPr>
          <p:grpSpPr>
            <a:xfrm>
              <a:off x="8479658" y="3146910"/>
              <a:ext cx="242005" cy="43678"/>
              <a:chOff x="7979724" y="3580291"/>
              <a:chExt cx="242005" cy="43678"/>
            </a:xfrm>
          </p:grpSpPr>
          <p:sp>
            <p:nvSpPr>
              <p:cNvPr id="751" name="Oval 750">
                <a:extLst>
                  <a:ext uri="{FF2B5EF4-FFF2-40B4-BE49-F238E27FC236}">
                    <a16:creationId xmlns:a16="http://schemas.microsoft.com/office/drawing/2014/main" id="{C128820C-A714-1857-821E-798A7C46A91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D9D8D2A5-4842-D53E-87BC-222DE46A10E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Oval 752">
                <a:extLst>
                  <a:ext uri="{FF2B5EF4-FFF2-40B4-BE49-F238E27FC236}">
                    <a16:creationId xmlns:a16="http://schemas.microsoft.com/office/drawing/2014/main" id="{3A3D93A5-99A1-3A8F-7D60-784F279CD20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Oval 753">
                <a:extLst>
                  <a:ext uri="{FF2B5EF4-FFF2-40B4-BE49-F238E27FC236}">
                    <a16:creationId xmlns:a16="http://schemas.microsoft.com/office/drawing/2014/main" id="{A1494AD0-392A-8B02-8BD4-F9D0A741741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8D763DC7-FC18-FD4A-1F9A-FC93A47A532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0EFED529-B934-0E93-1720-DB21E7948E4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D888DC99-EFC1-A324-F8CD-DAFB9D0C4B7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Oval 757">
                <a:extLst>
                  <a:ext uri="{FF2B5EF4-FFF2-40B4-BE49-F238E27FC236}">
                    <a16:creationId xmlns:a16="http://schemas.microsoft.com/office/drawing/2014/main" id="{D9B440B2-A170-6622-6A1B-347BB77BC8A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153">
              <a:extLst>
                <a:ext uri="{FF2B5EF4-FFF2-40B4-BE49-F238E27FC236}">
                  <a16:creationId xmlns:a16="http://schemas.microsoft.com/office/drawing/2014/main" id="{87893392-4462-9E75-E34D-A3D0236F9D0B}"/>
                </a:ext>
              </a:extLst>
            </p:cNvPr>
            <p:cNvGrpSpPr/>
            <p:nvPr/>
          </p:nvGrpSpPr>
          <p:grpSpPr>
            <a:xfrm rot="10800000">
              <a:off x="8791858" y="3149270"/>
              <a:ext cx="242005" cy="46723"/>
              <a:chOff x="7979724" y="3580291"/>
              <a:chExt cx="242005" cy="43678"/>
            </a:xfrm>
          </p:grpSpPr>
          <p:sp>
            <p:nvSpPr>
              <p:cNvPr id="743" name="Oval 742">
                <a:extLst>
                  <a:ext uri="{FF2B5EF4-FFF2-40B4-BE49-F238E27FC236}">
                    <a16:creationId xmlns:a16="http://schemas.microsoft.com/office/drawing/2014/main" id="{1BBDA79D-5E4C-F2C2-53F4-001E464B5F4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926DA95E-1B31-0AC6-6CE8-603C91D71A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E2DC72F5-6788-E44E-74BC-9E105ED6CF9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Oval 745">
                <a:extLst>
                  <a:ext uri="{FF2B5EF4-FFF2-40B4-BE49-F238E27FC236}">
                    <a16:creationId xmlns:a16="http://schemas.microsoft.com/office/drawing/2014/main" id="{2B2C3685-A968-020C-D42F-88A3357C5C4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Oval 746">
                <a:extLst>
                  <a:ext uri="{FF2B5EF4-FFF2-40B4-BE49-F238E27FC236}">
                    <a16:creationId xmlns:a16="http://schemas.microsoft.com/office/drawing/2014/main" id="{187BEED6-6FAA-2394-844A-D7EFBBA4C09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2D4722AF-3C0E-529F-6A46-72E6643F7FD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DE4A20F-4568-F17D-0DD5-6DFC5B67E82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Oval 749">
                <a:extLst>
                  <a:ext uri="{FF2B5EF4-FFF2-40B4-BE49-F238E27FC236}">
                    <a16:creationId xmlns:a16="http://schemas.microsoft.com/office/drawing/2014/main" id="{263C5423-E383-CE18-FAB0-3E3C64D8F41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5" name="Group 154">
              <a:extLst>
                <a:ext uri="{FF2B5EF4-FFF2-40B4-BE49-F238E27FC236}">
                  <a16:creationId xmlns:a16="http://schemas.microsoft.com/office/drawing/2014/main" id="{47AA85BA-0941-F754-F479-8470B4AA3B2F}"/>
                </a:ext>
              </a:extLst>
            </p:cNvPr>
            <p:cNvGrpSpPr/>
            <p:nvPr/>
          </p:nvGrpSpPr>
          <p:grpSpPr>
            <a:xfrm>
              <a:off x="8720701" y="3150086"/>
              <a:ext cx="242005" cy="43678"/>
              <a:chOff x="7979724" y="3580291"/>
              <a:chExt cx="242005" cy="43678"/>
            </a:xfrm>
          </p:grpSpPr>
          <p:sp>
            <p:nvSpPr>
              <p:cNvPr id="735" name="Oval 734">
                <a:extLst>
                  <a:ext uri="{FF2B5EF4-FFF2-40B4-BE49-F238E27FC236}">
                    <a16:creationId xmlns:a16="http://schemas.microsoft.com/office/drawing/2014/main" id="{0AA6BAB9-E25C-2CFE-0937-CE9351B6E0B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BB956399-8A17-BF20-7D33-2BE3826EEDF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4BD06376-6378-6B2D-8CD8-229B15B7A45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55B1BA53-8B97-51E7-CFBF-9DD0F610B31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Oval 738">
                <a:extLst>
                  <a:ext uri="{FF2B5EF4-FFF2-40B4-BE49-F238E27FC236}">
                    <a16:creationId xmlns:a16="http://schemas.microsoft.com/office/drawing/2014/main" id="{CB1A1A22-DEC9-759B-DE1F-3FED446823D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Oval 739">
                <a:extLst>
                  <a:ext uri="{FF2B5EF4-FFF2-40B4-BE49-F238E27FC236}">
                    <a16:creationId xmlns:a16="http://schemas.microsoft.com/office/drawing/2014/main" id="{A66C986A-78A9-8E4C-3F22-6786438EED3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38853E43-4717-3A4C-A7AB-FA9AB0C4ADA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Oval 741">
                <a:extLst>
                  <a:ext uri="{FF2B5EF4-FFF2-40B4-BE49-F238E27FC236}">
                    <a16:creationId xmlns:a16="http://schemas.microsoft.com/office/drawing/2014/main" id="{A9D487C9-3F96-F83C-9188-98B2E4D337E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6" name="Group 155">
              <a:extLst>
                <a:ext uri="{FF2B5EF4-FFF2-40B4-BE49-F238E27FC236}">
                  <a16:creationId xmlns:a16="http://schemas.microsoft.com/office/drawing/2014/main" id="{6B54CB08-6488-2CB3-6643-770F689B8EDA}"/>
                </a:ext>
              </a:extLst>
            </p:cNvPr>
            <p:cNvGrpSpPr/>
            <p:nvPr/>
          </p:nvGrpSpPr>
          <p:grpSpPr>
            <a:xfrm rot="10800000">
              <a:off x="9024148" y="3129026"/>
              <a:ext cx="242005" cy="46723"/>
              <a:chOff x="7979724" y="3580291"/>
              <a:chExt cx="242005" cy="43678"/>
            </a:xfrm>
          </p:grpSpPr>
          <p:sp>
            <p:nvSpPr>
              <p:cNvPr id="727" name="Oval 726">
                <a:extLst>
                  <a:ext uri="{FF2B5EF4-FFF2-40B4-BE49-F238E27FC236}">
                    <a16:creationId xmlns:a16="http://schemas.microsoft.com/office/drawing/2014/main" id="{2B3042BF-BAF3-CF5E-0919-7A2D646BD52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DD82D171-8510-F6CD-8AD0-F719A2C95AD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CF582CBB-E4FE-6C8A-DF6C-B84DAA4D2BB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7A976C8B-76F7-7887-9466-675F122C916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FDB28E6C-3F69-FC31-0097-870C162B956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Oval 731">
                <a:extLst>
                  <a:ext uri="{FF2B5EF4-FFF2-40B4-BE49-F238E27FC236}">
                    <a16:creationId xmlns:a16="http://schemas.microsoft.com/office/drawing/2014/main" id="{7EC91A38-200C-5A8C-7AA3-814C5EC4AD8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Oval 732">
                <a:extLst>
                  <a:ext uri="{FF2B5EF4-FFF2-40B4-BE49-F238E27FC236}">
                    <a16:creationId xmlns:a16="http://schemas.microsoft.com/office/drawing/2014/main" id="{E986EF15-7D24-0435-AD1C-9B3A48E7B89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Oval 733">
                <a:extLst>
                  <a:ext uri="{FF2B5EF4-FFF2-40B4-BE49-F238E27FC236}">
                    <a16:creationId xmlns:a16="http://schemas.microsoft.com/office/drawing/2014/main" id="{C4A5CFB3-4FA9-0184-1FDC-AD23E476038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a:extLst>
                <a:ext uri="{FF2B5EF4-FFF2-40B4-BE49-F238E27FC236}">
                  <a16:creationId xmlns:a16="http://schemas.microsoft.com/office/drawing/2014/main" id="{389A48CF-6D34-DFAD-A8F2-498F89C88E36}"/>
                </a:ext>
              </a:extLst>
            </p:cNvPr>
            <p:cNvGrpSpPr/>
            <p:nvPr/>
          </p:nvGrpSpPr>
          <p:grpSpPr>
            <a:xfrm>
              <a:off x="8952991" y="3129842"/>
              <a:ext cx="242005" cy="43678"/>
              <a:chOff x="7979724" y="3580291"/>
              <a:chExt cx="242005" cy="43678"/>
            </a:xfrm>
          </p:grpSpPr>
          <p:sp>
            <p:nvSpPr>
              <p:cNvPr id="719" name="Oval 718">
                <a:extLst>
                  <a:ext uri="{FF2B5EF4-FFF2-40B4-BE49-F238E27FC236}">
                    <a16:creationId xmlns:a16="http://schemas.microsoft.com/office/drawing/2014/main" id="{10D787E9-0A59-3254-1FFA-08A7B52E7D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Oval 719">
                <a:extLst>
                  <a:ext uri="{FF2B5EF4-FFF2-40B4-BE49-F238E27FC236}">
                    <a16:creationId xmlns:a16="http://schemas.microsoft.com/office/drawing/2014/main" id="{8F87248C-005A-C59A-B4CD-864F0582805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Oval 720">
                <a:extLst>
                  <a:ext uri="{FF2B5EF4-FFF2-40B4-BE49-F238E27FC236}">
                    <a16:creationId xmlns:a16="http://schemas.microsoft.com/office/drawing/2014/main" id="{9ADA5335-8A79-3779-7798-1859350050F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Oval 721">
                <a:extLst>
                  <a:ext uri="{FF2B5EF4-FFF2-40B4-BE49-F238E27FC236}">
                    <a16:creationId xmlns:a16="http://schemas.microsoft.com/office/drawing/2014/main" id="{5937BB38-889F-6919-45DA-10FA0131396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Oval 722">
                <a:extLst>
                  <a:ext uri="{FF2B5EF4-FFF2-40B4-BE49-F238E27FC236}">
                    <a16:creationId xmlns:a16="http://schemas.microsoft.com/office/drawing/2014/main" id="{C3A78D56-03CA-8A5F-27FE-2BB3D916AA3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Oval 723">
                <a:extLst>
                  <a:ext uri="{FF2B5EF4-FFF2-40B4-BE49-F238E27FC236}">
                    <a16:creationId xmlns:a16="http://schemas.microsoft.com/office/drawing/2014/main" id="{8813F792-31E3-4330-AE77-0C2BDBF864A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Oval 724">
                <a:extLst>
                  <a:ext uri="{FF2B5EF4-FFF2-40B4-BE49-F238E27FC236}">
                    <a16:creationId xmlns:a16="http://schemas.microsoft.com/office/drawing/2014/main" id="{9ED3B319-9591-D497-B8BA-2CFFC5DB76D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Oval 725">
                <a:extLst>
                  <a:ext uri="{FF2B5EF4-FFF2-40B4-BE49-F238E27FC236}">
                    <a16:creationId xmlns:a16="http://schemas.microsoft.com/office/drawing/2014/main" id="{0D5ECC7C-CA4A-5808-54B0-60A86881220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8" name="Group 157">
              <a:extLst>
                <a:ext uri="{FF2B5EF4-FFF2-40B4-BE49-F238E27FC236}">
                  <a16:creationId xmlns:a16="http://schemas.microsoft.com/office/drawing/2014/main" id="{FE6A6B43-1E97-8743-A3F6-CAC47B58149F}"/>
                </a:ext>
              </a:extLst>
            </p:cNvPr>
            <p:cNvGrpSpPr/>
            <p:nvPr/>
          </p:nvGrpSpPr>
          <p:grpSpPr>
            <a:xfrm rot="10800000">
              <a:off x="9265191" y="3132202"/>
              <a:ext cx="242005" cy="46723"/>
              <a:chOff x="7979724" y="3580291"/>
              <a:chExt cx="242005" cy="43678"/>
            </a:xfrm>
          </p:grpSpPr>
          <p:sp>
            <p:nvSpPr>
              <p:cNvPr id="711" name="Oval 710">
                <a:extLst>
                  <a:ext uri="{FF2B5EF4-FFF2-40B4-BE49-F238E27FC236}">
                    <a16:creationId xmlns:a16="http://schemas.microsoft.com/office/drawing/2014/main" id="{15FCD446-86FA-7756-2781-3DAF60E0815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Oval 711">
                <a:extLst>
                  <a:ext uri="{FF2B5EF4-FFF2-40B4-BE49-F238E27FC236}">
                    <a16:creationId xmlns:a16="http://schemas.microsoft.com/office/drawing/2014/main" id="{3B270065-F993-8DAA-BA44-70F759A7121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634D3890-7256-27DE-5C87-42EE75DB0E9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796999C7-8CA0-6E2C-6EB6-555545E9B3A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9DFF0933-1AB7-86AE-0631-B066072072F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387845F6-B5F0-2C59-1408-1B9485CCAED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Oval 716">
                <a:extLst>
                  <a:ext uri="{FF2B5EF4-FFF2-40B4-BE49-F238E27FC236}">
                    <a16:creationId xmlns:a16="http://schemas.microsoft.com/office/drawing/2014/main" id="{7EC8850D-D7BE-6ED1-84C9-0F6F7D40A09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Oval 717">
                <a:extLst>
                  <a:ext uri="{FF2B5EF4-FFF2-40B4-BE49-F238E27FC236}">
                    <a16:creationId xmlns:a16="http://schemas.microsoft.com/office/drawing/2014/main" id="{5AB7906D-E704-5210-191B-F7A0CD5E15E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9" name="Group 158">
              <a:extLst>
                <a:ext uri="{FF2B5EF4-FFF2-40B4-BE49-F238E27FC236}">
                  <a16:creationId xmlns:a16="http://schemas.microsoft.com/office/drawing/2014/main" id="{654D012D-85E3-0CED-EA1E-6E9E29734A0F}"/>
                </a:ext>
              </a:extLst>
            </p:cNvPr>
            <p:cNvGrpSpPr/>
            <p:nvPr/>
          </p:nvGrpSpPr>
          <p:grpSpPr>
            <a:xfrm rot="11689693">
              <a:off x="9194034" y="3133018"/>
              <a:ext cx="242005" cy="43678"/>
              <a:chOff x="7979724" y="3580291"/>
              <a:chExt cx="242005" cy="43678"/>
            </a:xfrm>
          </p:grpSpPr>
          <p:sp>
            <p:nvSpPr>
              <p:cNvPr id="703" name="Oval 702">
                <a:extLst>
                  <a:ext uri="{FF2B5EF4-FFF2-40B4-BE49-F238E27FC236}">
                    <a16:creationId xmlns:a16="http://schemas.microsoft.com/office/drawing/2014/main" id="{8B21BA41-161B-C8CD-A524-FC933FB8733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9A27456B-954C-B1F7-5CD3-20C26D66124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CA6A3B8F-40BB-7A9E-0D92-8FC2DAD4FF6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Oval 705">
                <a:extLst>
                  <a:ext uri="{FF2B5EF4-FFF2-40B4-BE49-F238E27FC236}">
                    <a16:creationId xmlns:a16="http://schemas.microsoft.com/office/drawing/2014/main" id="{B486FC18-7155-2FE2-E63F-8060E6471F5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Oval 706">
                <a:extLst>
                  <a:ext uri="{FF2B5EF4-FFF2-40B4-BE49-F238E27FC236}">
                    <a16:creationId xmlns:a16="http://schemas.microsoft.com/office/drawing/2014/main" id="{5882AA42-46ED-30E1-95FC-5E5C4623860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05DE6453-CD69-0CE6-0A8D-3C20D033995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45FF88D6-7676-894E-C45B-84E7F60D97F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CE81631E-D0FA-2B74-81E1-161C503D4D3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BDEC1F3E-CFF8-406C-E818-E413B7E32776}"/>
                </a:ext>
              </a:extLst>
            </p:cNvPr>
            <p:cNvGrpSpPr/>
            <p:nvPr/>
          </p:nvGrpSpPr>
          <p:grpSpPr>
            <a:xfrm rot="21292958">
              <a:off x="9441488" y="3133042"/>
              <a:ext cx="242005" cy="46723"/>
              <a:chOff x="7979724" y="3580291"/>
              <a:chExt cx="242005" cy="43678"/>
            </a:xfrm>
          </p:grpSpPr>
          <p:sp>
            <p:nvSpPr>
              <p:cNvPr id="695" name="Oval 694">
                <a:extLst>
                  <a:ext uri="{FF2B5EF4-FFF2-40B4-BE49-F238E27FC236}">
                    <a16:creationId xmlns:a16="http://schemas.microsoft.com/office/drawing/2014/main" id="{D4DA0243-334F-14D8-247F-539508E1943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4A969754-6961-2D8C-1E45-8DC1CC5C161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9E1E092C-061B-18AF-C0F2-7194BA5D92C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Oval 697">
                <a:extLst>
                  <a:ext uri="{FF2B5EF4-FFF2-40B4-BE49-F238E27FC236}">
                    <a16:creationId xmlns:a16="http://schemas.microsoft.com/office/drawing/2014/main" id="{22961A67-E951-CE6E-2B4D-C6868C43977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Oval 698">
                <a:extLst>
                  <a:ext uri="{FF2B5EF4-FFF2-40B4-BE49-F238E27FC236}">
                    <a16:creationId xmlns:a16="http://schemas.microsoft.com/office/drawing/2014/main" id="{D3D72091-A3A2-F455-F05E-25BC872AC08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Oval 699">
                <a:extLst>
                  <a:ext uri="{FF2B5EF4-FFF2-40B4-BE49-F238E27FC236}">
                    <a16:creationId xmlns:a16="http://schemas.microsoft.com/office/drawing/2014/main" id="{51B9DD8E-8BC2-ECD6-FEB3-DD75CD91E83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FBDCCAAE-A119-5477-7F5C-D37729D62D3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Oval 701">
                <a:extLst>
                  <a:ext uri="{FF2B5EF4-FFF2-40B4-BE49-F238E27FC236}">
                    <a16:creationId xmlns:a16="http://schemas.microsoft.com/office/drawing/2014/main" id="{D02C0287-1FD4-77EF-D92B-12F42D1297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oup 160">
              <a:extLst>
                <a:ext uri="{FF2B5EF4-FFF2-40B4-BE49-F238E27FC236}">
                  <a16:creationId xmlns:a16="http://schemas.microsoft.com/office/drawing/2014/main" id="{A221FA46-B1E0-6283-80F7-757ABFA50440}"/>
                </a:ext>
              </a:extLst>
            </p:cNvPr>
            <p:cNvGrpSpPr/>
            <p:nvPr/>
          </p:nvGrpSpPr>
          <p:grpSpPr>
            <a:xfrm>
              <a:off x="9370331" y="3133858"/>
              <a:ext cx="242005" cy="43678"/>
              <a:chOff x="7979724" y="3580291"/>
              <a:chExt cx="242005" cy="43678"/>
            </a:xfrm>
          </p:grpSpPr>
          <p:sp>
            <p:nvSpPr>
              <p:cNvPr id="687" name="Oval 686">
                <a:extLst>
                  <a:ext uri="{FF2B5EF4-FFF2-40B4-BE49-F238E27FC236}">
                    <a16:creationId xmlns:a16="http://schemas.microsoft.com/office/drawing/2014/main" id="{5231524A-9A3F-CFEE-90DB-886A719099A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7C2726E9-1C7D-7F2F-6D2C-7B39EA6905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ED897D2C-EE64-E299-050F-DC47339182D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Oval 689">
                <a:extLst>
                  <a:ext uri="{FF2B5EF4-FFF2-40B4-BE49-F238E27FC236}">
                    <a16:creationId xmlns:a16="http://schemas.microsoft.com/office/drawing/2014/main" id="{5B00DBE7-E38A-CDC1-369B-96D508196EC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Oval 690">
                <a:extLst>
                  <a:ext uri="{FF2B5EF4-FFF2-40B4-BE49-F238E27FC236}">
                    <a16:creationId xmlns:a16="http://schemas.microsoft.com/office/drawing/2014/main" id="{6D0AEFF3-418B-531D-0356-F64D82C6D33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88C167BB-0609-431F-5973-4C924E4708E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EE532A82-80B2-C3BC-9370-F29B2214856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Oval 693">
                <a:extLst>
                  <a:ext uri="{FF2B5EF4-FFF2-40B4-BE49-F238E27FC236}">
                    <a16:creationId xmlns:a16="http://schemas.microsoft.com/office/drawing/2014/main" id="{66A3460C-AB95-6C1C-C177-09F7E7C514C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161">
              <a:extLst>
                <a:ext uri="{FF2B5EF4-FFF2-40B4-BE49-F238E27FC236}">
                  <a16:creationId xmlns:a16="http://schemas.microsoft.com/office/drawing/2014/main" id="{4C9346E9-8C12-2504-F5E7-93E4765511FD}"/>
                </a:ext>
              </a:extLst>
            </p:cNvPr>
            <p:cNvGrpSpPr/>
            <p:nvPr/>
          </p:nvGrpSpPr>
          <p:grpSpPr>
            <a:xfrm rot="10800000">
              <a:off x="9682531" y="3136218"/>
              <a:ext cx="242005" cy="46723"/>
              <a:chOff x="7979724" y="3580291"/>
              <a:chExt cx="242005" cy="43678"/>
            </a:xfrm>
          </p:grpSpPr>
          <p:sp>
            <p:nvSpPr>
              <p:cNvPr id="679" name="Oval 678">
                <a:extLst>
                  <a:ext uri="{FF2B5EF4-FFF2-40B4-BE49-F238E27FC236}">
                    <a16:creationId xmlns:a16="http://schemas.microsoft.com/office/drawing/2014/main" id="{C3D6D253-F645-C0D6-E5B5-9BB8F68C40B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8CA36DED-6BEC-66A1-F4B0-595E6BBD870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3D7641F6-5EA8-181C-F786-422074CCF00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068F079C-6896-4C2A-0B69-426CAE5D520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Oval 682">
                <a:extLst>
                  <a:ext uri="{FF2B5EF4-FFF2-40B4-BE49-F238E27FC236}">
                    <a16:creationId xmlns:a16="http://schemas.microsoft.com/office/drawing/2014/main" id="{2CAD992F-C9CF-4F2A-8DB7-523DFE03A99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Oval 683">
                <a:extLst>
                  <a:ext uri="{FF2B5EF4-FFF2-40B4-BE49-F238E27FC236}">
                    <a16:creationId xmlns:a16="http://schemas.microsoft.com/office/drawing/2014/main" id="{BEFE995B-7546-026D-E678-BC7D4C61427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841ED51C-4150-CD87-280A-289615471F7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Oval 685">
                <a:extLst>
                  <a:ext uri="{FF2B5EF4-FFF2-40B4-BE49-F238E27FC236}">
                    <a16:creationId xmlns:a16="http://schemas.microsoft.com/office/drawing/2014/main" id="{F2016A6B-98C3-BE9B-2433-03DB01F4652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3" name="Group 162">
              <a:extLst>
                <a:ext uri="{FF2B5EF4-FFF2-40B4-BE49-F238E27FC236}">
                  <a16:creationId xmlns:a16="http://schemas.microsoft.com/office/drawing/2014/main" id="{E21F3BBB-F6BE-1FB9-A41C-9313CDCE3EBD}"/>
                </a:ext>
              </a:extLst>
            </p:cNvPr>
            <p:cNvGrpSpPr/>
            <p:nvPr/>
          </p:nvGrpSpPr>
          <p:grpSpPr>
            <a:xfrm>
              <a:off x="9611374" y="3137034"/>
              <a:ext cx="242005" cy="43678"/>
              <a:chOff x="7979724" y="3580291"/>
              <a:chExt cx="242005" cy="43678"/>
            </a:xfrm>
          </p:grpSpPr>
          <p:sp>
            <p:nvSpPr>
              <p:cNvPr id="671" name="Oval 670">
                <a:extLst>
                  <a:ext uri="{FF2B5EF4-FFF2-40B4-BE49-F238E27FC236}">
                    <a16:creationId xmlns:a16="http://schemas.microsoft.com/office/drawing/2014/main" id="{8CD82771-AD4F-975E-05E4-DBD70901100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Oval 671">
                <a:extLst>
                  <a:ext uri="{FF2B5EF4-FFF2-40B4-BE49-F238E27FC236}">
                    <a16:creationId xmlns:a16="http://schemas.microsoft.com/office/drawing/2014/main" id="{DC0D46DC-D3CE-A23A-BDFD-6F37F7B0D94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Oval 672">
                <a:extLst>
                  <a:ext uri="{FF2B5EF4-FFF2-40B4-BE49-F238E27FC236}">
                    <a16:creationId xmlns:a16="http://schemas.microsoft.com/office/drawing/2014/main" id="{A6A58202-6B59-992A-E73A-5AEADAD170C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Oval 673">
                <a:extLst>
                  <a:ext uri="{FF2B5EF4-FFF2-40B4-BE49-F238E27FC236}">
                    <a16:creationId xmlns:a16="http://schemas.microsoft.com/office/drawing/2014/main" id="{FDFC12FB-1E82-86AB-517B-8FCF69FA65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4E6A6564-CFA7-DC0C-1EC7-7F11B2B6EE2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8ECB05EB-83B7-4BF7-5FC9-47A3543B1A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Oval 676">
                <a:extLst>
                  <a:ext uri="{FF2B5EF4-FFF2-40B4-BE49-F238E27FC236}">
                    <a16:creationId xmlns:a16="http://schemas.microsoft.com/office/drawing/2014/main" id="{154B4E4B-C2EB-1D36-010A-56C206C032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Oval 677">
                <a:extLst>
                  <a:ext uri="{FF2B5EF4-FFF2-40B4-BE49-F238E27FC236}">
                    <a16:creationId xmlns:a16="http://schemas.microsoft.com/office/drawing/2014/main" id="{317C069B-625F-CC15-8B8C-57778720013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4" name="Group 163">
              <a:extLst>
                <a:ext uri="{FF2B5EF4-FFF2-40B4-BE49-F238E27FC236}">
                  <a16:creationId xmlns:a16="http://schemas.microsoft.com/office/drawing/2014/main" id="{EA043EBE-0CFF-DB29-E907-50902A5AF518}"/>
                </a:ext>
              </a:extLst>
            </p:cNvPr>
            <p:cNvGrpSpPr/>
            <p:nvPr/>
          </p:nvGrpSpPr>
          <p:grpSpPr>
            <a:xfrm rot="10800000">
              <a:off x="8761387" y="3418096"/>
              <a:ext cx="242005" cy="46723"/>
              <a:chOff x="7979724" y="3580291"/>
              <a:chExt cx="242005" cy="43678"/>
            </a:xfrm>
          </p:grpSpPr>
          <p:sp>
            <p:nvSpPr>
              <p:cNvPr id="663" name="Oval 662">
                <a:extLst>
                  <a:ext uri="{FF2B5EF4-FFF2-40B4-BE49-F238E27FC236}">
                    <a16:creationId xmlns:a16="http://schemas.microsoft.com/office/drawing/2014/main" id="{C3D8AD0F-B404-56E7-F8BD-FC55CB9EB69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Oval 663">
                <a:extLst>
                  <a:ext uri="{FF2B5EF4-FFF2-40B4-BE49-F238E27FC236}">
                    <a16:creationId xmlns:a16="http://schemas.microsoft.com/office/drawing/2014/main" id="{4631BEFB-1F61-6C7D-51DA-F0A29D56CFA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Oval 664">
                <a:extLst>
                  <a:ext uri="{FF2B5EF4-FFF2-40B4-BE49-F238E27FC236}">
                    <a16:creationId xmlns:a16="http://schemas.microsoft.com/office/drawing/2014/main" id="{3DF35C58-B8A0-AFEA-21E0-52BA509A1AF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Oval 665">
                <a:extLst>
                  <a:ext uri="{FF2B5EF4-FFF2-40B4-BE49-F238E27FC236}">
                    <a16:creationId xmlns:a16="http://schemas.microsoft.com/office/drawing/2014/main" id="{66122E5F-88CD-AD75-1370-9DE788AA981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CBCD4C21-D0BA-839B-0E94-887F5A184D7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Oval 667">
                <a:extLst>
                  <a:ext uri="{FF2B5EF4-FFF2-40B4-BE49-F238E27FC236}">
                    <a16:creationId xmlns:a16="http://schemas.microsoft.com/office/drawing/2014/main" id="{2945628C-71CA-3325-7442-D8FF910C375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Oval 668">
                <a:extLst>
                  <a:ext uri="{FF2B5EF4-FFF2-40B4-BE49-F238E27FC236}">
                    <a16:creationId xmlns:a16="http://schemas.microsoft.com/office/drawing/2014/main" id="{D72E5CC3-812A-171A-5800-1DB4FEF7F30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Oval 669">
                <a:extLst>
                  <a:ext uri="{FF2B5EF4-FFF2-40B4-BE49-F238E27FC236}">
                    <a16:creationId xmlns:a16="http://schemas.microsoft.com/office/drawing/2014/main" id="{D6FCEF5E-E86E-E40B-3FCE-8ED7D52FA38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oup 164">
              <a:extLst>
                <a:ext uri="{FF2B5EF4-FFF2-40B4-BE49-F238E27FC236}">
                  <a16:creationId xmlns:a16="http://schemas.microsoft.com/office/drawing/2014/main" id="{A3C4861C-6E38-5FF1-5289-CD97A63DA64D}"/>
                </a:ext>
              </a:extLst>
            </p:cNvPr>
            <p:cNvGrpSpPr/>
            <p:nvPr/>
          </p:nvGrpSpPr>
          <p:grpSpPr>
            <a:xfrm>
              <a:off x="8690230" y="3418912"/>
              <a:ext cx="242005" cy="43678"/>
              <a:chOff x="7979724" y="3580291"/>
              <a:chExt cx="242005" cy="43678"/>
            </a:xfrm>
          </p:grpSpPr>
          <p:sp>
            <p:nvSpPr>
              <p:cNvPr id="655" name="Oval 654">
                <a:extLst>
                  <a:ext uri="{FF2B5EF4-FFF2-40B4-BE49-F238E27FC236}">
                    <a16:creationId xmlns:a16="http://schemas.microsoft.com/office/drawing/2014/main" id="{EC4A4623-212E-5DAE-C3DC-E2DC0CF93E2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C1E744B4-E441-DFBF-8E00-A46B1D0844F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A163DC2D-2C14-3496-6776-1F7D223FB70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Oval 657">
                <a:extLst>
                  <a:ext uri="{FF2B5EF4-FFF2-40B4-BE49-F238E27FC236}">
                    <a16:creationId xmlns:a16="http://schemas.microsoft.com/office/drawing/2014/main" id="{F287EB7B-F5C2-6277-F613-E7DE8C3C424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Oval 658">
                <a:extLst>
                  <a:ext uri="{FF2B5EF4-FFF2-40B4-BE49-F238E27FC236}">
                    <a16:creationId xmlns:a16="http://schemas.microsoft.com/office/drawing/2014/main" id="{0D7F13A2-4A67-87A5-DB71-17489CF3A8B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8CBA69F6-7C45-B1F3-99E3-325A0E4D2FC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878FE2B7-A828-1E40-1F06-ED5FDD8DCC7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Oval 661">
                <a:extLst>
                  <a:ext uri="{FF2B5EF4-FFF2-40B4-BE49-F238E27FC236}">
                    <a16:creationId xmlns:a16="http://schemas.microsoft.com/office/drawing/2014/main" id="{4517B3E0-BD3E-E4D3-B4FC-2A0A97FCF26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11C8315A-CD21-866A-9F29-889C7A2852B6}"/>
                </a:ext>
              </a:extLst>
            </p:cNvPr>
            <p:cNvGrpSpPr/>
            <p:nvPr/>
          </p:nvGrpSpPr>
          <p:grpSpPr>
            <a:xfrm rot="10800000">
              <a:off x="9002430" y="3421272"/>
              <a:ext cx="242005" cy="46723"/>
              <a:chOff x="7979724" y="3580291"/>
              <a:chExt cx="242005" cy="43678"/>
            </a:xfrm>
          </p:grpSpPr>
          <p:sp>
            <p:nvSpPr>
              <p:cNvPr id="647" name="Oval 646">
                <a:extLst>
                  <a:ext uri="{FF2B5EF4-FFF2-40B4-BE49-F238E27FC236}">
                    <a16:creationId xmlns:a16="http://schemas.microsoft.com/office/drawing/2014/main" id="{419940C4-2C80-C9E5-46DA-8C2F89E7346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a:extLst>
                  <a:ext uri="{FF2B5EF4-FFF2-40B4-BE49-F238E27FC236}">
                    <a16:creationId xmlns:a16="http://schemas.microsoft.com/office/drawing/2014/main" id="{B6D037CD-5F38-3E24-A52B-F1FAF6CD5FE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a:extLst>
                  <a:ext uri="{FF2B5EF4-FFF2-40B4-BE49-F238E27FC236}">
                    <a16:creationId xmlns:a16="http://schemas.microsoft.com/office/drawing/2014/main" id="{CC4613E5-AD91-6948-1A9D-9D890CFBF88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a:extLst>
                  <a:ext uri="{FF2B5EF4-FFF2-40B4-BE49-F238E27FC236}">
                    <a16:creationId xmlns:a16="http://schemas.microsoft.com/office/drawing/2014/main" id="{C0CCE1BB-FA17-4293-13C4-B25E7547D44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a:extLst>
                  <a:ext uri="{FF2B5EF4-FFF2-40B4-BE49-F238E27FC236}">
                    <a16:creationId xmlns:a16="http://schemas.microsoft.com/office/drawing/2014/main" id="{D80CE6B7-4020-4648-6593-4EDD8B04606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Oval 651">
                <a:extLst>
                  <a:ext uri="{FF2B5EF4-FFF2-40B4-BE49-F238E27FC236}">
                    <a16:creationId xmlns:a16="http://schemas.microsoft.com/office/drawing/2014/main" id="{13BD0F86-C450-0015-D897-1BDA12BAD1A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Oval 652">
                <a:extLst>
                  <a:ext uri="{FF2B5EF4-FFF2-40B4-BE49-F238E27FC236}">
                    <a16:creationId xmlns:a16="http://schemas.microsoft.com/office/drawing/2014/main" id="{7F32944F-FF85-1A03-8DD3-9F1923C0C74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Oval 653">
                <a:extLst>
                  <a:ext uri="{FF2B5EF4-FFF2-40B4-BE49-F238E27FC236}">
                    <a16:creationId xmlns:a16="http://schemas.microsoft.com/office/drawing/2014/main" id="{EAB05979-CD7F-5408-76C8-774EA59C9B9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9525DCFE-4F62-9B8B-090B-B9DFFD33DEAA}"/>
                </a:ext>
              </a:extLst>
            </p:cNvPr>
            <p:cNvGrpSpPr/>
            <p:nvPr/>
          </p:nvGrpSpPr>
          <p:grpSpPr>
            <a:xfrm rot="11689693">
              <a:off x="8931273" y="3422088"/>
              <a:ext cx="242005" cy="43678"/>
              <a:chOff x="7979724" y="3580291"/>
              <a:chExt cx="242005" cy="43678"/>
            </a:xfrm>
          </p:grpSpPr>
          <p:sp>
            <p:nvSpPr>
              <p:cNvPr id="639" name="Oval 638">
                <a:extLst>
                  <a:ext uri="{FF2B5EF4-FFF2-40B4-BE49-F238E27FC236}">
                    <a16:creationId xmlns:a16="http://schemas.microsoft.com/office/drawing/2014/main" id="{7D4C87AF-9A62-0623-C6C2-60EBACDC96A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a:extLst>
                  <a:ext uri="{FF2B5EF4-FFF2-40B4-BE49-F238E27FC236}">
                    <a16:creationId xmlns:a16="http://schemas.microsoft.com/office/drawing/2014/main" id="{0E25B3EE-ECBC-40FA-AE82-79983D3A742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a:extLst>
                  <a:ext uri="{FF2B5EF4-FFF2-40B4-BE49-F238E27FC236}">
                    <a16:creationId xmlns:a16="http://schemas.microsoft.com/office/drawing/2014/main" id="{C720E88B-3A6D-E083-A02D-AE77DD65BEB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0413FDF6-9BAB-7372-A615-70B5B1F73F6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F64B4A77-8802-CBD8-9D2B-41EC643F7D8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0FE2E607-13E5-191E-9084-7592655DA80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E2FB1529-65C0-0674-E6A1-28D21149DD5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Oval 645">
                <a:extLst>
                  <a:ext uri="{FF2B5EF4-FFF2-40B4-BE49-F238E27FC236}">
                    <a16:creationId xmlns:a16="http://schemas.microsoft.com/office/drawing/2014/main" id="{C8F2FC79-E00C-CDA2-6CC9-999E73FE9E9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oup 167">
              <a:extLst>
                <a:ext uri="{FF2B5EF4-FFF2-40B4-BE49-F238E27FC236}">
                  <a16:creationId xmlns:a16="http://schemas.microsoft.com/office/drawing/2014/main" id="{95FBB555-A5CB-EDE2-F1FE-C0DE4DA1AEDA}"/>
                </a:ext>
              </a:extLst>
            </p:cNvPr>
            <p:cNvGrpSpPr/>
            <p:nvPr/>
          </p:nvGrpSpPr>
          <p:grpSpPr>
            <a:xfrm rot="21292958">
              <a:off x="9178727" y="3422112"/>
              <a:ext cx="242005" cy="46723"/>
              <a:chOff x="7979724" y="3580291"/>
              <a:chExt cx="242005" cy="43678"/>
            </a:xfrm>
          </p:grpSpPr>
          <p:sp>
            <p:nvSpPr>
              <p:cNvPr id="631" name="Oval 630">
                <a:extLst>
                  <a:ext uri="{FF2B5EF4-FFF2-40B4-BE49-F238E27FC236}">
                    <a16:creationId xmlns:a16="http://schemas.microsoft.com/office/drawing/2014/main" id="{B6AC29F1-73CA-C87A-9971-F7B1E75A092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73FA4DD3-65C1-04AD-124C-F48DADE76E0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31B99A0D-CB04-8415-CAF5-0F6035A4C05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a:extLst>
                  <a:ext uri="{FF2B5EF4-FFF2-40B4-BE49-F238E27FC236}">
                    <a16:creationId xmlns:a16="http://schemas.microsoft.com/office/drawing/2014/main" id="{1EA22408-8C8B-F3C8-0C0F-C2C97ABCC21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a:extLst>
                  <a:ext uri="{FF2B5EF4-FFF2-40B4-BE49-F238E27FC236}">
                    <a16:creationId xmlns:a16="http://schemas.microsoft.com/office/drawing/2014/main" id="{165C5C9B-9CD1-986B-9387-B9781BEC460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E9852ED8-A126-5505-DB66-CC9F4F597C1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57175845-4E99-A776-62A8-AF38F7253C1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a:extLst>
                  <a:ext uri="{FF2B5EF4-FFF2-40B4-BE49-F238E27FC236}">
                    <a16:creationId xmlns:a16="http://schemas.microsoft.com/office/drawing/2014/main" id="{6FB33795-5B17-D019-7697-FC126AD0D0E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168">
              <a:extLst>
                <a:ext uri="{FF2B5EF4-FFF2-40B4-BE49-F238E27FC236}">
                  <a16:creationId xmlns:a16="http://schemas.microsoft.com/office/drawing/2014/main" id="{302FA05E-508C-6B3D-5CB1-796B7C4211D7}"/>
                </a:ext>
              </a:extLst>
            </p:cNvPr>
            <p:cNvGrpSpPr/>
            <p:nvPr/>
          </p:nvGrpSpPr>
          <p:grpSpPr>
            <a:xfrm>
              <a:off x="9107570" y="3422928"/>
              <a:ext cx="242005" cy="43678"/>
              <a:chOff x="7979724" y="3580291"/>
              <a:chExt cx="242005" cy="43678"/>
            </a:xfrm>
          </p:grpSpPr>
          <p:sp>
            <p:nvSpPr>
              <p:cNvPr id="623" name="Oval 622">
                <a:extLst>
                  <a:ext uri="{FF2B5EF4-FFF2-40B4-BE49-F238E27FC236}">
                    <a16:creationId xmlns:a16="http://schemas.microsoft.com/office/drawing/2014/main" id="{5EB2C204-30D1-D466-DE79-14E7F1487C4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6BB1E439-54BA-EE8C-8A24-D5293D17E03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49A6C62A-347B-4402-961C-CB550BFE65E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a:extLst>
                  <a:ext uri="{FF2B5EF4-FFF2-40B4-BE49-F238E27FC236}">
                    <a16:creationId xmlns:a16="http://schemas.microsoft.com/office/drawing/2014/main" id="{AEDADEC1-CD7C-067B-61E6-486298B822A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a:extLst>
                  <a:ext uri="{FF2B5EF4-FFF2-40B4-BE49-F238E27FC236}">
                    <a16:creationId xmlns:a16="http://schemas.microsoft.com/office/drawing/2014/main" id="{8ED4C9E9-731F-8AD4-302D-9043B29510B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565A051F-C94B-5CA6-2667-04E36EAD6E0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a:extLst>
                  <a:ext uri="{FF2B5EF4-FFF2-40B4-BE49-F238E27FC236}">
                    <a16:creationId xmlns:a16="http://schemas.microsoft.com/office/drawing/2014/main" id="{DB1A312D-B6AE-27D5-F11D-A424D43BFFD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a:extLst>
                  <a:ext uri="{FF2B5EF4-FFF2-40B4-BE49-F238E27FC236}">
                    <a16:creationId xmlns:a16="http://schemas.microsoft.com/office/drawing/2014/main" id="{9A1C8C35-D32A-B141-B8F4-FFF8DE407A1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0" name="Group 169">
              <a:extLst>
                <a:ext uri="{FF2B5EF4-FFF2-40B4-BE49-F238E27FC236}">
                  <a16:creationId xmlns:a16="http://schemas.microsoft.com/office/drawing/2014/main" id="{225E5F47-5600-E0C4-F690-98D8A269F1BB}"/>
                </a:ext>
              </a:extLst>
            </p:cNvPr>
            <p:cNvGrpSpPr/>
            <p:nvPr/>
          </p:nvGrpSpPr>
          <p:grpSpPr>
            <a:xfrm rot="10800000">
              <a:off x="9419770" y="3425288"/>
              <a:ext cx="242005" cy="46723"/>
              <a:chOff x="7979724" y="3580291"/>
              <a:chExt cx="242005" cy="43678"/>
            </a:xfrm>
          </p:grpSpPr>
          <p:sp>
            <p:nvSpPr>
              <p:cNvPr id="615" name="Oval 614">
                <a:extLst>
                  <a:ext uri="{FF2B5EF4-FFF2-40B4-BE49-F238E27FC236}">
                    <a16:creationId xmlns:a16="http://schemas.microsoft.com/office/drawing/2014/main" id="{516C3E9E-98C9-FFFC-7C89-805E9361EE9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1FB2C622-B074-B259-9468-3403CF9E80E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AE1293A6-4DAD-99B3-D7A4-9A77362EB7C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8CC8B32F-1587-7688-A314-D468976C307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a:extLst>
                  <a:ext uri="{FF2B5EF4-FFF2-40B4-BE49-F238E27FC236}">
                    <a16:creationId xmlns:a16="http://schemas.microsoft.com/office/drawing/2014/main" id="{8C3B09EF-8151-BBD5-4FC7-EC64530677F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a:extLst>
                  <a:ext uri="{FF2B5EF4-FFF2-40B4-BE49-F238E27FC236}">
                    <a16:creationId xmlns:a16="http://schemas.microsoft.com/office/drawing/2014/main" id="{7D230B3D-6240-4769-CE10-CB1C14513F1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B627D109-9109-FD7A-8F83-29D7B8AB888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a:extLst>
                  <a:ext uri="{FF2B5EF4-FFF2-40B4-BE49-F238E27FC236}">
                    <a16:creationId xmlns:a16="http://schemas.microsoft.com/office/drawing/2014/main" id="{2D39B1B6-FA15-80FB-7CD0-4526FCBD6FC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 name="Group 170">
              <a:extLst>
                <a:ext uri="{FF2B5EF4-FFF2-40B4-BE49-F238E27FC236}">
                  <a16:creationId xmlns:a16="http://schemas.microsoft.com/office/drawing/2014/main" id="{43C5D21C-5688-85D0-670E-C39E4D21A34B}"/>
                </a:ext>
              </a:extLst>
            </p:cNvPr>
            <p:cNvGrpSpPr/>
            <p:nvPr/>
          </p:nvGrpSpPr>
          <p:grpSpPr>
            <a:xfrm>
              <a:off x="9348613" y="3426104"/>
              <a:ext cx="242005" cy="43678"/>
              <a:chOff x="7979724" y="3580291"/>
              <a:chExt cx="242005" cy="43678"/>
            </a:xfrm>
          </p:grpSpPr>
          <p:sp>
            <p:nvSpPr>
              <p:cNvPr id="607" name="Oval 606">
                <a:extLst>
                  <a:ext uri="{FF2B5EF4-FFF2-40B4-BE49-F238E27FC236}">
                    <a16:creationId xmlns:a16="http://schemas.microsoft.com/office/drawing/2014/main" id="{F2C44DE6-5127-6C4F-78D3-1D41959A95C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a:extLst>
                  <a:ext uri="{FF2B5EF4-FFF2-40B4-BE49-F238E27FC236}">
                    <a16:creationId xmlns:a16="http://schemas.microsoft.com/office/drawing/2014/main" id="{1118E563-1FB7-0007-16C7-FCD7FC05EAB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a:extLst>
                  <a:ext uri="{FF2B5EF4-FFF2-40B4-BE49-F238E27FC236}">
                    <a16:creationId xmlns:a16="http://schemas.microsoft.com/office/drawing/2014/main" id="{AD25CB01-DDBD-EA07-05EA-1474BB376CF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D08FBA7E-AD0E-5BCC-B16C-512AEC75F9F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45F7AFD1-CE80-04A0-658E-116C27EF66D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9D1A0B90-6D0A-B0E3-AB27-AFB5462F0D6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a:extLst>
                  <a:ext uri="{FF2B5EF4-FFF2-40B4-BE49-F238E27FC236}">
                    <a16:creationId xmlns:a16="http://schemas.microsoft.com/office/drawing/2014/main" id="{6B8D656B-9DC1-B02F-6C85-686CBAF5414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Oval 613">
                <a:extLst>
                  <a:ext uri="{FF2B5EF4-FFF2-40B4-BE49-F238E27FC236}">
                    <a16:creationId xmlns:a16="http://schemas.microsoft.com/office/drawing/2014/main" id="{A0F8AF63-C1AC-388A-894F-8E0AE1DC9B2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2" name="Oval 171">
              <a:extLst>
                <a:ext uri="{FF2B5EF4-FFF2-40B4-BE49-F238E27FC236}">
                  <a16:creationId xmlns:a16="http://schemas.microsoft.com/office/drawing/2014/main" id="{7366B3E0-2020-FC21-CFE3-DC9B6CF27C36}"/>
                </a:ext>
              </a:extLst>
            </p:cNvPr>
            <p:cNvSpPr/>
            <p:nvPr/>
          </p:nvSpPr>
          <p:spPr>
            <a:xfrm rot="1379869">
              <a:off x="7849345" y="34880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41A3970C-A3DC-BAA2-37A9-0E3C94C8B73F}"/>
                </a:ext>
              </a:extLst>
            </p:cNvPr>
            <p:cNvSpPr/>
            <p:nvPr/>
          </p:nvSpPr>
          <p:spPr>
            <a:xfrm rot="1379869">
              <a:off x="7874772" y="35108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1B191452-ED7D-01C2-A1A1-B1D9833E9185}"/>
                </a:ext>
              </a:extLst>
            </p:cNvPr>
            <p:cNvSpPr/>
            <p:nvPr/>
          </p:nvSpPr>
          <p:spPr>
            <a:xfrm rot="1379869">
              <a:off x="7898845" y="352177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D37D588D-6647-1F7C-75FA-F754EF929A9E}"/>
                </a:ext>
              </a:extLst>
            </p:cNvPr>
            <p:cNvSpPr/>
            <p:nvPr/>
          </p:nvSpPr>
          <p:spPr>
            <a:xfrm rot="1379869">
              <a:off x="7799453" y="34692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43497A69-9054-FCEB-7809-A6ADA014296A}"/>
                </a:ext>
              </a:extLst>
            </p:cNvPr>
            <p:cNvSpPr/>
            <p:nvPr/>
          </p:nvSpPr>
          <p:spPr>
            <a:xfrm rot="1379869">
              <a:off x="7835884" y="34674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B9D61A74-94F9-F372-BB9C-AD9D3793A562}"/>
                </a:ext>
              </a:extLst>
            </p:cNvPr>
            <p:cNvSpPr/>
            <p:nvPr/>
          </p:nvSpPr>
          <p:spPr>
            <a:xfrm rot="1379869">
              <a:off x="7967304" y="35501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4429F66E-342F-7C7E-5722-E6E0B7CBD138}"/>
                </a:ext>
              </a:extLst>
            </p:cNvPr>
            <p:cNvSpPr/>
            <p:nvPr/>
          </p:nvSpPr>
          <p:spPr>
            <a:xfrm rot="1379869">
              <a:off x="8004657" y="35584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613E7F68-2762-3298-B3C7-B3F562AC4C8E}"/>
                </a:ext>
              </a:extLst>
            </p:cNvPr>
            <p:cNvSpPr/>
            <p:nvPr/>
          </p:nvSpPr>
          <p:spPr>
            <a:xfrm rot="1379869">
              <a:off x="7943701" y="353655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946C142E-EAF0-CA61-E4D0-5204CDB34240}"/>
                </a:ext>
              </a:extLst>
            </p:cNvPr>
            <p:cNvSpPr/>
            <p:nvPr/>
          </p:nvSpPr>
          <p:spPr>
            <a:xfrm rot="569977">
              <a:off x="9077319" y="3476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4941BBA3-7521-2508-ACD8-C71B82064C04}"/>
                </a:ext>
              </a:extLst>
            </p:cNvPr>
            <p:cNvSpPr/>
            <p:nvPr/>
          </p:nvSpPr>
          <p:spPr>
            <a:xfrm rot="569977">
              <a:off x="9107372" y="34930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68AA87BC-BE8C-6ED3-E94F-1D6594844785}"/>
                </a:ext>
              </a:extLst>
            </p:cNvPr>
            <p:cNvSpPr/>
            <p:nvPr/>
          </p:nvSpPr>
          <p:spPr>
            <a:xfrm rot="569977">
              <a:off x="9133325" y="34980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07D708A7-03AF-634A-5041-AD1EAB81BA7F}"/>
                </a:ext>
              </a:extLst>
            </p:cNvPr>
            <p:cNvSpPr/>
            <p:nvPr/>
          </p:nvSpPr>
          <p:spPr>
            <a:xfrm rot="569977">
              <a:off x="9024424" y="34702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273C3FC6-25E1-96A2-0A62-76DA95698366}"/>
                </a:ext>
              </a:extLst>
            </p:cNvPr>
            <p:cNvSpPr/>
            <p:nvPr/>
          </p:nvSpPr>
          <p:spPr>
            <a:xfrm rot="569977">
              <a:off x="9059428" y="34599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549A0CEB-9572-B2DE-4877-83AFAFBE3495}"/>
                </a:ext>
              </a:extLst>
            </p:cNvPr>
            <p:cNvSpPr/>
            <p:nvPr/>
          </p:nvSpPr>
          <p:spPr>
            <a:xfrm rot="569977">
              <a:off x="9206514" y="35096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FD26132C-28E1-5788-66E2-99E14EF7FDCC}"/>
                </a:ext>
              </a:extLst>
            </p:cNvPr>
            <p:cNvSpPr/>
            <p:nvPr/>
          </p:nvSpPr>
          <p:spPr>
            <a:xfrm rot="569977">
              <a:off x="9244764" y="350899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CFB8B961-B253-CA9B-BA7E-420ECA728DC8}"/>
                </a:ext>
              </a:extLst>
            </p:cNvPr>
            <p:cNvSpPr/>
            <p:nvPr/>
          </p:nvSpPr>
          <p:spPr>
            <a:xfrm rot="569977">
              <a:off x="9180390" y="35019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FA4F26A3-7763-AAFC-0934-462AE03D827B}"/>
                </a:ext>
              </a:extLst>
            </p:cNvPr>
            <p:cNvSpPr/>
            <p:nvPr/>
          </p:nvSpPr>
          <p:spPr>
            <a:xfrm rot="1379869">
              <a:off x="7918918" y="355196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a:extLst>
                <a:ext uri="{FF2B5EF4-FFF2-40B4-BE49-F238E27FC236}">
                  <a16:creationId xmlns:a16="http://schemas.microsoft.com/office/drawing/2014/main" id="{D15AAACE-430A-F90B-9DE3-E1A85C2F5FC5}"/>
                </a:ext>
              </a:extLst>
            </p:cNvPr>
            <p:cNvSpPr/>
            <p:nvPr/>
          </p:nvSpPr>
          <p:spPr>
            <a:xfrm rot="1379869">
              <a:off x="7944345" y="35747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a:extLst>
                <a:ext uri="{FF2B5EF4-FFF2-40B4-BE49-F238E27FC236}">
                  <a16:creationId xmlns:a16="http://schemas.microsoft.com/office/drawing/2014/main" id="{AE41D57E-4C7C-DAEA-B2D4-A5C3B86EE5E8}"/>
                </a:ext>
              </a:extLst>
            </p:cNvPr>
            <p:cNvSpPr/>
            <p:nvPr/>
          </p:nvSpPr>
          <p:spPr>
            <a:xfrm rot="1379869">
              <a:off x="7968418" y="35856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04F676AB-B336-1F41-1DEC-EA548486FAB8}"/>
                </a:ext>
              </a:extLst>
            </p:cNvPr>
            <p:cNvSpPr/>
            <p:nvPr/>
          </p:nvSpPr>
          <p:spPr>
            <a:xfrm rot="1379869">
              <a:off x="7869026" y="35331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92C01078-DE27-AC04-6C11-8EB7DEEDA9B6}"/>
                </a:ext>
              </a:extLst>
            </p:cNvPr>
            <p:cNvSpPr/>
            <p:nvPr/>
          </p:nvSpPr>
          <p:spPr>
            <a:xfrm rot="1379869">
              <a:off x="7905457" y="353139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45B1FAB4-0703-302E-306E-303306F64BF0}"/>
                </a:ext>
              </a:extLst>
            </p:cNvPr>
            <p:cNvSpPr/>
            <p:nvPr/>
          </p:nvSpPr>
          <p:spPr>
            <a:xfrm rot="1379869">
              <a:off x="8036877" y="36140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C5F2204C-ADD0-9930-7662-C48DC7624A4C}"/>
                </a:ext>
              </a:extLst>
            </p:cNvPr>
            <p:cNvSpPr/>
            <p:nvPr/>
          </p:nvSpPr>
          <p:spPr>
            <a:xfrm rot="1379869">
              <a:off x="8074230" y="36223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D632B9C3-847B-DBF4-1642-9A64BAD8BBDA}"/>
                </a:ext>
              </a:extLst>
            </p:cNvPr>
            <p:cNvSpPr/>
            <p:nvPr/>
          </p:nvSpPr>
          <p:spPr>
            <a:xfrm rot="1379869">
              <a:off x="8013274" y="36004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19D45C60-8807-5B05-00A3-667AFC53C3C9}"/>
                </a:ext>
              </a:extLst>
            </p:cNvPr>
            <p:cNvSpPr/>
            <p:nvPr/>
          </p:nvSpPr>
          <p:spPr>
            <a:xfrm rot="10800000">
              <a:off x="8261621" y="36179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6D06A9AD-8E1C-B801-B3FD-6E948F1DD2B2}"/>
                </a:ext>
              </a:extLst>
            </p:cNvPr>
            <p:cNvSpPr/>
            <p:nvPr/>
          </p:nvSpPr>
          <p:spPr>
            <a:xfrm rot="10800000">
              <a:off x="8229296" y="36061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a:extLst>
                <a:ext uri="{FF2B5EF4-FFF2-40B4-BE49-F238E27FC236}">
                  <a16:creationId xmlns:a16="http://schemas.microsoft.com/office/drawing/2014/main" id="{0DF42091-142A-8D7B-4EB8-F634C41ECFA2}"/>
                </a:ext>
              </a:extLst>
            </p:cNvPr>
            <p:cNvSpPr/>
            <p:nvPr/>
          </p:nvSpPr>
          <p:spPr>
            <a:xfrm rot="10800000">
              <a:off x="8202876" y="36054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3CA9CE15-C47A-B8EA-5121-08E8A503394B}"/>
                </a:ext>
              </a:extLst>
            </p:cNvPr>
            <p:cNvSpPr/>
            <p:nvPr/>
          </p:nvSpPr>
          <p:spPr>
            <a:xfrm rot="10800000">
              <a:off x="8314880" y="3615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D635C7ED-F7C8-A779-DCA6-EA38D00E3F9C}"/>
                </a:ext>
              </a:extLst>
            </p:cNvPr>
            <p:cNvSpPr/>
            <p:nvPr/>
          </p:nvSpPr>
          <p:spPr>
            <a:xfrm rot="10800000">
              <a:off x="8282049" y="36326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6CEE39C9-7830-C4D4-7558-267780D79583}"/>
                </a:ext>
              </a:extLst>
            </p:cNvPr>
            <p:cNvSpPr/>
            <p:nvPr/>
          </p:nvSpPr>
          <p:spPr>
            <a:xfrm rot="10800000">
              <a:off x="8128775" y="360613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2960910E-76B5-30C7-F018-19C190F1C93B}"/>
                </a:ext>
              </a:extLst>
            </p:cNvPr>
            <p:cNvSpPr/>
            <p:nvPr/>
          </p:nvSpPr>
          <p:spPr>
            <a:xfrm rot="10800000">
              <a:off x="8091163" y="36136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8FB8CCCD-A689-2BE1-774A-9315B3CF1A7B}"/>
                </a:ext>
              </a:extLst>
            </p:cNvPr>
            <p:cNvSpPr/>
            <p:nvPr/>
          </p:nvSpPr>
          <p:spPr>
            <a:xfrm rot="10800000">
              <a:off x="8155813" y="360965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11F67CE6-0021-65C1-836A-3BEED5D7B912}"/>
                </a:ext>
              </a:extLst>
            </p:cNvPr>
            <p:cNvSpPr/>
            <p:nvPr/>
          </p:nvSpPr>
          <p:spPr>
            <a:xfrm>
              <a:off x="8073265" y="36199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4702A63D-B2AF-EF43-AF30-C507CF00790D}"/>
                </a:ext>
              </a:extLst>
            </p:cNvPr>
            <p:cNvSpPr/>
            <p:nvPr/>
          </p:nvSpPr>
          <p:spPr>
            <a:xfrm>
              <a:off x="8105590" y="36310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DA647184-B3AB-FE87-1128-C0E3943039C0}"/>
                </a:ext>
              </a:extLst>
            </p:cNvPr>
            <p:cNvSpPr/>
            <p:nvPr/>
          </p:nvSpPr>
          <p:spPr>
            <a:xfrm>
              <a:off x="8132010" y="36316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58722DC6-7D5B-9E25-973B-815DDCEC708D}"/>
                </a:ext>
              </a:extLst>
            </p:cNvPr>
            <p:cNvSpPr/>
            <p:nvPr/>
          </p:nvSpPr>
          <p:spPr>
            <a:xfrm>
              <a:off x="8020006" y="36221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87A118AC-2B66-9891-8367-E6FB017A2206}"/>
                </a:ext>
              </a:extLst>
            </p:cNvPr>
            <p:cNvSpPr/>
            <p:nvPr/>
          </p:nvSpPr>
          <p:spPr>
            <a:xfrm>
              <a:off x="8052837" y="36062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CBAAFFD2-C0B8-E19F-32D8-DD53FD4FBDFA}"/>
                </a:ext>
              </a:extLst>
            </p:cNvPr>
            <p:cNvSpPr/>
            <p:nvPr/>
          </p:nvSpPr>
          <p:spPr>
            <a:xfrm>
              <a:off x="8206111" y="36310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66ADCC6C-1DF4-AA83-EAF3-91FB41F860EE}"/>
                </a:ext>
              </a:extLst>
            </p:cNvPr>
            <p:cNvSpPr/>
            <p:nvPr/>
          </p:nvSpPr>
          <p:spPr>
            <a:xfrm>
              <a:off x="8243723" y="36240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110D69DE-F5CC-8E28-E527-09FB1DEDB2BA}"/>
                </a:ext>
              </a:extLst>
            </p:cNvPr>
            <p:cNvSpPr/>
            <p:nvPr/>
          </p:nvSpPr>
          <p:spPr>
            <a:xfrm>
              <a:off x="8179073" y="36277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AB40A2CB-54CF-90F6-F7CA-2175458755D4}"/>
                </a:ext>
              </a:extLst>
            </p:cNvPr>
            <p:cNvSpPr/>
            <p:nvPr/>
          </p:nvSpPr>
          <p:spPr>
            <a:xfrm rot="10800000">
              <a:off x="7601290" y="32844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DDB7C9C3-FD1D-4408-94C0-297A971257AC}"/>
                </a:ext>
              </a:extLst>
            </p:cNvPr>
            <p:cNvSpPr/>
            <p:nvPr/>
          </p:nvSpPr>
          <p:spPr>
            <a:xfrm rot="10800000">
              <a:off x="7568965" y="32726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708884D0-EEFF-3F7D-BD73-58A4AF8C3805}"/>
                </a:ext>
              </a:extLst>
            </p:cNvPr>
            <p:cNvSpPr/>
            <p:nvPr/>
          </p:nvSpPr>
          <p:spPr>
            <a:xfrm rot="10800000">
              <a:off x="7542545" y="32719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3F978F6E-057E-78F7-6934-7FB69AE769C5}"/>
                </a:ext>
              </a:extLst>
            </p:cNvPr>
            <p:cNvSpPr/>
            <p:nvPr/>
          </p:nvSpPr>
          <p:spPr>
            <a:xfrm rot="10800000">
              <a:off x="7654549" y="3282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a:extLst>
                <a:ext uri="{FF2B5EF4-FFF2-40B4-BE49-F238E27FC236}">
                  <a16:creationId xmlns:a16="http://schemas.microsoft.com/office/drawing/2014/main" id="{98433B80-3450-7A2E-A580-E97E3F5EB0DF}"/>
                </a:ext>
              </a:extLst>
            </p:cNvPr>
            <p:cNvSpPr/>
            <p:nvPr/>
          </p:nvSpPr>
          <p:spPr>
            <a:xfrm rot="10800000">
              <a:off x="7621718" y="32990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a:extLst>
                <a:ext uri="{FF2B5EF4-FFF2-40B4-BE49-F238E27FC236}">
                  <a16:creationId xmlns:a16="http://schemas.microsoft.com/office/drawing/2014/main" id="{6E0A9334-8F2B-A76B-5E49-07CC5515E2C4}"/>
                </a:ext>
              </a:extLst>
            </p:cNvPr>
            <p:cNvSpPr/>
            <p:nvPr/>
          </p:nvSpPr>
          <p:spPr>
            <a:xfrm rot="10800000">
              <a:off x="7468444" y="32726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4309AE6B-B598-53B7-6418-375D96871349}"/>
                </a:ext>
              </a:extLst>
            </p:cNvPr>
            <p:cNvSpPr/>
            <p:nvPr/>
          </p:nvSpPr>
          <p:spPr>
            <a:xfrm rot="10800000">
              <a:off x="7430832" y="32800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4C7FEDF3-E01E-525E-5661-247A822CEE0C}"/>
                </a:ext>
              </a:extLst>
            </p:cNvPr>
            <p:cNvSpPr/>
            <p:nvPr/>
          </p:nvSpPr>
          <p:spPr>
            <a:xfrm rot="10800000">
              <a:off x="7495482" y="327613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AE3892D6-9884-A4DB-99BE-C86AD619BCF5}"/>
                </a:ext>
              </a:extLst>
            </p:cNvPr>
            <p:cNvSpPr/>
            <p:nvPr/>
          </p:nvSpPr>
          <p:spPr>
            <a:xfrm>
              <a:off x="7412934" y="32864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6E3EBF07-3DA6-4970-BDF6-5430F065DB7D}"/>
                </a:ext>
              </a:extLst>
            </p:cNvPr>
            <p:cNvSpPr/>
            <p:nvPr/>
          </p:nvSpPr>
          <p:spPr>
            <a:xfrm>
              <a:off x="7445259" y="329750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A7852FC8-1ED2-EA3C-5ABC-194D1B5A7CAD}"/>
                </a:ext>
              </a:extLst>
            </p:cNvPr>
            <p:cNvSpPr/>
            <p:nvPr/>
          </p:nvSpPr>
          <p:spPr>
            <a:xfrm>
              <a:off x="7471679" y="329813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DD35CE0D-DF3F-7227-5736-EE8691D1D20B}"/>
                </a:ext>
              </a:extLst>
            </p:cNvPr>
            <p:cNvSpPr/>
            <p:nvPr/>
          </p:nvSpPr>
          <p:spPr>
            <a:xfrm>
              <a:off x="7359675" y="32886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768F0620-E833-C8D7-3CE6-BCCCEB4F4C07}"/>
                </a:ext>
              </a:extLst>
            </p:cNvPr>
            <p:cNvSpPr/>
            <p:nvPr/>
          </p:nvSpPr>
          <p:spPr>
            <a:xfrm>
              <a:off x="7392506" y="32727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479933DA-7730-C7A4-434F-93D182BBEC7D}"/>
                </a:ext>
              </a:extLst>
            </p:cNvPr>
            <p:cNvSpPr/>
            <p:nvPr/>
          </p:nvSpPr>
          <p:spPr>
            <a:xfrm>
              <a:off x="7545780" y="329750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a:extLst>
                <a:ext uri="{FF2B5EF4-FFF2-40B4-BE49-F238E27FC236}">
                  <a16:creationId xmlns:a16="http://schemas.microsoft.com/office/drawing/2014/main" id="{D904CFD8-7315-5D91-9F00-6C78E46903CD}"/>
                </a:ext>
              </a:extLst>
            </p:cNvPr>
            <p:cNvSpPr/>
            <p:nvPr/>
          </p:nvSpPr>
          <p:spPr>
            <a:xfrm>
              <a:off x="7583392" y="329051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2E1EF8B2-C481-A321-CEB0-07E4AB02E600}"/>
                </a:ext>
              </a:extLst>
            </p:cNvPr>
            <p:cNvSpPr/>
            <p:nvPr/>
          </p:nvSpPr>
          <p:spPr>
            <a:xfrm>
              <a:off x="7518742" y="32942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CBB04AB0-71C7-430D-0DDA-4E1A69E3351D}"/>
                </a:ext>
              </a:extLst>
            </p:cNvPr>
            <p:cNvSpPr/>
            <p:nvPr/>
          </p:nvSpPr>
          <p:spPr>
            <a:xfrm rot="10800000">
              <a:off x="8002545" y="32866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3C773D2C-F87A-FCB9-A3CE-AEF2D4282A89}"/>
                </a:ext>
              </a:extLst>
            </p:cNvPr>
            <p:cNvSpPr/>
            <p:nvPr/>
          </p:nvSpPr>
          <p:spPr>
            <a:xfrm rot="10800000">
              <a:off x="7970220" y="32748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3D058D2F-CFCD-62FB-C8FA-CE1E5B30B93F}"/>
                </a:ext>
              </a:extLst>
            </p:cNvPr>
            <p:cNvSpPr/>
            <p:nvPr/>
          </p:nvSpPr>
          <p:spPr>
            <a:xfrm rot="10800000">
              <a:off x="7943800" y="32741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0E147DFE-E6F5-887D-EEF9-7E79B175192A}"/>
                </a:ext>
              </a:extLst>
            </p:cNvPr>
            <p:cNvSpPr/>
            <p:nvPr/>
          </p:nvSpPr>
          <p:spPr>
            <a:xfrm rot="10800000">
              <a:off x="8055804" y="3284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3BDAC6D5-CED0-5BD3-18B9-17D83988641E}"/>
                </a:ext>
              </a:extLst>
            </p:cNvPr>
            <p:cNvSpPr/>
            <p:nvPr/>
          </p:nvSpPr>
          <p:spPr>
            <a:xfrm rot="10800000">
              <a:off x="8022973" y="330130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4B52AC5A-83F7-F188-EFB2-B049E6AA989E}"/>
                </a:ext>
              </a:extLst>
            </p:cNvPr>
            <p:cNvSpPr/>
            <p:nvPr/>
          </p:nvSpPr>
          <p:spPr>
            <a:xfrm rot="10800000">
              <a:off x="7869699" y="327481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187BE6D5-83FB-7CA7-26D8-53B0C2673284}"/>
                </a:ext>
              </a:extLst>
            </p:cNvPr>
            <p:cNvSpPr/>
            <p:nvPr/>
          </p:nvSpPr>
          <p:spPr>
            <a:xfrm rot="10800000">
              <a:off x="7832087" y="32822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FD707991-1156-079A-8110-4E4D26F40FF5}"/>
                </a:ext>
              </a:extLst>
            </p:cNvPr>
            <p:cNvSpPr/>
            <p:nvPr/>
          </p:nvSpPr>
          <p:spPr>
            <a:xfrm rot="10800000">
              <a:off x="7896737" y="327834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3FE44BF0-5692-DDDD-A7C8-061772DE5BBD}"/>
                </a:ext>
              </a:extLst>
            </p:cNvPr>
            <p:cNvSpPr/>
            <p:nvPr/>
          </p:nvSpPr>
          <p:spPr>
            <a:xfrm>
              <a:off x="7814189" y="328863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7262FEF7-101C-2130-00CA-24FB94315DFE}"/>
                </a:ext>
              </a:extLst>
            </p:cNvPr>
            <p:cNvSpPr/>
            <p:nvPr/>
          </p:nvSpPr>
          <p:spPr>
            <a:xfrm>
              <a:off x="7846514" y="329971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5AF2A80E-8740-AD30-71CB-9B4A53DF8A78}"/>
                </a:ext>
              </a:extLst>
            </p:cNvPr>
            <p:cNvSpPr/>
            <p:nvPr/>
          </p:nvSpPr>
          <p:spPr>
            <a:xfrm>
              <a:off x="7872934" y="33003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917BD0FE-4727-E72B-FB26-A7F5C6AA8939}"/>
                </a:ext>
              </a:extLst>
            </p:cNvPr>
            <p:cNvSpPr/>
            <p:nvPr/>
          </p:nvSpPr>
          <p:spPr>
            <a:xfrm>
              <a:off x="7760930" y="329084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A40B1924-6D13-F3C7-72A5-669061B5C634}"/>
                </a:ext>
              </a:extLst>
            </p:cNvPr>
            <p:cNvSpPr/>
            <p:nvPr/>
          </p:nvSpPr>
          <p:spPr>
            <a:xfrm>
              <a:off x="7793761" y="327495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CE58BC2F-EFC5-C186-2C31-8FD7338559B3}"/>
                </a:ext>
              </a:extLst>
            </p:cNvPr>
            <p:cNvSpPr/>
            <p:nvPr/>
          </p:nvSpPr>
          <p:spPr>
            <a:xfrm>
              <a:off x="7947035" y="32997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68063F5D-697E-8E56-45FB-0C962BE25C18}"/>
                </a:ext>
              </a:extLst>
            </p:cNvPr>
            <p:cNvSpPr/>
            <p:nvPr/>
          </p:nvSpPr>
          <p:spPr>
            <a:xfrm>
              <a:off x="7984647" y="329272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1E950F2-6675-E40A-4BA1-2C7623379DE6}"/>
                </a:ext>
              </a:extLst>
            </p:cNvPr>
            <p:cNvSpPr/>
            <p:nvPr/>
          </p:nvSpPr>
          <p:spPr>
            <a:xfrm>
              <a:off x="7919997" y="32964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B7F71716-020B-671D-4CC3-E91BF3E44340}"/>
                </a:ext>
              </a:extLst>
            </p:cNvPr>
            <p:cNvSpPr/>
            <p:nvPr/>
          </p:nvSpPr>
          <p:spPr>
            <a:xfrm rot="10800000">
              <a:off x="8396635" y="329051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6D14FC29-7F63-D33E-73EF-CCD1045499E5}"/>
                </a:ext>
              </a:extLst>
            </p:cNvPr>
            <p:cNvSpPr/>
            <p:nvPr/>
          </p:nvSpPr>
          <p:spPr>
            <a:xfrm rot="10800000">
              <a:off x="8364310" y="327865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8571F0EC-A46D-0CEC-C97B-1E0F8DDBAC90}"/>
                </a:ext>
              </a:extLst>
            </p:cNvPr>
            <p:cNvSpPr/>
            <p:nvPr/>
          </p:nvSpPr>
          <p:spPr>
            <a:xfrm rot="10800000">
              <a:off x="8337890" y="32779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86DA1227-FEEB-F3B2-8F4F-C526D7BCBE59}"/>
                </a:ext>
              </a:extLst>
            </p:cNvPr>
            <p:cNvSpPr/>
            <p:nvPr/>
          </p:nvSpPr>
          <p:spPr>
            <a:xfrm rot="10800000">
              <a:off x="8449894" y="3288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8B8B9F9B-907A-EC13-F639-E9EA1F6E4663}"/>
                </a:ext>
              </a:extLst>
            </p:cNvPr>
            <p:cNvSpPr/>
            <p:nvPr/>
          </p:nvSpPr>
          <p:spPr>
            <a:xfrm rot="10800000">
              <a:off x="8417063" y="33051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92573648-4D53-1208-CCF1-7F7CA8A3ECCE}"/>
                </a:ext>
              </a:extLst>
            </p:cNvPr>
            <p:cNvSpPr/>
            <p:nvPr/>
          </p:nvSpPr>
          <p:spPr>
            <a:xfrm rot="10800000">
              <a:off x="8263789" y="327865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a:extLst>
                <a:ext uri="{FF2B5EF4-FFF2-40B4-BE49-F238E27FC236}">
                  <a16:creationId xmlns:a16="http://schemas.microsoft.com/office/drawing/2014/main" id="{D404682C-19C0-FF7F-8EDB-5971734E3226}"/>
                </a:ext>
              </a:extLst>
            </p:cNvPr>
            <p:cNvSpPr/>
            <p:nvPr/>
          </p:nvSpPr>
          <p:spPr>
            <a:xfrm rot="10800000">
              <a:off x="8226177" y="32861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Oval 250">
              <a:extLst>
                <a:ext uri="{FF2B5EF4-FFF2-40B4-BE49-F238E27FC236}">
                  <a16:creationId xmlns:a16="http://schemas.microsoft.com/office/drawing/2014/main" id="{9A8E5053-4B2B-6D42-6ACF-9DC5DB00BC05}"/>
                </a:ext>
              </a:extLst>
            </p:cNvPr>
            <p:cNvSpPr/>
            <p:nvPr/>
          </p:nvSpPr>
          <p:spPr>
            <a:xfrm rot="10800000">
              <a:off x="8290827" y="32821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7051D6D9-EB17-98FF-D522-0A0E5AAE21D4}"/>
                </a:ext>
              </a:extLst>
            </p:cNvPr>
            <p:cNvSpPr/>
            <p:nvPr/>
          </p:nvSpPr>
          <p:spPr>
            <a:xfrm>
              <a:off x="8208279" y="32924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Oval 252">
              <a:extLst>
                <a:ext uri="{FF2B5EF4-FFF2-40B4-BE49-F238E27FC236}">
                  <a16:creationId xmlns:a16="http://schemas.microsoft.com/office/drawing/2014/main" id="{FF163416-E99A-FDD6-0175-234BEFC084A1}"/>
                </a:ext>
              </a:extLst>
            </p:cNvPr>
            <p:cNvSpPr/>
            <p:nvPr/>
          </p:nvSpPr>
          <p:spPr>
            <a:xfrm>
              <a:off x="8240604" y="330355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Oval 253">
              <a:extLst>
                <a:ext uri="{FF2B5EF4-FFF2-40B4-BE49-F238E27FC236}">
                  <a16:creationId xmlns:a16="http://schemas.microsoft.com/office/drawing/2014/main" id="{E7FA237F-50DD-A475-B5A5-5FFFCDDDAE8D}"/>
                </a:ext>
              </a:extLst>
            </p:cNvPr>
            <p:cNvSpPr/>
            <p:nvPr/>
          </p:nvSpPr>
          <p:spPr>
            <a:xfrm>
              <a:off x="8267024" y="33041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EDBC0CFD-099F-D797-6560-C94621F38A4F}"/>
                </a:ext>
              </a:extLst>
            </p:cNvPr>
            <p:cNvSpPr/>
            <p:nvPr/>
          </p:nvSpPr>
          <p:spPr>
            <a:xfrm>
              <a:off x="8155020" y="32946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3D89248D-6432-528A-FB03-4920939CA4B2}"/>
                </a:ext>
              </a:extLst>
            </p:cNvPr>
            <p:cNvSpPr/>
            <p:nvPr/>
          </p:nvSpPr>
          <p:spPr>
            <a:xfrm>
              <a:off x="8187851" y="327879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Oval 256">
              <a:extLst>
                <a:ext uri="{FF2B5EF4-FFF2-40B4-BE49-F238E27FC236}">
                  <a16:creationId xmlns:a16="http://schemas.microsoft.com/office/drawing/2014/main" id="{63757A24-DE0D-6FC4-032E-31B241D20607}"/>
                </a:ext>
              </a:extLst>
            </p:cNvPr>
            <p:cNvSpPr/>
            <p:nvPr/>
          </p:nvSpPr>
          <p:spPr>
            <a:xfrm>
              <a:off x="8341125" y="33035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23FFF800-BC2B-6461-8DC6-BF12ECEF8B8F}"/>
                </a:ext>
              </a:extLst>
            </p:cNvPr>
            <p:cNvSpPr/>
            <p:nvPr/>
          </p:nvSpPr>
          <p:spPr>
            <a:xfrm>
              <a:off x="8378737" y="32965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a:extLst>
                <a:ext uri="{FF2B5EF4-FFF2-40B4-BE49-F238E27FC236}">
                  <a16:creationId xmlns:a16="http://schemas.microsoft.com/office/drawing/2014/main" id="{F1E3E3E4-13EA-A5AF-F240-1ACBA50AEB49}"/>
                </a:ext>
              </a:extLst>
            </p:cNvPr>
            <p:cNvSpPr/>
            <p:nvPr/>
          </p:nvSpPr>
          <p:spPr>
            <a:xfrm>
              <a:off x="8314087" y="330025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DD2E52AA-03FE-5090-7662-7A348B75F3BF}"/>
                </a:ext>
              </a:extLst>
            </p:cNvPr>
            <p:cNvSpPr/>
            <p:nvPr/>
          </p:nvSpPr>
          <p:spPr>
            <a:xfrm rot="10800000">
              <a:off x="8504696" y="346411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a:extLst>
                <a:ext uri="{FF2B5EF4-FFF2-40B4-BE49-F238E27FC236}">
                  <a16:creationId xmlns:a16="http://schemas.microsoft.com/office/drawing/2014/main" id="{D63E7A3D-11C8-AD54-6930-9FD0179EAEA1}"/>
                </a:ext>
              </a:extLst>
            </p:cNvPr>
            <p:cNvSpPr/>
            <p:nvPr/>
          </p:nvSpPr>
          <p:spPr>
            <a:xfrm rot="10800000">
              <a:off x="8472371" y="3452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a:extLst>
                <a:ext uri="{FF2B5EF4-FFF2-40B4-BE49-F238E27FC236}">
                  <a16:creationId xmlns:a16="http://schemas.microsoft.com/office/drawing/2014/main" id="{A4945D38-E121-2D11-9861-9B2A260F07A7}"/>
                </a:ext>
              </a:extLst>
            </p:cNvPr>
            <p:cNvSpPr/>
            <p:nvPr/>
          </p:nvSpPr>
          <p:spPr>
            <a:xfrm rot="10800000">
              <a:off x="8445951" y="34515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Oval 262">
              <a:extLst>
                <a:ext uri="{FF2B5EF4-FFF2-40B4-BE49-F238E27FC236}">
                  <a16:creationId xmlns:a16="http://schemas.microsoft.com/office/drawing/2014/main" id="{B67BA6A7-9206-CDA4-A5A1-AB55C9376C41}"/>
                </a:ext>
              </a:extLst>
            </p:cNvPr>
            <p:cNvSpPr/>
            <p:nvPr/>
          </p:nvSpPr>
          <p:spPr>
            <a:xfrm rot="10800000">
              <a:off x="8557955" y="3461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a:extLst>
                <a:ext uri="{FF2B5EF4-FFF2-40B4-BE49-F238E27FC236}">
                  <a16:creationId xmlns:a16="http://schemas.microsoft.com/office/drawing/2014/main" id="{54616318-2D04-F0FD-6375-76D3804FD6CD}"/>
                </a:ext>
              </a:extLst>
            </p:cNvPr>
            <p:cNvSpPr/>
            <p:nvPr/>
          </p:nvSpPr>
          <p:spPr>
            <a:xfrm rot="10800000">
              <a:off x="8525124" y="347874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a:extLst>
                <a:ext uri="{FF2B5EF4-FFF2-40B4-BE49-F238E27FC236}">
                  <a16:creationId xmlns:a16="http://schemas.microsoft.com/office/drawing/2014/main" id="{FD6515F5-6703-7820-B43A-2D59222D2AED}"/>
                </a:ext>
              </a:extLst>
            </p:cNvPr>
            <p:cNvSpPr/>
            <p:nvPr/>
          </p:nvSpPr>
          <p:spPr>
            <a:xfrm rot="10800000">
              <a:off x="8371850" y="345226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0100D390-8C9B-2402-BCF3-B71F1C9B032F}"/>
                </a:ext>
              </a:extLst>
            </p:cNvPr>
            <p:cNvSpPr/>
            <p:nvPr/>
          </p:nvSpPr>
          <p:spPr>
            <a:xfrm rot="10800000">
              <a:off x="8334238" y="34597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1E3785C4-02D4-285E-EF9E-56EDCB8055EF}"/>
                </a:ext>
              </a:extLst>
            </p:cNvPr>
            <p:cNvSpPr/>
            <p:nvPr/>
          </p:nvSpPr>
          <p:spPr>
            <a:xfrm rot="10800000">
              <a:off x="8398888" y="345578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D0967FAC-808A-0B78-2497-AF2CF171CCEE}"/>
                </a:ext>
              </a:extLst>
            </p:cNvPr>
            <p:cNvSpPr/>
            <p:nvPr/>
          </p:nvSpPr>
          <p:spPr>
            <a:xfrm>
              <a:off x="8316340" y="346607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20C43F49-A87D-76A2-4E7D-8E71F207AE44}"/>
                </a:ext>
              </a:extLst>
            </p:cNvPr>
            <p:cNvSpPr/>
            <p:nvPr/>
          </p:nvSpPr>
          <p:spPr>
            <a:xfrm>
              <a:off x="8348665" y="34771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C20985FD-73C2-3B9D-23D6-7797278F68B4}"/>
                </a:ext>
              </a:extLst>
            </p:cNvPr>
            <p:cNvSpPr/>
            <p:nvPr/>
          </p:nvSpPr>
          <p:spPr>
            <a:xfrm>
              <a:off x="8375085" y="347778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2C262FAB-CC2C-C478-0FCA-AECE3CCA03AA}"/>
                </a:ext>
              </a:extLst>
            </p:cNvPr>
            <p:cNvSpPr/>
            <p:nvPr/>
          </p:nvSpPr>
          <p:spPr>
            <a:xfrm>
              <a:off x="8263081" y="3468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2C5E091D-955F-CD0A-3782-5A6449C00721}"/>
                </a:ext>
              </a:extLst>
            </p:cNvPr>
            <p:cNvSpPr/>
            <p:nvPr/>
          </p:nvSpPr>
          <p:spPr>
            <a:xfrm>
              <a:off x="8295912" y="34523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AC3415C7-4DE9-5BBF-A6FA-D7107B4BE5A6}"/>
                </a:ext>
              </a:extLst>
            </p:cNvPr>
            <p:cNvSpPr/>
            <p:nvPr/>
          </p:nvSpPr>
          <p:spPr>
            <a:xfrm>
              <a:off x="8449186" y="347715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018D5D82-53D0-A9A8-2F0E-66A1D9556970}"/>
                </a:ext>
              </a:extLst>
            </p:cNvPr>
            <p:cNvSpPr/>
            <p:nvPr/>
          </p:nvSpPr>
          <p:spPr>
            <a:xfrm>
              <a:off x="8486798" y="34701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CE417B00-BF53-0C62-3118-DBBF61031B52}"/>
                </a:ext>
              </a:extLst>
            </p:cNvPr>
            <p:cNvSpPr/>
            <p:nvPr/>
          </p:nvSpPr>
          <p:spPr>
            <a:xfrm>
              <a:off x="8422148" y="34738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2D5E8144-0B85-25FC-ED68-4BC693E6679D}"/>
                </a:ext>
              </a:extLst>
            </p:cNvPr>
            <p:cNvSpPr/>
            <p:nvPr/>
          </p:nvSpPr>
          <p:spPr>
            <a:xfrm rot="10800000">
              <a:off x="8047516" y="34517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a:extLst>
                <a:ext uri="{FF2B5EF4-FFF2-40B4-BE49-F238E27FC236}">
                  <a16:creationId xmlns:a16="http://schemas.microsoft.com/office/drawing/2014/main" id="{5EE370E5-6B65-C47D-4D95-3CAD87FB1FF5}"/>
                </a:ext>
              </a:extLst>
            </p:cNvPr>
            <p:cNvSpPr/>
            <p:nvPr/>
          </p:nvSpPr>
          <p:spPr>
            <a:xfrm rot="10800000">
              <a:off x="8015191" y="343991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a:extLst>
                <a:ext uri="{FF2B5EF4-FFF2-40B4-BE49-F238E27FC236}">
                  <a16:creationId xmlns:a16="http://schemas.microsoft.com/office/drawing/2014/main" id="{4275FD93-502E-C437-3749-CA4D43CFFD9E}"/>
                </a:ext>
              </a:extLst>
            </p:cNvPr>
            <p:cNvSpPr/>
            <p:nvPr/>
          </p:nvSpPr>
          <p:spPr>
            <a:xfrm rot="10800000">
              <a:off x="7988771" y="34392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a:extLst>
                <a:ext uri="{FF2B5EF4-FFF2-40B4-BE49-F238E27FC236}">
                  <a16:creationId xmlns:a16="http://schemas.microsoft.com/office/drawing/2014/main" id="{6C62555C-352E-0C69-F574-9A14916711BD}"/>
                </a:ext>
              </a:extLst>
            </p:cNvPr>
            <p:cNvSpPr/>
            <p:nvPr/>
          </p:nvSpPr>
          <p:spPr>
            <a:xfrm rot="10800000">
              <a:off x="8100775" y="3449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C8A04339-6060-45E0-70BD-901589096E04}"/>
                </a:ext>
              </a:extLst>
            </p:cNvPr>
            <p:cNvSpPr/>
            <p:nvPr/>
          </p:nvSpPr>
          <p:spPr>
            <a:xfrm rot="10800000">
              <a:off x="8067944" y="346639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37717E06-0645-D1F4-83B8-DC25FC14320E}"/>
                </a:ext>
              </a:extLst>
            </p:cNvPr>
            <p:cNvSpPr/>
            <p:nvPr/>
          </p:nvSpPr>
          <p:spPr>
            <a:xfrm rot="10800000">
              <a:off x="7914670" y="343991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a:extLst>
                <a:ext uri="{FF2B5EF4-FFF2-40B4-BE49-F238E27FC236}">
                  <a16:creationId xmlns:a16="http://schemas.microsoft.com/office/drawing/2014/main" id="{0D349775-C524-42F9-A70F-F4BD59D241D8}"/>
                </a:ext>
              </a:extLst>
            </p:cNvPr>
            <p:cNvSpPr/>
            <p:nvPr/>
          </p:nvSpPr>
          <p:spPr>
            <a:xfrm rot="10800000">
              <a:off x="7877058" y="34473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178CA910-0B55-DA12-0886-15E928A26B42}"/>
                </a:ext>
              </a:extLst>
            </p:cNvPr>
            <p:cNvSpPr/>
            <p:nvPr/>
          </p:nvSpPr>
          <p:spPr>
            <a:xfrm rot="10800000">
              <a:off x="7941708" y="34434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a:extLst>
                <a:ext uri="{FF2B5EF4-FFF2-40B4-BE49-F238E27FC236}">
                  <a16:creationId xmlns:a16="http://schemas.microsoft.com/office/drawing/2014/main" id="{70DF4B28-CD4F-662C-A31E-3AD4FD3ABE2A}"/>
                </a:ext>
              </a:extLst>
            </p:cNvPr>
            <p:cNvSpPr/>
            <p:nvPr/>
          </p:nvSpPr>
          <p:spPr>
            <a:xfrm>
              <a:off x="7859160" y="345373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51FD3B14-5518-8577-45B4-7EFAD472107B}"/>
                </a:ext>
              </a:extLst>
            </p:cNvPr>
            <p:cNvSpPr/>
            <p:nvPr/>
          </p:nvSpPr>
          <p:spPr>
            <a:xfrm>
              <a:off x="7891485" y="346481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a:extLst>
                <a:ext uri="{FF2B5EF4-FFF2-40B4-BE49-F238E27FC236}">
                  <a16:creationId xmlns:a16="http://schemas.microsoft.com/office/drawing/2014/main" id="{82305A6D-A992-D948-68B5-086CC09B5D32}"/>
                </a:ext>
              </a:extLst>
            </p:cNvPr>
            <p:cNvSpPr/>
            <p:nvPr/>
          </p:nvSpPr>
          <p:spPr>
            <a:xfrm>
              <a:off x="7917905" y="34654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55F8DE59-A6FE-4A0F-741C-E860EFD89328}"/>
                </a:ext>
              </a:extLst>
            </p:cNvPr>
            <p:cNvSpPr/>
            <p:nvPr/>
          </p:nvSpPr>
          <p:spPr>
            <a:xfrm>
              <a:off x="7805901" y="34559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a:extLst>
                <a:ext uri="{FF2B5EF4-FFF2-40B4-BE49-F238E27FC236}">
                  <a16:creationId xmlns:a16="http://schemas.microsoft.com/office/drawing/2014/main" id="{E9FC76F5-FC9C-C90B-32A7-3FC06B9B44EE}"/>
                </a:ext>
              </a:extLst>
            </p:cNvPr>
            <p:cNvSpPr/>
            <p:nvPr/>
          </p:nvSpPr>
          <p:spPr>
            <a:xfrm>
              <a:off x="7838732" y="344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a:extLst>
                <a:ext uri="{FF2B5EF4-FFF2-40B4-BE49-F238E27FC236}">
                  <a16:creationId xmlns:a16="http://schemas.microsoft.com/office/drawing/2014/main" id="{A4F4BF6A-1B8F-FF15-1196-C0BF22D7AF94}"/>
                </a:ext>
              </a:extLst>
            </p:cNvPr>
            <p:cNvSpPr/>
            <p:nvPr/>
          </p:nvSpPr>
          <p:spPr>
            <a:xfrm>
              <a:off x="7992006" y="346481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2EE545F3-584F-3949-B45C-0F69FCD54116}"/>
                </a:ext>
              </a:extLst>
            </p:cNvPr>
            <p:cNvSpPr/>
            <p:nvPr/>
          </p:nvSpPr>
          <p:spPr>
            <a:xfrm>
              <a:off x="8029618" y="34578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7D519AB2-85E4-A162-894D-954221BC35D4}"/>
                </a:ext>
              </a:extLst>
            </p:cNvPr>
            <p:cNvSpPr/>
            <p:nvPr/>
          </p:nvSpPr>
          <p:spPr>
            <a:xfrm>
              <a:off x="7964968" y="34615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a:extLst>
                <a:ext uri="{FF2B5EF4-FFF2-40B4-BE49-F238E27FC236}">
                  <a16:creationId xmlns:a16="http://schemas.microsoft.com/office/drawing/2014/main" id="{7EAD9F65-6DBA-F4DF-2B68-E5134F44C8AF}"/>
                </a:ext>
              </a:extLst>
            </p:cNvPr>
            <p:cNvSpPr/>
            <p:nvPr/>
          </p:nvSpPr>
          <p:spPr>
            <a:xfrm rot="10800000">
              <a:off x="7155331" y="3299141"/>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10BE85FE-44D9-0923-83FE-81B8A49EA295}"/>
                </a:ext>
              </a:extLst>
            </p:cNvPr>
            <p:cNvSpPr/>
            <p:nvPr/>
          </p:nvSpPr>
          <p:spPr>
            <a:xfrm rot="10800000">
              <a:off x="7136384" y="3277795"/>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1965620E-860C-112D-6430-2494C2353F00}"/>
                </a:ext>
              </a:extLst>
            </p:cNvPr>
            <p:cNvSpPr/>
            <p:nvPr/>
          </p:nvSpPr>
          <p:spPr>
            <a:xfrm rot="10800000">
              <a:off x="7120898" y="3276574"/>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a:extLst>
                <a:ext uri="{FF2B5EF4-FFF2-40B4-BE49-F238E27FC236}">
                  <a16:creationId xmlns:a16="http://schemas.microsoft.com/office/drawing/2014/main" id="{16ECD706-9D0A-213C-E0A9-306E2292692C}"/>
                </a:ext>
              </a:extLst>
            </p:cNvPr>
            <p:cNvSpPr/>
            <p:nvPr/>
          </p:nvSpPr>
          <p:spPr>
            <a:xfrm rot="10800000">
              <a:off x="7186549" y="3294872"/>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8B11E030-99FD-EB0A-BB73-701A9FBE128A}"/>
                </a:ext>
              </a:extLst>
            </p:cNvPr>
            <p:cNvSpPr/>
            <p:nvPr/>
          </p:nvSpPr>
          <p:spPr>
            <a:xfrm rot="10800000">
              <a:off x="7167305" y="3325489"/>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5ECBF16B-8D44-019A-0606-CBAB3FD92ADA}"/>
                </a:ext>
              </a:extLst>
            </p:cNvPr>
            <p:cNvSpPr/>
            <p:nvPr/>
          </p:nvSpPr>
          <p:spPr>
            <a:xfrm rot="10800000">
              <a:off x="7077463" y="3277797"/>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88A250F1-1195-8DAE-8769-F5AB6379E7C6}"/>
                </a:ext>
              </a:extLst>
            </p:cNvPr>
            <p:cNvSpPr/>
            <p:nvPr/>
          </p:nvSpPr>
          <p:spPr>
            <a:xfrm rot="10800000">
              <a:off x="7055417" y="3291260"/>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a:extLst>
                <a:ext uri="{FF2B5EF4-FFF2-40B4-BE49-F238E27FC236}">
                  <a16:creationId xmlns:a16="http://schemas.microsoft.com/office/drawing/2014/main" id="{649F9056-A62C-722B-4B47-7D55F3C0BC27}"/>
                </a:ext>
              </a:extLst>
            </p:cNvPr>
            <p:cNvSpPr/>
            <p:nvPr/>
          </p:nvSpPr>
          <p:spPr>
            <a:xfrm rot="10800000">
              <a:off x="7093312" y="3284138"/>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a:extLst>
                <a:ext uri="{FF2B5EF4-FFF2-40B4-BE49-F238E27FC236}">
                  <a16:creationId xmlns:a16="http://schemas.microsoft.com/office/drawing/2014/main" id="{817CEAB1-6723-D054-A508-239F952960C7}"/>
                </a:ext>
              </a:extLst>
            </p:cNvPr>
            <p:cNvSpPr/>
            <p:nvPr/>
          </p:nvSpPr>
          <p:spPr>
            <a:xfrm rot="10800000">
              <a:off x="7244242" y="368147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Oval 300">
              <a:extLst>
                <a:ext uri="{FF2B5EF4-FFF2-40B4-BE49-F238E27FC236}">
                  <a16:creationId xmlns:a16="http://schemas.microsoft.com/office/drawing/2014/main" id="{3E55313D-EAA9-B63E-02DB-FAB282C19944}"/>
                </a:ext>
              </a:extLst>
            </p:cNvPr>
            <p:cNvSpPr/>
            <p:nvPr/>
          </p:nvSpPr>
          <p:spPr>
            <a:xfrm rot="10800000">
              <a:off x="7211917" y="366053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301">
              <a:extLst>
                <a:ext uri="{FF2B5EF4-FFF2-40B4-BE49-F238E27FC236}">
                  <a16:creationId xmlns:a16="http://schemas.microsoft.com/office/drawing/2014/main" id="{EAB22F16-A4C9-F8D9-92C8-CE679C8AC350}"/>
                </a:ext>
              </a:extLst>
            </p:cNvPr>
            <p:cNvSpPr/>
            <p:nvPr/>
          </p:nvSpPr>
          <p:spPr>
            <a:xfrm rot="10800000">
              <a:off x="7185497" y="36593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a:extLst>
                <a:ext uri="{FF2B5EF4-FFF2-40B4-BE49-F238E27FC236}">
                  <a16:creationId xmlns:a16="http://schemas.microsoft.com/office/drawing/2014/main" id="{A578C56B-A4DD-C81C-C587-91E6A99D9309}"/>
                </a:ext>
              </a:extLst>
            </p:cNvPr>
            <p:cNvSpPr/>
            <p:nvPr/>
          </p:nvSpPr>
          <p:spPr>
            <a:xfrm rot="10800000">
              <a:off x="7297501" y="367728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a:extLst>
                <a:ext uri="{FF2B5EF4-FFF2-40B4-BE49-F238E27FC236}">
                  <a16:creationId xmlns:a16="http://schemas.microsoft.com/office/drawing/2014/main" id="{1B20E5AC-5D39-D30E-7C65-03B80D2A7CD9}"/>
                </a:ext>
              </a:extLst>
            </p:cNvPr>
            <p:cNvSpPr/>
            <p:nvPr/>
          </p:nvSpPr>
          <p:spPr>
            <a:xfrm rot="10800000">
              <a:off x="7264670" y="3707326"/>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815B1BC2-193F-A641-09C4-F22A32933E97}"/>
                </a:ext>
              </a:extLst>
            </p:cNvPr>
            <p:cNvSpPr/>
            <p:nvPr/>
          </p:nvSpPr>
          <p:spPr>
            <a:xfrm rot="10800000">
              <a:off x="7111396" y="366053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a:extLst>
                <a:ext uri="{FF2B5EF4-FFF2-40B4-BE49-F238E27FC236}">
                  <a16:creationId xmlns:a16="http://schemas.microsoft.com/office/drawing/2014/main" id="{5781F929-4684-1C7A-352F-0A0A54C57A2F}"/>
                </a:ext>
              </a:extLst>
            </p:cNvPr>
            <p:cNvSpPr/>
            <p:nvPr/>
          </p:nvSpPr>
          <p:spPr>
            <a:xfrm rot="10800000">
              <a:off x="7073784" y="3673745"/>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a:extLst>
                <a:ext uri="{FF2B5EF4-FFF2-40B4-BE49-F238E27FC236}">
                  <a16:creationId xmlns:a16="http://schemas.microsoft.com/office/drawing/2014/main" id="{5C54F200-4C74-6C61-302F-A838420F92A4}"/>
                </a:ext>
              </a:extLst>
            </p:cNvPr>
            <p:cNvSpPr/>
            <p:nvPr/>
          </p:nvSpPr>
          <p:spPr>
            <a:xfrm rot="10800000">
              <a:off x="7138434" y="3666757"/>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a:extLst>
                <a:ext uri="{FF2B5EF4-FFF2-40B4-BE49-F238E27FC236}">
                  <a16:creationId xmlns:a16="http://schemas.microsoft.com/office/drawing/2014/main" id="{CCCB9314-30F9-2113-A3D4-5B39F543AAFE}"/>
                </a:ext>
              </a:extLst>
            </p:cNvPr>
            <p:cNvSpPr/>
            <p:nvPr/>
          </p:nvSpPr>
          <p:spPr>
            <a:xfrm>
              <a:off x="7055887" y="368431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a:extLst>
                <a:ext uri="{FF2B5EF4-FFF2-40B4-BE49-F238E27FC236}">
                  <a16:creationId xmlns:a16="http://schemas.microsoft.com/office/drawing/2014/main" id="{752EEE5D-5BBE-C3C2-323B-24AEF4BD7D5A}"/>
                </a:ext>
              </a:extLst>
            </p:cNvPr>
            <p:cNvSpPr/>
            <p:nvPr/>
          </p:nvSpPr>
          <p:spPr>
            <a:xfrm>
              <a:off x="7088212" y="370389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a:extLst>
                <a:ext uri="{FF2B5EF4-FFF2-40B4-BE49-F238E27FC236}">
                  <a16:creationId xmlns:a16="http://schemas.microsoft.com/office/drawing/2014/main" id="{C7669C1E-841A-570F-2BC4-A1C50D7F5D65}"/>
                </a:ext>
              </a:extLst>
            </p:cNvPr>
            <p:cNvSpPr/>
            <p:nvPr/>
          </p:nvSpPr>
          <p:spPr>
            <a:xfrm>
              <a:off x="7114632" y="3705015"/>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a:extLst>
                <a:ext uri="{FF2B5EF4-FFF2-40B4-BE49-F238E27FC236}">
                  <a16:creationId xmlns:a16="http://schemas.microsoft.com/office/drawing/2014/main" id="{FDCCF35E-6C0C-FD37-5994-6348340A3420}"/>
                </a:ext>
              </a:extLst>
            </p:cNvPr>
            <p:cNvSpPr/>
            <p:nvPr/>
          </p:nvSpPr>
          <p:spPr>
            <a:xfrm>
              <a:off x="7002628" y="368823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a:extLst>
                <a:ext uri="{FF2B5EF4-FFF2-40B4-BE49-F238E27FC236}">
                  <a16:creationId xmlns:a16="http://schemas.microsoft.com/office/drawing/2014/main" id="{CEA529F7-BF10-3D11-1C61-10A1FDD5F315}"/>
                </a:ext>
              </a:extLst>
            </p:cNvPr>
            <p:cNvSpPr/>
            <p:nvPr/>
          </p:nvSpPr>
          <p:spPr>
            <a:xfrm>
              <a:off x="7035459" y="366015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a:extLst>
                <a:ext uri="{FF2B5EF4-FFF2-40B4-BE49-F238E27FC236}">
                  <a16:creationId xmlns:a16="http://schemas.microsoft.com/office/drawing/2014/main" id="{4EF73B54-8935-44AD-2EFE-2ECDAB9B7548}"/>
                </a:ext>
              </a:extLst>
            </p:cNvPr>
            <p:cNvSpPr/>
            <p:nvPr/>
          </p:nvSpPr>
          <p:spPr>
            <a:xfrm>
              <a:off x="7188733" y="3703893"/>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Oval 313">
              <a:extLst>
                <a:ext uri="{FF2B5EF4-FFF2-40B4-BE49-F238E27FC236}">
                  <a16:creationId xmlns:a16="http://schemas.microsoft.com/office/drawing/2014/main" id="{261AB08E-50AB-CF71-F90D-D92255D4C7D0}"/>
                </a:ext>
              </a:extLst>
            </p:cNvPr>
            <p:cNvSpPr/>
            <p:nvPr/>
          </p:nvSpPr>
          <p:spPr>
            <a:xfrm>
              <a:off x="7226345" y="3691546"/>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C198F8CD-6CFD-60CB-EDE0-29D7BB668753}"/>
                </a:ext>
              </a:extLst>
            </p:cNvPr>
            <p:cNvSpPr/>
            <p:nvPr/>
          </p:nvSpPr>
          <p:spPr>
            <a:xfrm>
              <a:off x="7161695" y="3698078"/>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Oval 315">
              <a:extLst>
                <a:ext uri="{FF2B5EF4-FFF2-40B4-BE49-F238E27FC236}">
                  <a16:creationId xmlns:a16="http://schemas.microsoft.com/office/drawing/2014/main" id="{3283E1C4-FEAB-D568-DF75-9B1F651203AF}"/>
                </a:ext>
              </a:extLst>
            </p:cNvPr>
            <p:cNvSpPr/>
            <p:nvPr/>
          </p:nvSpPr>
          <p:spPr>
            <a:xfrm rot="10800000">
              <a:off x="7837830" y="309587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a:extLst>
                <a:ext uri="{FF2B5EF4-FFF2-40B4-BE49-F238E27FC236}">
                  <a16:creationId xmlns:a16="http://schemas.microsoft.com/office/drawing/2014/main" id="{979BBBE1-3C12-A886-816F-626976C7BDE7}"/>
                </a:ext>
              </a:extLst>
            </p:cNvPr>
            <p:cNvSpPr/>
            <p:nvPr/>
          </p:nvSpPr>
          <p:spPr>
            <a:xfrm rot="10800000">
              <a:off x="7805505" y="308402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Oval 317">
              <a:extLst>
                <a:ext uri="{FF2B5EF4-FFF2-40B4-BE49-F238E27FC236}">
                  <a16:creationId xmlns:a16="http://schemas.microsoft.com/office/drawing/2014/main" id="{3D119C4F-06AA-49FC-1B4E-0D275C94B9B2}"/>
                </a:ext>
              </a:extLst>
            </p:cNvPr>
            <p:cNvSpPr/>
            <p:nvPr/>
          </p:nvSpPr>
          <p:spPr>
            <a:xfrm rot="10800000">
              <a:off x="7779085" y="30833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Oval 318">
              <a:extLst>
                <a:ext uri="{FF2B5EF4-FFF2-40B4-BE49-F238E27FC236}">
                  <a16:creationId xmlns:a16="http://schemas.microsoft.com/office/drawing/2014/main" id="{79B61043-5F55-0590-C4FD-B7AA2139843E}"/>
                </a:ext>
              </a:extLst>
            </p:cNvPr>
            <p:cNvSpPr/>
            <p:nvPr/>
          </p:nvSpPr>
          <p:spPr>
            <a:xfrm rot="10800000">
              <a:off x="7891089" y="3093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Oval 319">
              <a:extLst>
                <a:ext uri="{FF2B5EF4-FFF2-40B4-BE49-F238E27FC236}">
                  <a16:creationId xmlns:a16="http://schemas.microsoft.com/office/drawing/2014/main" id="{E857AD3C-8EC6-A1A9-10CD-177DBF8C71D6}"/>
                </a:ext>
              </a:extLst>
            </p:cNvPr>
            <p:cNvSpPr/>
            <p:nvPr/>
          </p:nvSpPr>
          <p:spPr>
            <a:xfrm rot="10800000">
              <a:off x="7858258" y="311050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Oval 320">
              <a:extLst>
                <a:ext uri="{FF2B5EF4-FFF2-40B4-BE49-F238E27FC236}">
                  <a16:creationId xmlns:a16="http://schemas.microsoft.com/office/drawing/2014/main" id="{040C1EE9-B4F3-2759-D4EA-0CEFB0D33A24}"/>
                </a:ext>
              </a:extLst>
            </p:cNvPr>
            <p:cNvSpPr/>
            <p:nvPr/>
          </p:nvSpPr>
          <p:spPr>
            <a:xfrm rot="10800000">
              <a:off x="7704984" y="308402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Oval 321">
              <a:extLst>
                <a:ext uri="{FF2B5EF4-FFF2-40B4-BE49-F238E27FC236}">
                  <a16:creationId xmlns:a16="http://schemas.microsoft.com/office/drawing/2014/main" id="{F3F5FD47-CE19-D9D1-D6C2-651CEDE5F86D}"/>
                </a:ext>
              </a:extLst>
            </p:cNvPr>
            <p:cNvSpPr/>
            <p:nvPr/>
          </p:nvSpPr>
          <p:spPr>
            <a:xfrm rot="10800000">
              <a:off x="7667372" y="30915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a:extLst>
                <a:ext uri="{FF2B5EF4-FFF2-40B4-BE49-F238E27FC236}">
                  <a16:creationId xmlns:a16="http://schemas.microsoft.com/office/drawing/2014/main" id="{E7C43442-446D-6536-A45A-A6EA286AA5E8}"/>
                </a:ext>
              </a:extLst>
            </p:cNvPr>
            <p:cNvSpPr/>
            <p:nvPr/>
          </p:nvSpPr>
          <p:spPr>
            <a:xfrm rot="10800000">
              <a:off x="7732022" y="30875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F9FEF3FD-618B-8D12-E8F4-BC6F91A8ADC3}"/>
                </a:ext>
              </a:extLst>
            </p:cNvPr>
            <p:cNvSpPr/>
            <p:nvPr/>
          </p:nvSpPr>
          <p:spPr>
            <a:xfrm>
              <a:off x="7649474" y="30978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E4F590C5-9A03-9A49-0901-FCB29254E9D6}"/>
                </a:ext>
              </a:extLst>
            </p:cNvPr>
            <p:cNvSpPr/>
            <p:nvPr/>
          </p:nvSpPr>
          <p:spPr>
            <a:xfrm>
              <a:off x="7681799" y="31089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Oval 325">
              <a:extLst>
                <a:ext uri="{FF2B5EF4-FFF2-40B4-BE49-F238E27FC236}">
                  <a16:creationId xmlns:a16="http://schemas.microsoft.com/office/drawing/2014/main" id="{C59C59DD-BB4F-1C47-7923-C4F15A3CB9E0}"/>
                </a:ext>
              </a:extLst>
            </p:cNvPr>
            <p:cNvSpPr/>
            <p:nvPr/>
          </p:nvSpPr>
          <p:spPr>
            <a:xfrm>
              <a:off x="7708219" y="31095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Oval 326">
              <a:extLst>
                <a:ext uri="{FF2B5EF4-FFF2-40B4-BE49-F238E27FC236}">
                  <a16:creationId xmlns:a16="http://schemas.microsoft.com/office/drawing/2014/main" id="{9A461494-C57D-839F-D9BD-07F5843BA749}"/>
                </a:ext>
              </a:extLst>
            </p:cNvPr>
            <p:cNvSpPr/>
            <p:nvPr/>
          </p:nvSpPr>
          <p:spPr>
            <a:xfrm>
              <a:off x="7596215" y="31000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a:extLst>
                <a:ext uri="{FF2B5EF4-FFF2-40B4-BE49-F238E27FC236}">
                  <a16:creationId xmlns:a16="http://schemas.microsoft.com/office/drawing/2014/main" id="{C8E46F87-3239-DADB-19EE-B18DBEB768FB}"/>
                </a:ext>
              </a:extLst>
            </p:cNvPr>
            <p:cNvSpPr/>
            <p:nvPr/>
          </p:nvSpPr>
          <p:spPr>
            <a:xfrm>
              <a:off x="7629046" y="30841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Oval 328">
              <a:extLst>
                <a:ext uri="{FF2B5EF4-FFF2-40B4-BE49-F238E27FC236}">
                  <a16:creationId xmlns:a16="http://schemas.microsoft.com/office/drawing/2014/main" id="{8D9EF9D4-BFD5-EC06-94C9-09CF23AC18AD}"/>
                </a:ext>
              </a:extLst>
            </p:cNvPr>
            <p:cNvSpPr/>
            <p:nvPr/>
          </p:nvSpPr>
          <p:spPr>
            <a:xfrm>
              <a:off x="7782320" y="31089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a:extLst>
                <a:ext uri="{FF2B5EF4-FFF2-40B4-BE49-F238E27FC236}">
                  <a16:creationId xmlns:a16="http://schemas.microsoft.com/office/drawing/2014/main" id="{D4B357B6-CBB8-DE5E-1C2F-D6AAE042EDE4}"/>
                </a:ext>
              </a:extLst>
            </p:cNvPr>
            <p:cNvSpPr/>
            <p:nvPr/>
          </p:nvSpPr>
          <p:spPr>
            <a:xfrm>
              <a:off x="7819932" y="31019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Oval 330">
              <a:extLst>
                <a:ext uri="{FF2B5EF4-FFF2-40B4-BE49-F238E27FC236}">
                  <a16:creationId xmlns:a16="http://schemas.microsoft.com/office/drawing/2014/main" id="{8B4B508E-6361-5FD0-CCA5-EFE64AD3639C}"/>
                </a:ext>
              </a:extLst>
            </p:cNvPr>
            <p:cNvSpPr/>
            <p:nvPr/>
          </p:nvSpPr>
          <p:spPr>
            <a:xfrm>
              <a:off x="7755282" y="310562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734808CA-CBC8-2690-0B28-8A2497295E92}"/>
                </a:ext>
              </a:extLst>
            </p:cNvPr>
            <p:cNvGrpSpPr/>
            <p:nvPr/>
          </p:nvGrpSpPr>
          <p:grpSpPr>
            <a:xfrm rot="13181925">
              <a:off x="7238331" y="3730687"/>
              <a:ext cx="242005" cy="46723"/>
              <a:chOff x="7979724" y="3580291"/>
              <a:chExt cx="242005" cy="43678"/>
            </a:xfrm>
          </p:grpSpPr>
          <p:sp>
            <p:nvSpPr>
              <p:cNvPr id="599" name="Oval 598">
                <a:extLst>
                  <a:ext uri="{FF2B5EF4-FFF2-40B4-BE49-F238E27FC236}">
                    <a16:creationId xmlns:a16="http://schemas.microsoft.com/office/drawing/2014/main" id="{0D60414E-E912-9070-F659-647A2DDFA35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a:extLst>
                  <a:ext uri="{FF2B5EF4-FFF2-40B4-BE49-F238E27FC236}">
                    <a16:creationId xmlns:a16="http://schemas.microsoft.com/office/drawing/2014/main" id="{B0182331-348B-B25B-CF6C-8B5319FC685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a:extLst>
                  <a:ext uri="{FF2B5EF4-FFF2-40B4-BE49-F238E27FC236}">
                    <a16:creationId xmlns:a16="http://schemas.microsoft.com/office/drawing/2014/main" id="{3317A591-6A2F-A2AD-DEDD-A338ED1DD96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a:extLst>
                  <a:ext uri="{FF2B5EF4-FFF2-40B4-BE49-F238E27FC236}">
                    <a16:creationId xmlns:a16="http://schemas.microsoft.com/office/drawing/2014/main" id="{10860C2D-228C-6C3F-034F-07535A4FD58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E14BB3A6-1B29-5BFB-8843-4B03E91AF49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a:extLst>
                  <a:ext uri="{FF2B5EF4-FFF2-40B4-BE49-F238E27FC236}">
                    <a16:creationId xmlns:a16="http://schemas.microsoft.com/office/drawing/2014/main" id="{4EE53482-57C8-3106-52FC-50402B4701A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a:extLst>
                  <a:ext uri="{FF2B5EF4-FFF2-40B4-BE49-F238E27FC236}">
                    <a16:creationId xmlns:a16="http://schemas.microsoft.com/office/drawing/2014/main" id="{B20ECF85-0DA4-83A8-7970-3EAAD97FD46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a:extLst>
                  <a:ext uri="{FF2B5EF4-FFF2-40B4-BE49-F238E27FC236}">
                    <a16:creationId xmlns:a16="http://schemas.microsoft.com/office/drawing/2014/main" id="{57EFC096-3EB4-7563-F9F6-420CD179760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3" name="Oval 332">
              <a:extLst>
                <a:ext uri="{FF2B5EF4-FFF2-40B4-BE49-F238E27FC236}">
                  <a16:creationId xmlns:a16="http://schemas.microsoft.com/office/drawing/2014/main" id="{4C874566-2AFB-F1F4-B0E0-3966A0CC0251}"/>
                </a:ext>
              </a:extLst>
            </p:cNvPr>
            <p:cNvSpPr/>
            <p:nvPr/>
          </p:nvSpPr>
          <p:spPr>
            <a:xfrm rot="13181925">
              <a:off x="7583384" y="309426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Oval 333">
              <a:extLst>
                <a:ext uri="{FF2B5EF4-FFF2-40B4-BE49-F238E27FC236}">
                  <a16:creationId xmlns:a16="http://schemas.microsoft.com/office/drawing/2014/main" id="{B4136AB9-F5C7-E3A9-3570-9B6F6386BF8C}"/>
                </a:ext>
              </a:extLst>
            </p:cNvPr>
            <p:cNvSpPr/>
            <p:nvPr/>
          </p:nvSpPr>
          <p:spPr>
            <a:xfrm rot="13181925">
              <a:off x="7574236" y="3068709"/>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a:extLst>
                <a:ext uri="{FF2B5EF4-FFF2-40B4-BE49-F238E27FC236}">
                  <a16:creationId xmlns:a16="http://schemas.microsoft.com/office/drawing/2014/main" id="{D30DC7D8-E233-EC3E-4290-0162790FC070}"/>
                </a:ext>
              </a:extLst>
            </p:cNvPr>
            <p:cNvSpPr/>
            <p:nvPr/>
          </p:nvSpPr>
          <p:spPr>
            <a:xfrm rot="13181925">
              <a:off x="7560048" y="305590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a:extLst>
                <a:ext uri="{FF2B5EF4-FFF2-40B4-BE49-F238E27FC236}">
                  <a16:creationId xmlns:a16="http://schemas.microsoft.com/office/drawing/2014/main" id="{344C6A04-DD43-2A58-38A2-CF6D2F303AB3}"/>
                </a:ext>
              </a:extLst>
            </p:cNvPr>
            <p:cNvSpPr/>
            <p:nvPr/>
          </p:nvSpPr>
          <p:spPr>
            <a:xfrm rot="13181925">
              <a:off x="7614768" y="311672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FF07743E-702C-668E-4FC1-9FB253DB0B3F}"/>
                </a:ext>
              </a:extLst>
            </p:cNvPr>
            <p:cNvSpPr/>
            <p:nvPr/>
          </p:nvSpPr>
          <p:spPr>
            <a:xfrm rot="13181925">
              <a:off x="7583849" y="311682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62A90901-83B2-7CA1-6AA0-842D68E9E185}"/>
                </a:ext>
              </a:extLst>
            </p:cNvPr>
            <p:cNvSpPr/>
            <p:nvPr/>
          </p:nvSpPr>
          <p:spPr>
            <a:xfrm rot="13181925">
              <a:off x="7518334" y="3022302"/>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565EA9DB-25A0-AD14-7CC0-BAEDB42E09E2}"/>
                </a:ext>
              </a:extLst>
            </p:cNvPr>
            <p:cNvSpPr/>
            <p:nvPr/>
          </p:nvSpPr>
          <p:spPr>
            <a:xfrm rot="13181925">
              <a:off x="7491850" y="3011644"/>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02CDBCB5-9749-3BC0-4C72-F85DDBA3F2CD}"/>
                </a:ext>
              </a:extLst>
            </p:cNvPr>
            <p:cNvSpPr/>
            <p:nvPr/>
          </p:nvSpPr>
          <p:spPr>
            <a:xfrm rot="13181925">
              <a:off x="7530748" y="303794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1E918236-9610-50DF-A663-8CB77291557A}"/>
                </a:ext>
              </a:extLst>
            </p:cNvPr>
            <p:cNvSpPr/>
            <p:nvPr/>
          </p:nvSpPr>
          <p:spPr>
            <a:xfrm rot="8224268">
              <a:off x="7006108" y="3697563"/>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87030CA0-0F8F-7BC5-326D-43B046F88BA4}"/>
                </a:ext>
              </a:extLst>
            </p:cNvPr>
            <p:cNvSpPr/>
            <p:nvPr/>
          </p:nvSpPr>
          <p:spPr>
            <a:xfrm rot="8224268">
              <a:off x="6978240" y="369561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6A45D951-782B-3FCB-7733-18C377D0EE72}"/>
                </a:ext>
              </a:extLst>
            </p:cNvPr>
            <p:cNvSpPr/>
            <p:nvPr/>
          </p:nvSpPr>
          <p:spPr>
            <a:xfrm rot="8224268">
              <a:off x="6966029" y="370537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4AF28AC9-8E7E-CA0A-505C-4F58019A5F5E}"/>
                </a:ext>
              </a:extLst>
            </p:cNvPr>
            <p:cNvSpPr/>
            <p:nvPr/>
          </p:nvSpPr>
          <p:spPr>
            <a:xfrm rot="8224268">
              <a:off x="7026341" y="367316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Oval 344">
              <a:extLst>
                <a:ext uri="{FF2B5EF4-FFF2-40B4-BE49-F238E27FC236}">
                  <a16:creationId xmlns:a16="http://schemas.microsoft.com/office/drawing/2014/main" id="{D3A525CB-A2F7-53DE-19A0-07CB06D3665E}"/>
                </a:ext>
              </a:extLst>
            </p:cNvPr>
            <p:cNvSpPr/>
            <p:nvPr/>
          </p:nvSpPr>
          <p:spPr>
            <a:xfrm rot="8224268">
              <a:off x="7032093" y="370779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Oval 345">
              <a:extLst>
                <a:ext uri="{FF2B5EF4-FFF2-40B4-BE49-F238E27FC236}">
                  <a16:creationId xmlns:a16="http://schemas.microsoft.com/office/drawing/2014/main" id="{2DA1DB06-CBB7-AE80-1B83-BC85C2F9B394}"/>
                </a:ext>
              </a:extLst>
            </p:cNvPr>
            <p:cNvSpPr/>
            <p:nvPr/>
          </p:nvSpPr>
          <p:spPr>
            <a:xfrm rot="8224268">
              <a:off x="6934807" y="373601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Oval 346">
              <a:extLst>
                <a:ext uri="{FF2B5EF4-FFF2-40B4-BE49-F238E27FC236}">
                  <a16:creationId xmlns:a16="http://schemas.microsoft.com/office/drawing/2014/main" id="{22859F43-A4DD-D1D0-7735-3A5CA9E8F62A}"/>
                </a:ext>
              </a:extLst>
            </p:cNvPr>
            <p:cNvSpPr/>
            <p:nvPr/>
          </p:nvSpPr>
          <p:spPr>
            <a:xfrm rot="8224268">
              <a:off x="6927322" y="3760558"/>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Oval 347">
              <a:extLst>
                <a:ext uri="{FF2B5EF4-FFF2-40B4-BE49-F238E27FC236}">
                  <a16:creationId xmlns:a16="http://schemas.microsoft.com/office/drawing/2014/main" id="{736D8FB2-A45C-B85A-9758-3370C06340D3}"/>
                </a:ext>
              </a:extLst>
            </p:cNvPr>
            <p:cNvSpPr/>
            <p:nvPr/>
          </p:nvSpPr>
          <p:spPr>
            <a:xfrm rot="8224268">
              <a:off x="6950618" y="3729587"/>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9" name="Group 348">
              <a:extLst>
                <a:ext uri="{FF2B5EF4-FFF2-40B4-BE49-F238E27FC236}">
                  <a16:creationId xmlns:a16="http://schemas.microsoft.com/office/drawing/2014/main" id="{5C3C057C-7478-2F4B-BE27-D05156236924}"/>
                </a:ext>
              </a:extLst>
            </p:cNvPr>
            <p:cNvGrpSpPr/>
            <p:nvPr/>
          </p:nvGrpSpPr>
          <p:grpSpPr>
            <a:xfrm rot="10800000">
              <a:off x="7389400" y="3658380"/>
              <a:ext cx="242005" cy="46723"/>
              <a:chOff x="7979724" y="3580291"/>
              <a:chExt cx="242005" cy="43678"/>
            </a:xfrm>
          </p:grpSpPr>
          <p:sp>
            <p:nvSpPr>
              <p:cNvPr id="591" name="Oval 590">
                <a:extLst>
                  <a:ext uri="{FF2B5EF4-FFF2-40B4-BE49-F238E27FC236}">
                    <a16:creationId xmlns:a16="http://schemas.microsoft.com/office/drawing/2014/main" id="{B7A0CC4B-8C7F-A8F5-9801-5DEB741B145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CC8AA079-27ED-2845-A804-7A9B40A9C63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AA0AEE2C-7091-EE8C-3222-BD4FA2FD4BF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5521A80D-ACF8-8904-41F1-AB067C5A9C6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a:extLst>
                  <a:ext uri="{FF2B5EF4-FFF2-40B4-BE49-F238E27FC236}">
                    <a16:creationId xmlns:a16="http://schemas.microsoft.com/office/drawing/2014/main" id="{2F4106A4-AE98-9CBA-1D89-F21DAF56C5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a:extLst>
                  <a:ext uri="{FF2B5EF4-FFF2-40B4-BE49-F238E27FC236}">
                    <a16:creationId xmlns:a16="http://schemas.microsoft.com/office/drawing/2014/main" id="{D38A17CE-4472-18A3-E834-F4F3E401497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CC31AACB-6E64-8ACE-7512-35D2B2F3B53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a:extLst>
                  <a:ext uri="{FF2B5EF4-FFF2-40B4-BE49-F238E27FC236}">
                    <a16:creationId xmlns:a16="http://schemas.microsoft.com/office/drawing/2014/main" id="{6BB6A87A-C08D-9E16-804A-C3E541A6F13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0" name="Group 349">
              <a:extLst>
                <a:ext uri="{FF2B5EF4-FFF2-40B4-BE49-F238E27FC236}">
                  <a16:creationId xmlns:a16="http://schemas.microsoft.com/office/drawing/2014/main" id="{B17CA6BC-455F-602E-229F-8145747520DA}"/>
                </a:ext>
              </a:extLst>
            </p:cNvPr>
            <p:cNvGrpSpPr/>
            <p:nvPr/>
          </p:nvGrpSpPr>
          <p:grpSpPr>
            <a:xfrm>
              <a:off x="7318243" y="3659196"/>
              <a:ext cx="242005" cy="43678"/>
              <a:chOff x="7979724" y="3580291"/>
              <a:chExt cx="242005" cy="43678"/>
            </a:xfrm>
          </p:grpSpPr>
          <p:sp>
            <p:nvSpPr>
              <p:cNvPr id="583" name="Oval 582">
                <a:extLst>
                  <a:ext uri="{FF2B5EF4-FFF2-40B4-BE49-F238E27FC236}">
                    <a16:creationId xmlns:a16="http://schemas.microsoft.com/office/drawing/2014/main" id="{19563D36-05F7-3CE4-C587-5E653339FDC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93038C0C-A982-00C9-D92C-E120387F125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a:extLst>
                  <a:ext uri="{FF2B5EF4-FFF2-40B4-BE49-F238E27FC236}">
                    <a16:creationId xmlns:a16="http://schemas.microsoft.com/office/drawing/2014/main" id="{782408DD-4EAA-F89F-A4D7-801DD088CF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a:extLst>
                  <a:ext uri="{FF2B5EF4-FFF2-40B4-BE49-F238E27FC236}">
                    <a16:creationId xmlns:a16="http://schemas.microsoft.com/office/drawing/2014/main" id="{73B81227-0412-9091-137D-A9CE6EE6AC1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2AC0BF24-87E4-E950-B209-2F9EC67EB11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055641C2-13E2-4DC7-7E52-C885737D075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5B7EB370-E039-7374-FE9D-0F3B497017D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Oval 589">
                <a:extLst>
                  <a:ext uri="{FF2B5EF4-FFF2-40B4-BE49-F238E27FC236}">
                    <a16:creationId xmlns:a16="http://schemas.microsoft.com/office/drawing/2014/main" id="{C8EB83F0-71D1-852A-540B-B3A769C0F77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1" name="Group 350">
              <a:extLst>
                <a:ext uri="{FF2B5EF4-FFF2-40B4-BE49-F238E27FC236}">
                  <a16:creationId xmlns:a16="http://schemas.microsoft.com/office/drawing/2014/main" id="{3F18563F-37B3-200E-EC41-AB461A878F11}"/>
                </a:ext>
              </a:extLst>
            </p:cNvPr>
            <p:cNvGrpSpPr/>
            <p:nvPr/>
          </p:nvGrpSpPr>
          <p:grpSpPr>
            <a:xfrm rot="10800000">
              <a:off x="7630443" y="3661556"/>
              <a:ext cx="242005" cy="46723"/>
              <a:chOff x="7979724" y="3580291"/>
              <a:chExt cx="242005" cy="43678"/>
            </a:xfrm>
          </p:grpSpPr>
          <p:sp>
            <p:nvSpPr>
              <p:cNvPr id="575" name="Oval 574">
                <a:extLst>
                  <a:ext uri="{FF2B5EF4-FFF2-40B4-BE49-F238E27FC236}">
                    <a16:creationId xmlns:a16="http://schemas.microsoft.com/office/drawing/2014/main" id="{9CF952D8-8E3E-34C4-4469-C3C4EE0D308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a:extLst>
                  <a:ext uri="{FF2B5EF4-FFF2-40B4-BE49-F238E27FC236}">
                    <a16:creationId xmlns:a16="http://schemas.microsoft.com/office/drawing/2014/main" id="{2E67BB48-97A9-9D6D-100D-03BD3599760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957447ED-730E-7256-8486-9AA81CA7D56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CE888FD9-FEC6-5F41-B953-CAF37A18D9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5CDE9CA6-72D5-42AF-AE9D-CAA8395DF3B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a:extLst>
                  <a:ext uri="{FF2B5EF4-FFF2-40B4-BE49-F238E27FC236}">
                    <a16:creationId xmlns:a16="http://schemas.microsoft.com/office/drawing/2014/main" id="{8AF3BB44-12EC-56D9-7F07-7874AC08E4A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a:extLst>
                  <a:ext uri="{FF2B5EF4-FFF2-40B4-BE49-F238E27FC236}">
                    <a16:creationId xmlns:a16="http://schemas.microsoft.com/office/drawing/2014/main" id="{C1070B93-0B6A-FCAE-6829-88024741688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1124AAE3-B177-8368-B3CE-F0CDA63EF9E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2" name="Group 351">
              <a:extLst>
                <a:ext uri="{FF2B5EF4-FFF2-40B4-BE49-F238E27FC236}">
                  <a16:creationId xmlns:a16="http://schemas.microsoft.com/office/drawing/2014/main" id="{8E9DB6A1-88F7-14AD-1E9D-2C2DD899F09B}"/>
                </a:ext>
              </a:extLst>
            </p:cNvPr>
            <p:cNvGrpSpPr/>
            <p:nvPr/>
          </p:nvGrpSpPr>
          <p:grpSpPr>
            <a:xfrm rot="11689693">
              <a:off x="7559286" y="3662372"/>
              <a:ext cx="242005" cy="43678"/>
              <a:chOff x="7979724" y="3580291"/>
              <a:chExt cx="242005" cy="43678"/>
            </a:xfrm>
          </p:grpSpPr>
          <p:sp>
            <p:nvSpPr>
              <p:cNvPr id="567" name="Oval 566">
                <a:extLst>
                  <a:ext uri="{FF2B5EF4-FFF2-40B4-BE49-F238E27FC236}">
                    <a16:creationId xmlns:a16="http://schemas.microsoft.com/office/drawing/2014/main" id="{AA617D28-9936-7F7C-8515-49CB3F9AF4F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Oval 567">
                <a:extLst>
                  <a:ext uri="{FF2B5EF4-FFF2-40B4-BE49-F238E27FC236}">
                    <a16:creationId xmlns:a16="http://schemas.microsoft.com/office/drawing/2014/main" id="{D5407BF0-FA8B-BDCD-BF4F-4076BDF79F5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9718C609-0FC2-14CC-AEDC-2F38089C06E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8E2DE9AC-3072-08ED-38D4-7603EE28866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E6152BE0-9DBD-E31D-DC61-005F8883037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DF05F6C8-B818-44E9-CC42-FA13AB5416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E8B197FB-59AB-E83B-945F-6D6B47F17D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FCBD3E31-6724-F5F8-0CA0-47FA07F6DC9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3" name="Group 352">
              <a:extLst>
                <a:ext uri="{FF2B5EF4-FFF2-40B4-BE49-F238E27FC236}">
                  <a16:creationId xmlns:a16="http://schemas.microsoft.com/office/drawing/2014/main" id="{3AE67205-3DF8-E2FC-0443-A418BB81C19C}"/>
                </a:ext>
              </a:extLst>
            </p:cNvPr>
            <p:cNvGrpSpPr/>
            <p:nvPr/>
          </p:nvGrpSpPr>
          <p:grpSpPr>
            <a:xfrm rot="21292958">
              <a:off x="7806740" y="3662396"/>
              <a:ext cx="242005" cy="46723"/>
              <a:chOff x="7979724" y="3580291"/>
              <a:chExt cx="242005" cy="43678"/>
            </a:xfrm>
          </p:grpSpPr>
          <p:sp>
            <p:nvSpPr>
              <p:cNvPr id="559" name="Oval 558">
                <a:extLst>
                  <a:ext uri="{FF2B5EF4-FFF2-40B4-BE49-F238E27FC236}">
                    <a16:creationId xmlns:a16="http://schemas.microsoft.com/office/drawing/2014/main" id="{F5B593F9-B052-0325-8219-330A282C85A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Oval 559">
                <a:extLst>
                  <a:ext uri="{FF2B5EF4-FFF2-40B4-BE49-F238E27FC236}">
                    <a16:creationId xmlns:a16="http://schemas.microsoft.com/office/drawing/2014/main" id="{0DAC2B3A-B21B-D984-137D-F78F5CA9B41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Oval 560">
                <a:extLst>
                  <a:ext uri="{FF2B5EF4-FFF2-40B4-BE49-F238E27FC236}">
                    <a16:creationId xmlns:a16="http://schemas.microsoft.com/office/drawing/2014/main" id="{02D58B5C-38EE-53A2-A34D-0DCEC02F1DA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EF53D181-F0F3-5E36-BDDD-ACCDB3FACF6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06EC009E-204F-B912-B903-DC18FDC8F42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072CB88E-C569-D1BD-4365-CD64C39D874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C40F37AB-D8CC-ABFB-2C3C-FE9D375A4FF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B645A8DD-BEBA-7F34-FBB9-33781FA6E82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D63FB717-24D5-EE22-84E5-2A58750446B4}"/>
                </a:ext>
              </a:extLst>
            </p:cNvPr>
            <p:cNvGrpSpPr/>
            <p:nvPr/>
          </p:nvGrpSpPr>
          <p:grpSpPr>
            <a:xfrm>
              <a:off x="7735583" y="3663212"/>
              <a:ext cx="242005" cy="43678"/>
              <a:chOff x="7979724" y="3580291"/>
              <a:chExt cx="242005" cy="43678"/>
            </a:xfrm>
          </p:grpSpPr>
          <p:sp>
            <p:nvSpPr>
              <p:cNvPr id="551" name="Oval 550">
                <a:extLst>
                  <a:ext uri="{FF2B5EF4-FFF2-40B4-BE49-F238E27FC236}">
                    <a16:creationId xmlns:a16="http://schemas.microsoft.com/office/drawing/2014/main" id="{31167366-6FAC-9CFB-15AE-81A6CDDAC9E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750D47EF-A687-2493-4794-980DF01CD98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18196CAB-9B31-D8BD-0AFC-FC0331720B9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Oval 553">
                <a:extLst>
                  <a:ext uri="{FF2B5EF4-FFF2-40B4-BE49-F238E27FC236}">
                    <a16:creationId xmlns:a16="http://schemas.microsoft.com/office/drawing/2014/main" id="{68688B7E-A248-C417-4FC6-2DAF70E7E82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Oval 554">
                <a:extLst>
                  <a:ext uri="{FF2B5EF4-FFF2-40B4-BE49-F238E27FC236}">
                    <a16:creationId xmlns:a16="http://schemas.microsoft.com/office/drawing/2014/main" id="{3F797799-0890-1642-AEDE-65A3E6776C8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12316C47-41C6-1879-93C1-0215594415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2056B32A-27DA-BB3D-BB54-7E7D0025181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BCB9F0F1-9851-3230-C8FF-86A68BBE9CC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5" name="Group 354">
              <a:extLst>
                <a:ext uri="{FF2B5EF4-FFF2-40B4-BE49-F238E27FC236}">
                  <a16:creationId xmlns:a16="http://schemas.microsoft.com/office/drawing/2014/main" id="{6F68DF60-1442-2B8E-35A2-9F0DE39AF209}"/>
                </a:ext>
              </a:extLst>
            </p:cNvPr>
            <p:cNvGrpSpPr/>
            <p:nvPr/>
          </p:nvGrpSpPr>
          <p:grpSpPr>
            <a:xfrm rot="10800000">
              <a:off x="8047783" y="3665572"/>
              <a:ext cx="242005" cy="46723"/>
              <a:chOff x="7979724" y="3580291"/>
              <a:chExt cx="242005" cy="43678"/>
            </a:xfrm>
          </p:grpSpPr>
          <p:sp>
            <p:nvSpPr>
              <p:cNvPr id="543" name="Oval 542">
                <a:extLst>
                  <a:ext uri="{FF2B5EF4-FFF2-40B4-BE49-F238E27FC236}">
                    <a16:creationId xmlns:a16="http://schemas.microsoft.com/office/drawing/2014/main" id="{79111A1E-5B19-B396-536E-BBCAF9D8846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F261586E-3D63-D7C7-ACC5-E3C3849011D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Oval 544">
                <a:extLst>
                  <a:ext uri="{FF2B5EF4-FFF2-40B4-BE49-F238E27FC236}">
                    <a16:creationId xmlns:a16="http://schemas.microsoft.com/office/drawing/2014/main" id="{30A3C38B-DBBA-AB1F-4A69-1F383AD01EE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Oval 545">
                <a:extLst>
                  <a:ext uri="{FF2B5EF4-FFF2-40B4-BE49-F238E27FC236}">
                    <a16:creationId xmlns:a16="http://schemas.microsoft.com/office/drawing/2014/main" id="{0E293779-4CC1-4B76-090C-4490EE42A28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EFBA7F73-DDC2-CD9B-6D91-0A176A8D577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71084E31-E7C6-DBE8-76FC-706EC4496F8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a:extLst>
                  <a:ext uri="{FF2B5EF4-FFF2-40B4-BE49-F238E27FC236}">
                    <a16:creationId xmlns:a16="http://schemas.microsoft.com/office/drawing/2014/main" id="{547C816D-9A2D-F89E-FA03-C247E227C0F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Oval 549">
                <a:extLst>
                  <a:ext uri="{FF2B5EF4-FFF2-40B4-BE49-F238E27FC236}">
                    <a16:creationId xmlns:a16="http://schemas.microsoft.com/office/drawing/2014/main" id="{C32EAB89-8119-86DF-1C09-C9C3945D08E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6" name="Group 355">
              <a:extLst>
                <a:ext uri="{FF2B5EF4-FFF2-40B4-BE49-F238E27FC236}">
                  <a16:creationId xmlns:a16="http://schemas.microsoft.com/office/drawing/2014/main" id="{BBE21544-4D13-64FD-1842-807A115D6270}"/>
                </a:ext>
              </a:extLst>
            </p:cNvPr>
            <p:cNvGrpSpPr/>
            <p:nvPr/>
          </p:nvGrpSpPr>
          <p:grpSpPr>
            <a:xfrm>
              <a:off x="7976626" y="3666388"/>
              <a:ext cx="242005" cy="43678"/>
              <a:chOff x="7979724" y="3580291"/>
              <a:chExt cx="242005" cy="43678"/>
            </a:xfrm>
          </p:grpSpPr>
          <p:sp>
            <p:nvSpPr>
              <p:cNvPr id="535" name="Oval 534">
                <a:extLst>
                  <a:ext uri="{FF2B5EF4-FFF2-40B4-BE49-F238E27FC236}">
                    <a16:creationId xmlns:a16="http://schemas.microsoft.com/office/drawing/2014/main" id="{6778471E-CC82-3385-6BA8-6B03F8C66A9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D91A88CC-0A46-E8B3-F203-8AF6B254DB6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Oval 536">
                <a:extLst>
                  <a:ext uri="{FF2B5EF4-FFF2-40B4-BE49-F238E27FC236}">
                    <a16:creationId xmlns:a16="http://schemas.microsoft.com/office/drawing/2014/main" id="{A7E7670B-60BA-8476-8D47-6AA9DDCD8CB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Oval 537">
                <a:extLst>
                  <a:ext uri="{FF2B5EF4-FFF2-40B4-BE49-F238E27FC236}">
                    <a16:creationId xmlns:a16="http://schemas.microsoft.com/office/drawing/2014/main" id="{6264AE14-3F86-6F65-451E-FD17AC0D228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AD682E26-EF85-7456-5AE2-F0EB5EEC401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14516DDC-A55D-28AB-3F3E-DE0103F4B8E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Oval 540">
                <a:extLst>
                  <a:ext uri="{FF2B5EF4-FFF2-40B4-BE49-F238E27FC236}">
                    <a16:creationId xmlns:a16="http://schemas.microsoft.com/office/drawing/2014/main" id="{C12C7FA4-7317-833E-6C4C-1C361CF2D9D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Oval 541">
                <a:extLst>
                  <a:ext uri="{FF2B5EF4-FFF2-40B4-BE49-F238E27FC236}">
                    <a16:creationId xmlns:a16="http://schemas.microsoft.com/office/drawing/2014/main" id="{061E615C-871B-75E5-833B-EBBD2BC068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a:extLst>
                <a:ext uri="{FF2B5EF4-FFF2-40B4-BE49-F238E27FC236}">
                  <a16:creationId xmlns:a16="http://schemas.microsoft.com/office/drawing/2014/main" id="{069DBE03-5602-9F8E-011E-3CB34A9CFB2C}"/>
                </a:ext>
              </a:extLst>
            </p:cNvPr>
            <p:cNvGrpSpPr/>
            <p:nvPr/>
          </p:nvGrpSpPr>
          <p:grpSpPr>
            <a:xfrm>
              <a:off x="6637489" y="3640726"/>
              <a:ext cx="971545" cy="53915"/>
              <a:chOff x="5754694" y="6008041"/>
              <a:chExt cx="971545" cy="53915"/>
            </a:xfrm>
          </p:grpSpPr>
          <p:grpSp>
            <p:nvGrpSpPr>
              <p:cNvPr id="463" name="Group 462">
                <a:extLst>
                  <a:ext uri="{FF2B5EF4-FFF2-40B4-BE49-F238E27FC236}">
                    <a16:creationId xmlns:a16="http://schemas.microsoft.com/office/drawing/2014/main" id="{AF3C40C5-1165-C613-5E73-C2F74965025E}"/>
                  </a:ext>
                </a:extLst>
              </p:cNvPr>
              <p:cNvGrpSpPr/>
              <p:nvPr/>
            </p:nvGrpSpPr>
            <p:grpSpPr>
              <a:xfrm rot="10800000">
                <a:off x="5825851" y="6008041"/>
                <a:ext cx="242005" cy="46723"/>
                <a:chOff x="7979724" y="3580291"/>
                <a:chExt cx="242005" cy="43678"/>
              </a:xfrm>
            </p:grpSpPr>
            <p:sp>
              <p:nvSpPr>
                <p:cNvPr id="527" name="Oval 526">
                  <a:extLst>
                    <a:ext uri="{FF2B5EF4-FFF2-40B4-BE49-F238E27FC236}">
                      <a16:creationId xmlns:a16="http://schemas.microsoft.com/office/drawing/2014/main" id="{73B0B237-1EF0-7660-6BB7-C71D5309E24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0840496E-483D-6F08-F909-7DDEFD6206E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Oval 528">
                  <a:extLst>
                    <a:ext uri="{FF2B5EF4-FFF2-40B4-BE49-F238E27FC236}">
                      <a16:creationId xmlns:a16="http://schemas.microsoft.com/office/drawing/2014/main" id="{072A9978-E591-A954-F353-6F11AAAB592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Oval 529">
                  <a:extLst>
                    <a:ext uri="{FF2B5EF4-FFF2-40B4-BE49-F238E27FC236}">
                      <a16:creationId xmlns:a16="http://schemas.microsoft.com/office/drawing/2014/main" id="{5A96BAB8-76AD-9C8B-90F4-74800D32B6C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E0485AD1-B6BE-60D1-3D41-19A8C2858B0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A3585CAD-F9F3-2007-660E-33DBDE184C1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Oval 532">
                  <a:extLst>
                    <a:ext uri="{FF2B5EF4-FFF2-40B4-BE49-F238E27FC236}">
                      <a16:creationId xmlns:a16="http://schemas.microsoft.com/office/drawing/2014/main" id="{58BC66B3-9798-C7AF-08F3-447DEFC6263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Oval 533">
                  <a:extLst>
                    <a:ext uri="{FF2B5EF4-FFF2-40B4-BE49-F238E27FC236}">
                      <a16:creationId xmlns:a16="http://schemas.microsoft.com/office/drawing/2014/main" id="{157C56CE-7F52-E08B-0FF2-8D41C49547C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4" name="Group 463">
                <a:extLst>
                  <a:ext uri="{FF2B5EF4-FFF2-40B4-BE49-F238E27FC236}">
                    <a16:creationId xmlns:a16="http://schemas.microsoft.com/office/drawing/2014/main" id="{2AF7F02C-B53F-B1BC-AF92-E1D6014C7808}"/>
                  </a:ext>
                </a:extLst>
              </p:cNvPr>
              <p:cNvGrpSpPr/>
              <p:nvPr/>
            </p:nvGrpSpPr>
            <p:grpSpPr>
              <a:xfrm>
                <a:off x="5754694" y="6008857"/>
                <a:ext cx="242005" cy="43678"/>
                <a:chOff x="7979724" y="3580291"/>
                <a:chExt cx="242005" cy="43678"/>
              </a:xfrm>
            </p:grpSpPr>
            <p:sp>
              <p:nvSpPr>
                <p:cNvPr id="519" name="Oval 518">
                  <a:extLst>
                    <a:ext uri="{FF2B5EF4-FFF2-40B4-BE49-F238E27FC236}">
                      <a16:creationId xmlns:a16="http://schemas.microsoft.com/office/drawing/2014/main" id="{44215BDB-9AD5-20A5-40B3-E400C1382E6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2D448253-12B6-3FED-FB48-D1E001DBAA3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Oval 520">
                  <a:extLst>
                    <a:ext uri="{FF2B5EF4-FFF2-40B4-BE49-F238E27FC236}">
                      <a16:creationId xmlns:a16="http://schemas.microsoft.com/office/drawing/2014/main" id="{025465AB-DDEC-4CC9-F2AA-AE01A48C4E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Oval 521">
                  <a:extLst>
                    <a:ext uri="{FF2B5EF4-FFF2-40B4-BE49-F238E27FC236}">
                      <a16:creationId xmlns:a16="http://schemas.microsoft.com/office/drawing/2014/main" id="{B3427A44-E36F-F7CC-D46D-03855111809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C4D046E1-7E07-48DA-8D3D-089EDC45D1D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46657E9C-D286-F865-3478-C74CE966333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Oval 524">
                  <a:extLst>
                    <a:ext uri="{FF2B5EF4-FFF2-40B4-BE49-F238E27FC236}">
                      <a16:creationId xmlns:a16="http://schemas.microsoft.com/office/drawing/2014/main" id="{2F6B2A36-F31E-03AE-BB3F-4A963DC42C5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Oval 525">
                  <a:extLst>
                    <a:ext uri="{FF2B5EF4-FFF2-40B4-BE49-F238E27FC236}">
                      <a16:creationId xmlns:a16="http://schemas.microsoft.com/office/drawing/2014/main" id="{EAF003B7-943C-94BB-2CA8-0C77EC12574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5" name="Group 464">
                <a:extLst>
                  <a:ext uri="{FF2B5EF4-FFF2-40B4-BE49-F238E27FC236}">
                    <a16:creationId xmlns:a16="http://schemas.microsoft.com/office/drawing/2014/main" id="{359622BD-AFD8-4C18-3F17-E1E9E335F312}"/>
                  </a:ext>
                </a:extLst>
              </p:cNvPr>
              <p:cNvGrpSpPr/>
              <p:nvPr/>
            </p:nvGrpSpPr>
            <p:grpSpPr>
              <a:xfrm rot="10800000">
                <a:off x="6066894" y="6011217"/>
                <a:ext cx="242005" cy="46723"/>
                <a:chOff x="7979724" y="3580291"/>
                <a:chExt cx="242005" cy="43678"/>
              </a:xfrm>
            </p:grpSpPr>
            <p:sp>
              <p:nvSpPr>
                <p:cNvPr id="511" name="Oval 510">
                  <a:extLst>
                    <a:ext uri="{FF2B5EF4-FFF2-40B4-BE49-F238E27FC236}">
                      <a16:creationId xmlns:a16="http://schemas.microsoft.com/office/drawing/2014/main" id="{EA034F1F-5E61-7A89-E847-6244C28F307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DB0CA4C4-CB0F-7611-8046-B37AAAFD699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Oval 512">
                  <a:extLst>
                    <a:ext uri="{FF2B5EF4-FFF2-40B4-BE49-F238E27FC236}">
                      <a16:creationId xmlns:a16="http://schemas.microsoft.com/office/drawing/2014/main" id="{2E4D8A72-1009-EC59-9B1E-BB2B9243325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Oval 513">
                  <a:extLst>
                    <a:ext uri="{FF2B5EF4-FFF2-40B4-BE49-F238E27FC236}">
                      <a16:creationId xmlns:a16="http://schemas.microsoft.com/office/drawing/2014/main" id="{CBB8B872-FACD-2B54-DCFC-59D14C83D0D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721C5594-E33B-5E7A-F12F-55EFB044A11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4FF20FB4-F26F-04CF-DA12-F9B66F576DA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182AB5A7-4436-F813-5F1C-EABB6424F11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a:extLst>
                    <a:ext uri="{FF2B5EF4-FFF2-40B4-BE49-F238E27FC236}">
                      <a16:creationId xmlns:a16="http://schemas.microsoft.com/office/drawing/2014/main" id="{F3089110-ED85-4D4C-216C-ED64C496D8F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6" name="Group 465">
                <a:extLst>
                  <a:ext uri="{FF2B5EF4-FFF2-40B4-BE49-F238E27FC236}">
                    <a16:creationId xmlns:a16="http://schemas.microsoft.com/office/drawing/2014/main" id="{772B291A-ADB2-0430-3E32-819F7F7B1EC8}"/>
                  </a:ext>
                </a:extLst>
              </p:cNvPr>
              <p:cNvGrpSpPr/>
              <p:nvPr/>
            </p:nvGrpSpPr>
            <p:grpSpPr>
              <a:xfrm rot="11689693">
                <a:off x="5995737" y="6012033"/>
                <a:ext cx="242005" cy="43678"/>
                <a:chOff x="7979724" y="3580291"/>
                <a:chExt cx="242005" cy="43678"/>
              </a:xfrm>
            </p:grpSpPr>
            <p:sp>
              <p:nvSpPr>
                <p:cNvPr id="503" name="Oval 502">
                  <a:extLst>
                    <a:ext uri="{FF2B5EF4-FFF2-40B4-BE49-F238E27FC236}">
                      <a16:creationId xmlns:a16="http://schemas.microsoft.com/office/drawing/2014/main" id="{07256D04-3F34-B8C4-AE75-A838B0BDF4D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a:extLst>
                    <a:ext uri="{FF2B5EF4-FFF2-40B4-BE49-F238E27FC236}">
                      <a16:creationId xmlns:a16="http://schemas.microsoft.com/office/drawing/2014/main" id="{B8CA200F-31BC-18A9-19F0-6093A1E44DC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a:extLst>
                    <a:ext uri="{FF2B5EF4-FFF2-40B4-BE49-F238E27FC236}">
                      <a16:creationId xmlns:a16="http://schemas.microsoft.com/office/drawing/2014/main" id="{E67F7F66-A937-CFF3-FF0E-020EAFA30D0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Oval 505">
                  <a:extLst>
                    <a:ext uri="{FF2B5EF4-FFF2-40B4-BE49-F238E27FC236}">
                      <a16:creationId xmlns:a16="http://schemas.microsoft.com/office/drawing/2014/main" id="{E93901F7-7E3F-2CA3-518D-E5260F87C96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Oval 506">
                  <a:extLst>
                    <a:ext uri="{FF2B5EF4-FFF2-40B4-BE49-F238E27FC236}">
                      <a16:creationId xmlns:a16="http://schemas.microsoft.com/office/drawing/2014/main" id="{1ABAA054-661D-6FF5-D0F8-C9D91CDD2FE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a:extLst>
                    <a:ext uri="{FF2B5EF4-FFF2-40B4-BE49-F238E27FC236}">
                      <a16:creationId xmlns:a16="http://schemas.microsoft.com/office/drawing/2014/main" id="{886EC17F-9526-84DC-71FF-488FE9EFB9C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a:extLst>
                    <a:ext uri="{FF2B5EF4-FFF2-40B4-BE49-F238E27FC236}">
                      <a16:creationId xmlns:a16="http://schemas.microsoft.com/office/drawing/2014/main" id="{D4DB7060-6475-F63F-A396-182829198E8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a:extLst>
                    <a:ext uri="{FF2B5EF4-FFF2-40B4-BE49-F238E27FC236}">
                      <a16:creationId xmlns:a16="http://schemas.microsoft.com/office/drawing/2014/main" id="{904CAE11-86F0-AC98-29B1-A9C0E34737A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7" name="Group 466">
                <a:extLst>
                  <a:ext uri="{FF2B5EF4-FFF2-40B4-BE49-F238E27FC236}">
                    <a16:creationId xmlns:a16="http://schemas.microsoft.com/office/drawing/2014/main" id="{F26CD4CD-37D4-6B54-C253-94FE4DDB624E}"/>
                  </a:ext>
                </a:extLst>
              </p:cNvPr>
              <p:cNvGrpSpPr/>
              <p:nvPr/>
            </p:nvGrpSpPr>
            <p:grpSpPr>
              <a:xfrm rot="21292958">
                <a:off x="6243191" y="6012057"/>
                <a:ext cx="242005" cy="46723"/>
                <a:chOff x="7979724" y="3580291"/>
                <a:chExt cx="242005" cy="43678"/>
              </a:xfrm>
            </p:grpSpPr>
            <p:sp>
              <p:nvSpPr>
                <p:cNvPr id="495" name="Oval 494">
                  <a:extLst>
                    <a:ext uri="{FF2B5EF4-FFF2-40B4-BE49-F238E27FC236}">
                      <a16:creationId xmlns:a16="http://schemas.microsoft.com/office/drawing/2014/main" id="{70505134-408F-AF21-3D4A-54F380FD0CE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Oval 495">
                  <a:extLst>
                    <a:ext uri="{FF2B5EF4-FFF2-40B4-BE49-F238E27FC236}">
                      <a16:creationId xmlns:a16="http://schemas.microsoft.com/office/drawing/2014/main" id="{56F0EAAE-64A2-8B71-A677-2C69AA640F6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a:extLst>
                    <a:ext uri="{FF2B5EF4-FFF2-40B4-BE49-F238E27FC236}">
                      <a16:creationId xmlns:a16="http://schemas.microsoft.com/office/drawing/2014/main" id="{4D0F1B69-F7B6-858C-0CDD-8B4EF2CE19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a:extLst>
                    <a:ext uri="{FF2B5EF4-FFF2-40B4-BE49-F238E27FC236}">
                      <a16:creationId xmlns:a16="http://schemas.microsoft.com/office/drawing/2014/main" id="{B369392E-1AB5-24E9-DCF2-1378A059FAE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5E45ECB7-2925-CA63-BC6B-8A13306F0B7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Oval 499">
                  <a:extLst>
                    <a:ext uri="{FF2B5EF4-FFF2-40B4-BE49-F238E27FC236}">
                      <a16:creationId xmlns:a16="http://schemas.microsoft.com/office/drawing/2014/main" id="{96595E9E-8472-23D9-1209-B5CD9668004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Oval 500">
                  <a:extLst>
                    <a:ext uri="{FF2B5EF4-FFF2-40B4-BE49-F238E27FC236}">
                      <a16:creationId xmlns:a16="http://schemas.microsoft.com/office/drawing/2014/main" id="{BB9ECAB7-C360-922D-2E73-24A6870E37F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a:extLst>
                    <a:ext uri="{FF2B5EF4-FFF2-40B4-BE49-F238E27FC236}">
                      <a16:creationId xmlns:a16="http://schemas.microsoft.com/office/drawing/2014/main" id="{492DE93E-2342-164B-A28A-232BFB9EF79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EDF4517A-AA15-113D-C776-A11368A0BF71}"/>
                  </a:ext>
                </a:extLst>
              </p:cNvPr>
              <p:cNvGrpSpPr/>
              <p:nvPr/>
            </p:nvGrpSpPr>
            <p:grpSpPr>
              <a:xfrm>
                <a:off x="6172034" y="6012873"/>
                <a:ext cx="242005" cy="43678"/>
                <a:chOff x="7979724" y="3580291"/>
                <a:chExt cx="242005" cy="43678"/>
              </a:xfrm>
            </p:grpSpPr>
            <p:sp>
              <p:nvSpPr>
                <p:cNvPr id="487" name="Oval 486">
                  <a:extLst>
                    <a:ext uri="{FF2B5EF4-FFF2-40B4-BE49-F238E27FC236}">
                      <a16:creationId xmlns:a16="http://schemas.microsoft.com/office/drawing/2014/main" id="{5464A6EE-BF44-C6B2-7DDB-B4E48CCC2C2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Oval 487">
                  <a:extLst>
                    <a:ext uri="{FF2B5EF4-FFF2-40B4-BE49-F238E27FC236}">
                      <a16:creationId xmlns:a16="http://schemas.microsoft.com/office/drawing/2014/main" id="{997BB44B-52C3-9334-2452-36D5CACFA6F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Oval 488">
                  <a:extLst>
                    <a:ext uri="{FF2B5EF4-FFF2-40B4-BE49-F238E27FC236}">
                      <a16:creationId xmlns:a16="http://schemas.microsoft.com/office/drawing/2014/main" id="{81C528D6-E298-145C-AA9D-AD941B217D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E2A4B951-F5AC-ECB2-CDF8-762CC4B2800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Oval 490">
                  <a:extLst>
                    <a:ext uri="{FF2B5EF4-FFF2-40B4-BE49-F238E27FC236}">
                      <a16:creationId xmlns:a16="http://schemas.microsoft.com/office/drawing/2014/main" id="{BCF0B5C2-FD0C-0FF7-25D9-257DFC56CB3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Oval 491">
                  <a:extLst>
                    <a:ext uri="{FF2B5EF4-FFF2-40B4-BE49-F238E27FC236}">
                      <a16:creationId xmlns:a16="http://schemas.microsoft.com/office/drawing/2014/main" id="{0C2C780A-3207-78C1-4798-D504D8062AF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5383EC42-8B01-14B5-4515-B734DECA4B6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a:extLst>
                    <a:ext uri="{FF2B5EF4-FFF2-40B4-BE49-F238E27FC236}">
                      <a16:creationId xmlns:a16="http://schemas.microsoft.com/office/drawing/2014/main" id="{AC4E7F1E-7311-A654-D0A2-DC1E6D6865F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9" name="Group 468">
                <a:extLst>
                  <a:ext uri="{FF2B5EF4-FFF2-40B4-BE49-F238E27FC236}">
                    <a16:creationId xmlns:a16="http://schemas.microsoft.com/office/drawing/2014/main" id="{E4CAEE64-731C-EA8C-78AE-83EB3F4554DE}"/>
                  </a:ext>
                </a:extLst>
              </p:cNvPr>
              <p:cNvGrpSpPr/>
              <p:nvPr/>
            </p:nvGrpSpPr>
            <p:grpSpPr>
              <a:xfrm rot="10800000">
                <a:off x="6484234" y="6015233"/>
                <a:ext cx="242005" cy="46723"/>
                <a:chOff x="7979724" y="3580291"/>
                <a:chExt cx="242005" cy="43678"/>
              </a:xfrm>
            </p:grpSpPr>
            <p:sp>
              <p:nvSpPr>
                <p:cNvPr id="479" name="Oval 478">
                  <a:extLst>
                    <a:ext uri="{FF2B5EF4-FFF2-40B4-BE49-F238E27FC236}">
                      <a16:creationId xmlns:a16="http://schemas.microsoft.com/office/drawing/2014/main" id="{6427BFC7-0B8C-3A17-FAA3-5D6080A65D4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Oval 479">
                  <a:extLst>
                    <a:ext uri="{FF2B5EF4-FFF2-40B4-BE49-F238E27FC236}">
                      <a16:creationId xmlns:a16="http://schemas.microsoft.com/office/drawing/2014/main" id="{EEF1C2C3-F152-EAC9-BC8E-65B82BC0015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A0DC504D-C55C-1887-812A-3D39721CD3A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Oval 481">
                  <a:extLst>
                    <a:ext uri="{FF2B5EF4-FFF2-40B4-BE49-F238E27FC236}">
                      <a16:creationId xmlns:a16="http://schemas.microsoft.com/office/drawing/2014/main" id="{1C0D0A35-3687-5189-CCB8-D2AF5B30533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Oval 482">
                  <a:extLst>
                    <a:ext uri="{FF2B5EF4-FFF2-40B4-BE49-F238E27FC236}">
                      <a16:creationId xmlns:a16="http://schemas.microsoft.com/office/drawing/2014/main" id="{FE5D5A49-ED39-A610-E321-8CC33CF63E4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28F45E82-D2F5-2671-9034-728FC004EC9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Oval 484">
                  <a:extLst>
                    <a:ext uri="{FF2B5EF4-FFF2-40B4-BE49-F238E27FC236}">
                      <a16:creationId xmlns:a16="http://schemas.microsoft.com/office/drawing/2014/main" id="{0D2C36D1-A4D2-F5FA-30E8-82D69E62AAD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a:extLst>
                    <a:ext uri="{FF2B5EF4-FFF2-40B4-BE49-F238E27FC236}">
                      <a16:creationId xmlns:a16="http://schemas.microsoft.com/office/drawing/2014/main" id="{FBE95722-4EC5-4AD6-9CDA-1D698DC64A6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0" name="Group 469">
                <a:extLst>
                  <a:ext uri="{FF2B5EF4-FFF2-40B4-BE49-F238E27FC236}">
                    <a16:creationId xmlns:a16="http://schemas.microsoft.com/office/drawing/2014/main" id="{A2E065BB-1CE0-256D-A162-5148F2349208}"/>
                  </a:ext>
                </a:extLst>
              </p:cNvPr>
              <p:cNvGrpSpPr/>
              <p:nvPr/>
            </p:nvGrpSpPr>
            <p:grpSpPr>
              <a:xfrm>
                <a:off x="6413077" y="6016049"/>
                <a:ext cx="242005" cy="43678"/>
                <a:chOff x="7979724" y="3580291"/>
                <a:chExt cx="242005" cy="43678"/>
              </a:xfrm>
            </p:grpSpPr>
            <p:sp>
              <p:nvSpPr>
                <p:cNvPr id="471" name="Oval 470">
                  <a:extLst>
                    <a:ext uri="{FF2B5EF4-FFF2-40B4-BE49-F238E27FC236}">
                      <a16:creationId xmlns:a16="http://schemas.microsoft.com/office/drawing/2014/main" id="{7A4759FC-87C9-773C-1BF6-93D4F9C54B4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FA9C1736-2247-04D8-6937-A6CCF6E5E33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69BB4F53-2138-4022-3835-6185F974644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56D13E20-5E4C-C379-F799-709B93B1167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68FA9FED-DE36-1835-E0AA-A323EA823C5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Oval 475">
                  <a:extLst>
                    <a:ext uri="{FF2B5EF4-FFF2-40B4-BE49-F238E27FC236}">
                      <a16:creationId xmlns:a16="http://schemas.microsoft.com/office/drawing/2014/main" id="{BE00F803-C4C0-DEA8-4D00-00CBB0B9567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Oval 476">
                  <a:extLst>
                    <a:ext uri="{FF2B5EF4-FFF2-40B4-BE49-F238E27FC236}">
                      <a16:creationId xmlns:a16="http://schemas.microsoft.com/office/drawing/2014/main" id="{F9898BFC-A876-4400-65F2-F3BA0323981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Oval 477">
                  <a:extLst>
                    <a:ext uri="{FF2B5EF4-FFF2-40B4-BE49-F238E27FC236}">
                      <a16:creationId xmlns:a16="http://schemas.microsoft.com/office/drawing/2014/main" id="{76A871A5-3BF7-B6A9-112E-1C3E4E66BA5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8" name="TextBox 357">
              <a:extLst>
                <a:ext uri="{FF2B5EF4-FFF2-40B4-BE49-F238E27FC236}">
                  <a16:creationId xmlns:a16="http://schemas.microsoft.com/office/drawing/2014/main" id="{F873A527-6F61-EAC5-2D5E-55A8C3EF02D4}"/>
                </a:ext>
              </a:extLst>
            </p:cNvPr>
            <p:cNvSpPr txBox="1"/>
            <p:nvPr/>
          </p:nvSpPr>
          <p:spPr>
            <a:xfrm>
              <a:off x="9901505" y="3814840"/>
              <a:ext cx="994183"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Traces and objects</a:t>
              </a:r>
            </a:p>
            <a:p>
              <a:pPr algn="l"/>
              <a:r>
                <a:rPr lang="en-US" sz="750" dirty="0">
                  <a:ln/>
                  <a:solidFill>
                    <a:srgbClr val="000000"/>
                  </a:solidFill>
                  <a:latin typeface="Helvetica"/>
                  <a:cs typeface="Helvetica"/>
                  <a:sym typeface="Helvetica"/>
                  <a:rtl val="0"/>
                </a:rPr>
                <a:t>clustered</a:t>
              </a:r>
              <a:endParaRPr lang="en-US" sz="750" spc="0" baseline="0" dirty="0">
                <a:ln/>
                <a:solidFill>
                  <a:srgbClr val="000000"/>
                </a:solidFill>
                <a:latin typeface="Helvetica"/>
                <a:cs typeface="Helvetica"/>
                <a:sym typeface="Helvetica"/>
                <a:rtl val="0"/>
              </a:endParaRPr>
            </a:p>
          </p:txBody>
        </p:sp>
        <p:sp>
          <p:nvSpPr>
            <p:cNvPr id="359" name="TextBox 358">
              <a:extLst>
                <a:ext uri="{FF2B5EF4-FFF2-40B4-BE49-F238E27FC236}">
                  <a16:creationId xmlns:a16="http://schemas.microsoft.com/office/drawing/2014/main" id="{B64B6A6D-3C5D-AFFD-9BA8-0B9F87360810}"/>
                </a:ext>
              </a:extLst>
            </p:cNvPr>
            <p:cNvSpPr txBox="1"/>
            <p:nvPr/>
          </p:nvSpPr>
          <p:spPr>
            <a:xfrm>
              <a:off x="9872905" y="4452906"/>
              <a:ext cx="81144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elements</a:t>
              </a:r>
            </a:p>
          </p:txBody>
        </p:sp>
        <p:sp>
          <p:nvSpPr>
            <p:cNvPr id="360" name="TextBox 359">
              <a:extLst>
                <a:ext uri="{FF2B5EF4-FFF2-40B4-BE49-F238E27FC236}">
                  <a16:creationId xmlns:a16="http://schemas.microsoft.com/office/drawing/2014/main" id="{50C10E73-5352-FB58-CBB4-043785EF68EF}"/>
                </a:ext>
              </a:extLst>
            </p:cNvPr>
            <p:cNvSpPr txBox="1"/>
            <p:nvPr/>
          </p:nvSpPr>
          <p:spPr>
            <a:xfrm>
              <a:off x="9869730" y="5102608"/>
              <a:ext cx="77457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Lane sections</a:t>
              </a:r>
            </a:p>
          </p:txBody>
        </p:sp>
        <p:sp>
          <p:nvSpPr>
            <p:cNvPr id="361" name="TextBox 360">
              <a:extLst>
                <a:ext uri="{FF2B5EF4-FFF2-40B4-BE49-F238E27FC236}">
                  <a16:creationId xmlns:a16="http://schemas.microsoft.com/office/drawing/2014/main" id="{97695A0E-08EC-A08A-E627-ECCE92574802}"/>
                </a:ext>
              </a:extLst>
            </p:cNvPr>
            <p:cNvSpPr txBox="1"/>
            <p:nvPr/>
          </p:nvSpPr>
          <p:spPr>
            <a:xfrm>
              <a:off x="9649436" y="5767552"/>
              <a:ext cx="1077539"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Roads and Junctions</a:t>
              </a:r>
            </a:p>
          </p:txBody>
        </p:sp>
        <p:grpSp>
          <p:nvGrpSpPr>
            <p:cNvPr id="362" name="Group 361">
              <a:extLst>
                <a:ext uri="{FF2B5EF4-FFF2-40B4-BE49-F238E27FC236}">
                  <a16:creationId xmlns:a16="http://schemas.microsoft.com/office/drawing/2014/main" id="{6BE0AC1B-D51B-85B9-2DF3-47984166466D}"/>
                </a:ext>
              </a:extLst>
            </p:cNvPr>
            <p:cNvGrpSpPr/>
            <p:nvPr/>
          </p:nvGrpSpPr>
          <p:grpSpPr>
            <a:xfrm>
              <a:off x="6744631" y="3068775"/>
              <a:ext cx="3016472" cy="676275"/>
              <a:chOff x="7611511" y="5020299"/>
              <a:chExt cx="3016472" cy="676275"/>
            </a:xfrm>
          </p:grpSpPr>
          <p:grpSp>
            <p:nvGrpSpPr>
              <p:cNvPr id="449" name="Group 448">
                <a:extLst>
                  <a:ext uri="{FF2B5EF4-FFF2-40B4-BE49-F238E27FC236}">
                    <a16:creationId xmlns:a16="http://schemas.microsoft.com/office/drawing/2014/main" id="{AB639B16-363E-966C-FF10-F9C25C6A12CE}"/>
                  </a:ext>
                </a:extLst>
              </p:cNvPr>
              <p:cNvGrpSpPr/>
              <p:nvPr/>
            </p:nvGrpSpPr>
            <p:grpSpPr>
              <a:xfrm>
                <a:off x="7782696" y="5020299"/>
                <a:ext cx="2826257" cy="676275"/>
                <a:chOff x="7782696" y="5020299"/>
                <a:chExt cx="2826257" cy="676275"/>
              </a:xfrm>
            </p:grpSpPr>
            <p:sp>
              <p:nvSpPr>
                <p:cNvPr id="451" name="Freeform: Shape 450">
                  <a:extLst>
                    <a:ext uri="{FF2B5EF4-FFF2-40B4-BE49-F238E27FC236}">
                      <a16:creationId xmlns:a16="http://schemas.microsoft.com/office/drawing/2014/main" id="{2E58B55D-1B66-AC1E-E45E-046C2BDB2AE2}"/>
                    </a:ext>
                  </a:extLst>
                </p:cNvPr>
                <p:cNvSpPr/>
                <p:nvPr/>
              </p:nvSpPr>
              <p:spPr>
                <a:xfrm>
                  <a:off x="8163791" y="5114406"/>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chemeClr val="tx1"/>
                  </a:solid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86935BED-B5A4-E351-E976-0F3B4242C525}"/>
                    </a:ext>
                  </a:extLst>
                </p:cNvPr>
                <p:cNvSpPr/>
                <p:nvPr/>
              </p:nvSpPr>
              <p:spPr>
                <a:xfrm>
                  <a:off x="7910712" y="5257852"/>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tx1"/>
                  </a:solidFill>
                  <a:custDash>
                    <a:ds d="675000" sp="675000"/>
                  </a:custDash>
                  <a:miter/>
                </a:ln>
              </p:spPr>
              <p:txBody>
                <a:bodyPr rtlCol="0" anchor="ctr"/>
                <a:lstStyle/>
                <a:p>
                  <a:endParaRPr lang="en-US"/>
                </a:p>
              </p:txBody>
            </p:sp>
            <p:sp>
              <p:nvSpPr>
                <p:cNvPr id="453" name="Freeform: Shape 452">
                  <a:extLst>
                    <a:ext uri="{FF2B5EF4-FFF2-40B4-BE49-F238E27FC236}">
                      <a16:creationId xmlns:a16="http://schemas.microsoft.com/office/drawing/2014/main" id="{6A4DC0F6-F20E-A117-04D1-3E213AC597BC}"/>
                    </a:ext>
                  </a:extLst>
                </p:cNvPr>
                <p:cNvSpPr/>
                <p:nvPr/>
              </p:nvSpPr>
              <p:spPr>
                <a:xfrm>
                  <a:off x="7782696" y="5401299"/>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chemeClr val="tx1"/>
                  </a:solid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51D35A2E-1C32-C6C0-ECCF-A126341CA5A4}"/>
                    </a:ext>
                  </a:extLst>
                </p:cNvPr>
                <p:cNvSpPr/>
                <p:nvPr/>
              </p:nvSpPr>
              <p:spPr>
                <a:xfrm>
                  <a:off x="8960462" y="5557795"/>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chemeClr val="tx1"/>
                  </a:solid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A2681CFB-A665-9F88-C50C-E47CA0DA4C1C}"/>
                    </a:ext>
                  </a:extLst>
                </p:cNvPr>
                <p:cNvSpPr/>
                <p:nvPr/>
              </p:nvSpPr>
              <p:spPr>
                <a:xfrm>
                  <a:off x="8651757" y="5401299"/>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chemeClr val="tx1"/>
                  </a:solid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D2E101CE-68E1-F162-87D8-0A2CC4AEE4B8}"/>
                    </a:ext>
                  </a:extLst>
                </p:cNvPr>
                <p:cNvSpPr/>
                <p:nvPr/>
              </p:nvSpPr>
              <p:spPr>
                <a:xfrm>
                  <a:off x="8739863" y="5407776"/>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chemeClr val="tx1"/>
                  </a:solidFill>
                  <a:custDash>
                    <a:ds d="675000" sp="675000"/>
                  </a:custDash>
                  <a:miter/>
                </a:ln>
              </p:spPr>
              <p:txBody>
                <a:bodyPr rtlCol="0" anchor="ctr"/>
                <a:lstStyle/>
                <a:p>
                  <a:endParaRPr lang="en-US"/>
                </a:p>
              </p:txBody>
            </p:sp>
            <p:sp>
              <p:nvSpPr>
                <p:cNvPr id="457" name="Freeform: Shape 456">
                  <a:extLst>
                    <a:ext uri="{FF2B5EF4-FFF2-40B4-BE49-F238E27FC236}">
                      <a16:creationId xmlns:a16="http://schemas.microsoft.com/office/drawing/2014/main" id="{CBFF5418-71F4-C4CD-1C21-40F99282370A}"/>
                    </a:ext>
                  </a:extLst>
                </p:cNvPr>
                <p:cNvSpPr/>
                <p:nvPr/>
              </p:nvSpPr>
              <p:spPr>
                <a:xfrm>
                  <a:off x="9539391" y="5407776"/>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chemeClr val="tx1"/>
                  </a:solid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31CB78F1-8DAE-845C-0F0E-95A758C6DEB2}"/>
                    </a:ext>
                  </a:extLst>
                </p:cNvPr>
                <p:cNvSpPr/>
                <p:nvPr/>
              </p:nvSpPr>
              <p:spPr>
                <a:xfrm>
                  <a:off x="9709222" y="5407966"/>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tx1"/>
                  </a:solid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0A69B675-815C-825F-09E1-7398000E5C2A}"/>
                    </a:ext>
                  </a:extLst>
                </p:cNvPr>
                <p:cNvSpPr/>
                <p:nvPr/>
              </p:nvSpPr>
              <p:spPr>
                <a:xfrm>
                  <a:off x="9539391" y="5563224"/>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chemeClr val="tx1"/>
                  </a:solid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A4CF34DC-1E08-A1D2-C596-D297B8ECA3F7}"/>
                    </a:ext>
                  </a:extLst>
                </p:cNvPr>
                <p:cNvSpPr/>
                <p:nvPr/>
              </p:nvSpPr>
              <p:spPr>
                <a:xfrm>
                  <a:off x="9686076" y="5257852"/>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tx1"/>
                  </a:solid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9631BDA6-DB10-5E25-26E3-77AFE3BAF00F}"/>
                    </a:ext>
                  </a:extLst>
                </p:cNvPr>
                <p:cNvSpPr/>
                <p:nvPr/>
              </p:nvSpPr>
              <p:spPr>
                <a:xfrm>
                  <a:off x="7870135" y="5620374"/>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chemeClr val="tx1"/>
                  </a:solid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3ADEBCC5-EBB8-3298-5B0F-5A92AA8B65E6}"/>
                    </a:ext>
                  </a:extLst>
                </p:cNvPr>
                <p:cNvSpPr/>
                <p:nvPr/>
              </p:nvSpPr>
              <p:spPr>
                <a:xfrm>
                  <a:off x="8404583" y="5020299"/>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chemeClr val="tx1"/>
                  </a:solidFill>
                  <a:prstDash val="solid"/>
                  <a:miter/>
                </a:ln>
              </p:spPr>
              <p:txBody>
                <a:bodyPr rtlCol="0" anchor="ctr"/>
                <a:lstStyle/>
                <a:p>
                  <a:endParaRPr lang="en-US"/>
                </a:p>
              </p:txBody>
            </p:sp>
          </p:grpSp>
          <p:sp>
            <p:nvSpPr>
              <p:cNvPr id="450" name="Freeform: Shape 449">
                <a:extLst>
                  <a:ext uri="{FF2B5EF4-FFF2-40B4-BE49-F238E27FC236}">
                    <a16:creationId xmlns:a16="http://schemas.microsoft.com/office/drawing/2014/main" id="{C5A0739D-6C64-DE38-5429-93089B30ECB3}"/>
                  </a:ext>
                </a:extLst>
              </p:cNvPr>
              <p:cNvSpPr/>
              <p:nvPr/>
            </p:nvSpPr>
            <p:spPr>
              <a:xfrm>
                <a:off x="7611511" y="5096285"/>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alpha val="60000"/>
                </a:srgbClr>
              </a:solidFill>
              <a:ln w="9525" cap="flat">
                <a:noFill/>
                <a:prstDash val="solid"/>
                <a:miter/>
              </a:ln>
            </p:spPr>
            <p:txBody>
              <a:bodyPr rtlCol="0" anchor="ctr"/>
              <a:lstStyle/>
              <a:p>
                <a:endParaRPr lang="en-US"/>
              </a:p>
            </p:txBody>
          </p:sp>
        </p:grpSp>
        <p:grpSp>
          <p:nvGrpSpPr>
            <p:cNvPr id="363" name="Group 362">
              <a:extLst>
                <a:ext uri="{FF2B5EF4-FFF2-40B4-BE49-F238E27FC236}">
                  <a16:creationId xmlns:a16="http://schemas.microsoft.com/office/drawing/2014/main" id="{BCE9DDF1-358B-DA73-F1FC-1BAB8981BF46}"/>
                </a:ext>
              </a:extLst>
            </p:cNvPr>
            <p:cNvGrpSpPr/>
            <p:nvPr/>
          </p:nvGrpSpPr>
          <p:grpSpPr>
            <a:xfrm>
              <a:off x="6882783" y="3843953"/>
              <a:ext cx="2826257" cy="676275"/>
              <a:chOff x="8799528" y="2667824"/>
              <a:chExt cx="2826257" cy="676275"/>
            </a:xfrm>
          </p:grpSpPr>
          <p:sp>
            <p:nvSpPr>
              <p:cNvPr id="437" name="Freeform: Shape 436">
                <a:extLst>
                  <a:ext uri="{FF2B5EF4-FFF2-40B4-BE49-F238E27FC236}">
                    <a16:creationId xmlns:a16="http://schemas.microsoft.com/office/drawing/2014/main" id="{D863BE2E-532D-0F83-A3F5-1CC96B9EDEFB}"/>
                  </a:ext>
                </a:extLst>
              </p:cNvPr>
              <p:cNvSpPr/>
              <p:nvPr/>
            </p:nvSpPr>
            <p:spPr>
              <a:xfrm>
                <a:off x="9180623" y="2761931"/>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0070C0"/>
                </a:solid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D024F419-172A-775A-A77B-4BA1CB72BFE7}"/>
                  </a:ext>
                </a:extLst>
              </p:cNvPr>
              <p:cNvSpPr/>
              <p:nvPr/>
            </p:nvSpPr>
            <p:spPr>
              <a:xfrm>
                <a:off x="8927544" y="2905377"/>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accent2">
                    <a:lumMod val="50000"/>
                  </a:schemeClr>
                </a:solidFill>
                <a:custDash>
                  <a:ds d="675000" sp="675000"/>
                </a:custDash>
                <a:miter/>
              </a:ln>
            </p:spPr>
            <p:txBody>
              <a:bodyPr rtlCol="0" anchor="ctr"/>
              <a:lstStyle/>
              <a:p>
                <a:endParaRPr lang="en-US"/>
              </a:p>
            </p:txBody>
          </p:sp>
          <p:sp>
            <p:nvSpPr>
              <p:cNvPr id="439" name="Freeform: Shape 438">
                <a:extLst>
                  <a:ext uri="{FF2B5EF4-FFF2-40B4-BE49-F238E27FC236}">
                    <a16:creationId xmlns:a16="http://schemas.microsoft.com/office/drawing/2014/main" id="{97E592EA-46F7-ED5F-318B-DB223224E7CB}"/>
                  </a:ext>
                </a:extLst>
              </p:cNvPr>
              <p:cNvSpPr/>
              <p:nvPr/>
            </p:nvSpPr>
            <p:spPr>
              <a:xfrm>
                <a:off x="8799528" y="3048824"/>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7030A0"/>
                </a:solid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B0DB4A04-BF34-6A92-E624-ABEC10CFB1F8}"/>
                  </a:ext>
                </a:extLst>
              </p:cNvPr>
              <p:cNvSpPr/>
              <p:nvPr/>
            </p:nvSpPr>
            <p:spPr>
              <a:xfrm>
                <a:off x="9977294" y="3205320"/>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7030A0"/>
                </a:solid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586EF4F7-35E2-E615-3156-B8DC9D8CA2B6}"/>
                  </a:ext>
                </a:extLst>
              </p:cNvPr>
              <p:cNvSpPr/>
              <p:nvPr/>
            </p:nvSpPr>
            <p:spPr>
              <a:xfrm>
                <a:off x="9668589" y="3048824"/>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7030A0"/>
                </a:solid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6A7AA6F2-A41B-70C5-2C0C-FC388A652BBF}"/>
                  </a:ext>
                </a:extLst>
              </p:cNvPr>
              <p:cNvSpPr/>
              <p:nvPr/>
            </p:nvSpPr>
            <p:spPr>
              <a:xfrm>
                <a:off x="9756695" y="3055301"/>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00B050"/>
                </a:solidFill>
                <a:custDash>
                  <a:ds d="675000" sp="675000"/>
                </a:custDash>
                <a:miter/>
              </a:ln>
            </p:spPr>
            <p:txBody>
              <a:bodyPr rtlCol="0" anchor="ctr"/>
              <a:lstStyle/>
              <a:p>
                <a:endParaRPr lang="en-US"/>
              </a:p>
            </p:txBody>
          </p:sp>
          <p:sp>
            <p:nvSpPr>
              <p:cNvPr id="443" name="Freeform: Shape 442">
                <a:extLst>
                  <a:ext uri="{FF2B5EF4-FFF2-40B4-BE49-F238E27FC236}">
                    <a16:creationId xmlns:a16="http://schemas.microsoft.com/office/drawing/2014/main" id="{6B757973-3915-977E-EF6B-D3639D640291}"/>
                  </a:ext>
                </a:extLst>
              </p:cNvPr>
              <p:cNvSpPr/>
              <p:nvPr/>
            </p:nvSpPr>
            <p:spPr>
              <a:xfrm>
                <a:off x="10556223" y="3055301"/>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C000"/>
                </a:solid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5407E168-B659-7E34-FE80-CC571F44A33D}"/>
                  </a:ext>
                </a:extLst>
              </p:cNvPr>
              <p:cNvSpPr/>
              <p:nvPr/>
            </p:nvSpPr>
            <p:spPr>
              <a:xfrm>
                <a:off x="10726054" y="3055491"/>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accent4">
                    <a:lumMod val="75000"/>
                  </a:schemeClr>
                </a:solid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0338F71E-B6E3-21A3-7ECE-D529B94E6E4A}"/>
                  </a:ext>
                </a:extLst>
              </p:cNvPr>
              <p:cNvSpPr/>
              <p:nvPr/>
            </p:nvSpPr>
            <p:spPr>
              <a:xfrm>
                <a:off x="10556223" y="3210749"/>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7030A0"/>
                </a:solid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565D79FD-A319-9D5F-DA64-4182A57A78EA}"/>
                  </a:ext>
                </a:extLst>
              </p:cNvPr>
              <p:cNvSpPr/>
              <p:nvPr/>
            </p:nvSpPr>
            <p:spPr>
              <a:xfrm>
                <a:off x="10702908" y="2905377"/>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accent6">
                    <a:lumMod val="50000"/>
                  </a:schemeClr>
                </a:solid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B5F8D1E3-1F61-9010-F68D-2C6A5F1DFA62}"/>
                  </a:ext>
                </a:extLst>
              </p:cNvPr>
              <p:cNvSpPr/>
              <p:nvPr/>
            </p:nvSpPr>
            <p:spPr>
              <a:xfrm>
                <a:off x="8886967" y="3267899"/>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FF0000"/>
                </a:solid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55E910A1-5D97-A676-C1A7-7C7A9DE13EDA}"/>
                  </a:ext>
                </a:extLst>
              </p:cNvPr>
              <p:cNvSpPr/>
              <p:nvPr/>
            </p:nvSpPr>
            <p:spPr>
              <a:xfrm>
                <a:off x="9421415" y="2667824"/>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FF0000"/>
                </a:solidFill>
                <a:prstDash val="solid"/>
                <a:miter/>
              </a:ln>
            </p:spPr>
            <p:txBody>
              <a:bodyPr rtlCol="0" anchor="ctr"/>
              <a:lstStyle/>
              <a:p>
                <a:endParaRPr lang="en-US"/>
              </a:p>
            </p:txBody>
          </p:sp>
        </p:grpSp>
        <p:grpSp>
          <p:nvGrpSpPr>
            <p:cNvPr id="364" name="Group 363">
              <a:extLst>
                <a:ext uri="{FF2B5EF4-FFF2-40B4-BE49-F238E27FC236}">
                  <a16:creationId xmlns:a16="http://schemas.microsoft.com/office/drawing/2014/main" id="{75DA8DE2-B4D8-8656-6512-48D4FD5E25C0}"/>
                </a:ext>
              </a:extLst>
            </p:cNvPr>
            <p:cNvGrpSpPr/>
            <p:nvPr/>
          </p:nvGrpSpPr>
          <p:grpSpPr>
            <a:xfrm>
              <a:off x="6311661" y="5531809"/>
              <a:ext cx="3167370" cy="858107"/>
              <a:chOff x="4014110" y="4950936"/>
              <a:chExt cx="3167370" cy="858107"/>
            </a:xfrm>
          </p:grpSpPr>
          <p:sp>
            <p:nvSpPr>
              <p:cNvPr id="409" name="Freeform: Shape 408">
                <a:extLst>
                  <a:ext uri="{FF2B5EF4-FFF2-40B4-BE49-F238E27FC236}">
                    <a16:creationId xmlns:a16="http://schemas.microsoft.com/office/drawing/2014/main" id="{2CFA2122-C5C9-D057-6109-78B756A75E89}"/>
                  </a:ext>
                </a:extLst>
              </p:cNvPr>
              <p:cNvSpPr/>
              <p:nvPr/>
            </p:nvSpPr>
            <p:spPr>
              <a:xfrm>
                <a:off x="4014110" y="4974368"/>
                <a:ext cx="3167370" cy="721423"/>
              </a:xfrm>
              <a:custGeom>
                <a:avLst/>
                <a:gdLst>
                  <a:gd name="connsiteX0" fmla="*/ 1173871 w 3167370"/>
                  <a:gd name="connsiteY0" fmla="*/ 721423 h 721423"/>
                  <a:gd name="connsiteX1" fmla="*/ 54398 w 3167370"/>
                  <a:gd name="connsiteY1" fmla="*/ 721423 h 721423"/>
                  <a:gd name="connsiteX2" fmla="*/ 30680 w 3167370"/>
                  <a:gd name="connsiteY2" fmla="*/ 658463 h 721423"/>
                  <a:gd name="connsiteX3" fmla="*/ 707337 w 3167370"/>
                  <a:gd name="connsiteY3" fmla="*/ 62960 h 721423"/>
                  <a:gd name="connsiteX4" fmla="*/ 874119 w 3167370"/>
                  <a:gd name="connsiteY4" fmla="*/ 0 h 721423"/>
                  <a:gd name="connsiteX5" fmla="*/ 3112971 w 3167370"/>
                  <a:gd name="connsiteY5" fmla="*/ 0 h 721423"/>
                  <a:gd name="connsiteX6" fmla="*/ 3136688 w 3167370"/>
                  <a:gd name="connsiteY6" fmla="*/ 62960 h 721423"/>
                  <a:gd name="connsiteX7" fmla="*/ 2460032 w 3167370"/>
                  <a:gd name="connsiteY7" fmla="*/ 658463 h 721423"/>
                  <a:gd name="connsiteX8" fmla="*/ 2293249 w 3167370"/>
                  <a:gd name="connsiteY8" fmla="*/ 721423 h 721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70" h="721423">
                    <a:moveTo>
                      <a:pt x="1173871" y="721423"/>
                    </a:moveTo>
                    <a:lnTo>
                      <a:pt x="54398" y="721423"/>
                    </a:lnTo>
                    <a:cubicBezTo>
                      <a:pt x="-9103" y="721423"/>
                      <a:pt x="-17008" y="700440"/>
                      <a:pt x="30680" y="658463"/>
                    </a:cubicBezTo>
                    <a:lnTo>
                      <a:pt x="707337" y="62960"/>
                    </a:lnTo>
                    <a:cubicBezTo>
                      <a:pt x="755028" y="20984"/>
                      <a:pt x="810616" y="0"/>
                      <a:pt x="874119" y="0"/>
                    </a:cubicBezTo>
                    <a:lnTo>
                      <a:pt x="3112971" y="0"/>
                    </a:lnTo>
                    <a:cubicBezTo>
                      <a:pt x="3176474" y="0"/>
                      <a:pt x="3184380" y="20984"/>
                      <a:pt x="3136688" y="62960"/>
                    </a:cubicBezTo>
                    <a:lnTo>
                      <a:pt x="2460032" y="658463"/>
                    </a:lnTo>
                    <a:cubicBezTo>
                      <a:pt x="2412340" y="700440"/>
                      <a:pt x="2356752" y="721423"/>
                      <a:pt x="2293249" y="721423"/>
                    </a:cubicBezTo>
                    <a:close/>
                  </a:path>
                </a:pathLst>
              </a:custGeom>
              <a:solidFill>
                <a:srgbClr val="CDEB8B"/>
              </a:solidFill>
              <a:ln w="9525" cap="flat">
                <a:solidFill>
                  <a:srgbClr val="36393D"/>
                </a:solid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E5235614-EE4B-46C4-C1BB-9E88F04288D1}"/>
                  </a:ext>
                </a:extLst>
              </p:cNvPr>
              <p:cNvSpPr/>
              <p:nvPr/>
            </p:nvSpPr>
            <p:spPr>
              <a:xfrm>
                <a:off x="4088605" y="5084858"/>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solid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741A42B1-2F41-6650-B855-5F1621F203A3}"/>
                  </a:ext>
                </a:extLst>
              </p:cNvPr>
              <p:cNvSpPr/>
              <p:nvPr/>
            </p:nvSpPr>
            <p:spPr>
              <a:xfrm>
                <a:off x="4650390" y="5091430"/>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rgbClr val="FF9933"/>
                </a:solid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7BFDF08C-1B4C-90C2-C15A-D6E02D2D4F20}"/>
                  </a:ext>
                </a:extLst>
              </p:cNvPr>
              <p:cNvSpPr/>
              <p:nvPr/>
            </p:nvSpPr>
            <p:spPr>
              <a:xfrm>
                <a:off x="4397311" y="5234876"/>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rgbClr val="FFFFFF"/>
                </a:solidFill>
                <a:custDash>
                  <a:ds d="675000" sp="675000"/>
                </a:custDash>
                <a:miter/>
              </a:ln>
            </p:spPr>
            <p:txBody>
              <a:bodyPr rtlCol="0" anchor="ctr"/>
              <a:lstStyle/>
              <a:p>
                <a:endParaRPr lang="en-US"/>
              </a:p>
            </p:txBody>
          </p:sp>
          <p:sp>
            <p:nvSpPr>
              <p:cNvPr id="413" name="Freeform: Shape 412">
                <a:extLst>
                  <a:ext uri="{FF2B5EF4-FFF2-40B4-BE49-F238E27FC236}">
                    <a16:creationId xmlns:a16="http://schemas.microsoft.com/office/drawing/2014/main" id="{436CBD29-F312-40D4-D59B-E58E26106599}"/>
                  </a:ext>
                </a:extLst>
              </p:cNvPr>
              <p:cNvSpPr/>
              <p:nvPr/>
            </p:nvSpPr>
            <p:spPr>
              <a:xfrm>
                <a:off x="4269295" y="5378323"/>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rgbClr val="FFFFFF"/>
                </a:solid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9F8C56A9-D73A-BBD5-DFCB-2B8F9FD3AC68}"/>
                  </a:ext>
                </a:extLst>
              </p:cNvPr>
              <p:cNvSpPr/>
              <p:nvPr/>
            </p:nvSpPr>
            <p:spPr>
              <a:xfrm>
                <a:off x="5447061" y="5534819"/>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rgbClr val="FFFFFF"/>
                </a:solid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8C0CC1A9-9846-FAE3-39CC-929092A5A1F1}"/>
                  </a:ext>
                </a:extLst>
              </p:cNvPr>
              <p:cNvSpPr/>
              <p:nvPr/>
            </p:nvSpPr>
            <p:spPr>
              <a:xfrm>
                <a:off x="5138356" y="5378323"/>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rgbClr val="FFFFFF"/>
                </a:solid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4FC696D0-C3FD-B2C1-4CB3-6D382B4129A6}"/>
                  </a:ext>
                </a:extLst>
              </p:cNvPr>
              <p:cNvSpPr/>
              <p:nvPr/>
            </p:nvSpPr>
            <p:spPr>
              <a:xfrm>
                <a:off x="5226462" y="5384800"/>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rgbClr val="FFFFFF"/>
                </a:solidFill>
                <a:custDash>
                  <a:ds d="675000" sp="675000"/>
                </a:custDash>
                <a:miter/>
              </a:ln>
            </p:spPr>
            <p:txBody>
              <a:bodyPr rtlCol="0" anchor="ctr"/>
              <a:lstStyle/>
              <a:p>
                <a:endParaRPr lang="en-US"/>
              </a:p>
            </p:txBody>
          </p:sp>
          <p:sp>
            <p:nvSpPr>
              <p:cNvPr id="417" name="Freeform: Shape 416">
                <a:extLst>
                  <a:ext uri="{FF2B5EF4-FFF2-40B4-BE49-F238E27FC236}">
                    <a16:creationId xmlns:a16="http://schemas.microsoft.com/office/drawing/2014/main" id="{14067E5E-CC9E-E3EC-97FC-F0A7A1FA98CC}"/>
                  </a:ext>
                </a:extLst>
              </p:cNvPr>
              <p:cNvSpPr/>
              <p:nvPr/>
            </p:nvSpPr>
            <p:spPr>
              <a:xfrm>
                <a:off x="6025990" y="5384800"/>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rgbClr val="FFFFFF"/>
                </a:solid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A53114F3-7948-610A-206B-737728B56D23}"/>
                  </a:ext>
                </a:extLst>
              </p:cNvPr>
              <p:cNvSpPr/>
              <p:nvPr/>
            </p:nvSpPr>
            <p:spPr>
              <a:xfrm>
                <a:off x="6195821" y="5384990"/>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rgbClr val="FFFFFF"/>
                </a:solid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5F90A424-3CF0-0E82-E922-74883BAE788E}"/>
                  </a:ext>
                </a:extLst>
              </p:cNvPr>
              <p:cNvSpPr/>
              <p:nvPr/>
            </p:nvSpPr>
            <p:spPr>
              <a:xfrm>
                <a:off x="6025990" y="5540248"/>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rgbClr val="FFFFFF"/>
                </a:solid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D5571FA9-99A1-6183-CD48-4FFF73A19FFD}"/>
                  </a:ext>
                </a:extLst>
              </p:cNvPr>
              <p:cNvSpPr/>
              <p:nvPr/>
            </p:nvSpPr>
            <p:spPr>
              <a:xfrm>
                <a:off x="5817583" y="5302123"/>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9E39BD11-BC94-ED44-AFFA-1A9D618F3423}"/>
                  </a:ext>
                </a:extLst>
              </p:cNvPr>
              <p:cNvSpPr/>
              <p:nvPr/>
            </p:nvSpPr>
            <p:spPr>
              <a:xfrm>
                <a:off x="5871019" y="5292598"/>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915A03BE-8383-2002-78DA-00D5824D8C43}"/>
                  </a:ext>
                </a:extLst>
              </p:cNvPr>
              <p:cNvSpPr/>
              <p:nvPr/>
            </p:nvSpPr>
            <p:spPr>
              <a:xfrm>
                <a:off x="5971031" y="5158010"/>
                <a:ext cx="53340" cy="9525"/>
              </a:xfrm>
              <a:custGeom>
                <a:avLst/>
                <a:gdLst>
                  <a:gd name="connsiteX0" fmla="*/ 0 w 53340"/>
                  <a:gd name="connsiteY0" fmla="*/ 0 h 9525"/>
                  <a:gd name="connsiteX1" fmla="*/ 53340 w 53340"/>
                  <a:gd name="connsiteY1" fmla="*/ 0 h 9525"/>
                </a:gdLst>
                <a:ahLst/>
                <a:cxnLst>
                  <a:cxn ang="0">
                    <a:pos x="connsiteX0" y="connsiteY0"/>
                  </a:cxn>
                  <a:cxn ang="0">
                    <a:pos x="connsiteX1" y="connsiteY1"/>
                  </a:cxn>
                </a:cxnLst>
                <a:rect l="l" t="t" r="r" b="b"/>
                <a:pathLst>
                  <a:path w="53340"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5158D999-D677-644C-449B-5858B2A02973}"/>
                  </a:ext>
                </a:extLst>
              </p:cNvPr>
              <p:cNvSpPr/>
              <p:nvPr/>
            </p:nvSpPr>
            <p:spPr>
              <a:xfrm>
                <a:off x="6024371" y="5148485"/>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CEBAF278-2F6A-46B1-4D3A-B4B29EDCE447}"/>
                  </a:ext>
                </a:extLst>
              </p:cNvPr>
              <p:cNvSpPr/>
              <p:nvPr/>
            </p:nvSpPr>
            <p:spPr>
              <a:xfrm>
                <a:off x="4844033" y="5300885"/>
                <a:ext cx="53435" cy="9525"/>
              </a:xfrm>
              <a:custGeom>
                <a:avLst/>
                <a:gdLst>
                  <a:gd name="connsiteX0" fmla="*/ 0 w 53435"/>
                  <a:gd name="connsiteY0" fmla="*/ 0 h 9525"/>
                  <a:gd name="connsiteX1" fmla="*/ 53435 w 53435"/>
                  <a:gd name="connsiteY1" fmla="*/ 0 h 9525"/>
                </a:gdLst>
                <a:ahLst/>
                <a:cxnLst>
                  <a:cxn ang="0">
                    <a:pos x="connsiteX0" y="connsiteY0"/>
                  </a:cxn>
                  <a:cxn ang="0">
                    <a:pos x="connsiteX1" y="connsiteY1"/>
                  </a:cxn>
                </a:cxnLst>
                <a:rect l="l" t="t" r="r" b="b"/>
                <a:pathLst>
                  <a:path w="53435" h="9525">
                    <a:moveTo>
                      <a:pt x="0" y="0"/>
                    </a:moveTo>
                    <a:lnTo>
                      <a:pt x="53435" y="0"/>
                    </a:lnTo>
                  </a:path>
                </a:pathLst>
              </a:custGeom>
              <a:noFill/>
              <a:ln w="9525" cap="flat">
                <a:solidFill>
                  <a:srgbClr val="FFFFFF"/>
                </a:solid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554C48C0-9FD4-C8B7-A778-4FCCEF0812E1}"/>
                  </a:ext>
                </a:extLst>
              </p:cNvPr>
              <p:cNvSpPr/>
              <p:nvPr/>
            </p:nvSpPr>
            <p:spPr>
              <a:xfrm>
                <a:off x="4897468" y="5291360"/>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0DF43493-4653-2FF7-F5B0-01D9BCDFEB95}"/>
                  </a:ext>
                </a:extLst>
              </p:cNvPr>
              <p:cNvSpPr/>
              <p:nvPr/>
            </p:nvSpPr>
            <p:spPr>
              <a:xfrm>
                <a:off x="4974335" y="5156867"/>
                <a:ext cx="53339" cy="9525"/>
              </a:xfrm>
              <a:custGeom>
                <a:avLst/>
                <a:gdLst>
                  <a:gd name="connsiteX0" fmla="*/ 0 w 53339"/>
                  <a:gd name="connsiteY0" fmla="*/ 0 h 9525"/>
                  <a:gd name="connsiteX1" fmla="*/ 53340 w 53339"/>
                  <a:gd name="connsiteY1" fmla="*/ 0 h 9525"/>
                </a:gdLst>
                <a:ahLst/>
                <a:cxnLst>
                  <a:cxn ang="0">
                    <a:pos x="connsiteX0" y="connsiteY0"/>
                  </a:cxn>
                  <a:cxn ang="0">
                    <a:pos x="connsiteX1" y="connsiteY1"/>
                  </a:cxn>
                </a:cxnLst>
                <a:rect l="l" t="t" r="r" b="b"/>
                <a:pathLst>
                  <a:path w="53339" h="9525">
                    <a:moveTo>
                      <a:pt x="0" y="0"/>
                    </a:moveTo>
                    <a:lnTo>
                      <a:pt x="53340" y="0"/>
                    </a:lnTo>
                  </a:path>
                </a:pathLst>
              </a:custGeom>
              <a:noFill/>
              <a:ln w="9525" cap="flat">
                <a:solidFill>
                  <a:srgbClr val="FFFFFF"/>
                </a:solid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5548C178-67FA-3DAA-1A1E-97CCA04D37D8}"/>
                  </a:ext>
                </a:extLst>
              </p:cNvPr>
              <p:cNvSpPr/>
              <p:nvPr/>
            </p:nvSpPr>
            <p:spPr>
              <a:xfrm>
                <a:off x="5027675" y="5147342"/>
                <a:ext cx="28575" cy="19050"/>
              </a:xfrm>
              <a:custGeom>
                <a:avLst/>
                <a:gdLst>
                  <a:gd name="connsiteX0" fmla="*/ 28575 w 28575"/>
                  <a:gd name="connsiteY0" fmla="*/ 9525 h 19050"/>
                  <a:gd name="connsiteX1" fmla="*/ 0 w 28575"/>
                  <a:gd name="connsiteY1" fmla="*/ 19050 h 19050"/>
                  <a:gd name="connsiteX2" fmla="*/ 0 w 28575"/>
                  <a:gd name="connsiteY2" fmla="*/ 0 h 19050"/>
                </a:gdLst>
                <a:ahLst/>
                <a:cxnLst>
                  <a:cxn ang="0">
                    <a:pos x="connsiteX0" y="connsiteY0"/>
                  </a:cxn>
                  <a:cxn ang="0">
                    <a:pos x="connsiteX1" y="connsiteY1"/>
                  </a:cxn>
                  <a:cxn ang="0">
                    <a:pos x="connsiteX2" y="connsiteY2"/>
                  </a:cxn>
                </a:cxnLst>
                <a:rect l="l" t="t" r="r" b="b"/>
                <a:pathLst>
                  <a:path w="28575" h="19050">
                    <a:moveTo>
                      <a:pt x="28575" y="9525"/>
                    </a:moveTo>
                    <a:lnTo>
                      <a:pt x="0" y="19050"/>
                    </a:lnTo>
                    <a:lnTo>
                      <a:pt x="0" y="0"/>
                    </a:lnTo>
                    <a:close/>
                  </a:path>
                </a:pathLst>
              </a:custGeom>
              <a:solidFill>
                <a:srgbClr val="FFFFFF"/>
              </a:solidFill>
              <a:ln w="9525" cap="flat">
                <a:solidFill>
                  <a:srgbClr val="FFFFFF"/>
                </a:solid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2C1290A3-1229-E83F-DFA7-1FEDA9DD8026}"/>
                  </a:ext>
                </a:extLst>
              </p:cNvPr>
              <p:cNvSpPr/>
              <p:nvPr/>
            </p:nvSpPr>
            <p:spPr>
              <a:xfrm>
                <a:off x="6172675" y="5234876"/>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rgbClr val="FFFFFF"/>
                </a:solid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1A1092B9-BD9E-17D3-458D-2F204EF2E069}"/>
                  </a:ext>
                </a:extLst>
              </p:cNvPr>
              <p:cNvSpPr/>
              <p:nvPr/>
            </p:nvSpPr>
            <p:spPr>
              <a:xfrm>
                <a:off x="6688749" y="4982666"/>
                <a:ext cx="119424" cy="119419"/>
              </a:xfrm>
              <a:custGeom>
                <a:avLst/>
                <a:gdLst>
                  <a:gd name="connsiteX0" fmla="*/ 119424 w 119424"/>
                  <a:gd name="connsiteY0" fmla="*/ 59710 h 119419"/>
                  <a:gd name="connsiteX1" fmla="*/ 59712 w 119424"/>
                  <a:gd name="connsiteY1" fmla="*/ 119419 h 119419"/>
                  <a:gd name="connsiteX2" fmla="*/ 0 w 119424"/>
                  <a:gd name="connsiteY2" fmla="*/ 59710 h 119419"/>
                  <a:gd name="connsiteX3" fmla="*/ 59712 w 119424"/>
                  <a:gd name="connsiteY3" fmla="*/ 0 h 119419"/>
                  <a:gd name="connsiteX4" fmla="*/ 119424 w 119424"/>
                  <a:gd name="connsiteY4" fmla="*/ 59710 h 119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424" h="119419">
                    <a:moveTo>
                      <a:pt x="119424" y="59710"/>
                    </a:moveTo>
                    <a:cubicBezTo>
                      <a:pt x="119424" y="92686"/>
                      <a:pt x="92690" y="119419"/>
                      <a:pt x="59712" y="119419"/>
                    </a:cubicBezTo>
                    <a:cubicBezTo>
                      <a:pt x="26734" y="119419"/>
                      <a:pt x="0" y="92686"/>
                      <a:pt x="0" y="59710"/>
                    </a:cubicBezTo>
                    <a:cubicBezTo>
                      <a:pt x="0" y="26733"/>
                      <a:pt x="26734" y="0"/>
                      <a:pt x="59712" y="0"/>
                    </a:cubicBezTo>
                    <a:cubicBezTo>
                      <a:pt x="92690" y="0"/>
                      <a:pt x="119424" y="26733"/>
                      <a:pt x="119424" y="59710"/>
                    </a:cubicBezTo>
                    <a:close/>
                  </a:path>
                </a:pathLst>
              </a:custGeom>
              <a:noFill/>
              <a:ln w="9525" cap="flat">
                <a:solidFill>
                  <a:srgbClr val="FF0000"/>
                </a:solidFill>
                <a:prstDash val="solid"/>
                <a:miter/>
              </a:ln>
            </p:spPr>
            <p:txBody>
              <a:bodyPr rtlCol="0" anchor="ctr"/>
              <a:lstStyle/>
              <a:p>
                <a:endParaRPr lang="en-US"/>
              </a:p>
            </p:txBody>
          </p:sp>
          <p:sp>
            <p:nvSpPr>
              <p:cNvPr id="430" name="TextBox 429">
                <a:extLst>
                  <a:ext uri="{FF2B5EF4-FFF2-40B4-BE49-F238E27FC236}">
                    <a16:creationId xmlns:a16="http://schemas.microsoft.com/office/drawing/2014/main" id="{5DA3B04A-BFCB-58A6-3172-954F553C71A0}"/>
                  </a:ext>
                </a:extLst>
              </p:cNvPr>
              <p:cNvSpPr txBox="1"/>
              <p:nvPr/>
            </p:nvSpPr>
            <p:spPr>
              <a:xfrm>
                <a:off x="6595109" y="4950936"/>
                <a:ext cx="2971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100</a:t>
                </a:r>
              </a:p>
            </p:txBody>
          </p:sp>
          <p:sp>
            <p:nvSpPr>
              <p:cNvPr id="431" name="Freeform: Shape 430">
                <a:extLst>
                  <a:ext uri="{FF2B5EF4-FFF2-40B4-BE49-F238E27FC236}">
                    <a16:creationId xmlns:a16="http://schemas.microsoft.com/office/drawing/2014/main" id="{4263E7B8-9C09-5D45-24E1-68629B430715}"/>
                  </a:ext>
                </a:extLst>
              </p:cNvPr>
              <p:cNvSpPr/>
              <p:nvPr/>
            </p:nvSpPr>
            <p:spPr>
              <a:xfrm>
                <a:off x="4356734" y="5597398"/>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rgbClr val="333333"/>
                </a:solid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FA331F67-2739-D57E-8B85-DC81E7DBFE03}"/>
                  </a:ext>
                </a:extLst>
              </p:cNvPr>
              <p:cNvSpPr/>
              <p:nvPr/>
            </p:nvSpPr>
            <p:spPr>
              <a:xfrm>
                <a:off x="4891182" y="4997323"/>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rgbClr val="333333"/>
                </a:solid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3E94A0FB-6F8C-3F18-7EBC-207211459BB6}"/>
                  </a:ext>
                </a:extLst>
              </p:cNvPr>
              <p:cNvSpPr/>
              <p:nvPr/>
            </p:nvSpPr>
            <p:spPr>
              <a:xfrm>
                <a:off x="4832413" y="5509006"/>
                <a:ext cx="332517" cy="300037"/>
              </a:xfrm>
              <a:custGeom>
                <a:avLst/>
                <a:gdLst>
                  <a:gd name="connsiteX0" fmla="*/ 0 w 332517"/>
                  <a:gd name="connsiteY0" fmla="*/ 0 h 300037"/>
                  <a:gd name="connsiteX1" fmla="*/ 332518 w 332517"/>
                  <a:gd name="connsiteY1" fmla="*/ 0 h 300037"/>
                  <a:gd name="connsiteX2" fmla="*/ 332518 w 332517"/>
                  <a:gd name="connsiteY2" fmla="*/ 300038 h 300037"/>
                  <a:gd name="connsiteX3" fmla="*/ 0 w 332517"/>
                  <a:gd name="connsiteY3" fmla="*/ 300038 h 300037"/>
                </a:gdLst>
                <a:ahLst/>
                <a:cxnLst>
                  <a:cxn ang="0">
                    <a:pos x="connsiteX0" y="connsiteY0"/>
                  </a:cxn>
                  <a:cxn ang="0">
                    <a:pos x="connsiteX1" y="connsiteY1"/>
                  </a:cxn>
                  <a:cxn ang="0">
                    <a:pos x="connsiteX2" y="connsiteY2"/>
                  </a:cxn>
                  <a:cxn ang="0">
                    <a:pos x="connsiteX3" y="connsiteY3"/>
                  </a:cxn>
                </a:cxnLst>
                <a:rect l="l" t="t" r="r" b="b"/>
                <a:pathLst>
                  <a:path w="332517" h="300037">
                    <a:moveTo>
                      <a:pt x="0" y="0"/>
                    </a:moveTo>
                    <a:lnTo>
                      <a:pt x="332518" y="0"/>
                    </a:lnTo>
                    <a:lnTo>
                      <a:pt x="332518" y="300038"/>
                    </a:lnTo>
                    <a:lnTo>
                      <a:pt x="0" y="300038"/>
                    </a:lnTo>
                    <a:close/>
                  </a:path>
                </a:pathLst>
              </a:custGeom>
              <a:noFill/>
              <a:ln w="9525" cap="flat">
                <a:noFill/>
                <a:prstDash val="solid"/>
                <a:miter/>
              </a:ln>
            </p:spPr>
            <p:txBody>
              <a:bodyPr rtlCol="0" anchor="ctr"/>
              <a:lstStyle/>
              <a:p>
                <a:endParaRPr lang="en-US"/>
              </a:p>
            </p:txBody>
          </p:sp>
          <p:sp>
            <p:nvSpPr>
              <p:cNvPr id="434" name="TextBox 433">
                <a:extLst>
                  <a:ext uri="{FF2B5EF4-FFF2-40B4-BE49-F238E27FC236}">
                    <a16:creationId xmlns:a16="http://schemas.microsoft.com/office/drawing/2014/main" id="{5A73C0CA-E4E8-606E-61DA-AF141C0CEA5A}"/>
                  </a:ext>
                </a:extLst>
              </p:cNvPr>
              <p:cNvSpPr txBox="1"/>
              <p:nvPr/>
            </p:nvSpPr>
            <p:spPr>
              <a:xfrm>
                <a:off x="4755260" y="5525198"/>
                <a:ext cx="478155" cy="196215"/>
              </a:xfrm>
              <a:prstGeom prst="rect">
                <a:avLst/>
              </a:prstGeom>
              <a:noFill/>
            </p:spPr>
            <p:txBody>
              <a:bodyPr wrap="none" rtlCol="0">
                <a:spAutoFit/>
              </a:bodyPr>
              <a:lstStyle/>
              <a:p>
                <a:pPr algn="l"/>
                <a:r>
                  <a:rPr lang="en-US" sz="750" spc="0" baseline="0">
                    <a:ln/>
                    <a:solidFill>
                      <a:srgbClr val="000000"/>
                    </a:solidFill>
                    <a:latin typeface="Helvetica"/>
                    <a:cs typeface="Helvetica"/>
                    <a:sym typeface="Helvetica"/>
                    <a:rtl val="0"/>
                  </a:rPr>
                  <a:t>Bridge</a:t>
                </a:r>
              </a:p>
            </p:txBody>
          </p:sp>
          <p:sp>
            <p:nvSpPr>
              <p:cNvPr id="435" name="Freeform: Shape 434">
                <a:extLst>
                  <a:ext uri="{FF2B5EF4-FFF2-40B4-BE49-F238E27FC236}">
                    <a16:creationId xmlns:a16="http://schemas.microsoft.com/office/drawing/2014/main" id="{27107551-DDAF-1B2D-1D98-03C0F7FADA24}"/>
                  </a:ext>
                </a:extLst>
              </p:cNvPr>
              <p:cNvSpPr/>
              <p:nvPr/>
            </p:nvSpPr>
            <p:spPr>
              <a:xfrm>
                <a:off x="6110239" y="5564003"/>
                <a:ext cx="123729" cy="123749"/>
              </a:xfrm>
              <a:custGeom>
                <a:avLst/>
                <a:gdLst>
                  <a:gd name="connsiteX0" fmla="*/ 123730 w 123729"/>
                  <a:gd name="connsiteY0" fmla="*/ 61875 h 123749"/>
                  <a:gd name="connsiteX1" fmla="*/ 61865 w 123729"/>
                  <a:gd name="connsiteY1" fmla="*/ 123750 h 123749"/>
                  <a:gd name="connsiteX2" fmla="*/ 0 w 123729"/>
                  <a:gd name="connsiteY2" fmla="*/ 61875 h 123749"/>
                  <a:gd name="connsiteX3" fmla="*/ 61865 w 123729"/>
                  <a:gd name="connsiteY3" fmla="*/ 0 h 123749"/>
                  <a:gd name="connsiteX4" fmla="*/ 123730 w 123729"/>
                  <a:gd name="connsiteY4" fmla="*/ 61875 h 1237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729" h="123749">
                    <a:moveTo>
                      <a:pt x="123730" y="61875"/>
                    </a:moveTo>
                    <a:cubicBezTo>
                      <a:pt x="123730" y="96047"/>
                      <a:pt x="96032" y="123750"/>
                      <a:pt x="61865" y="123750"/>
                    </a:cubicBezTo>
                    <a:cubicBezTo>
                      <a:pt x="27698" y="123750"/>
                      <a:pt x="0" y="96047"/>
                      <a:pt x="0" y="61875"/>
                    </a:cubicBezTo>
                    <a:cubicBezTo>
                      <a:pt x="0" y="27702"/>
                      <a:pt x="27698" y="0"/>
                      <a:pt x="61865" y="0"/>
                    </a:cubicBezTo>
                    <a:cubicBezTo>
                      <a:pt x="96032" y="0"/>
                      <a:pt x="123730" y="27702"/>
                      <a:pt x="123730" y="61875"/>
                    </a:cubicBezTo>
                    <a:close/>
                  </a:path>
                </a:pathLst>
              </a:custGeom>
              <a:noFill/>
              <a:ln w="9525" cap="flat">
                <a:solidFill>
                  <a:srgbClr val="FF0000"/>
                </a:solidFill>
                <a:prstDash val="solid"/>
                <a:miter/>
              </a:ln>
            </p:spPr>
            <p:txBody>
              <a:bodyPr rtlCol="0" anchor="ctr"/>
              <a:lstStyle/>
              <a:p>
                <a:endParaRPr lang="en-US"/>
              </a:p>
            </p:txBody>
          </p:sp>
          <p:sp>
            <p:nvSpPr>
              <p:cNvPr id="436" name="TextBox 435">
                <a:extLst>
                  <a:ext uri="{FF2B5EF4-FFF2-40B4-BE49-F238E27FC236}">
                    <a16:creationId xmlns:a16="http://schemas.microsoft.com/office/drawing/2014/main" id="{4E33B750-7579-C974-337E-42C285953686}"/>
                  </a:ext>
                </a:extLst>
              </p:cNvPr>
              <p:cNvSpPr txBox="1"/>
              <p:nvPr/>
            </p:nvSpPr>
            <p:spPr>
              <a:xfrm>
                <a:off x="6033134" y="5541486"/>
                <a:ext cx="259080" cy="158115"/>
              </a:xfrm>
              <a:prstGeom prst="rect">
                <a:avLst/>
              </a:prstGeom>
              <a:noFill/>
            </p:spPr>
            <p:txBody>
              <a:bodyPr wrap="none" rtlCol="0">
                <a:spAutoFit/>
              </a:bodyPr>
              <a:lstStyle/>
              <a:p>
                <a:pPr algn="l"/>
                <a:r>
                  <a:rPr lang="en-US" sz="525" b="1" spc="0" baseline="0">
                    <a:ln/>
                    <a:solidFill>
                      <a:srgbClr val="000000"/>
                    </a:solidFill>
                    <a:latin typeface="Helvetica"/>
                    <a:cs typeface="Helvetica"/>
                    <a:sym typeface="Helvetica"/>
                    <a:rtl val="0"/>
                  </a:rPr>
                  <a:t>60</a:t>
                </a:r>
              </a:p>
            </p:txBody>
          </p:sp>
        </p:grpSp>
        <p:sp>
          <p:nvSpPr>
            <p:cNvPr id="365" name="Freeform: Shape 364">
              <a:extLst>
                <a:ext uri="{FF2B5EF4-FFF2-40B4-BE49-F238E27FC236}">
                  <a16:creationId xmlns:a16="http://schemas.microsoft.com/office/drawing/2014/main" id="{A511C085-8417-9BDD-46C5-B5E897975EC2}"/>
                </a:ext>
              </a:extLst>
            </p:cNvPr>
            <p:cNvSpPr/>
            <p:nvPr/>
          </p:nvSpPr>
          <p:spPr>
            <a:xfrm>
              <a:off x="8418956" y="4623674"/>
              <a:ext cx="367569" cy="324612"/>
            </a:xfrm>
            <a:custGeom>
              <a:avLst/>
              <a:gdLst>
                <a:gd name="connsiteX0" fmla="*/ 0 w 367569"/>
                <a:gd name="connsiteY0" fmla="*/ 324612 h 324612"/>
                <a:gd name="connsiteX1" fmla="*/ 367570 w 367569"/>
                <a:gd name="connsiteY1" fmla="*/ 0 h 324612"/>
              </a:gdLst>
              <a:ahLst/>
              <a:cxnLst>
                <a:cxn ang="0">
                  <a:pos x="connsiteX0" y="connsiteY0"/>
                </a:cxn>
                <a:cxn ang="0">
                  <a:pos x="connsiteX1" y="connsiteY1"/>
                </a:cxn>
              </a:cxnLst>
              <a:rect l="l" t="t" r="r" b="b"/>
              <a:pathLst>
                <a:path w="367569" h="324612">
                  <a:moveTo>
                    <a:pt x="0" y="324612"/>
                  </a:moveTo>
                  <a:lnTo>
                    <a:pt x="367570" y="0"/>
                  </a:lnTo>
                </a:path>
              </a:pathLst>
            </a:custGeom>
            <a:noFill/>
            <a:ln w="9525" cap="flat">
              <a:solidFill>
                <a:srgbClr val="666666"/>
              </a:solidFill>
              <a:prstDash val="sysDot"/>
              <a:miter/>
            </a:ln>
          </p:spPr>
          <p:txBody>
            <a:bodyPr rtlCol="0" anchor="ctr"/>
            <a:lstStyle/>
            <a:p>
              <a:endParaRPr lang="en-US"/>
            </a:p>
          </p:txBody>
        </p:sp>
        <p:sp>
          <p:nvSpPr>
            <p:cNvPr id="366" name="Freeform: Shape 365">
              <a:extLst>
                <a:ext uri="{FF2B5EF4-FFF2-40B4-BE49-F238E27FC236}">
                  <a16:creationId xmlns:a16="http://schemas.microsoft.com/office/drawing/2014/main" id="{81666F2C-A3DB-1762-9FAC-A79386B75234}"/>
                </a:ext>
              </a:extLst>
            </p:cNvPr>
            <p:cNvSpPr/>
            <p:nvPr/>
          </p:nvSpPr>
          <p:spPr>
            <a:xfrm>
              <a:off x="7166704" y="4622436"/>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67" name="Freeform: Shape 366">
              <a:extLst>
                <a:ext uri="{FF2B5EF4-FFF2-40B4-BE49-F238E27FC236}">
                  <a16:creationId xmlns:a16="http://schemas.microsoft.com/office/drawing/2014/main" id="{4955F15C-FAF3-0F0A-3FE1-F08094C75684}"/>
                </a:ext>
              </a:extLst>
            </p:cNvPr>
            <p:cNvSpPr/>
            <p:nvPr/>
          </p:nvSpPr>
          <p:spPr>
            <a:xfrm>
              <a:off x="7044880" y="4733688"/>
              <a:ext cx="881538" cy="9525"/>
            </a:xfrm>
            <a:custGeom>
              <a:avLst/>
              <a:gdLst>
                <a:gd name="connsiteX0" fmla="*/ 0 w 881538"/>
                <a:gd name="connsiteY0" fmla="*/ 0 h 9525"/>
                <a:gd name="connsiteX1" fmla="*/ 881539 w 881538"/>
                <a:gd name="connsiteY1" fmla="*/ 0 h 9525"/>
              </a:gdLst>
              <a:ahLst/>
              <a:cxnLst>
                <a:cxn ang="0">
                  <a:pos x="connsiteX0" y="connsiteY0"/>
                </a:cxn>
                <a:cxn ang="0">
                  <a:pos x="connsiteX1" y="connsiteY1"/>
                </a:cxn>
              </a:cxnLst>
              <a:rect l="l" t="t" r="r" b="b"/>
              <a:pathLst>
                <a:path w="881538" h="9525">
                  <a:moveTo>
                    <a:pt x="0" y="0"/>
                  </a:moveTo>
                  <a:lnTo>
                    <a:pt x="881539" y="0"/>
                  </a:lnTo>
                </a:path>
              </a:pathLst>
            </a:custGeom>
            <a:noFill/>
            <a:ln w="19050" cap="flat">
              <a:solidFill>
                <a:srgbClr val="0000FF"/>
              </a:solidFill>
              <a:prstDash val="sysDot"/>
              <a:miter/>
            </a:ln>
          </p:spPr>
          <p:txBody>
            <a:bodyPr rtlCol="0" anchor="ctr"/>
            <a:lstStyle/>
            <a:p>
              <a:endParaRPr lang="en-US"/>
            </a:p>
          </p:txBody>
        </p:sp>
        <p:sp>
          <p:nvSpPr>
            <p:cNvPr id="368" name="Freeform: Shape 367">
              <a:extLst>
                <a:ext uri="{FF2B5EF4-FFF2-40B4-BE49-F238E27FC236}">
                  <a16:creationId xmlns:a16="http://schemas.microsoft.com/office/drawing/2014/main" id="{D5ED551B-C99D-525E-ACCB-8960FC096A1F}"/>
                </a:ext>
              </a:extLst>
            </p:cNvPr>
            <p:cNvSpPr/>
            <p:nvPr/>
          </p:nvSpPr>
          <p:spPr>
            <a:xfrm>
              <a:off x="6885145" y="4843702"/>
              <a:ext cx="881633" cy="9525"/>
            </a:xfrm>
            <a:custGeom>
              <a:avLst/>
              <a:gdLst>
                <a:gd name="connsiteX0" fmla="*/ 0 w 881633"/>
                <a:gd name="connsiteY0" fmla="*/ 0 h 9525"/>
                <a:gd name="connsiteX1" fmla="*/ 881634 w 881633"/>
                <a:gd name="connsiteY1" fmla="*/ 0 h 9525"/>
              </a:gdLst>
              <a:ahLst/>
              <a:cxnLst>
                <a:cxn ang="0">
                  <a:pos x="connsiteX0" y="connsiteY0"/>
                </a:cxn>
                <a:cxn ang="0">
                  <a:pos x="connsiteX1" y="connsiteY1"/>
                </a:cxn>
              </a:cxnLst>
              <a:rect l="l" t="t" r="r" b="b"/>
              <a:pathLst>
                <a:path w="881633" h="9525">
                  <a:moveTo>
                    <a:pt x="0" y="0"/>
                  </a:moveTo>
                  <a:lnTo>
                    <a:pt x="881634" y="0"/>
                  </a:lnTo>
                </a:path>
              </a:pathLst>
            </a:custGeom>
            <a:noFill/>
            <a:ln w="19050" cap="flat">
              <a:solidFill>
                <a:srgbClr val="0000FF"/>
              </a:solidFill>
              <a:prstDash val="sysDot"/>
              <a:miter/>
            </a:ln>
          </p:spPr>
          <p:txBody>
            <a:bodyPr rtlCol="0" anchor="ctr"/>
            <a:lstStyle/>
            <a:p>
              <a:endParaRPr lang="en-US"/>
            </a:p>
          </p:txBody>
        </p:sp>
        <p:sp>
          <p:nvSpPr>
            <p:cNvPr id="369" name="Freeform: Shape 368">
              <a:extLst>
                <a:ext uri="{FF2B5EF4-FFF2-40B4-BE49-F238E27FC236}">
                  <a16:creationId xmlns:a16="http://schemas.microsoft.com/office/drawing/2014/main" id="{1C569B54-8EA8-0E3F-689F-A72B7F41B563}"/>
                </a:ext>
              </a:extLst>
            </p:cNvPr>
            <p:cNvSpPr/>
            <p:nvPr/>
          </p:nvSpPr>
          <p:spPr>
            <a:xfrm>
              <a:off x="8069674" y="4623770"/>
              <a:ext cx="702563" cy="9525"/>
            </a:xfrm>
            <a:custGeom>
              <a:avLst/>
              <a:gdLst>
                <a:gd name="connsiteX0" fmla="*/ 0 w 702563"/>
                <a:gd name="connsiteY0" fmla="*/ 0 h 9525"/>
                <a:gd name="connsiteX1" fmla="*/ 702564 w 702563"/>
                <a:gd name="connsiteY1" fmla="*/ 0 h 9525"/>
              </a:gdLst>
              <a:ahLst/>
              <a:cxnLst>
                <a:cxn ang="0">
                  <a:pos x="connsiteX0" y="connsiteY0"/>
                </a:cxn>
                <a:cxn ang="0">
                  <a:pos x="connsiteX1" y="connsiteY1"/>
                </a:cxn>
              </a:cxnLst>
              <a:rect l="l" t="t" r="r" b="b"/>
              <a:pathLst>
                <a:path w="702563" h="9525">
                  <a:moveTo>
                    <a:pt x="0" y="0"/>
                  </a:moveTo>
                  <a:lnTo>
                    <a:pt x="702564" y="0"/>
                  </a:lnTo>
                </a:path>
              </a:pathLst>
            </a:custGeom>
            <a:noFill/>
            <a:ln w="19050" cap="flat">
              <a:solidFill>
                <a:srgbClr val="0000FF"/>
              </a:solidFill>
              <a:prstDash val="sysDot"/>
              <a:miter/>
            </a:ln>
          </p:spPr>
          <p:txBody>
            <a:bodyPr rtlCol="0" anchor="ctr"/>
            <a:lstStyle/>
            <a:p>
              <a:endParaRPr lang="en-US"/>
            </a:p>
          </p:txBody>
        </p:sp>
        <p:sp>
          <p:nvSpPr>
            <p:cNvPr id="370" name="Freeform: Shape 369">
              <a:extLst>
                <a:ext uri="{FF2B5EF4-FFF2-40B4-BE49-F238E27FC236}">
                  <a16:creationId xmlns:a16="http://schemas.microsoft.com/office/drawing/2014/main" id="{F6F0178D-A7D2-FAD4-CB28-FB4278FFCA44}"/>
                </a:ext>
              </a:extLst>
            </p:cNvPr>
            <p:cNvSpPr/>
            <p:nvPr/>
          </p:nvSpPr>
          <p:spPr>
            <a:xfrm>
              <a:off x="7947849" y="4735021"/>
              <a:ext cx="709707" cy="9525"/>
            </a:xfrm>
            <a:custGeom>
              <a:avLst/>
              <a:gdLst>
                <a:gd name="connsiteX0" fmla="*/ 0 w 709707"/>
                <a:gd name="connsiteY0" fmla="*/ 0 h 9525"/>
                <a:gd name="connsiteX1" fmla="*/ 709708 w 709707"/>
                <a:gd name="connsiteY1" fmla="*/ 0 h 9525"/>
              </a:gdLst>
              <a:ahLst/>
              <a:cxnLst>
                <a:cxn ang="0">
                  <a:pos x="connsiteX0" y="connsiteY0"/>
                </a:cxn>
                <a:cxn ang="0">
                  <a:pos x="connsiteX1" y="connsiteY1"/>
                </a:cxn>
              </a:cxnLst>
              <a:rect l="l" t="t" r="r" b="b"/>
              <a:pathLst>
                <a:path w="709707" h="9525">
                  <a:moveTo>
                    <a:pt x="0" y="0"/>
                  </a:moveTo>
                  <a:lnTo>
                    <a:pt x="709708" y="0"/>
                  </a:lnTo>
                </a:path>
              </a:pathLst>
            </a:custGeom>
            <a:noFill/>
            <a:ln w="19050" cap="flat">
              <a:solidFill>
                <a:srgbClr val="0000FF"/>
              </a:solidFill>
              <a:prstDash val="sysDot"/>
              <a:miter/>
            </a:ln>
          </p:spPr>
          <p:txBody>
            <a:bodyPr rtlCol="0" anchor="ctr"/>
            <a:lstStyle/>
            <a:p>
              <a:endParaRPr lang="en-US"/>
            </a:p>
          </p:txBody>
        </p:sp>
        <p:sp>
          <p:nvSpPr>
            <p:cNvPr id="371" name="Freeform: Shape 370">
              <a:extLst>
                <a:ext uri="{FF2B5EF4-FFF2-40B4-BE49-F238E27FC236}">
                  <a16:creationId xmlns:a16="http://schemas.microsoft.com/office/drawing/2014/main" id="{403F6493-A0C0-0867-EEBE-41E1B4359F8E}"/>
                </a:ext>
              </a:extLst>
            </p:cNvPr>
            <p:cNvSpPr/>
            <p:nvPr/>
          </p:nvSpPr>
          <p:spPr>
            <a:xfrm>
              <a:off x="7788210" y="4845035"/>
              <a:ext cx="740283" cy="9525"/>
            </a:xfrm>
            <a:custGeom>
              <a:avLst/>
              <a:gdLst>
                <a:gd name="connsiteX0" fmla="*/ 0 w 740283"/>
                <a:gd name="connsiteY0" fmla="*/ 0 h 9525"/>
                <a:gd name="connsiteX1" fmla="*/ 740283 w 740283"/>
                <a:gd name="connsiteY1" fmla="*/ 0 h 9525"/>
              </a:gdLst>
              <a:ahLst/>
              <a:cxnLst>
                <a:cxn ang="0">
                  <a:pos x="connsiteX0" y="connsiteY0"/>
                </a:cxn>
                <a:cxn ang="0">
                  <a:pos x="connsiteX1" y="connsiteY1"/>
                </a:cxn>
              </a:cxnLst>
              <a:rect l="l" t="t" r="r" b="b"/>
              <a:pathLst>
                <a:path w="740283" h="9525">
                  <a:moveTo>
                    <a:pt x="0" y="0"/>
                  </a:moveTo>
                  <a:lnTo>
                    <a:pt x="740283" y="0"/>
                  </a:lnTo>
                </a:path>
              </a:pathLst>
            </a:custGeom>
            <a:noFill/>
            <a:ln w="19050" cap="flat">
              <a:solidFill>
                <a:srgbClr val="0000FF"/>
              </a:solidFill>
              <a:prstDash val="sysDot"/>
              <a:miter/>
            </a:ln>
          </p:spPr>
          <p:txBody>
            <a:bodyPr rtlCol="0" anchor="ctr"/>
            <a:lstStyle/>
            <a:p>
              <a:endParaRPr lang="en-US"/>
            </a:p>
          </p:txBody>
        </p:sp>
        <p:sp>
          <p:nvSpPr>
            <p:cNvPr id="372" name="Freeform: Shape 371">
              <a:extLst>
                <a:ext uri="{FF2B5EF4-FFF2-40B4-BE49-F238E27FC236}">
                  <a16:creationId xmlns:a16="http://schemas.microsoft.com/office/drawing/2014/main" id="{A4EA0C65-8B5E-CC73-10F0-11272D51870F}"/>
                </a:ext>
              </a:extLst>
            </p:cNvPr>
            <p:cNvSpPr/>
            <p:nvPr/>
          </p:nvSpPr>
          <p:spPr>
            <a:xfrm>
              <a:off x="8011572" y="4952763"/>
              <a:ext cx="537495" cy="3905"/>
            </a:xfrm>
            <a:custGeom>
              <a:avLst/>
              <a:gdLst>
                <a:gd name="connsiteX0" fmla="*/ 0 w 537495"/>
                <a:gd name="connsiteY0" fmla="*/ 0 h 3905"/>
                <a:gd name="connsiteX1" fmla="*/ 537496 w 537495"/>
                <a:gd name="connsiteY1" fmla="*/ 3905 h 3905"/>
              </a:gdLst>
              <a:ahLst/>
              <a:cxnLst>
                <a:cxn ang="0">
                  <a:pos x="connsiteX0" y="connsiteY0"/>
                </a:cxn>
                <a:cxn ang="0">
                  <a:pos x="connsiteX1" y="connsiteY1"/>
                </a:cxn>
              </a:cxnLst>
              <a:rect l="l" t="t" r="r" b="b"/>
              <a:pathLst>
                <a:path w="537495" h="3905">
                  <a:moveTo>
                    <a:pt x="0" y="0"/>
                  </a:moveTo>
                  <a:lnTo>
                    <a:pt x="537496" y="3905"/>
                  </a:lnTo>
                </a:path>
              </a:pathLst>
            </a:custGeom>
            <a:noFill/>
            <a:ln w="19050" cap="flat">
              <a:solidFill>
                <a:srgbClr val="0000FF"/>
              </a:solidFill>
              <a:prstDash val="sysDot"/>
              <a:miter/>
            </a:ln>
          </p:spPr>
          <p:txBody>
            <a:bodyPr rtlCol="0" anchor="ctr"/>
            <a:lstStyle/>
            <a:p>
              <a:endParaRPr lang="en-US"/>
            </a:p>
          </p:txBody>
        </p:sp>
        <p:sp>
          <p:nvSpPr>
            <p:cNvPr id="373" name="Freeform: Shape 372">
              <a:extLst>
                <a:ext uri="{FF2B5EF4-FFF2-40B4-BE49-F238E27FC236}">
                  <a16:creationId xmlns:a16="http://schemas.microsoft.com/office/drawing/2014/main" id="{C78111CF-D3FB-C8BC-F062-6039397C8B53}"/>
                </a:ext>
              </a:extLst>
            </p:cNvPr>
            <p:cNvSpPr/>
            <p:nvPr/>
          </p:nvSpPr>
          <p:spPr>
            <a:xfrm>
              <a:off x="7724869" y="4837987"/>
              <a:ext cx="293846" cy="114766"/>
            </a:xfrm>
            <a:custGeom>
              <a:avLst/>
              <a:gdLst>
                <a:gd name="connsiteX0" fmla="*/ 0 w 293846"/>
                <a:gd name="connsiteY0" fmla="*/ 0 h 114766"/>
                <a:gd name="connsiteX1" fmla="*/ 132588 w 293846"/>
                <a:gd name="connsiteY1" fmla="*/ 59341 h 114766"/>
                <a:gd name="connsiteX2" fmla="*/ 293846 w 293846"/>
                <a:gd name="connsiteY2" fmla="*/ 114491 h 114766"/>
              </a:gdLst>
              <a:ahLst/>
              <a:cxnLst>
                <a:cxn ang="0">
                  <a:pos x="connsiteX0" y="connsiteY0"/>
                </a:cxn>
                <a:cxn ang="0">
                  <a:pos x="connsiteX1" y="connsiteY1"/>
                </a:cxn>
                <a:cxn ang="0">
                  <a:pos x="connsiteX2" y="connsiteY2"/>
                </a:cxn>
              </a:cxnLst>
              <a:rect l="l" t="t" r="r" b="b"/>
              <a:pathLst>
                <a:path w="293846" h="114766">
                  <a:moveTo>
                    <a:pt x="0" y="0"/>
                  </a:moveTo>
                  <a:cubicBezTo>
                    <a:pt x="52511" y="0"/>
                    <a:pt x="96707" y="19784"/>
                    <a:pt x="132588" y="59341"/>
                  </a:cubicBezTo>
                  <a:cubicBezTo>
                    <a:pt x="168402" y="98898"/>
                    <a:pt x="222152" y="117281"/>
                    <a:pt x="293846" y="114491"/>
                  </a:cubicBezTo>
                </a:path>
              </a:pathLst>
            </a:custGeom>
            <a:noFill/>
            <a:ln w="19050" cap="flat">
              <a:solidFill>
                <a:srgbClr val="0000FF"/>
              </a:solidFill>
              <a:prstDash val="sysDot"/>
              <a:miter/>
            </a:ln>
          </p:spPr>
          <p:txBody>
            <a:bodyPr rtlCol="0" anchor="ctr"/>
            <a:lstStyle/>
            <a:p>
              <a:endParaRPr lang="en-US"/>
            </a:p>
          </p:txBody>
        </p:sp>
        <p:sp>
          <p:nvSpPr>
            <p:cNvPr id="374" name="Freeform: Shape 373">
              <a:extLst>
                <a:ext uri="{FF2B5EF4-FFF2-40B4-BE49-F238E27FC236}">
                  <a16:creationId xmlns:a16="http://schemas.microsoft.com/office/drawing/2014/main" id="{DBD73EE8-FE45-BC0A-9217-C02746B7432E}"/>
                </a:ext>
              </a:extLst>
            </p:cNvPr>
            <p:cNvSpPr/>
            <p:nvPr/>
          </p:nvSpPr>
          <p:spPr>
            <a:xfrm>
              <a:off x="8541924" y="4842749"/>
              <a:ext cx="752570" cy="9525"/>
            </a:xfrm>
            <a:custGeom>
              <a:avLst/>
              <a:gdLst>
                <a:gd name="connsiteX0" fmla="*/ 0 w 752570"/>
                <a:gd name="connsiteY0" fmla="*/ 0 h 9525"/>
                <a:gd name="connsiteX1" fmla="*/ 752570 w 752570"/>
                <a:gd name="connsiteY1" fmla="*/ 0 h 9525"/>
              </a:gdLst>
              <a:ahLst/>
              <a:cxnLst>
                <a:cxn ang="0">
                  <a:pos x="connsiteX0" y="connsiteY0"/>
                </a:cxn>
                <a:cxn ang="0">
                  <a:pos x="connsiteX1" y="connsiteY1"/>
                </a:cxn>
              </a:cxnLst>
              <a:rect l="l" t="t" r="r" b="b"/>
              <a:pathLst>
                <a:path w="752570" h="9525">
                  <a:moveTo>
                    <a:pt x="0" y="0"/>
                  </a:moveTo>
                  <a:lnTo>
                    <a:pt x="752570" y="0"/>
                  </a:lnTo>
                </a:path>
              </a:pathLst>
            </a:custGeom>
            <a:noFill/>
            <a:ln w="19050" cap="flat">
              <a:solidFill>
                <a:srgbClr val="0000FF"/>
              </a:solidFill>
              <a:prstDash val="sysDot"/>
              <a:miter/>
            </a:ln>
          </p:spPr>
          <p:txBody>
            <a:bodyPr rtlCol="0" anchor="ctr"/>
            <a:lstStyle/>
            <a:p>
              <a:endParaRPr lang="en-US"/>
            </a:p>
          </p:txBody>
        </p:sp>
        <p:sp>
          <p:nvSpPr>
            <p:cNvPr id="375" name="Freeform: Shape 374">
              <a:extLst>
                <a:ext uri="{FF2B5EF4-FFF2-40B4-BE49-F238E27FC236}">
                  <a16:creationId xmlns:a16="http://schemas.microsoft.com/office/drawing/2014/main" id="{76285C3B-4C5F-C6CB-09AB-86D8BA9FE117}"/>
                </a:ext>
              </a:extLst>
            </p:cNvPr>
            <p:cNvSpPr/>
            <p:nvPr/>
          </p:nvSpPr>
          <p:spPr>
            <a:xfrm>
              <a:off x="8699658" y="4842940"/>
              <a:ext cx="543020" cy="29908"/>
            </a:xfrm>
            <a:custGeom>
              <a:avLst/>
              <a:gdLst>
                <a:gd name="connsiteX0" fmla="*/ 0 w 543020"/>
                <a:gd name="connsiteY0" fmla="*/ 0 h 29908"/>
                <a:gd name="connsiteX1" fmla="*/ 543020 w 543020"/>
                <a:gd name="connsiteY1" fmla="*/ 29908 h 29908"/>
              </a:gdLst>
              <a:ahLst/>
              <a:cxnLst>
                <a:cxn ang="0">
                  <a:pos x="connsiteX0" y="connsiteY0"/>
                </a:cxn>
                <a:cxn ang="0">
                  <a:pos x="connsiteX1" y="connsiteY1"/>
                </a:cxn>
              </a:cxnLst>
              <a:rect l="l" t="t" r="r" b="b"/>
              <a:pathLst>
                <a:path w="543020" h="29908">
                  <a:moveTo>
                    <a:pt x="0" y="0"/>
                  </a:moveTo>
                  <a:lnTo>
                    <a:pt x="543020" y="29908"/>
                  </a:lnTo>
                </a:path>
              </a:pathLst>
            </a:custGeom>
            <a:noFill/>
            <a:ln w="19050" cap="flat">
              <a:solidFill>
                <a:srgbClr val="0000FF"/>
              </a:solidFill>
              <a:prstDash val="sysDot"/>
              <a:miter/>
            </a:ln>
          </p:spPr>
          <p:txBody>
            <a:bodyPr rtlCol="0" anchor="ctr"/>
            <a:lstStyle/>
            <a:p>
              <a:endParaRPr lang="en-US"/>
            </a:p>
          </p:txBody>
        </p:sp>
        <p:sp>
          <p:nvSpPr>
            <p:cNvPr id="376" name="Freeform: Shape 375">
              <a:extLst>
                <a:ext uri="{FF2B5EF4-FFF2-40B4-BE49-F238E27FC236}">
                  <a16:creationId xmlns:a16="http://schemas.microsoft.com/office/drawing/2014/main" id="{3D5068CB-0B8A-8461-8074-62047DEFA56C}"/>
                </a:ext>
              </a:extLst>
            </p:cNvPr>
            <p:cNvSpPr/>
            <p:nvPr/>
          </p:nvSpPr>
          <p:spPr>
            <a:xfrm>
              <a:off x="8541924" y="4956668"/>
              <a:ext cx="581882" cy="25431"/>
            </a:xfrm>
            <a:custGeom>
              <a:avLst/>
              <a:gdLst>
                <a:gd name="connsiteX0" fmla="*/ 0 w 581882"/>
                <a:gd name="connsiteY0" fmla="*/ 0 h 25431"/>
                <a:gd name="connsiteX1" fmla="*/ 581882 w 581882"/>
                <a:gd name="connsiteY1" fmla="*/ 25432 h 25431"/>
              </a:gdLst>
              <a:ahLst/>
              <a:cxnLst>
                <a:cxn ang="0">
                  <a:pos x="connsiteX0" y="connsiteY0"/>
                </a:cxn>
                <a:cxn ang="0">
                  <a:pos x="connsiteX1" y="connsiteY1"/>
                </a:cxn>
              </a:cxnLst>
              <a:rect l="l" t="t" r="r" b="b"/>
              <a:pathLst>
                <a:path w="581882" h="25431">
                  <a:moveTo>
                    <a:pt x="0" y="0"/>
                  </a:moveTo>
                  <a:lnTo>
                    <a:pt x="581882" y="25432"/>
                  </a:lnTo>
                </a:path>
              </a:pathLst>
            </a:custGeom>
            <a:noFill/>
            <a:ln w="19050" cap="flat">
              <a:solidFill>
                <a:srgbClr val="0000FF"/>
              </a:solidFill>
              <a:prstDash val="sysDot"/>
              <a:miter/>
            </a:ln>
          </p:spPr>
          <p:txBody>
            <a:bodyPr rtlCol="0" anchor="ctr"/>
            <a:lstStyle/>
            <a:p>
              <a:endParaRPr lang="en-US"/>
            </a:p>
          </p:txBody>
        </p:sp>
        <p:sp>
          <p:nvSpPr>
            <p:cNvPr id="377" name="Freeform: Shape 376">
              <a:extLst>
                <a:ext uri="{FF2B5EF4-FFF2-40B4-BE49-F238E27FC236}">
                  <a16:creationId xmlns:a16="http://schemas.microsoft.com/office/drawing/2014/main" id="{14257690-8B26-A48C-1A96-948BC288A129}"/>
                </a:ext>
              </a:extLst>
            </p:cNvPr>
            <p:cNvSpPr/>
            <p:nvPr/>
          </p:nvSpPr>
          <p:spPr>
            <a:xfrm>
              <a:off x="8678131" y="4732831"/>
              <a:ext cx="738282" cy="9525"/>
            </a:xfrm>
            <a:custGeom>
              <a:avLst/>
              <a:gdLst>
                <a:gd name="connsiteX0" fmla="*/ 0 w 738282"/>
                <a:gd name="connsiteY0" fmla="*/ 0 h 9525"/>
                <a:gd name="connsiteX1" fmla="*/ 738283 w 738282"/>
                <a:gd name="connsiteY1" fmla="*/ 0 h 9525"/>
              </a:gdLst>
              <a:ahLst/>
              <a:cxnLst>
                <a:cxn ang="0">
                  <a:pos x="connsiteX0" y="connsiteY0"/>
                </a:cxn>
                <a:cxn ang="0">
                  <a:pos x="connsiteX1" y="connsiteY1"/>
                </a:cxn>
              </a:cxnLst>
              <a:rect l="l" t="t" r="r" b="b"/>
              <a:pathLst>
                <a:path w="738282" h="9525">
                  <a:moveTo>
                    <a:pt x="0" y="0"/>
                  </a:moveTo>
                  <a:lnTo>
                    <a:pt x="738283" y="0"/>
                  </a:lnTo>
                </a:path>
              </a:pathLst>
            </a:custGeom>
            <a:noFill/>
            <a:ln w="19050" cap="flat">
              <a:solidFill>
                <a:srgbClr val="0000FF"/>
              </a:solidFill>
              <a:prstDash val="sysDot"/>
              <a:miter/>
            </a:ln>
          </p:spPr>
          <p:txBody>
            <a:bodyPr rtlCol="0" anchor="ctr"/>
            <a:lstStyle/>
            <a:p>
              <a:endParaRPr lang="en-US"/>
            </a:p>
          </p:txBody>
        </p:sp>
        <p:sp>
          <p:nvSpPr>
            <p:cNvPr id="378" name="Freeform: Shape 377">
              <a:extLst>
                <a:ext uri="{FF2B5EF4-FFF2-40B4-BE49-F238E27FC236}">
                  <a16:creationId xmlns:a16="http://schemas.microsoft.com/office/drawing/2014/main" id="{927FBE17-0613-AB2A-D114-DD9D3D85F7B1}"/>
                </a:ext>
              </a:extLst>
            </p:cNvPr>
            <p:cNvSpPr/>
            <p:nvPr/>
          </p:nvSpPr>
          <p:spPr>
            <a:xfrm>
              <a:off x="7788210" y="4622436"/>
              <a:ext cx="272319" cy="230409"/>
            </a:xfrm>
            <a:custGeom>
              <a:avLst/>
              <a:gdLst>
                <a:gd name="connsiteX0" fmla="*/ 0 w 272319"/>
                <a:gd name="connsiteY0" fmla="*/ 230410 h 230409"/>
                <a:gd name="connsiteX1" fmla="*/ 272320 w 272319"/>
                <a:gd name="connsiteY1" fmla="*/ 0 h 230409"/>
              </a:gdLst>
              <a:ahLst/>
              <a:cxnLst>
                <a:cxn ang="0">
                  <a:pos x="connsiteX0" y="connsiteY0"/>
                </a:cxn>
                <a:cxn ang="0">
                  <a:pos x="connsiteX1" y="connsiteY1"/>
                </a:cxn>
              </a:cxnLst>
              <a:rect l="l" t="t" r="r" b="b"/>
              <a:pathLst>
                <a:path w="272319" h="230409">
                  <a:moveTo>
                    <a:pt x="0" y="230410"/>
                  </a:moveTo>
                  <a:lnTo>
                    <a:pt x="272320" y="0"/>
                  </a:lnTo>
                </a:path>
              </a:pathLst>
            </a:custGeom>
            <a:noFill/>
            <a:ln w="9525" cap="flat">
              <a:solidFill>
                <a:srgbClr val="666666"/>
              </a:solidFill>
              <a:prstDash val="sysDot"/>
              <a:miter/>
            </a:ln>
          </p:spPr>
          <p:txBody>
            <a:bodyPr rtlCol="0" anchor="ctr"/>
            <a:lstStyle/>
            <a:p>
              <a:endParaRPr lang="en-US"/>
            </a:p>
          </p:txBody>
        </p:sp>
        <p:sp>
          <p:nvSpPr>
            <p:cNvPr id="379" name="Freeform: Shape 378">
              <a:extLst>
                <a:ext uri="{FF2B5EF4-FFF2-40B4-BE49-F238E27FC236}">
                  <a16:creationId xmlns:a16="http://schemas.microsoft.com/office/drawing/2014/main" id="{105304E2-A223-5CEF-C780-1CBAC85151F0}"/>
                </a:ext>
              </a:extLst>
            </p:cNvPr>
            <p:cNvSpPr/>
            <p:nvPr/>
          </p:nvSpPr>
          <p:spPr>
            <a:xfrm>
              <a:off x="8804052" y="4622436"/>
              <a:ext cx="738187" cy="9525"/>
            </a:xfrm>
            <a:custGeom>
              <a:avLst/>
              <a:gdLst>
                <a:gd name="connsiteX0" fmla="*/ 0 w 738187"/>
                <a:gd name="connsiteY0" fmla="*/ 0 h 9525"/>
                <a:gd name="connsiteX1" fmla="*/ 738188 w 738187"/>
                <a:gd name="connsiteY1" fmla="*/ 0 h 9525"/>
              </a:gdLst>
              <a:ahLst/>
              <a:cxnLst>
                <a:cxn ang="0">
                  <a:pos x="connsiteX0" y="connsiteY0"/>
                </a:cxn>
                <a:cxn ang="0">
                  <a:pos x="connsiteX1" y="connsiteY1"/>
                </a:cxn>
              </a:cxnLst>
              <a:rect l="l" t="t" r="r" b="b"/>
              <a:pathLst>
                <a:path w="738187" h="9525">
                  <a:moveTo>
                    <a:pt x="0" y="0"/>
                  </a:moveTo>
                  <a:lnTo>
                    <a:pt x="738188" y="0"/>
                  </a:lnTo>
                </a:path>
              </a:pathLst>
            </a:custGeom>
            <a:noFill/>
            <a:ln w="19050" cap="flat">
              <a:solidFill>
                <a:srgbClr val="0000FF"/>
              </a:solidFill>
              <a:prstDash val="sysDot"/>
              <a:miter/>
            </a:ln>
          </p:spPr>
          <p:txBody>
            <a:bodyPr rtlCol="0" anchor="ctr"/>
            <a:lstStyle/>
            <a:p>
              <a:endParaRPr lang="en-US"/>
            </a:p>
          </p:txBody>
        </p:sp>
        <p:sp>
          <p:nvSpPr>
            <p:cNvPr id="380" name="Freeform: Shape 379">
              <a:extLst>
                <a:ext uri="{FF2B5EF4-FFF2-40B4-BE49-F238E27FC236}">
                  <a16:creationId xmlns:a16="http://schemas.microsoft.com/office/drawing/2014/main" id="{5C0A2EB2-506D-DBBC-13CE-606235FEFE9F}"/>
                </a:ext>
              </a:extLst>
            </p:cNvPr>
            <p:cNvSpPr/>
            <p:nvPr/>
          </p:nvSpPr>
          <p:spPr>
            <a:xfrm>
              <a:off x="9276587" y="4615483"/>
              <a:ext cx="255174" cy="230409"/>
            </a:xfrm>
            <a:custGeom>
              <a:avLst/>
              <a:gdLst>
                <a:gd name="connsiteX0" fmla="*/ 0 w 255174"/>
                <a:gd name="connsiteY0" fmla="*/ 230410 h 230409"/>
                <a:gd name="connsiteX1" fmla="*/ 255175 w 255174"/>
                <a:gd name="connsiteY1" fmla="*/ 0 h 230409"/>
              </a:gdLst>
              <a:ahLst/>
              <a:cxnLst>
                <a:cxn ang="0">
                  <a:pos x="connsiteX0" y="connsiteY0"/>
                </a:cxn>
                <a:cxn ang="0">
                  <a:pos x="connsiteX1" y="connsiteY1"/>
                </a:cxn>
              </a:cxnLst>
              <a:rect l="l" t="t" r="r" b="b"/>
              <a:pathLst>
                <a:path w="255174" h="230409">
                  <a:moveTo>
                    <a:pt x="0" y="230410"/>
                  </a:moveTo>
                  <a:lnTo>
                    <a:pt x="255175" y="0"/>
                  </a:lnTo>
                </a:path>
              </a:pathLst>
            </a:custGeom>
            <a:noFill/>
            <a:ln w="9525" cap="flat">
              <a:solidFill>
                <a:srgbClr val="666666"/>
              </a:solidFill>
              <a:prstDash val="sysDot"/>
              <a:miter/>
            </a:ln>
          </p:spPr>
          <p:txBody>
            <a:bodyPr rtlCol="0" anchor="ctr"/>
            <a:lstStyle/>
            <a:p>
              <a:endParaRPr lang="en-US"/>
            </a:p>
          </p:txBody>
        </p:sp>
        <p:sp>
          <p:nvSpPr>
            <p:cNvPr id="381" name="Freeform: Shape 380">
              <a:extLst>
                <a:ext uri="{FF2B5EF4-FFF2-40B4-BE49-F238E27FC236}">
                  <a16:creationId xmlns:a16="http://schemas.microsoft.com/office/drawing/2014/main" id="{7B721B53-7A66-2ECC-B3E2-D32653F339B2}"/>
                </a:ext>
              </a:extLst>
            </p:cNvPr>
            <p:cNvSpPr/>
            <p:nvPr/>
          </p:nvSpPr>
          <p:spPr>
            <a:xfrm>
              <a:off x="6885145" y="4622436"/>
              <a:ext cx="272415" cy="230504"/>
            </a:xfrm>
            <a:custGeom>
              <a:avLst/>
              <a:gdLst>
                <a:gd name="connsiteX0" fmla="*/ 0 w 272415"/>
                <a:gd name="connsiteY0" fmla="*/ 230505 h 230504"/>
                <a:gd name="connsiteX1" fmla="*/ 272415 w 272415"/>
                <a:gd name="connsiteY1" fmla="*/ 0 h 230504"/>
              </a:gdLst>
              <a:ahLst/>
              <a:cxnLst>
                <a:cxn ang="0">
                  <a:pos x="connsiteX0" y="connsiteY0"/>
                </a:cxn>
                <a:cxn ang="0">
                  <a:pos x="connsiteX1" y="connsiteY1"/>
                </a:cxn>
              </a:cxnLst>
              <a:rect l="l" t="t" r="r" b="b"/>
              <a:pathLst>
                <a:path w="272415" h="230504">
                  <a:moveTo>
                    <a:pt x="0" y="230505"/>
                  </a:moveTo>
                  <a:lnTo>
                    <a:pt x="272415" y="0"/>
                  </a:lnTo>
                </a:path>
              </a:pathLst>
            </a:custGeom>
            <a:noFill/>
            <a:ln w="9525" cap="flat">
              <a:solidFill>
                <a:srgbClr val="666666"/>
              </a:solidFill>
              <a:prstDash val="sysDot"/>
              <a:miter/>
            </a:ln>
          </p:spPr>
          <p:txBody>
            <a:bodyPr rtlCol="0" anchor="ctr"/>
            <a:lstStyle/>
            <a:p>
              <a:endParaRPr lang="en-US"/>
            </a:p>
          </p:txBody>
        </p:sp>
        <p:sp>
          <p:nvSpPr>
            <p:cNvPr id="382" name="Freeform: Shape 381">
              <a:extLst>
                <a:ext uri="{FF2B5EF4-FFF2-40B4-BE49-F238E27FC236}">
                  <a16:creationId xmlns:a16="http://schemas.microsoft.com/office/drawing/2014/main" id="{3611AF4A-66DD-D6AF-FA99-A5BE79B67823}"/>
                </a:ext>
              </a:extLst>
            </p:cNvPr>
            <p:cNvSpPr/>
            <p:nvPr/>
          </p:nvSpPr>
          <p:spPr>
            <a:xfrm>
              <a:off x="9111709" y="4870658"/>
              <a:ext cx="124015" cy="107918"/>
            </a:xfrm>
            <a:custGeom>
              <a:avLst/>
              <a:gdLst>
                <a:gd name="connsiteX0" fmla="*/ 0 w 124015"/>
                <a:gd name="connsiteY0" fmla="*/ 107918 h 107918"/>
                <a:gd name="connsiteX1" fmla="*/ 124015 w 124015"/>
                <a:gd name="connsiteY1" fmla="*/ 0 h 107918"/>
              </a:gdLst>
              <a:ahLst/>
              <a:cxnLst>
                <a:cxn ang="0">
                  <a:pos x="connsiteX0" y="connsiteY0"/>
                </a:cxn>
                <a:cxn ang="0">
                  <a:pos x="connsiteX1" y="connsiteY1"/>
                </a:cxn>
              </a:cxnLst>
              <a:rect l="l" t="t" r="r" b="b"/>
              <a:pathLst>
                <a:path w="124015" h="107918">
                  <a:moveTo>
                    <a:pt x="0" y="107918"/>
                  </a:moveTo>
                  <a:lnTo>
                    <a:pt x="124015" y="0"/>
                  </a:lnTo>
                </a:path>
              </a:pathLst>
            </a:custGeom>
            <a:noFill/>
            <a:ln w="9525" cap="flat">
              <a:solidFill>
                <a:srgbClr val="666666"/>
              </a:solidFill>
              <a:prstDash val="sysDot"/>
              <a:miter/>
            </a:ln>
          </p:spPr>
          <p:txBody>
            <a:bodyPr rtlCol="0" anchor="ctr"/>
            <a:lstStyle/>
            <a:p>
              <a:endParaRPr lang="en-US"/>
            </a:p>
          </p:txBody>
        </p:sp>
        <p:sp>
          <p:nvSpPr>
            <p:cNvPr id="383" name="Freeform: Shape 382">
              <a:extLst>
                <a:ext uri="{FF2B5EF4-FFF2-40B4-BE49-F238E27FC236}">
                  <a16:creationId xmlns:a16="http://schemas.microsoft.com/office/drawing/2014/main" id="{B531D0D5-24E8-030A-A60B-6C3A61E19EBA}"/>
                </a:ext>
              </a:extLst>
            </p:cNvPr>
            <p:cNvSpPr/>
            <p:nvPr/>
          </p:nvSpPr>
          <p:spPr>
            <a:xfrm>
              <a:off x="7557801" y="4368881"/>
              <a:ext cx="1874996" cy="224980"/>
            </a:xfrm>
            <a:custGeom>
              <a:avLst/>
              <a:gdLst>
                <a:gd name="connsiteX0" fmla="*/ 0 w 1874996"/>
                <a:gd name="connsiteY0" fmla="*/ 0 h 224980"/>
                <a:gd name="connsiteX1" fmla="*/ 1874996 w 1874996"/>
                <a:gd name="connsiteY1" fmla="*/ 0 h 224980"/>
                <a:gd name="connsiteX2" fmla="*/ 1874996 w 1874996"/>
                <a:gd name="connsiteY2" fmla="*/ 224980 h 224980"/>
                <a:gd name="connsiteX3" fmla="*/ 0 w 1874996"/>
                <a:gd name="connsiteY3" fmla="*/ 224980 h 224980"/>
              </a:gdLst>
              <a:ahLst/>
              <a:cxnLst>
                <a:cxn ang="0">
                  <a:pos x="connsiteX0" y="connsiteY0"/>
                </a:cxn>
                <a:cxn ang="0">
                  <a:pos x="connsiteX1" y="connsiteY1"/>
                </a:cxn>
                <a:cxn ang="0">
                  <a:pos x="connsiteX2" y="connsiteY2"/>
                </a:cxn>
                <a:cxn ang="0">
                  <a:pos x="connsiteX3" y="connsiteY3"/>
                </a:cxn>
              </a:cxnLst>
              <a:rect l="l" t="t" r="r" b="b"/>
              <a:pathLst>
                <a:path w="1874996" h="224980">
                  <a:moveTo>
                    <a:pt x="0" y="0"/>
                  </a:moveTo>
                  <a:lnTo>
                    <a:pt x="1874996" y="0"/>
                  </a:lnTo>
                  <a:lnTo>
                    <a:pt x="1874996" y="224980"/>
                  </a:lnTo>
                  <a:lnTo>
                    <a:pt x="0" y="224980"/>
                  </a:lnTo>
                  <a:close/>
                </a:path>
              </a:pathLst>
            </a:custGeom>
            <a:no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FA4A7CB0-4FBE-D4B8-D33B-6816E88EF6E8}"/>
                </a:ext>
              </a:extLst>
            </p:cNvPr>
            <p:cNvSpPr/>
            <p:nvPr/>
          </p:nvSpPr>
          <p:spPr>
            <a:xfrm>
              <a:off x="7462075" y="4640248"/>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5" name="TextBox 384">
              <a:extLst>
                <a:ext uri="{FF2B5EF4-FFF2-40B4-BE49-F238E27FC236}">
                  <a16:creationId xmlns:a16="http://schemas.microsoft.com/office/drawing/2014/main" id="{DC6C1EC7-6FD1-08F8-9A74-C7BC148A59D5}"/>
                </a:ext>
              </a:extLst>
            </p:cNvPr>
            <p:cNvSpPr txBox="1"/>
            <p:nvPr/>
          </p:nvSpPr>
          <p:spPr>
            <a:xfrm>
              <a:off x="7384541" y="4567572"/>
              <a:ext cx="259080" cy="205740"/>
            </a:xfrm>
            <a:prstGeom prst="rect">
              <a:avLst/>
            </a:prstGeom>
            <a:noFill/>
          </p:spPr>
          <p:txBody>
            <a:bodyPr wrap="none" rtlCol="0">
              <a:spAutoFit/>
            </a:bodyPr>
            <a:lstStyle/>
            <a:p>
              <a:pPr algn="l"/>
              <a:r>
                <a:rPr lang="en-US" sz="825" spc="0" baseline="0" dirty="0">
                  <a:ln/>
                  <a:solidFill>
                    <a:srgbClr val="000000"/>
                  </a:solidFill>
                  <a:latin typeface="Times New Roman"/>
                  <a:cs typeface="Times New Roman"/>
                  <a:sym typeface="Times New Roman"/>
                  <a:rtl val="0"/>
                </a:rPr>
                <a:t>A</a:t>
              </a:r>
            </a:p>
          </p:txBody>
        </p:sp>
        <p:sp>
          <p:nvSpPr>
            <p:cNvPr id="386" name="Freeform: Shape 385">
              <a:extLst>
                <a:ext uri="{FF2B5EF4-FFF2-40B4-BE49-F238E27FC236}">
                  <a16:creationId xmlns:a16="http://schemas.microsoft.com/office/drawing/2014/main" id="{C4A597FE-B929-5712-7B70-872CDFFD0A99}"/>
                </a:ext>
              </a:extLst>
            </p:cNvPr>
            <p:cNvSpPr/>
            <p:nvPr/>
          </p:nvSpPr>
          <p:spPr>
            <a:xfrm>
              <a:off x="7344917" y="4721687"/>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87" name="TextBox 386">
              <a:extLst>
                <a:ext uri="{FF2B5EF4-FFF2-40B4-BE49-F238E27FC236}">
                  <a16:creationId xmlns:a16="http://schemas.microsoft.com/office/drawing/2014/main" id="{36AAEC39-1DEA-02DB-7B53-F843CC365C5D}"/>
                </a:ext>
              </a:extLst>
            </p:cNvPr>
            <p:cNvSpPr txBox="1"/>
            <p:nvPr/>
          </p:nvSpPr>
          <p:spPr>
            <a:xfrm>
              <a:off x="7275004" y="46818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B</a:t>
              </a:r>
            </a:p>
          </p:txBody>
        </p:sp>
        <p:sp>
          <p:nvSpPr>
            <p:cNvPr id="388" name="Freeform: Shape 387">
              <a:extLst>
                <a:ext uri="{FF2B5EF4-FFF2-40B4-BE49-F238E27FC236}">
                  <a16:creationId xmlns:a16="http://schemas.microsoft.com/office/drawing/2014/main" id="{4EF94F19-3693-B590-3CE7-335393E369AD}"/>
                </a:ext>
              </a:extLst>
            </p:cNvPr>
            <p:cNvSpPr/>
            <p:nvPr/>
          </p:nvSpPr>
          <p:spPr>
            <a:xfrm>
              <a:off x="8254459" y="4640153"/>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89" name="TextBox 388">
              <a:extLst>
                <a:ext uri="{FF2B5EF4-FFF2-40B4-BE49-F238E27FC236}">
                  <a16:creationId xmlns:a16="http://schemas.microsoft.com/office/drawing/2014/main" id="{CE569A74-B9EC-B5D7-5C1E-F0245AEB4706}"/>
                </a:ext>
              </a:extLst>
            </p:cNvPr>
            <p:cNvSpPr txBox="1"/>
            <p:nvPr/>
          </p:nvSpPr>
          <p:spPr>
            <a:xfrm>
              <a:off x="8179879" y="45675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C</a:t>
              </a:r>
            </a:p>
          </p:txBody>
        </p:sp>
        <p:sp>
          <p:nvSpPr>
            <p:cNvPr id="390" name="Freeform: Shape 389">
              <a:extLst>
                <a:ext uri="{FF2B5EF4-FFF2-40B4-BE49-F238E27FC236}">
                  <a16:creationId xmlns:a16="http://schemas.microsoft.com/office/drawing/2014/main" id="{3A4AC09A-E827-13CA-447B-45C4F7E3CDE4}"/>
                </a:ext>
              </a:extLst>
            </p:cNvPr>
            <p:cNvSpPr/>
            <p:nvPr/>
          </p:nvSpPr>
          <p:spPr>
            <a:xfrm>
              <a:off x="8137302" y="4721591"/>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91" name="TextBox 390">
              <a:extLst>
                <a:ext uri="{FF2B5EF4-FFF2-40B4-BE49-F238E27FC236}">
                  <a16:creationId xmlns:a16="http://schemas.microsoft.com/office/drawing/2014/main" id="{65559116-14F2-18D4-947B-A3BB7F7CB353}"/>
                </a:ext>
              </a:extLst>
            </p:cNvPr>
            <p:cNvSpPr txBox="1"/>
            <p:nvPr/>
          </p:nvSpPr>
          <p:spPr>
            <a:xfrm>
              <a:off x="8060816" y="4681872"/>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D</a:t>
              </a:r>
            </a:p>
          </p:txBody>
        </p:sp>
        <p:sp>
          <p:nvSpPr>
            <p:cNvPr id="392" name="Freeform: Shape 391">
              <a:extLst>
                <a:ext uri="{FF2B5EF4-FFF2-40B4-BE49-F238E27FC236}">
                  <a16:creationId xmlns:a16="http://schemas.microsoft.com/office/drawing/2014/main" id="{D065959F-2EE0-595E-79D0-1B0FAF8ABCE6}"/>
                </a:ext>
              </a:extLst>
            </p:cNvPr>
            <p:cNvSpPr/>
            <p:nvPr/>
          </p:nvSpPr>
          <p:spPr>
            <a:xfrm>
              <a:off x="8033194" y="4837130"/>
              <a:ext cx="117157" cy="141636"/>
            </a:xfrm>
            <a:custGeom>
              <a:avLst/>
              <a:gdLst>
                <a:gd name="connsiteX0" fmla="*/ 0 w 117157"/>
                <a:gd name="connsiteY0" fmla="*/ 0 h 141636"/>
                <a:gd name="connsiteX1" fmla="*/ 117158 w 117157"/>
                <a:gd name="connsiteY1" fmla="*/ 0 h 141636"/>
                <a:gd name="connsiteX2" fmla="*/ 117158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8" y="0"/>
                  </a:lnTo>
                  <a:lnTo>
                    <a:pt x="117158" y="141637"/>
                  </a:lnTo>
                  <a:lnTo>
                    <a:pt x="0" y="141637"/>
                  </a:lnTo>
                  <a:close/>
                </a:path>
              </a:pathLst>
            </a:custGeom>
            <a:noFill/>
            <a:ln w="9525" cap="flat">
              <a:noFill/>
              <a:prstDash val="solid"/>
              <a:miter/>
            </a:ln>
          </p:spPr>
          <p:txBody>
            <a:bodyPr rtlCol="0" anchor="ctr"/>
            <a:lstStyle/>
            <a:p>
              <a:endParaRPr lang="en-US"/>
            </a:p>
          </p:txBody>
        </p:sp>
        <p:sp>
          <p:nvSpPr>
            <p:cNvPr id="393" name="TextBox 392">
              <a:extLst>
                <a:ext uri="{FF2B5EF4-FFF2-40B4-BE49-F238E27FC236}">
                  <a16:creationId xmlns:a16="http://schemas.microsoft.com/office/drawing/2014/main" id="{A5E0AFB7-5685-73C9-C77E-2F7E7FC17EC4}"/>
                </a:ext>
              </a:extLst>
            </p:cNvPr>
            <p:cNvSpPr txBox="1"/>
            <p:nvPr/>
          </p:nvSpPr>
          <p:spPr>
            <a:xfrm>
              <a:off x="7960804" y="4796172"/>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E</a:t>
              </a:r>
            </a:p>
          </p:txBody>
        </p:sp>
        <p:sp>
          <p:nvSpPr>
            <p:cNvPr id="394" name="Freeform: Shape 393">
              <a:extLst>
                <a:ext uri="{FF2B5EF4-FFF2-40B4-BE49-F238E27FC236}">
                  <a16:creationId xmlns:a16="http://schemas.microsoft.com/office/drawing/2014/main" id="{B3F50952-BB60-8A17-EE5D-091A1253CA2D}"/>
                </a:ext>
              </a:extLst>
            </p:cNvPr>
            <p:cNvSpPr/>
            <p:nvPr/>
          </p:nvSpPr>
          <p:spPr>
            <a:xfrm>
              <a:off x="9026080" y="4637105"/>
              <a:ext cx="117157" cy="74961"/>
            </a:xfrm>
            <a:custGeom>
              <a:avLst/>
              <a:gdLst>
                <a:gd name="connsiteX0" fmla="*/ 0 w 117157"/>
                <a:gd name="connsiteY0" fmla="*/ 0 h 74961"/>
                <a:gd name="connsiteX1" fmla="*/ 117157 w 117157"/>
                <a:gd name="connsiteY1" fmla="*/ 0 h 74961"/>
                <a:gd name="connsiteX2" fmla="*/ 117157 w 117157"/>
                <a:gd name="connsiteY2" fmla="*/ 74962 h 74961"/>
                <a:gd name="connsiteX3" fmla="*/ 0 w 117157"/>
                <a:gd name="connsiteY3" fmla="*/ 74962 h 74961"/>
              </a:gdLst>
              <a:ahLst/>
              <a:cxnLst>
                <a:cxn ang="0">
                  <a:pos x="connsiteX0" y="connsiteY0"/>
                </a:cxn>
                <a:cxn ang="0">
                  <a:pos x="connsiteX1" y="connsiteY1"/>
                </a:cxn>
                <a:cxn ang="0">
                  <a:pos x="connsiteX2" y="connsiteY2"/>
                </a:cxn>
                <a:cxn ang="0">
                  <a:pos x="connsiteX3" y="connsiteY3"/>
                </a:cxn>
              </a:cxnLst>
              <a:rect l="l" t="t" r="r" b="b"/>
              <a:pathLst>
                <a:path w="117157" h="74961">
                  <a:moveTo>
                    <a:pt x="0" y="0"/>
                  </a:moveTo>
                  <a:lnTo>
                    <a:pt x="117157" y="0"/>
                  </a:lnTo>
                  <a:lnTo>
                    <a:pt x="117157" y="74962"/>
                  </a:lnTo>
                  <a:lnTo>
                    <a:pt x="0" y="74962"/>
                  </a:lnTo>
                  <a:close/>
                </a:path>
              </a:pathLst>
            </a:custGeom>
            <a:noFill/>
            <a:ln w="9525" cap="flat">
              <a:noFill/>
              <a:prstDash val="solid"/>
              <a:miter/>
            </a:ln>
          </p:spPr>
          <p:txBody>
            <a:bodyPr rtlCol="0" anchor="ctr"/>
            <a:lstStyle/>
            <a:p>
              <a:endParaRPr lang="en-US"/>
            </a:p>
          </p:txBody>
        </p:sp>
        <p:sp>
          <p:nvSpPr>
            <p:cNvPr id="395" name="TextBox 394">
              <a:extLst>
                <a:ext uri="{FF2B5EF4-FFF2-40B4-BE49-F238E27FC236}">
                  <a16:creationId xmlns:a16="http://schemas.microsoft.com/office/drawing/2014/main" id="{4451F147-A612-9022-4206-1091F7DFC7F6}"/>
                </a:ext>
              </a:extLst>
            </p:cNvPr>
            <p:cNvSpPr txBox="1"/>
            <p:nvPr/>
          </p:nvSpPr>
          <p:spPr>
            <a:xfrm>
              <a:off x="8956166" y="4558047"/>
              <a:ext cx="24003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F</a:t>
              </a:r>
            </a:p>
          </p:txBody>
        </p:sp>
        <p:sp>
          <p:nvSpPr>
            <p:cNvPr id="396" name="Freeform: Shape 395">
              <a:extLst>
                <a:ext uri="{FF2B5EF4-FFF2-40B4-BE49-F238E27FC236}">
                  <a16:creationId xmlns:a16="http://schemas.microsoft.com/office/drawing/2014/main" id="{8D80E9DA-D14C-DB91-EF80-CC5618E13665}"/>
                </a:ext>
              </a:extLst>
            </p:cNvPr>
            <p:cNvSpPr/>
            <p:nvPr/>
          </p:nvSpPr>
          <p:spPr>
            <a:xfrm>
              <a:off x="8908922" y="4718543"/>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97" name="TextBox 396">
              <a:extLst>
                <a:ext uri="{FF2B5EF4-FFF2-40B4-BE49-F238E27FC236}">
                  <a16:creationId xmlns:a16="http://schemas.microsoft.com/office/drawing/2014/main" id="{77DC5141-C46C-8764-071A-ED1120164B52}"/>
                </a:ext>
              </a:extLst>
            </p:cNvPr>
            <p:cNvSpPr txBox="1"/>
            <p:nvPr/>
          </p:nvSpPr>
          <p:spPr>
            <a:xfrm>
              <a:off x="8837104" y="4672347"/>
              <a:ext cx="249555"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G</a:t>
              </a:r>
            </a:p>
          </p:txBody>
        </p:sp>
        <p:sp>
          <p:nvSpPr>
            <p:cNvPr id="398" name="Freeform: Shape 397">
              <a:extLst>
                <a:ext uri="{FF2B5EF4-FFF2-40B4-BE49-F238E27FC236}">
                  <a16:creationId xmlns:a16="http://schemas.microsoft.com/office/drawing/2014/main" id="{292AA829-AD08-0144-F005-048889A57412}"/>
                </a:ext>
              </a:extLst>
            </p:cNvPr>
            <p:cNvSpPr/>
            <p:nvPr/>
          </p:nvSpPr>
          <p:spPr>
            <a:xfrm>
              <a:off x="8804719" y="4833986"/>
              <a:ext cx="117157" cy="141636"/>
            </a:xfrm>
            <a:custGeom>
              <a:avLst/>
              <a:gdLst>
                <a:gd name="connsiteX0" fmla="*/ 0 w 117157"/>
                <a:gd name="connsiteY0" fmla="*/ 0 h 141636"/>
                <a:gd name="connsiteX1" fmla="*/ 117157 w 117157"/>
                <a:gd name="connsiteY1" fmla="*/ 0 h 141636"/>
                <a:gd name="connsiteX2" fmla="*/ 117157 w 117157"/>
                <a:gd name="connsiteY2" fmla="*/ 141637 h 141636"/>
                <a:gd name="connsiteX3" fmla="*/ 0 w 117157"/>
                <a:gd name="connsiteY3" fmla="*/ 141637 h 141636"/>
              </a:gdLst>
              <a:ahLst/>
              <a:cxnLst>
                <a:cxn ang="0">
                  <a:pos x="connsiteX0" y="connsiteY0"/>
                </a:cxn>
                <a:cxn ang="0">
                  <a:pos x="connsiteX1" y="connsiteY1"/>
                </a:cxn>
                <a:cxn ang="0">
                  <a:pos x="connsiteX2" y="connsiteY2"/>
                </a:cxn>
                <a:cxn ang="0">
                  <a:pos x="connsiteX3" y="connsiteY3"/>
                </a:cxn>
              </a:cxnLst>
              <a:rect l="l" t="t" r="r" b="b"/>
              <a:pathLst>
                <a:path w="117157" h="141636">
                  <a:moveTo>
                    <a:pt x="0" y="0"/>
                  </a:moveTo>
                  <a:lnTo>
                    <a:pt x="117157" y="0"/>
                  </a:lnTo>
                  <a:lnTo>
                    <a:pt x="117157" y="141637"/>
                  </a:lnTo>
                  <a:lnTo>
                    <a:pt x="0" y="141637"/>
                  </a:lnTo>
                  <a:close/>
                </a:path>
              </a:pathLst>
            </a:custGeom>
            <a:noFill/>
            <a:ln w="9525" cap="flat">
              <a:noFill/>
              <a:prstDash val="solid"/>
              <a:miter/>
            </a:ln>
          </p:spPr>
          <p:txBody>
            <a:bodyPr rtlCol="0" anchor="ctr"/>
            <a:lstStyle/>
            <a:p>
              <a:endParaRPr lang="en-US"/>
            </a:p>
          </p:txBody>
        </p:sp>
        <p:sp>
          <p:nvSpPr>
            <p:cNvPr id="399" name="TextBox 398">
              <a:extLst>
                <a:ext uri="{FF2B5EF4-FFF2-40B4-BE49-F238E27FC236}">
                  <a16:creationId xmlns:a16="http://schemas.microsoft.com/office/drawing/2014/main" id="{49DEEF03-8939-4DB0-3FD5-D637E45EBB7E}"/>
                </a:ext>
              </a:extLst>
            </p:cNvPr>
            <p:cNvSpPr txBox="1"/>
            <p:nvPr/>
          </p:nvSpPr>
          <p:spPr>
            <a:xfrm>
              <a:off x="8727566" y="4786647"/>
              <a:ext cx="259080" cy="205740"/>
            </a:xfrm>
            <a:prstGeom prst="rect">
              <a:avLst/>
            </a:prstGeom>
            <a:noFill/>
          </p:spPr>
          <p:txBody>
            <a:bodyPr wrap="none" rtlCol="0">
              <a:spAutoFit/>
            </a:bodyPr>
            <a:lstStyle/>
            <a:p>
              <a:pPr algn="l"/>
              <a:r>
                <a:rPr lang="en-US" sz="825" spc="0" baseline="0">
                  <a:ln/>
                  <a:solidFill>
                    <a:srgbClr val="000000"/>
                  </a:solidFill>
                  <a:latin typeface="Times New Roman"/>
                  <a:cs typeface="Times New Roman"/>
                  <a:sym typeface="Times New Roman"/>
                  <a:rtl val="0"/>
                </a:rPr>
                <a:t>H</a:t>
              </a:r>
            </a:p>
          </p:txBody>
        </p:sp>
        <p:sp>
          <p:nvSpPr>
            <p:cNvPr id="400" name="Freeform: Shape 399">
              <a:extLst>
                <a:ext uri="{FF2B5EF4-FFF2-40B4-BE49-F238E27FC236}">
                  <a16:creationId xmlns:a16="http://schemas.microsoft.com/office/drawing/2014/main" id="{056CE4D3-B4D8-A1AC-D5E5-C06E58D6D4E6}"/>
                </a:ext>
              </a:extLst>
            </p:cNvPr>
            <p:cNvSpPr/>
            <p:nvPr/>
          </p:nvSpPr>
          <p:spPr>
            <a:xfrm>
              <a:off x="9136188" y="4178762"/>
              <a:ext cx="39147" cy="25241"/>
            </a:xfrm>
            <a:custGeom>
              <a:avLst/>
              <a:gdLst>
                <a:gd name="connsiteX0" fmla="*/ 39148 w 39147"/>
                <a:gd name="connsiteY0" fmla="*/ 16288 h 25241"/>
                <a:gd name="connsiteX1" fmla="*/ 0 w 39147"/>
                <a:gd name="connsiteY1" fmla="*/ 25241 h 25241"/>
                <a:gd name="connsiteX2" fmla="*/ 2381 w 39147"/>
                <a:gd name="connsiteY2" fmla="*/ 0 h 25241"/>
              </a:gdLst>
              <a:ahLst/>
              <a:cxnLst>
                <a:cxn ang="0">
                  <a:pos x="connsiteX0" y="connsiteY0"/>
                </a:cxn>
                <a:cxn ang="0">
                  <a:pos x="connsiteX1" y="connsiteY1"/>
                </a:cxn>
                <a:cxn ang="0">
                  <a:pos x="connsiteX2" y="connsiteY2"/>
                </a:cxn>
              </a:cxnLst>
              <a:rect l="l" t="t" r="r" b="b"/>
              <a:pathLst>
                <a:path w="39147" h="25241">
                  <a:moveTo>
                    <a:pt x="39148" y="16288"/>
                  </a:moveTo>
                  <a:lnTo>
                    <a:pt x="0" y="25241"/>
                  </a:lnTo>
                  <a:lnTo>
                    <a:pt x="2381" y="0"/>
                  </a:lnTo>
                  <a:close/>
                </a:path>
              </a:pathLst>
            </a:custGeom>
            <a:solidFill>
              <a:srgbClr val="1A1A1A"/>
            </a:solidFill>
            <a:ln w="9525" cap="flat">
              <a:solidFill>
                <a:srgbClr val="1A1A1A"/>
              </a:solidFill>
              <a:prstDash val="solid"/>
              <a:miter/>
            </a:ln>
          </p:spPr>
          <p:txBody>
            <a:bodyPr rtlCol="0" anchor="ctr"/>
            <a:lstStyle/>
            <a:p>
              <a:endParaRPr lang="en-US"/>
            </a:p>
          </p:txBody>
        </p:sp>
        <p:sp>
          <p:nvSpPr>
            <p:cNvPr id="401" name="TextBox 400">
              <a:extLst>
                <a:ext uri="{FF2B5EF4-FFF2-40B4-BE49-F238E27FC236}">
                  <a16:creationId xmlns:a16="http://schemas.microsoft.com/office/drawing/2014/main" id="{1B493A7E-B5B9-B9FD-4533-CA05DB04496B}"/>
                </a:ext>
              </a:extLst>
            </p:cNvPr>
            <p:cNvSpPr txBox="1"/>
            <p:nvPr/>
          </p:nvSpPr>
          <p:spPr>
            <a:xfrm>
              <a:off x="6890316" y="5292481"/>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1</a:t>
              </a:r>
              <a:endParaRPr lang="en-US" sz="825" spc="0" baseline="0" dirty="0">
                <a:ln/>
                <a:solidFill>
                  <a:srgbClr val="000000"/>
                </a:solidFill>
                <a:latin typeface="Times New Roman"/>
                <a:cs typeface="Times New Roman"/>
                <a:sym typeface="Times New Roman"/>
                <a:rtl val="0"/>
              </a:endParaRPr>
            </a:p>
          </p:txBody>
        </p:sp>
        <p:sp>
          <p:nvSpPr>
            <p:cNvPr id="402" name="TextBox 401">
              <a:extLst>
                <a:ext uri="{FF2B5EF4-FFF2-40B4-BE49-F238E27FC236}">
                  <a16:creationId xmlns:a16="http://schemas.microsoft.com/office/drawing/2014/main" id="{F1710D89-4113-6492-9F1D-B63BE1A0C125}"/>
                </a:ext>
              </a:extLst>
            </p:cNvPr>
            <p:cNvSpPr txBox="1"/>
            <p:nvPr/>
          </p:nvSpPr>
          <p:spPr>
            <a:xfrm>
              <a:off x="7672837" y="5394664"/>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2</a:t>
              </a:r>
              <a:endParaRPr lang="en-US" sz="825" spc="0" baseline="0" dirty="0">
                <a:ln/>
                <a:solidFill>
                  <a:srgbClr val="000000"/>
                </a:solidFill>
                <a:latin typeface="Times New Roman"/>
                <a:cs typeface="Times New Roman"/>
                <a:sym typeface="Times New Roman"/>
                <a:rtl val="0"/>
              </a:endParaRPr>
            </a:p>
          </p:txBody>
        </p:sp>
        <p:sp>
          <p:nvSpPr>
            <p:cNvPr id="403" name="TextBox 402">
              <a:extLst>
                <a:ext uri="{FF2B5EF4-FFF2-40B4-BE49-F238E27FC236}">
                  <a16:creationId xmlns:a16="http://schemas.microsoft.com/office/drawing/2014/main" id="{F0F2BB19-2E1A-62B4-44E3-B6E8AA186C8B}"/>
                </a:ext>
              </a:extLst>
            </p:cNvPr>
            <p:cNvSpPr txBox="1"/>
            <p:nvPr/>
          </p:nvSpPr>
          <p:spPr>
            <a:xfrm>
              <a:off x="8486540" y="5385359"/>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4</a:t>
              </a:r>
              <a:endParaRPr lang="en-US" sz="825" spc="0" baseline="0" dirty="0">
                <a:ln/>
                <a:solidFill>
                  <a:srgbClr val="000000"/>
                </a:solidFill>
                <a:latin typeface="Times New Roman"/>
                <a:cs typeface="Times New Roman"/>
                <a:sym typeface="Times New Roman"/>
                <a:rtl val="0"/>
              </a:endParaRPr>
            </a:p>
          </p:txBody>
        </p:sp>
        <p:sp>
          <p:nvSpPr>
            <p:cNvPr id="404" name="TextBox 403">
              <a:extLst>
                <a:ext uri="{FF2B5EF4-FFF2-40B4-BE49-F238E27FC236}">
                  <a16:creationId xmlns:a16="http://schemas.microsoft.com/office/drawing/2014/main" id="{BAD5E647-86DC-3174-7550-73375729742A}"/>
                </a:ext>
              </a:extLst>
            </p:cNvPr>
            <p:cNvSpPr txBox="1"/>
            <p:nvPr/>
          </p:nvSpPr>
          <p:spPr>
            <a:xfrm>
              <a:off x="8770056" y="5096836"/>
              <a:ext cx="580608" cy="219291"/>
            </a:xfrm>
            <a:prstGeom prst="rect">
              <a:avLst/>
            </a:prstGeom>
            <a:noFill/>
          </p:spPr>
          <p:txBody>
            <a:bodyPr wrap="none" rtlCol="0">
              <a:spAutoFit/>
            </a:bodyPr>
            <a:lstStyle/>
            <a:p>
              <a:pPr algn="l"/>
              <a:r>
                <a:rPr lang="en-US" sz="825" dirty="0">
                  <a:ln/>
                  <a:solidFill>
                    <a:srgbClr val="000000"/>
                  </a:solidFill>
                  <a:latin typeface="Times New Roman"/>
                  <a:cs typeface="Times New Roman"/>
                  <a:sym typeface="Times New Roman"/>
                  <a:rtl val="0"/>
                </a:rPr>
                <a:t>Section 3</a:t>
              </a:r>
              <a:endParaRPr lang="en-US" sz="825" spc="0" baseline="0" dirty="0">
                <a:ln/>
                <a:solidFill>
                  <a:srgbClr val="000000"/>
                </a:solidFill>
                <a:latin typeface="Times New Roman"/>
                <a:cs typeface="Times New Roman"/>
                <a:sym typeface="Times New Roman"/>
                <a:rtl val="0"/>
              </a:endParaRPr>
            </a:p>
          </p:txBody>
        </p:sp>
        <p:sp>
          <p:nvSpPr>
            <p:cNvPr id="405" name="Arrow: Right 404">
              <a:extLst>
                <a:ext uri="{FF2B5EF4-FFF2-40B4-BE49-F238E27FC236}">
                  <a16:creationId xmlns:a16="http://schemas.microsoft.com/office/drawing/2014/main" id="{41D9E530-ACE7-8D45-D240-A5BC4AB71D42}"/>
                </a:ext>
              </a:extLst>
            </p:cNvPr>
            <p:cNvSpPr/>
            <p:nvPr/>
          </p:nvSpPr>
          <p:spPr>
            <a:xfrm>
              <a:off x="6764867" y="5767552"/>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1</a:t>
              </a:r>
            </a:p>
          </p:txBody>
        </p:sp>
        <p:sp>
          <p:nvSpPr>
            <p:cNvPr id="406" name="Arrow: Right 405">
              <a:extLst>
                <a:ext uri="{FF2B5EF4-FFF2-40B4-BE49-F238E27FC236}">
                  <a16:creationId xmlns:a16="http://schemas.microsoft.com/office/drawing/2014/main" id="{D6A71E40-5D3E-7261-CF49-ED08C5C25071}"/>
                </a:ext>
              </a:extLst>
            </p:cNvPr>
            <p:cNvSpPr/>
            <p:nvPr/>
          </p:nvSpPr>
          <p:spPr>
            <a:xfrm>
              <a:off x="8165861" y="5726364"/>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2</a:t>
              </a:r>
            </a:p>
          </p:txBody>
        </p:sp>
        <p:sp>
          <p:nvSpPr>
            <p:cNvPr id="407" name="Arrow: Right 406">
              <a:extLst>
                <a:ext uri="{FF2B5EF4-FFF2-40B4-BE49-F238E27FC236}">
                  <a16:creationId xmlns:a16="http://schemas.microsoft.com/office/drawing/2014/main" id="{CCAA60F1-8191-D0D5-D4DB-FD278E22E01F}"/>
                </a:ext>
              </a:extLst>
            </p:cNvPr>
            <p:cNvSpPr/>
            <p:nvPr/>
          </p:nvSpPr>
          <p:spPr>
            <a:xfrm>
              <a:off x="8029586" y="5979970"/>
              <a:ext cx="752385" cy="127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Road 3</a:t>
              </a:r>
            </a:p>
          </p:txBody>
        </p:sp>
        <p:sp>
          <p:nvSpPr>
            <p:cNvPr id="408" name="Parallelogram 407">
              <a:extLst>
                <a:ext uri="{FF2B5EF4-FFF2-40B4-BE49-F238E27FC236}">
                  <a16:creationId xmlns:a16="http://schemas.microsoft.com/office/drawing/2014/main" id="{0B023CD4-2988-E8FB-7C90-5F6B14EDF38B}"/>
                </a:ext>
              </a:extLst>
            </p:cNvPr>
            <p:cNvSpPr/>
            <p:nvPr/>
          </p:nvSpPr>
          <p:spPr>
            <a:xfrm>
              <a:off x="7282958" y="5571589"/>
              <a:ext cx="1026157" cy="676811"/>
            </a:xfrm>
            <a:prstGeom prst="parallelogram">
              <a:avLst>
                <a:gd name="adj" fmla="val 64405"/>
              </a:avLst>
            </a:prstGeom>
            <a:solidFill>
              <a:schemeClr val="accent1">
                <a:alpha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dirty="0"/>
                <a:t>Junction</a:t>
              </a:r>
            </a:p>
            <a:p>
              <a:pPr algn="ctr"/>
              <a:r>
                <a:rPr lang="en-US" sz="700" dirty="0"/>
                <a:t>1</a:t>
              </a:r>
            </a:p>
          </p:txBody>
        </p:sp>
      </p:grpSp>
      <p:cxnSp>
        <p:nvCxnSpPr>
          <p:cNvPr id="1931" name="Connector: Curved 1930">
            <a:extLst>
              <a:ext uri="{FF2B5EF4-FFF2-40B4-BE49-F238E27FC236}">
                <a16:creationId xmlns:a16="http://schemas.microsoft.com/office/drawing/2014/main" id="{CC9C0803-85F8-97E1-9353-237FFDD5E68C}"/>
              </a:ext>
            </a:extLst>
          </p:cNvPr>
          <p:cNvCxnSpPr>
            <a:cxnSpLocks/>
          </p:cNvCxnSpPr>
          <p:nvPr/>
        </p:nvCxnSpPr>
        <p:spPr>
          <a:xfrm>
            <a:off x="2697356" y="2398649"/>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1934" name="TextBox 1933">
            <a:extLst>
              <a:ext uri="{FF2B5EF4-FFF2-40B4-BE49-F238E27FC236}">
                <a16:creationId xmlns:a16="http://schemas.microsoft.com/office/drawing/2014/main" id="{E6279D38-515B-4611-C138-27C7AEC87503}"/>
              </a:ext>
            </a:extLst>
          </p:cNvPr>
          <p:cNvSpPr txBox="1"/>
          <p:nvPr/>
        </p:nvSpPr>
        <p:spPr>
          <a:xfrm>
            <a:off x="806415" y="2407057"/>
            <a:ext cx="1226618" cy="369332"/>
          </a:xfrm>
          <a:prstGeom prst="rect">
            <a:avLst/>
          </a:prstGeom>
          <a:noFill/>
        </p:spPr>
        <p:txBody>
          <a:bodyPr wrap="none" rtlCol="0">
            <a:spAutoFit/>
          </a:bodyPr>
          <a:lstStyle/>
          <a:p>
            <a:pPr algn="r"/>
            <a:r>
              <a:rPr lang="en-US" sz="900" dirty="0" err="1"/>
              <a:t>PathClass</a:t>
            </a:r>
            <a:r>
              <a:rPr lang="en-US" sz="900" dirty="0"/>
              <a:t> repo - </a:t>
            </a:r>
            <a:br>
              <a:rPr lang="en-US" sz="900" dirty="0"/>
            </a:br>
            <a:r>
              <a:rPr lang="en-US" sz="900" dirty="0" err="1"/>
              <a:t>createStFromXYPoints</a:t>
            </a:r>
            <a:endParaRPr lang="en-US" sz="900" dirty="0"/>
          </a:p>
        </p:txBody>
      </p:sp>
      <p:sp>
        <p:nvSpPr>
          <p:cNvPr id="1935" name="TextBox 1934">
            <a:extLst>
              <a:ext uri="{FF2B5EF4-FFF2-40B4-BE49-F238E27FC236}">
                <a16:creationId xmlns:a16="http://schemas.microsoft.com/office/drawing/2014/main" id="{B765C6BC-60C0-73F4-CE16-6D2C279EE98D}"/>
              </a:ext>
            </a:extLst>
          </p:cNvPr>
          <p:cNvSpPr txBox="1"/>
          <p:nvPr/>
        </p:nvSpPr>
        <p:spPr>
          <a:xfrm>
            <a:off x="973795" y="3193578"/>
            <a:ext cx="989373" cy="369332"/>
          </a:xfrm>
          <a:prstGeom prst="rect">
            <a:avLst/>
          </a:prstGeom>
          <a:noFill/>
        </p:spPr>
        <p:txBody>
          <a:bodyPr wrap="none" rtlCol="0">
            <a:spAutoFit/>
          </a:bodyPr>
          <a:lstStyle/>
          <a:p>
            <a:pPr algn="r"/>
            <a:r>
              <a:rPr lang="en-US" sz="900" dirty="0">
                <a:solidFill>
                  <a:srgbClr val="0070C0"/>
                </a:solidFill>
              </a:rPr>
              <a:t>Geometry repo - </a:t>
            </a:r>
            <a:br>
              <a:rPr lang="en-US" sz="900" dirty="0"/>
            </a:br>
            <a:r>
              <a:rPr lang="en-US" sz="900" dirty="0" err="1">
                <a:solidFill>
                  <a:srgbClr val="00B050"/>
                </a:solidFill>
              </a:rPr>
              <a:t>fitSequentialArcs</a:t>
            </a:r>
            <a:endParaRPr lang="en-US" sz="900" dirty="0">
              <a:solidFill>
                <a:srgbClr val="00B050"/>
              </a:solidFill>
            </a:endParaRPr>
          </a:p>
        </p:txBody>
      </p:sp>
      <p:cxnSp>
        <p:nvCxnSpPr>
          <p:cNvPr id="1936" name="Connector: Curved 1935">
            <a:extLst>
              <a:ext uri="{FF2B5EF4-FFF2-40B4-BE49-F238E27FC236}">
                <a16:creationId xmlns:a16="http://schemas.microsoft.com/office/drawing/2014/main" id="{75F8A4C5-F899-1928-AC89-41AC5EF5184E}"/>
              </a:ext>
            </a:extLst>
          </p:cNvPr>
          <p:cNvCxnSpPr>
            <a:cxnSpLocks/>
          </p:cNvCxnSpPr>
          <p:nvPr/>
        </p:nvCxnSpPr>
        <p:spPr>
          <a:xfrm>
            <a:off x="2663497" y="3366386"/>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1937" name="TextBox 1936">
            <a:extLst>
              <a:ext uri="{FF2B5EF4-FFF2-40B4-BE49-F238E27FC236}">
                <a16:creationId xmlns:a16="http://schemas.microsoft.com/office/drawing/2014/main" id="{899D9D5E-BAE7-6C88-2FD1-89FB468B9357}"/>
              </a:ext>
            </a:extLst>
          </p:cNvPr>
          <p:cNvSpPr txBox="1"/>
          <p:nvPr/>
        </p:nvSpPr>
        <p:spPr>
          <a:xfrm>
            <a:off x="259792" y="3865198"/>
            <a:ext cx="1773241" cy="923330"/>
          </a:xfrm>
          <a:prstGeom prst="rect">
            <a:avLst/>
          </a:prstGeom>
          <a:noFill/>
        </p:spPr>
        <p:txBody>
          <a:bodyPr wrap="none" rtlCol="0">
            <a:spAutoFit/>
          </a:bodyPr>
          <a:lstStyle/>
          <a:p>
            <a:pPr algn="r"/>
            <a:r>
              <a:rPr lang="en-US" sz="900" dirty="0" err="1"/>
              <a:t>ParseXODR</a:t>
            </a:r>
            <a:r>
              <a:rPr lang="en-US" sz="900" dirty="0"/>
              <a:t> repo –</a:t>
            </a:r>
          </a:p>
          <a:p>
            <a:pPr algn="r"/>
            <a:r>
              <a:rPr lang="en-US" sz="900" dirty="0" err="1"/>
              <a:t>createRoadCenterlineFromCurves</a:t>
            </a:r>
            <a:endParaRPr lang="en-US" sz="900" dirty="0"/>
          </a:p>
          <a:p>
            <a:pPr algn="r"/>
            <a:r>
              <a:rPr lang="en-US" sz="900" dirty="0" err="1"/>
              <a:t>createLaneEdgesFromCurves</a:t>
            </a:r>
            <a:br>
              <a:rPr lang="en-US" sz="900" dirty="0"/>
            </a:br>
            <a:r>
              <a:rPr lang="en-US" sz="900" dirty="0" err="1"/>
              <a:t>createLaneIDs</a:t>
            </a:r>
            <a:endParaRPr lang="en-US" sz="900" dirty="0"/>
          </a:p>
          <a:p>
            <a:pPr algn="r"/>
            <a:r>
              <a:rPr lang="en-US" sz="900" dirty="0" err="1"/>
              <a:t>createLanesFromEdges</a:t>
            </a:r>
            <a:endParaRPr lang="en-US" sz="900" dirty="0"/>
          </a:p>
          <a:p>
            <a:pPr algn="r"/>
            <a:r>
              <a:rPr lang="en-US" sz="900" dirty="0" err="1"/>
              <a:t>createLaneConnectivity</a:t>
            </a:r>
            <a:endParaRPr lang="en-US" sz="900" dirty="0"/>
          </a:p>
        </p:txBody>
      </p:sp>
      <p:cxnSp>
        <p:nvCxnSpPr>
          <p:cNvPr id="1939" name="Connector: Curved 1938">
            <a:extLst>
              <a:ext uri="{FF2B5EF4-FFF2-40B4-BE49-F238E27FC236}">
                <a16:creationId xmlns:a16="http://schemas.microsoft.com/office/drawing/2014/main" id="{44E56288-CFCB-AE0E-4211-FA8EAFCDC8CD}"/>
              </a:ext>
            </a:extLst>
          </p:cNvPr>
          <p:cNvCxnSpPr>
            <a:cxnSpLocks/>
          </p:cNvCxnSpPr>
          <p:nvPr/>
        </p:nvCxnSpPr>
        <p:spPr>
          <a:xfrm>
            <a:off x="2600832" y="4422410"/>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1940" name="TextBox 1939">
            <a:extLst>
              <a:ext uri="{FF2B5EF4-FFF2-40B4-BE49-F238E27FC236}">
                <a16:creationId xmlns:a16="http://schemas.microsoft.com/office/drawing/2014/main" id="{5C072230-2F93-E5BF-BF33-85CC8C80DE34}"/>
              </a:ext>
            </a:extLst>
          </p:cNvPr>
          <p:cNvSpPr txBox="1"/>
          <p:nvPr/>
        </p:nvSpPr>
        <p:spPr>
          <a:xfrm>
            <a:off x="426504" y="4887330"/>
            <a:ext cx="1606529" cy="369332"/>
          </a:xfrm>
          <a:prstGeom prst="rect">
            <a:avLst/>
          </a:prstGeom>
          <a:noFill/>
        </p:spPr>
        <p:txBody>
          <a:bodyPr wrap="none" rtlCol="0">
            <a:spAutoFit/>
          </a:bodyPr>
          <a:lstStyle/>
          <a:p>
            <a:pPr algn="r"/>
            <a:r>
              <a:rPr lang="en-US" sz="900" dirty="0" err="1"/>
              <a:t>ParseXODR</a:t>
            </a:r>
            <a:r>
              <a:rPr lang="en-US" sz="900" dirty="0"/>
              <a:t> repo -</a:t>
            </a:r>
            <a:br>
              <a:rPr lang="en-US" sz="900" dirty="0"/>
            </a:br>
            <a:r>
              <a:rPr lang="en-US" sz="900" dirty="0" err="1"/>
              <a:t>createLaneSectionsFromLanes</a:t>
            </a:r>
            <a:endParaRPr lang="en-US" sz="900" dirty="0"/>
          </a:p>
        </p:txBody>
      </p:sp>
      <p:cxnSp>
        <p:nvCxnSpPr>
          <p:cNvPr id="1941" name="Connector: Curved 1940">
            <a:extLst>
              <a:ext uri="{FF2B5EF4-FFF2-40B4-BE49-F238E27FC236}">
                <a16:creationId xmlns:a16="http://schemas.microsoft.com/office/drawing/2014/main" id="{0D29D4A4-F5E0-7902-A547-220FF13620ED}"/>
              </a:ext>
            </a:extLst>
          </p:cNvPr>
          <p:cNvCxnSpPr>
            <a:cxnSpLocks/>
          </p:cNvCxnSpPr>
          <p:nvPr/>
        </p:nvCxnSpPr>
        <p:spPr>
          <a:xfrm>
            <a:off x="2426327" y="5311875"/>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1942" name="TextBox 1941">
            <a:extLst>
              <a:ext uri="{FF2B5EF4-FFF2-40B4-BE49-F238E27FC236}">
                <a16:creationId xmlns:a16="http://schemas.microsoft.com/office/drawing/2014/main" id="{3AB84C81-9FD7-7CBC-1FE3-ABFD191CB548}"/>
              </a:ext>
            </a:extLst>
          </p:cNvPr>
          <p:cNvSpPr txBox="1"/>
          <p:nvPr/>
        </p:nvSpPr>
        <p:spPr>
          <a:xfrm>
            <a:off x="408870" y="5776795"/>
            <a:ext cx="1624163" cy="369332"/>
          </a:xfrm>
          <a:prstGeom prst="rect">
            <a:avLst/>
          </a:prstGeom>
          <a:noFill/>
        </p:spPr>
        <p:txBody>
          <a:bodyPr wrap="none" rtlCol="0">
            <a:spAutoFit/>
          </a:bodyPr>
          <a:lstStyle/>
          <a:p>
            <a:pPr algn="r"/>
            <a:r>
              <a:rPr lang="en-US" sz="900" dirty="0" err="1"/>
              <a:t>ParseXODR</a:t>
            </a:r>
            <a:r>
              <a:rPr lang="en-US" sz="900" dirty="0"/>
              <a:t> repo -</a:t>
            </a:r>
            <a:br>
              <a:rPr lang="en-US" sz="900" dirty="0"/>
            </a:br>
            <a:r>
              <a:rPr lang="en-US" sz="900" dirty="0" err="1"/>
              <a:t>createRoadsFromLaneSections</a:t>
            </a:r>
            <a:endParaRPr lang="en-US" sz="900" dirty="0"/>
          </a:p>
        </p:txBody>
      </p:sp>
      <p:pic>
        <p:nvPicPr>
          <p:cNvPr id="3866" name="Picture 3865">
            <a:extLst>
              <a:ext uri="{FF2B5EF4-FFF2-40B4-BE49-F238E27FC236}">
                <a16:creationId xmlns:a16="http://schemas.microsoft.com/office/drawing/2014/main" id="{0DAD6D8E-72DF-FF00-F4C1-E2B54C79D34A}"/>
              </a:ext>
            </a:extLst>
          </p:cNvPr>
          <p:cNvPicPr>
            <a:picLocks noChangeAspect="1"/>
          </p:cNvPicPr>
          <p:nvPr/>
        </p:nvPicPr>
        <p:blipFill rotWithShape="1">
          <a:blip r:embed="rId2">
            <a:duotone>
              <a:prstClr val="black"/>
              <a:schemeClr val="accent5">
                <a:tint val="45000"/>
                <a:satMod val="400000"/>
              </a:schemeClr>
            </a:duotone>
          </a:blip>
          <a:srcRect t="913" r="59463"/>
          <a:stretch/>
        </p:blipFill>
        <p:spPr>
          <a:xfrm>
            <a:off x="10110929" y="1968476"/>
            <a:ext cx="1934451" cy="4369809"/>
          </a:xfrm>
          <a:prstGeom prst="rect">
            <a:avLst/>
          </a:prstGeom>
        </p:spPr>
      </p:pic>
      <p:cxnSp>
        <p:nvCxnSpPr>
          <p:cNvPr id="3867" name="Connector: Curved 3866">
            <a:extLst>
              <a:ext uri="{FF2B5EF4-FFF2-40B4-BE49-F238E27FC236}">
                <a16:creationId xmlns:a16="http://schemas.microsoft.com/office/drawing/2014/main" id="{D1E1ADC3-4189-B4D0-B3F1-1EFC9303E334}"/>
              </a:ext>
            </a:extLst>
          </p:cNvPr>
          <p:cNvCxnSpPr>
            <a:cxnSpLocks/>
          </p:cNvCxnSpPr>
          <p:nvPr/>
        </p:nvCxnSpPr>
        <p:spPr>
          <a:xfrm rot="10800000">
            <a:off x="6535443" y="2376281"/>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3868" name="TextBox 3867">
            <a:extLst>
              <a:ext uri="{FF2B5EF4-FFF2-40B4-BE49-F238E27FC236}">
                <a16:creationId xmlns:a16="http://schemas.microsoft.com/office/drawing/2014/main" id="{B5229E98-F6DB-E1E4-A71F-D6D1553CBD49}"/>
              </a:ext>
            </a:extLst>
          </p:cNvPr>
          <p:cNvSpPr txBox="1"/>
          <p:nvPr/>
        </p:nvSpPr>
        <p:spPr>
          <a:xfrm>
            <a:off x="6892035" y="1510423"/>
            <a:ext cx="2187302" cy="784830"/>
          </a:xfrm>
          <a:prstGeom prst="rect">
            <a:avLst/>
          </a:prstGeom>
          <a:noFill/>
        </p:spPr>
        <p:txBody>
          <a:bodyPr wrap="square" rtlCol="0">
            <a:spAutoFit/>
          </a:bodyPr>
          <a:lstStyle/>
          <a:p>
            <a:r>
              <a:rPr lang="en-US" sz="900" dirty="0" err="1">
                <a:solidFill>
                  <a:srgbClr val="0070C0"/>
                </a:solidFill>
              </a:rPr>
              <a:t>ParseXODR</a:t>
            </a:r>
            <a:r>
              <a:rPr lang="en-US" sz="900" dirty="0">
                <a:solidFill>
                  <a:srgbClr val="0070C0"/>
                </a:solidFill>
              </a:rPr>
              <a:t> repo -</a:t>
            </a:r>
            <a:br>
              <a:rPr lang="en-US" sz="900" dirty="0">
                <a:solidFill>
                  <a:srgbClr val="0070C0"/>
                </a:solidFill>
              </a:rPr>
            </a:br>
            <a:r>
              <a:rPr lang="en-US" sz="900" dirty="0" err="1">
                <a:solidFill>
                  <a:srgbClr val="00B050"/>
                </a:solidFill>
              </a:rPr>
              <a:t>extractXYfromSTandGeometries</a:t>
            </a:r>
            <a:endParaRPr lang="en-US" sz="900" dirty="0">
              <a:solidFill>
                <a:srgbClr val="00B050"/>
              </a:solidFill>
            </a:endParaRPr>
          </a:p>
          <a:p>
            <a:r>
              <a:rPr lang="en-US" sz="900" dirty="0" err="1">
                <a:solidFill>
                  <a:srgbClr val="00B050"/>
                </a:solidFill>
              </a:rPr>
              <a:t>extractXYFromSTCurves</a:t>
            </a:r>
            <a:endParaRPr lang="en-US" sz="900" dirty="0">
              <a:solidFill>
                <a:srgbClr val="00B050"/>
              </a:solidFill>
            </a:endParaRPr>
          </a:p>
          <a:p>
            <a:r>
              <a:rPr lang="en-US" sz="900" dirty="0" err="1">
                <a:solidFill>
                  <a:srgbClr val="00B050"/>
                </a:solidFill>
              </a:rPr>
              <a:t>extractXYfromSTArc</a:t>
            </a:r>
            <a:endParaRPr lang="en-US" sz="900" dirty="0">
              <a:solidFill>
                <a:srgbClr val="00B050"/>
              </a:solidFill>
            </a:endParaRPr>
          </a:p>
          <a:p>
            <a:r>
              <a:rPr lang="en-US" sz="900" dirty="0" err="1">
                <a:solidFill>
                  <a:srgbClr val="00B050"/>
                </a:solidFill>
              </a:rPr>
              <a:t>extractXYfromSTSpiral</a:t>
            </a:r>
            <a:endParaRPr lang="en-US" sz="900" dirty="0">
              <a:solidFill>
                <a:srgbClr val="00B050"/>
              </a:solidFill>
            </a:endParaRPr>
          </a:p>
        </p:txBody>
      </p:sp>
      <p:sp>
        <p:nvSpPr>
          <p:cNvPr id="3869" name="TextBox 3868">
            <a:extLst>
              <a:ext uri="{FF2B5EF4-FFF2-40B4-BE49-F238E27FC236}">
                <a16:creationId xmlns:a16="http://schemas.microsoft.com/office/drawing/2014/main" id="{630F5A10-8A11-AB04-B6BE-3D298E051691}"/>
              </a:ext>
            </a:extLst>
          </p:cNvPr>
          <p:cNvSpPr txBox="1"/>
          <p:nvPr/>
        </p:nvSpPr>
        <p:spPr>
          <a:xfrm>
            <a:off x="6822591" y="3056054"/>
            <a:ext cx="1571264" cy="369332"/>
          </a:xfrm>
          <a:prstGeom prst="rect">
            <a:avLst/>
          </a:prstGeom>
          <a:noFill/>
        </p:spPr>
        <p:txBody>
          <a:bodyPr wrap="none" rtlCol="0">
            <a:spAutoFit/>
          </a:bodyPr>
          <a:lstStyle/>
          <a:p>
            <a:r>
              <a:rPr lang="en-US" sz="900" dirty="0" err="1">
                <a:solidFill>
                  <a:srgbClr val="0070C0"/>
                </a:solidFill>
              </a:rPr>
              <a:t>ParseXODR</a:t>
            </a:r>
            <a:r>
              <a:rPr lang="en-US" sz="900" dirty="0">
                <a:solidFill>
                  <a:srgbClr val="0070C0"/>
                </a:solidFill>
              </a:rPr>
              <a:t> repo -</a:t>
            </a:r>
            <a:br>
              <a:rPr lang="en-US" sz="900" dirty="0">
                <a:solidFill>
                  <a:srgbClr val="0070C0"/>
                </a:solidFill>
              </a:rPr>
            </a:br>
            <a:r>
              <a:rPr lang="en-US" sz="900" dirty="0" err="1">
                <a:solidFill>
                  <a:srgbClr val="0070C0"/>
                </a:solidFill>
              </a:rPr>
              <a:t>extractCurvesFromLaneEdges</a:t>
            </a:r>
            <a:endParaRPr lang="en-US" sz="900" dirty="0">
              <a:solidFill>
                <a:srgbClr val="0070C0"/>
              </a:solidFill>
            </a:endParaRPr>
          </a:p>
        </p:txBody>
      </p:sp>
      <p:cxnSp>
        <p:nvCxnSpPr>
          <p:cNvPr id="3870" name="Connector: Curved 3869">
            <a:extLst>
              <a:ext uri="{FF2B5EF4-FFF2-40B4-BE49-F238E27FC236}">
                <a16:creationId xmlns:a16="http://schemas.microsoft.com/office/drawing/2014/main" id="{22464B8C-BE24-E13D-D976-36AE8B4AB514}"/>
              </a:ext>
            </a:extLst>
          </p:cNvPr>
          <p:cNvCxnSpPr>
            <a:cxnSpLocks/>
          </p:cNvCxnSpPr>
          <p:nvPr/>
        </p:nvCxnSpPr>
        <p:spPr>
          <a:xfrm rot="10800000">
            <a:off x="6501584" y="3344018"/>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3871" name="TextBox 3870">
            <a:extLst>
              <a:ext uri="{FF2B5EF4-FFF2-40B4-BE49-F238E27FC236}">
                <a16:creationId xmlns:a16="http://schemas.microsoft.com/office/drawing/2014/main" id="{49AAB865-3C6E-8DF3-7AC7-A404729A7A52}"/>
              </a:ext>
            </a:extLst>
          </p:cNvPr>
          <p:cNvSpPr txBox="1"/>
          <p:nvPr/>
        </p:nvSpPr>
        <p:spPr>
          <a:xfrm>
            <a:off x="6822591" y="3836928"/>
            <a:ext cx="1519968" cy="369332"/>
          </a:xfrm>
          <a:prstGeom prst="rect">
            <a:avLst/>
          </a:prstGeom>
          <a:noFill/>
        </p:spPr>
        <p:txBody>
          <a:bodyPr wrap="none" rtlCol="0">
            <a:spAutoFit/>
          </a:bodyPr>
          <a:lstStyle/>
          <a:p>
            <a:r>
              <a:rPr lang="en-US" sz="900" dirty="0" err="1">
                <a:solidFill>
                  <a:srgbClr val="0070C0"/>
                </a:solidFill>
              </a:rPr>
              <a:t>ParseXODR</a:t>
            </a:r>
            <a:r>
              <a:rPr lang="en-US" sz="900" dirty="0">
                <a:solidFill>
                  <a:srgbClr val="0070C0"/>
                </a:solidFill>
              </a:rPr>
              <a:t> repo -</a:t>
            </a:r>
            <a:br>
              <a:rPr lang="en-US" sz="900" dirty="0">
                <a:solidFill>
                  <a:srgbClr val="0070C0"/>
                </a:solidFill>
              </a:rPr>
            </a:br>
            <a:r>
              <a:rPr lang="en-US" sz="900" dirty="0" err="1">
                <a:solidFill>
                  <a:srgbClr val="0070C0"/>
                </a:solidFill>
              </a:rPr>
              <a:t>extractLaneEdgesFromLanes</a:t>
            </a:r>
            <a:endParaRPr lang="en-US" sz="900" dirty="0">
              <a:solidFill>
                <a:srgbClr val="0070C0"/>
              </a:solidFill>
            </a:endParaRPr>
          </a:p>
        </p:txBody>
      </p:sp>
      <p:cxnSp>
        <p:nvCxnSpPr>
          <p:cNvPr id="3872" name="Connector: Curved 3871">
            <a:extLst>
              <a:ext uri="{FF2B5EF4-FFF2-40B4-BE49-F238E27FC236}">
                <a16:creationId xmlns:a16="http://schemas.microsoft.com/office/drawing/2014/main" id="{3833E1A5-128D-CA92-1E39-C5255C22B6BC}"/>
              </a:ext>
            </a:extLst>
          </p:cNvPr>
          <p:cNvCxnSpPr>
            <a:cxnSpLocks/>
          </p:cNvCxnSpPr>
          <p:nvPr/>
        </p:nvCxnSpPr>
        <p:spPr>
          <a:xfrm rot="10800000">
            <a:off x="6438919" y="4400042"/>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3873" name="TextBox 3872">
            <a:extLst>
              <a:ext uri="{FF2B5EF4-FFF2-40B4-BE49-F238E27FC236}">
                <a16:creationId xmlns:a16="http://schemas.microsoft.com/office/drawing/2014/main" id="{0C044ACD-94D4-59DB-FA0C-AA0D1A117D5B}"/>
              </a:ext>
            </a:extLst>
          </p:cNvPr>
          <p:cNvSpPr txBox="1"/>
          <p:nvPr/>
        </p:nvSpPr>
        <p:spPr>
          <a:xfrm>
            <a:off x="6822591" y="4745853"/>
            <a:ext cx="2028119" cy="784830"/>
          </a:xfrm>
          <a:prstGeom prst="rect">
            <a:avLst/>
          </a:prstGeom>
          <a:noFill/>
        </p:spPr>
        <p:txBody>
          <a:bodyPr wrap="none" rtlCol="0">
            <a:spAutoFit/>
          </a:bodyPr>
          <a:lstStyle/>
          <a:p>
            <a:r>
              <a:rPr lang="en-US" sz="900" dirty="0" err="1">
                <a:solidFill>
                  <a:srgbClr val="0070C0"/>
                </a:solidFill>
              </a:rPr>
              <a:t>ParseXODR</a:t>
            </a:r>
            <a:r>
              <a:rPr lang="en-US" sz="900" dirty="0">
                <a:solidFill>
                  <a:srgbClr val="0070C0"/>
                </a:solidFill>
              </a:rPr>
              <a:t> repo -</a:t>
            </a:r>
            <a:br>
              <a:rPr lang="en-US" sz="900" dirty="0">
                <a:solidFill>
                  <a:srgbClr val="0070C0"/>
                </a:solidFill>
              </a:rPr>
            </a:br>
            <a:r>
              <a:rPr lang="en-US" sz="900" dirty="0" err="1">
                <a:solidFill>
                  <a:srgbClr val="00B050"/>
                </a:solidFill>
              </a:rPr>
              <a:t>extractFromLanes_LaneOffsetStations</a:t>
            </a:r>
            <a:br>
              <a:rPr lang="en-US" sz="900" dirty="0">
                <a:solidFill>
                  <a:srgbClr val="00B050"/>
                </a:solidFill>
              </a:rPr>
            </a:br>
            <a:r>
              <a:rPr lang="en-US" sz="900" dirty="0" err="1">
                <a:solidFill>
                  <a:srgbClr val="00B050"/>
                </a:solidFill>
              </a:rPr>
              <a:t>extractFromLanes_LaneSectionStations</a:t>
            </a:r>
            <a:endParaRPr lang="en-US" sz="900" dirty="0">
              <a:solidFill>
                <a:srgbClr val="00B050"/>
              </a:solidFill>
            </a:endParaRPr>
          </a:p>
          <a:p>
            <a:r>
              <a:rPr lang="en-US" sz="900" dirty="0" err="1">
                <a:solidFill>
                  <a:srgbClr val="00B050"/>
                </a:solidFill>
              </a:rPr>
              <a:t>extractFromLanes_tCenterLane</a:t>
            </a:r>
            <a:endParaRPr lang="en-US" sz="900" dirty="0">
              <a:solidFill>
                <a:srgbClr val="00B050"/>
              </a:solidFill>
            </a:endParaRPr>
          </a:p>
          <a:p>
            <a:r>
              <a:rPr lang="en-US" sz="900" dirty="0" err="1">
                <a:solidFill>
                  <a:srgbClr val="00B050"/>
                </a:solidFill>
              </a:rPr>
              <a:t>extractFromLanes_LaneLinkages</a:t>
            </a:r>
            <a:endParaRPr lang="en-US" sz="900" dirty="0">
              <a:solidFill>
                <a:srgbClr val="00B050"/>
              </a:solidFill>
            </a:endParaRPr>
          </a:p>
        </p:txBody>
      </p:sp>
      <p:cxnSp>
        <p:nvCxnSpPr>
          <p:cNvPr id="3874" name="Connector: Curved 3873">
            <a:extLst>
              <a:ext uri="{FF2B5EF4-FFF2-40B4-BE49-F238E27FC236}">
                <a16:creationId xmlns:a16="http://schemas.microsoft.com/office/drawing/2014/main" id="{EC3ACD3B-C76F-0A6F-0666-4F6256EBD705}"/>
              </a:ext>
            </a:extLst>
          </p:cNvPr>
          <p:cNvCxnSpPr>
            <a:cxnSpLocks/>
          </p:cNvCxnSpPr>
          <p:nvPr/>
        </p:nvCxnSpPr>
        <p:spPr>
          <a:xfrm rot="10800000">
            <a:off x="6264414" y="5289507"/>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
        <p:nvSpPr>
          <p:cNvPr id="3875" name="TextBox 3874">
            <a:extLst>
              <a:ext uri="{FF2B5EF4-FFF2-40B4-BE49-F238E27FC236}">
                <a16:creationId xmlns:a16="http://schemas.microsoft.com/office/drawing/2014/main" id="{5392CB94-443F-21D2-9D11-0869B4EDD293}"/>
              </a:ext>
            </a:extLst>
          </p:cNvPr>
          <p:cNvSpPr txBox="1"/>
          <p:nvPr/>
        </p:nvSpPr>
        <p:spPr>
          <a:xfrm>
            <a:off x="6822591" y="5635318"/>
            <a:ext cx="2098651" cy="1200329"/>
          </a:xfrm>
          <a:prstGeom prst="rect">
            <a:avLst/>
          </a:prstGeom>
          <a:noFill/>
        </p:spPr>
        <p:txBody>
          <a:bodyPr wrap="none" rtlCol="0">
            <a:spAutoFit/>
          </a:bodyPr>
          <a:lstStyle/>
          <a:p>
            <a:r>
              <a:rPr lang="en-US" sz="900" dirty="0" err="1">
                <a:solidFill>
                  <a:srgbClr val="0070C0"/>
                </a:solidFill>
              </a:rPr>
              <a:t>ParseXODR</a:t>
            </a:r>
            <a:r>
              <a:rPr lang="en-US" sz="900" dirty="0">
                <a:solidFill>
                  <a:srgbClr val="0070C0"/>
                </a:solidFill>
              </a:rPr>
              <a:t> repo –</a:t>
            </a:r>
          </a:p>
          <a:p>
            <a:r>
              <a:rPr lang="en-US" sz="900" dirty="0" err="1">
                <a:solidFill>
                  <a:srgbClr val="0070C0"/>
                </a:solidFill>
              </a:rPr>
              <a:t>extractLaneSectionsFromRoads</a:t>
            </a:r>
            <a:endParaRPr lang="en-US" sz="900" dirty="0">
              <a:solidFill>
                <a:srgbClr val="0070C0"/>
              </a:solidFill>
            </a:endParaRPr>
          </a:p>
          <a:p>
            <a:r>
              <a:rPr lang="en-US" sz="900" dirty="0" err="1">
                <a:solidFill>
                  <a:srgbClr val="00B050"/>
                </a:solidFill>
              </a:rPr>
              <a:t>extractFromRoad_LengthAndID</a:t>
            </a:r>
            <a:endParaRPr lang="en-US" sz="900" dirty="0">
              <a:solidFill>
                <a:srgbClr val="00B050"/>
              </a:solidFill>
            </a:endParaRPr>
          </a:p>
          <a:p>
            <a:r>
              <a:rPr lang="en-US" sz="900" dirty="0" err="1">
                <a:solidFill>
                  <a:srgbClr val="00B050"/>
                </a:solidFill>
              </a:rPr>
              <a:t>extractFromRoad_LanesSt</a:t>
            </a:r>
            <a:endParaRPr lang="en-US" sz="900" dirty="0">
              <a:solidFill>
                <a:srgbClr val="00B050"/>
              </a:solidFill>
            </a:endParaRPr>
          </a:p>
          <a:p>
            <a:r>
              <a:rPr lang="en-US" sz="900" dirty="0" err="1">
                <a:solidFill>
                  <a:srgbClr val="00B050"/>
                </a:solidFill>
              </a:rPr>
              <a:t>extractFromRoadPlanView_STtoXY</a:t>
            </a:r>
            <a:endParaRPr lang="en-US" sz="900" dirty="0">
              <a:solidFill>
                <a:srgbClr val="00B050"/>
              </a:solidFill>
            </a:endParaRPr>
          </a:p>
          <a:p>
            <a:r>
              <a:rPr lang="en-US" sz="900" dirty="0" err="1">
                <a:solidFill>
                  <a:srgbClr val="00B050"/>
                </a:solidFill>
              </a:rPr>
              <a:t>extractFromRoadPlanViewRdSegStations</a:t>
            </a:r>
            <a:endParaRPr lang="en-US" sz="900" dirty="0">
              <a:solidFill>
                <a:srgbClr val="00B050"/>
              </a:solidFill>
            </a:endParaRPr>
          </a:p>
          <a:p>
            <a:r>
              <a:rPr lang="en-US" sz="900" dirty="0" err="1">
                <a:solidFill>
                  <a:srgbClr val="00B050"/>
                </a:solidFill>
              </a:rPr>
              <a:t>extractFromOpenDRIVE_Roads</a:t>
            </a:r>
            <a:endParaRPr lang="en-US" sz="900" dirty="0">
              <a:solidFill>
                <a:srgbClr val="00B050"/>
              </a:solidFill>
            </a:endParaRPr>
          </a:p>
          <a:p>
            <a:r>
              <a:rPr lang="en-US" sz="900" dirty="0" err="1">
                <a:solidFill>
                  <a:srgbClr val="00B050"/>
                </a:solidFill>
              </a:rPr>
              <a:t>fcn_ParseXODR_plotXODRinENU</a:t>
            </a:r>
            <a:endParaRPr lang="en-US" sz="900" dirty="0">
              <a:solidFill>
                <a:srgbClr val="00B050"/>
              </a:solidFill>
            </a:endParaRPr>
          </a:p>
        </p:txBody>
      </p:sp>
      <p:sp>
        <p:nvSpPr>
          <p:cNvPr id="3876" name="TextBox 3875">
            <a:extLst>
              <a:ext uri="{FF2B5EF4-FFF2-40B4-BE49-F238E27FC236}">
                <a16:creationId xmlns:a16="http://schemas.microsoft.com/office/drawing/2014/main" id="{30D14E1F-2D5E-E49B-C339-2FD3DB16E713}"/>
              </a:ext>
            </a:extLst>
          </p:cNvPr>
          <p:cNvSpPr txBox="1"/>
          <p:nvPr/>
        </p:nvSpPr>
        <p:spPr>
          <a:xfrm>
            <a:off x="4143583" y="2297789"/>
            <a:ext cx="759823" cy="369332"/>
          </a:xfrm>
          <a:prstGeom prst="rect">
            <a:avLst/>
          </a:prstGeom>
          <a:solidFill>
            <a:schemeClr val="bg1">
              <a:alpha val="78000"/>
            </a:schemeClr>
          </a:solidFill>
        </p:spPr>
        <p:txBody>
          <a:bodyPr wrap="none" rtlCol="0">
            <a:spAutoFit/>
          </a:bodyPr>
          <a:lstStyle/>
          <a:p>
            <a:r>
              <a:rPr lang="en-US" dirty="0">
                <a:solidFill>
                  <a:srgbClr val="FF0000"/>
                </a:solidFill>
              </a:rPr>
              <a:t>Points</a:t>
            </a:r>
          </a:p>
        </p:txBody>
      </p:sp>
      <p:sp>
        <p:nvSpPr>
          <p:cNvPr id="3877" name="TextBox 3876">
            <a:extLst>
              <a:ext uri="{FF2B5EF4-FFF2-40B4-BE49-F238E27FC236}">
                <a16:creationId xmlns:a16="http://schemas.microsoft.com/office/drawing/2014/main" id="{46794589-3DE0-FFBD-504E-BC5563407FD2}"/>
              </a:ext>
            </a:extLst>
          </p:cNvPr>
          <p:cNvSpPr txBox="1"/>
          <p:nvPr/>
        </p:nvSpPr>
        <p:spPr>
          <a:xfrm>
            <a:off x="4113831" y="3141288"/>
            <a:ext cx="819327" cy="369332"/>
          </a:xfrm>
          <a:prstGeom prst="rect">
            <a:avLst/>
          </a:prstGeom>
          <a:solidFill>
            <a:schemeClr val="bg1">
              <a:alpha val="78000"/>
            </a:schemeClr>
          </a:solidFill>
        </p:spPr>
        <p:txBody>
          <a:bodyPr wrap="none" rtlCol="0">
            <a:spAutoFit/>
          </a:bodyPr>
          <a:lstStyle/>
          <a:p>
            <a:r>
              <a:rPr lang="en-US" dirty="0">
                <a:solidFill>
                  <a:srgbClr val="FF0000"/>
                </a:solidFill>
              </a:rPr>
              <a:t>Curves</a:t>
            </a:r>
          </a:p>
        </p:txBody>
      </p:sp>
      <p:sp>
        <p:nvSpPr>
          <p:cNvPr id="3878" name="TextBox 3877">
            <a:extLst>
              <a:ext uri="{FF2B5EF4-FFF2-40B4-BE49-F238E27FC236}">
                <a16:creationId xmlns:a16="http://schemas.microsoft.com/office/drawing/2014/main" id="{99E3C28D-EB7F-A2E9-D2AE-9D4A409F9A83}"/>
              </a:ext>
            </a:extLst>
          </p:cNvPr>
          <p:cNvSpPr txBox="1"/>
          <p:nvPr/>
        </p:nvSpPr>
        <p:spPr>
          <a:xfrm>
            <a:off x="3964138" y="3692537"/>
            <a:ext cx="1226105" cy="369332"/>
          </a:xfrm>
          <a:prstGeom prst="rect">
            <a:avLst/>
          </a:prstGeom>
          <a:solidFill>
            <a:schemeClr val="bg1">
              <a:alpha val="78000"/>
            </a:schemeClr>
          </a:solidFill>
        </p:spPr>
        <p:txBody>
          <a:bodyPr wrap="none" rtlCol="0">
            <a:spAutoFit/>
          </a:bodyPr>
          <a:lstStyle/>
          <a:p>
            <a:r>
              <a:rPr lang="en-US" dirty="0">
                <a:solidFill>
                  <a:srgbClr val="FF0000"/>
                </a:solidFill>
              </a:rPr>
              <a:t>Lane Edges</a:t>
            </a:r>
          </a:p>
        </p:txBody>
      </p:sp>
      <p:sp>
        <p:nvSpPr>
          <p:cNvPr id="3879" name="TextBox 3878">
            <a:extLst>
              <a:ext uri="{FF2B5EF4-FFF2-40B4-BE49-F238E27FC236}">
                <a16:creationId xmlns:a16="http://schemas.microsoft.com/office/drawing/2014/main" id="{00857AC8-79AF-9417-F45F-EBF483CDC133}"/>
              </a:ext>
            </a:extLst>
          </p:cNvPr>
          <p:cNvSpPr txBox="1"/>
          <p:nvPr/>
        </p:nvSpPr>
        <p:spPr>
          <a:xfrm>
            <a:off x="4185541" y="4171040"/>
            <a:ext cx="630301" cy="369332"/>
          </a:xfrm>
          <a:prstGeom prst="rect">
            <a:avLst/>
          </a:prstGeom>
          <a:solidFill>
            <a:schemeClr val="bg1">
              <a:alpha val="78000"/>
            </a:schemeClr>
          </a:solidFill>
        </p:spPr>
        <p:txBody>
          <a:bodyPr wrap="none" rtlCol="0">
            <a:spAutoFit/>
          </a:bodyPr>
          <a:lstStyle/>
          <a:p>
            <a:r>
              <a:rPr lang="en-US" dirty="0">
                <a:solidFill>
                  <a:srgbClr val="FF0000"/>
                </a:solidFill>
              </a:rPr>
              <a:t>Lane</a:t>
            </a:r>
          </a:p>
        </p:txBody>
      </p:sp>
      <p:sp>
        <p:nvSpPr>
          <p:cNvPr id="3880" name="TextBox 3879">
            <a:extLst>
              <a:ext uri="{FF2B5EF4-FFF2-40B4-BE49-F238E27FC236}">
                <a16:creationId xmlns:a16="http://schemas.microsoft.com/office/drawing/2014/main" id="{233C24B8-80B5-FEA4-B986-2E041B9E8598}"/>
              </a:ext>
            </a:extLst>
          </p:cNvPr>
          <p:cNvSpPr txBox="1"/>
          <p:nvPr/>
        </p:nvSpPr>
        <p:spPr>
          <a:xfrm>
            <a:off x="3817777" y="4618521"/>
            <a:ext cx="1412566" cy="369332"/>
          </a:xfrm>
          <a:prstGeom prst="rect">
            <a:avLst/>
          </a:prstGeom>
          <a:solidFill>
            <a:schemeClr val="bg1">
              <a:alpha val="78000"/>
            </a:schemeClr>
          </a:solidFill>
        </p:spPr>
        <p:txBody>
          <a:bodyPr wrap="none" rtlCol="0">
            <a:spAutoFit/>
          </a:bodyPr>
          <a:lstStyle/>
          <a:p>
            <a:r>
              <a:rPr lang="en-US" dirty="0" err="1">
                <a:solidFill>
                  <a:srgbClr val="FF0000"/>
                </a:solidFill>
              </a:rPr>
              <a:t>LaneSections</a:t>
            </a:r>
            <a:endParaRPr lang="en-US" dirty="0">
              <a:solidFill>
                <a:srgbClr val="FF0000"/>
              </a:solidFill>
            </a:endParaRPr>
          </a:p>
        </p:txBody>
      </p:sp>
      <p:sp>
        <p:nvSpPr>
          <p:cNvPr id="3881" name="TextBox 3880">
            <a:extLst>
              <a:ext uri="{FF2B5EF4-FFF2-40B4-BE49-F238E27FC236}">
                <a16:creationId xmlns:a16="http://schemas.microsoft.com/office/drawing/2014/main" id="{274C7E0E-E81D-0511-1E46-260E17D8F370}"/>
              </a:ext>
            </a:extLst>
          </p:cNvPr>
          <p:cNvSpPr txBox="1"/>
          <p:nvPr/>
        </p:nvSpPr>
        <p:spPr>
          <a:xfrm>
            <a:off x="4149000" y="5706797"/>
            <a:ext cx="748988" cy="369332"/>
          </a:xfrm>
          <a:prstGeom prst="rect">
            <a:avLst/>
          </a:prstGeom>
          <a:solidFill>
            <a:schemeClr val="bg1">
              <a:alpha val="78000"/>
            </a:schemeClr>
          </a:solidFill>
        </p:spPr>
        <p:txBody>
          <a:bodyPr wrap="none" rtlCol="0">
            <a:spAutoFit/>
          </a:bodyPr>
          <a:lstStyle/>
          <a:p>
            <a:r>
              <a:rPr lang="en-US" dirty="0">
                <a:solidFill>
                  <a:srgbClr val="FF0000"/>
                </a:solidFill>
              </a:rPr>
              <a:t>Roads</a:t>
            </a:r>
          </a:p>
        </p:txBody>
      </p:sp>
      <p:sp>
        <p:nvSpPr>
          <p:cNvPr id="3888" name="TextBox 3887">
            <a:extLst>
              <a:ext uri="{FF2B5EF4-FFF2-40B4-BE49-F238E27FC236}">
                <a16:creationId xmlns:a16="http://schemas.microsoft.com/office/drawing/2014/main" id="{11AE59CC-D70E-5216-5D27-A53957BA938B}"/>
              </a:ext>
            </a:extLst>
          </p:cNvPr>
          <p:cNvSpPr txBox="1"/>
          <p:nvPr/>
        </p:nvSpPr>
        <p:spPr>
          <a:xfrm>
            <a:off x="9209420" y="2290893"/>
            <a:ext cx="1300356" cy="369332"/>
          </a:xfrm>
          <a:prstGeom prst="rect">
            <a:avLst/>
          </a:prstGeom>
          <a:solidFill>
            <a:schemeClr val="bg1">
              <a:alpha val="72000"/>
            </a:schemeClr>
          </a:solidFill>
        </p:spPr>
        <p:txBody>
          <a:bodyPr wrap="none" rtlCol="0">
            <a:spAutoFit/>
          </a:bodyPr>
          <a:lstStyle/>
          <a:p>
            <a:r>
              <a:rPr lang="en-US" sz="900" dirty="0">
                <a:solidFill>
                  <a:srgbClr val="0070C0"/>
                </a:solidFill>
              </a:rPr>
              <a:t>Geometry repo -</a:t>
            </a:r>
            <a:br>
              <a:rPr lang="en-US" sz="900" dirty="0">
                <a:solidFill>
                  <a:schemeClr val="accent2">
                    <a:lumMod val="75000"/>
                  </a:schemeClr>
                </a:solidFill>
              </a:rPr>
            </a:br>
            <a:r>
              <a:rPr lang="en-US" sz="900" dirty="0" err="1">
                <a:solidFill>
                  <a:srgbClr val="00B050"/>
                </a:solidFill>
              </a:rPr>
              <a:t>comparePointsToPoints</a:t>
            </a:r>
            <a:endParaRPr lang="en-US" sz="900" dirty="0">
              <a:solidFill>
                <a:srgbClr val="00B050"/>
              </a:solidFill>
            </a:endParaRPr>
          </a:p>
        </p:txBody>
      </p:sp>
      <p:sp>
        <p:nvSpPr>
          <p:cNvPr id="3889" name="TextBox 3888">
            <a:extLst>
              <a:ext uri="{FF2B5EF4-FFF2-40B4-BE49-F238E27FC236}">
                <a16:creationId xmlns:a16="http://schemas.microsoft.com/office/drawing/2014/main" id="{C5680F87-8CA7-12C9-E16D-EBB0AAC099FB}"/>
              </a:ext>
            </a:extLst>
          </p:cNvPr>
          <p:cNvSpPr txBox="1"/>
          <p:nvPr/>
        </p:nvSpPr>
        <p:spPr>
          <a:xfrm>
            <a:off x="9209420" y="3081367"/>
            <a:ext cx="1281120" cy="507831"/>
          </a:xfrm>
          <a:prstGeom prst="rect">
            <a:avLst/>
          </a:prstGeom>
          <a:solidFill>
            <a:schemeClr val="bg1">
              <a:alpha val="72000"/>
            </a:schemeClr>
          </a:solidFill>
        </p:spPr>
        <p:txBody>
          <a:bodyPr wrap="none" rtlCol="0">
            <a:spAutoFit/>
          </a:bodyPr>
          <a:lstStyle/>
          <a:p>
            <a:r>
              <a:rPr lang="en-US" sz="900" dirty="0">
                <a:solidFill>
                  <a:srgbClr val="0070C0"/>
                </a:solidFill>
              </a:rPr>
              <a:t>Geometry repo -</a:t>
            </a:r>
            <a:br>
              <a:rPr lang="en-US" sz="900" dirty="0">
                <a:solidFill>
                  <a:schemeClr val="accent2">
                    <a:lumMod val="75000"/>
                  </a:schemeClr>
                </a:solidFill>
              </a:rPr>
            </a:br>
            <a:r>
              <a:rPr lang="en-US" sz="900" dirty="0" err="1">
                <a:solidFill>
                  <a:srgbClr val="00B050"/>
                </a:solidFill>
              </a:rPr>
              <a:t>comparePointsToCurve</a:t>
            </a:r>
            <a:endParaRPr lang="en-US" sz="900" dirty="0">
              <a:solidFill>
                <a:srgbClr val="00B050"/>
              </a:solidFill>
            </a:endParaRPr>
          </a:p>
          <a:p>
            <a:r>
              <a:rPr lang="en-US" sz="900" dirty="0" err="1">
                <a:solidFill>
                  <a:srgbClr val="00B050"/>
                </a:solidFill>
              </a:rPr>
              <a:t>compareCurves</a:t>
            </a:r>
            <a:endParaRPr lang="en-US" sz="900" dirty="0">
              <a:solidFill>
                <a:srgbClr val="00B050"/>
              </a:solidFill>
            </a:endParaRPr>
          </a:p>
        </p:txBody>
      </p:sp>
      <p:sp>
        <p:nvSpPr>
          <p:cNvPr id="3890" name="TextBox 3889">
            <a:extLst>
              <a:ext uri="{FF2B5EF4-FFF2-40B4-BE49-F238E27FC236}">
                <a16:creationId xmlns:a16="http://schemas.microsoft.com/office/drawing/2014/main" id="{8A32E808-D153-D07D-10DC-CB41F5A929EA}"/>
              </a:ext>
            </a:extLst>
          </p:cNvPr>
          <p:cNvSpPr txBox="1"/>
          <p:nvPr/>
        </p:nvSpPr>
        <p:spPr>
          <a:xfrm>
            <a:off x="9251939" y="3861825"/>
            <a:ext cx="1095172" cy="369332"/>
          </a:xfrm>
          <a:prstGeom prst="rect">
            <a:avLst/>
          </a:prstGeom>
          <a:solidFill>
            <a:schemeClr val="bg1">
              <a:alpha val="72000"/>
            </a:schemeClr>
          </a:solidFill>
        </p:spPr>
        <p:txBody>
          <a:bodyPr wrap="none" rtlCol="0">
            <a:spAutoFit/>
          </a:bodyPr>
          <a:lstStyle/>
          <a:p>
            <a:r>
              <a:rPr lang="en-US" sz="900" dirty="0" err="1">
                <a:solidFill>
                  <a:schemeClr val="accent2">
                    <a:lumMod val="75000"/>
                  </a:schemeClr>
                </a:solidFill>
              </a:rPr>
              <a:t>ParseXODR</a:t>
            </a:r>
            <a:r>
              <a:rPr lang="en-US" sz="900" dirty="0">
                <a:solidFill>
                  <a:schemeClr val="accent2">
                    <a:lumMod val="75000"/>
                  </a:schemeClr>
                </a:solidFill>
              </a:rPr>
              <a:t> repo -</a:t>
            </a:r>
            <a:br>
              <a:rPr lang="en-US" sz="900" dirty="0">
                <a:solidFill>
                  <a:schemeClr val="accent2">
                    <a:lumMod val="75000"/>
                  </a:schemeClr>
                </a:solidFill>
              </a:rPr>
            </a:br>
            <a:r>
              <a:rPr lang="en-US" sz="900" dirty="0" err="1">
                <a:solidFill>
                  <a:schemeClr val="accent2">
                    <a:lumMod val="75000"/>
                  </a:schemeClr>
                </a:solidFill>
              </a:rPr>
              <a:t>compareLaneEdges</a:t>
            </a:r>
            <a:endParaRPr lang="en-US" sz="900" dirty="0">
              <a:solidFill>
                <a:schemeClr val="accent2">
                  <a:lumMod val="75000"/>
                </a:schemeClr>
              </a:solidFill>
            </a:endParaRPr>
          </a:p>
        </p:txBody>
      </p:sp>
      <p:sp>
        <p:nvSpPr>
          <p:cNvPr id="3891" name="TextBox 3890">
            <a:extLst>
              <a:ext uri="{FF2B5EF4-FFF2-40B4-BE49-F238E27FC236}">
                <a16:creationId xmlns:a16="http://schemas.microsoft.com/office/drawing/2014/main" id="{070C8DB3-6D36-A166-C6CE-3C08352743D4}"/>
              </a:ext>
            </a:extLst>
          </p:cNvPr>
          <p:cNvSpPr txBox="1"/>
          <p:nvPr/>
        </p:nvSpPr>
        <p:spPr>
          <a:xfrm>
            <a:off x="10058883" y="4510518"/>
            <a:ext cx="1281120" cy="646331"/>
          </a:xfrm>
          <a:prstGeom prst="rect">
            <a:avLst/>
          </a:prstGeom>
          <a:solidFill>
            <a:schemeClr val="bg1">
              <a:alpha val="72000"/>
            </a:schemeClr>
          </a:solidFill>
        </p:spPr>
        <p:txBody>
          <a:bodyPr wrap="none" rtlCol="0">
            <a:spAutoFit/>
          </a:bodyPr>
          <a:lstStyle/>
          <a:p>
            <a:r>
              <a:rPr lang="en-US" sz="900" dirty="0" err="1">
                <a:solidFill>
                  <a:schemeClr val="accent2">
                    <a:lumMod val="75000"/>
                  </a:schemeClr>
                </a:solidFill>
              </a:rPr>
              <a:t>ParseXODR</a:t>
            </a:r>
            <a:r>
              <a:rPr lang="en-US" sz="900" dirty="0">
                <a:solidFill>
                  <a:schemeClr val="accent2">
                    <a:lumMod val="75000"/>
                  </a:schemeClr>
                </a:solidFill>
              </a:rPr>
              <a:t> repo -</a:t>
            </a:r>
            <a:br>
              <a:rPr lang="en-US" sz="900" dirty="0">
                <a:solidFill>
                  <a:schemeClr val="accent2">
                    <a:lumMod val="75000"/>
                  </a:schemeClr>
                </a:solidFill>
              </a:rPr>
            </a:br>
            <a:r>
              <a:rPr lang="en-US" sz="900" dirty="0" err="1">
                <a:solidFill>
                  <a:schemeClr val="accent2">
                    <a:lumMod val="75000"/>
                  </a:schemeClr>
                </a:solidFill>
              </a:rPr>
              <a:t>compareLanes</a:t>
            </a:r>
            <a:endParaRPr lang="en-US" sz="900" dirty="0">
              <a:solidFill>
                <a:schemeClr val="accent2">
                  <a:lumMod val="75000"/>
                </a:schemeClr>
              </a:solidFill>
            </a:endParaRPr>
          </a:p>
          <a:p>
            <a:r>
              <a:rPr lang="en-US" sz="900" dirty="0" err="1">
                <a:solidFill>
                  <a:schemeClr val="accent2">
                    <a:lumMod val="75000"/>
                  </a:schemeClr>
                </a:solidFill>
              </a:rPr>
              <a:t>compareLaneSegments</a:t>
            </a:r>
            <a:endParaRPr lang="en-US" sz="900" dirty="0">
              <a:solidFill>
                <a:schemeClr val="accent2">
                  <a:lumMod val="75000"/>
                </a:schemeClr>
              </a:solidFill>
            </a:endParaRPr>
          </a:p>
          <a:p>
            <a:endParaRPr lang="en-US" sz="900" dirty="0">
              <a:solidFill>
                <a:schemeClr val="accent2">
                  <a:lumMod val="75000"/>
                </a:schemeClr>
              </a:solidFill>
            </a:endParaRPr>
          </a:p>
        </p:txBody>
      </p:sp>
      <p:sp>
        <p:nvSpPr>
          <p:cNvPr id="3892" name="TextBox 3891">
            <a:extLst>
              <a:ext uri="{FF2B5EF4-FFF2-40B4-BE49-F238E27FC236}">
                <a16:creationId xmlns:a16="http://schemas.microsoft.com/office/drawing/2014/main" id="{2CCC855F-F4B5-EC2C-A595-FA8383F1B8E8}"/>
              </a:ext>
            </a:extLst>
          </p:cNvPr>
          <p:cNvSpPr txBox="1"/>
          <p:nvPr/>
        </p:nvSpPr>
        <p:spPr>
          <a:xfrm>
            <a:off x="9209420" y="5660631"/>
            <a:ext cx="1016625" cy="369332"/>
          </a:xfrm>
          <a:prstGeom prst="rect">
            <a:avLst/>
          </a:prstGeom>
          <a:solidFill>
            <a:schemeClr val="bg1">
              <a:alpha val="72000"/>
            </a:schemeClr>
          </a:solidFill>
        </p:spPr>
        <p:txBody>
          <a:bodyPr wrap="none" rtlCol="0">
            <a:spAutoFit/>
          </a:bodyPr>
          <a:lstStyle/>
          <a:p>
            <a:r>
              <a:rPr lang="en-US" sz="900" dirty="0" err="1">
                <a:solidFill>
                  <a:schemeClr val="accent2">
                    <a:lumMod val="75000"/>
                  </a:schemeClr>
                </a:solidFill>
              </a:rPr>
              <a:t>ParseXODR</a:t>
            </a:r>
            <a:r>
              <a:rPr lang="en-US" sz="900" dirty="0">
                <a:solidFill>
                  <a:schemeClr val="accent2">
                    <a:lumMod val="75000"/>
                  </a:schemeClr>
                </a:solidFill>
              </a:rPr>
              <a:t> repo -</a:t>
            </a:r>
            <a:br>
              <a:rPr lang="en-US" sz="900" dirty="0">
                <a:solidFill>
                  <a:schemeClr val="accent2">
                    <a:lumMod val="75000"/>
                  </a:schemeClr>
                </a:solidFill>
              </a:rPr>
            </a:br>
            <a:r>
              <a:rPr lang="en-US" sz="900" dirty="0" err="1">
                <a:solidFill>
                  <a:schemeClr val="accent2">
                    <a:lumMod val="75000"/>
                  </a:schemeClr>
                </a:solidFill>
              </a:rPr>
              <a:t>compareRoads</a:t>
            </a:r>
            <a:endParaRPr lang="en-US" sz="900" dirty="0">
              <a:solidFill>
                <a:schemeClr val="accent2">
                  <a:lumMod val="75000"/>
                </a:schemeClr>
              </a:solidFill>
            </a:endParaRPr>
          </a:p>
        </p:txBody>
      </p:sp>
      <p:cxnSp>
        <p:nvCxnSpPr>
          <p:cNvPr id="3883" name="Straight Arrow Connector 3882">
            <a:extLst>
              <a:ext uri="{FF2B5EF4-FFF2-40B4-BE49-F238E27FC236}">
                <a16:creationId xmlns:a16="http://schemas.microsoft.com/office/drawing/2014/main" id="{2F9C4F87-0CA3-9719-99BF-66BABF38F0AC}"/>
              </a:ext>
            </a:extLst>
          </p:cNvPr>
          <p:cNvCxnSpPr>
            <a:cxnSpLocks/>
          </p:cNvCxnSpPr>
          <p:nvPr/>
        </p:nvCxnSpPr>
        <p:spPr>
          <a:xfrm flipV="1">
            <a:off x="5845392" y="2637889"/>
            <a:ext cx="4216477" cy="2923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84" name="Straight Arrow Connector 3883">
            <a:extLst>
              <a:ext uri="{FF2B5EF4-FFF2-40B4-BE49-F238E27FC236}">
                <a16:creationId xmlns:a16="http://schemas.microsoft.com/office/drawing/2014/main" id="{3C988BFA-C5EB-1AF5-AB6D-11867F9A9EB4}"/>
              </a:ext>
            </a:extLst>
          </p:cNvPr>
          <p:cNvCxnSpPr>
            <a:cxnSpLocks/>
          </p:cNvCxnSpPr>
          <p:nvPr/>
        </p:nvCxnSpPr>
        <p:spPr>
          <a:xfrm flipV="1">
            <a:off x="5845392" y="3621549"/>
            <a:ext cx="4216477" cy="2923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85" name="Straight Arrow Connector 3884">
            <a:extLst>
              <a:ext uri="{FF2B5EF4-FFF2-40B4-BE49-F238E27FC236}">
                <a16:creationId xmlns:a16="http://schemas.microsoft.com/office/drawing/2014/main" id="{8802E238-A4C4-3C8C-42C2-84E0E12C8504}"/>
              </a:ext>
            </a:extLst>
          </p:cNvPr>
          <p:cNvCxnSpPr>
            <a:cxnSpLocks/>
          </p:cNvCxnSpPr>
          <p:nvPr/>
        </p:nvCxnSpPr>
        <p:spPr>
          <a:xfrm flipV="1">
            <a:off x="5845392" y="4222775"/>
            <a:ext cx="4216477" cy="2923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86" name="Straight Arrow Connector 3885">
            <a:extLst>
              <a:ext uri="{FF2B5EF4-FFF2-40B4-BE49-F238E27FC236}">
                <a16:creationId xmlns:a16="http://schemas.microsoft.com/office/drawing/2014/main" id="{EFDEF092-2691-3CEA-5796-6973A2DE9C8E}"/>
              </a:ext>
            </a:extLst>
          </p:cNvPr>
          <p:cNvCxnSpPr>
            <a:cxnSpLocks/>
          </p:cNvCxnSpPr>
          <p:nvPr/>
        </p:nvCxnSpPr>
        <p:spPr>
          <a:xfrm flipV="1">
            <a:off x="5845392" y="4779683"/>
            <a:ext cx="4216477" cy="2923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87" name="Straight Arrow Connector 3886">
            <a:extLst>
              <a:ext uri="{FF2B5EF4-FFF2-40B4-BE49-F238E27FC236}">
                <a16:creationId xmlns:a16="http://schemas.microsoft.com/office/drawing/2014/main" id="{E8C6ECB5-7C3E-2CEF-0923-E7F5FA6D36FD}"/>
              </a:ext>
            </a:extLst>
          </p:cNvPr>
          <p:cNvCxnSpPr>
            <a:cxnSpLocks/>
          </p:cNvCxnSpPr>
          <p:nvPr/>
        </p:nvCxnSpPr>
        <p:spPr>
          <a:xfrm flipV="1">
            <a:off x="5845392" y="5572477"/>
            <a:ext cx="4216477" cy="29232"/>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AF22829-4867-08D4-74A0-B0A332DAE94D}"/>
              </a:ext>
            </a:extLst>
          </p:cNvPr>
          <p:cNvSpPr txBox="1"/>
          <p:nvPr/>
        </p:nvSpPr>
        <p:spPr>
          <a:xfrm>
            <a:off x="3420202" y="6537345"/>
            <a:ext cx="1986673" cy="253916"/>
          </a:xfrm>
          <a:prstGeom prst="rect">
            <a:avLst/>
          </a:prstGeom>
          <a:noFill/>
        </p:spPr>
        <p:txBody>
          <a:bodyPr wrap="square">
            <a:spAutoFit/>
          </a:bodyPr>
          <a:lstStyle/>
          <a:p>
            <a:r>
              <a:rPr lang="en-US" sz="1050" dirty="0" err="1">
                <a:solidFill>
                  <a:srgbClr val="00B050"/>
                </a:solidFill>
              </a:rPr>
              <a:t>fcn_ParseXODR_plotXODRinENU</a:t>
            </a:r>
            <a:endParaRPr lang="en-US" sz="1050" dirty="0">
              <a:solidFill>
                <a:srgbClr val="00B050"/>
              </a:solidFill>
            </a:endParaRPr>
          </a:p>
        </p:txBody>
      </p:sp>
      <p:sp>
        <p:nvSpPr>
          <p:cNvPr id="4" name="TextBox 3">
            <a:extLst>
              <a:ext uri="{FF2B5EF4-FFF2-40B4-BE49-F238E27FC236}">
                <a16:creationId xmlns:a16="http://schemas.microsoft.com/office/drawing/2014/main" id="{035A8B82-569C-0F11-A667-4F9366A9C841}"/>
              </a:ext>
            </a:extLst>
          </p:cNvPr>
          <p:cNvSpPr txBox="1"/>
          <p:nvPr/>
        </p:nvSpPr>
        <p:spPr>
          <a:xfrm>
            <a:off x="4189373" y="6245464"/>
            <a:ext cx="718466" cy="369332"/>
          </a:xfrm>
          <a:prstGeom prst="rect">
            <a:avLst/>
          </a:prstGeom>
          <a:solidFill>
            <a:schemeClr val="bg1">
              <a:alpha val="78000"/>
            </a:schemeClr>
          </a:solidFill>
        </p:spPr>
        <p:txBody>
          <a:bodyPr wrap="none" rtlCol="0">
            <a:spAutoFit/>
          </a:bodyPr>
          <a:lstStyle/>
          <a:p>
            <a:r>
              <a:rPr lang="en-US" dirty="0">
                <a:solidFill>
                  <a:srgbClr val="FF0000"/>
                </a:solidFill>
              </a:rPr>
              <a:t>XODR</a:t>
            </a:r>
          </a:p>
        </p:txBody>
      </p:sp>
      <p:sp>
        <p:nvSpPr>
          <p:cNvPr id="5" name="TextBox 4">
            <a:extLst>
              <a:ext uri="{FF2B5EF4-FFF2-40B4-BE49-F238E27FC236}">
                <a16:creationId xmlns:a16="http://schemas.microsoft.com/office/drawing/2014/main" id="{FE675549-5F54-EAD7-99DE-A3E9B310C709}"/>
              </a:ext>
            </a:extLst>
          </p:cNvPr>
          <p:cNvSpPr txBox="1"/>
          <p:nvPr/>
        </p:nvSpPr>
        <p:spPr>
          <a:xfrm>
            <a:off x="4143250" y="5101526"/>
            <a:ext cx="720069" cy="369332"/>
          </a:xfrm>
          <a:prstGeom prst="rect">
            <a:avLst/>
          </a:prstGeom>
          <a:solidFill>
            <a:schemeClr val="bg1">
              <a:alpha val="78000"/>
            </a:schemeClr>
          </a:solidFill>
        </p:spPr>
        <p:txBody>
          <a:bodyPr wrap="none" rtlCol="0">
            <a:spAutoFit/>
          </a:bodyPr>
          <a:lstStyle/>
          <a:p>
            <a:r>
              <a:rPr lang="en-US" dirty="0">
                <a:solidFill>
                  <a:srgbClr val="FF0000"/>
                </a:solidFill>
              </a:rPr>
              <a:t>Lanes</a:t>
            </a:r>
          </a:p>
        </p:txBody>
      </p:sp>
    </p:spTree>
    <p:extLst>
      <p:ext uri="{BB962C8B-B14F-4D97-AF65-F5344CB8AC3E}">
        <p14:creationId xmlns:p14="http://schemas.microsoft.com/office/powerpoint/2010/main" val="16600121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26EF389-98AD-3223-C6A6-FA6F84A3C696}"/>
              </a:ext>
            </a:extLst>
          </p:cNvPr>
          <p:cNvSpPr>
            <a:spLocks noGrp="1"/>
          </p:cNvSpPr>
          <p:nvPr>
            <p:ph type="title"/>
          </p:nvPr>
        </p:nvSpPr>
        <p:spPr/>
        <p:txBody>
          <a:bodyPr/>
          <a:lstStyle/>
          <a:p>
            <a:r>
              <a:rPr lang="en-US" dirty="0"/>
              <a:t>The first step is to understand the curve representations</a:t>
            </a:r>
          </a:p>
        </p:txBody>
      </p:sp>
      <p:sp>
        <p:nvSpPr>
          <p:cNvPr id="12" name="Freeform: Shape 11">
            <a:extLst>
              <a:ext uri="{FF2B5EF4-FFF2-40B4-BE49-F238E27FC236}">
                <a16:creationId xmlns:a16="http://schemas.microsoft.com/office/drawing/2014/main" id="{DA70CEBF-2FB3-BD29-6A8F-2A974B6E5571}"/>
              </a:ext>
            </a:extLst>
          </p:cNvPr>
          <p:cNvSpPr/>
          <p:nvPr/>
        </p:nvSpPr>
        <p:spPr>
          <a:xfrm>
            <a:off x="2719570" y="3073615"/>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BAD10E2-D4AA-C9E4-AC97-D02B6883201F}"/>
              </a:ext>
            </a:extLst>
          </p:cNvPr>
          <p:cNvSpPr/>
          <p:nvPr/>
        </p:nvSpPr>
        <p:spPr>
          <a:xfrm>
            <a:off x="2552689" y="2201611"/>
            <a:ext cx="3567550" cy="645622"/>
          </a:xfrm>
          <a:custGeom>
            <a:avLst/>
            <a:gdLst>
              <a:gd name="connsiteX0" fmla="*/ 1403848 w 3567550"/>
              <a:gd name="connsiteY0" fmla="*/ 645622 h 645622"/>
              <a:gd name="connsiteX1" fmla="*/ 59696 w 3567550"/>
              <a:gd name="connsiteY1" fmla="*/ 645622 h 645622"/>
              <a:gd name="connsiteX2" fmla="*/ 34662 w 3567550"/>
              <a:gd name="connsiteY2" fmla="*/ 577463 h 645622"/>
              <a:gd name="connsiteX3" fmla="*/ 634109 w 3567550"/>
              <a:gd name="connsiteY3" fmla="*/ 68159 h 645622"/>
              <a:gd name="connsiteX4" fmla="*/ 819444 w 3567550"/>
              <a:gd name="connsiteY4" fmla="*/ 0 h 645622"/>
              <a:gd name="connsiteX5" fmla="*/ 3507853 w 3567550"/>
              <a:gd name="connsiteY5" fmla="*/ 0 h 645622"/>
              <a:gd name="connsiteX6" fmla="*/ 3532887 w 3567550"/>
              <a:gd name="connsiteY6" fmla="*/ 68159 h 645622"/>
              <a:gd name="connsiteX7" fmla="*/ 2933441 w 3567550"/>
              <a:gd name="connsiteY7" fmla="*/ 577463 h 645622"/>
              <a:gd name="connsiteX8" fmla="*/ 2748106 w 3567550"/>
              <a:gd name="connsiteY8" fmla="*/ 645622 h 645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7550" h="645622">
                <a:moveTo>
                  <a:pt x="1403848" y="645622"/>
                </a:moveTo>
                <a:lnTo>
                  <a:pt x="59696" y="645622"/>
                </a:lnTo>
                <a:cubicBezTo>
                  <a:pt x="-10427" y="645622"/>
                  <a:pt x="-18771" y="622902"/>
                  <a:pt x="34662" y="577463"/>
                </a:cubicBezTo>
                <a:lnTo>
                  <a:pt x="634109" y="68159"/>
                </a:lnTo>
                <a:cubicBezTo>
                  <a:pt x="687542" y="22720"/>
                  <a:pt x="749317" y="0"/>
                  <a:pt x="819444" y="0"/>
                </a:cubicBezTo>
                <a:lnTo>
                  <a:pt x="3507853" y="0"/>
                </a:lnTo>
                <a:cubicBezTo>
                  <a:pt x="3577980" y="0"/>
                  <a:pt x="3586321" y="22720"/>
                  <a:pt x="3532887" y="68159"/>
                </a:cubicBezTo>
                <a:lnTo>
                  <a:pt x="2933441" y="577463"/>
                </a:lnTo>
                <a:cubicBezTo>
                  <a:pt x="2880007" y="622902"/>
                  <a:pt x="2818233" y="645622"/>
                  <a:pt x="2748106" y="645622"/>
                </a:cubicBezTo>
                <a:close/>
              </a:path>
            </a:pathLst>
          </a:custGeom>
          <a:solidFill>
            <a:srgbClr val="F9F9F9"/>
          </a:solidFill>
          <a:ln w="10515" cap="flat">
            <a:solidFill>
              <a:srgbClr val="A9D1F9"/>
            </a:solidFill>
            <a:prstDash val="solid"/>
            <a:miter/>
          </a:ln>
        </p:spPr>
        <p:txBody>
          <a:bodyPr rtlCol="0" anchor="ctr"/>
          <a:lstStyle/>
          <a:p>
            <a:endParaRPr lang="en-US" dirty="0"/>
          </a:p>
        </p:txBody>
      </p:sp>
      <p:grpSp>
        <p:nvGrpSpPr>
          <p:cNvPr id="14" name="Group 13">
            <a:extLst>
              <a:ext uri="{FF2B5EF4-FFF2-40B4-BE49-F238E27FC236}">
                <a16:creationId xmlns:a16="http://schemas.microsoft.com/office/drawing/2014/main" id="{421C919E-614F-0D57-1B66-292061ED8CE0}"/>
              </a:ext>
            </a:extLst>
          </p:cNvPr>
          <p:cNvGrpSpPr/>
          <p:nvPr/>
        </p:nvGrpSpPr>
        <p:grpSpPr>
          <a:xfrm>
            <a:off x="2776403" y="2134022"/>
            <a:ext cx="3287047" cy="758679"/>
            <a:chOff x="6568714" y="2146268"/>
            <a:chExt cx="3287047" cy="758679"/>
          </a:xfrm>
        </p:grpSpPr>
        <p:sp>
          <p:nvSpPr>
            <p:cNvPr id="991" name="Freeform: Shape 990">
              <a:extLst>
                <a:ext uri="{FF2B5EF4-FFF2-40B4-BE49-F238E27FC236}">
                  <a16:creationId xmlns:a16="http://schemas.microsoft.com/office/drawing/2014/main" id="{14F2F581-BDB2-9269-C891-B99C2AE2907A}"/>
                </a:ext>
              </a:extLst>
            </p:cNvPr>
            <p:cNvSpPr/>
            <p:nvPr/>
          </p:nvSpPr>
          <p:spPr>
            <a:xfrm>
              <a:off x="6903096" y="2420468"/>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rgbClr val="FFFFFF"/>
              </a:solidFill>
              <a:custDash>
                <a:ds d="675000" sp="675000"/>
              </a:custDash>
              <a:miter/>
            </a:ln>
          </p:spPr>
          <p:txBody>
            <a:bodyPr rtlCol="0" anchor="ctr"/>
            <a:lstStyle/>
            <a:p>
              <a:endParaRPr lang="en-US"/>
            </a:p>
          </p:txBody>
        </p:sp>
        <p:sp>
          <p:nvSpPr>
            <p:cNvPr id="992" name="Freeform: Shape 991">
              <a:extLst>
                <a:ext uri="{FF2B5EF4-FFF2-40B4-BE49-F238E27FC236}">
                  <a16:creationId xmlns:a16="http://schemas.microsoft.com/office/drawing/2014/main" id="{24087C9F-1F5A-9489-42A9-7CA204D61657}"/>
                </a:ext>
              </a:extLst>
            </p:cNvPr>
            <p:cNvSpPr/>
            <p:nvPr/>
          </p:nvSpPr>
          <p:spPr>
            <a:xfrm>
              <a:off x="6761728" y="2578876"/>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rgbClr val="FFFFFF"/>
              </a:solidFill>
              <a:prstDash val="solid"/>
              <a:miter/>
            </a:ln>
          </p:spPr>
          <p:txBody>
            <a:bodyPr rtlCol="0" anchor="ctr"/>
            <a:lstStyle/>
            <a:p>
              <a:endParaRPr lang="en-US"/>
            </a:p>
          </p:txBody>
        </p:sp>
        <p:sp>
          <p:nvSpPr>
            <p:cNvPr id="993" name="Freeform: Shape 992">
              <a:extLst>
                <a:ext uri="{FF2B5EF4-FFF2-40B4-BE49-F238E27FC236}">
                  <a16:creationId xmlns:a16="http://schemas.microsoft.com/office/drawing/2014/main" id="{4B777D5B-4669-7E48-A085-84BF79D62C26}"/>
                </a:ext>
              </a:extLst>
            </p:cNvPr>
            <p:cNvSpPr/>
            <p:nvPr/>
          </p:nvSpPr>
          <p:spPr>
            <a:xfrm>
              <a:off x="8062334" y="2751694"/>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rgbClr val="FFFFFF"/>
              </a:solidFill>
              <a:prstDash val="solid"/>
              <a:miter/>
            </a:ln>
          </p:spPr>
          <p:txBody>
            <a:bodyPr rtlCol="0" anchor="ctr"/>
            <a:lstStyle/>
            <a:p>
              <a:endParaRPr lang="en-US"/>
            </a:p>
          </p:txBody>
        </p:sp>
        <p:sp>
          <p:nvSpPr>
            <p:cNvPr id="994" name="Freeform: Shape 993">
              <a:extLst>
                <a:ext uri="{FF2B5EF4-FFF2-40B4-BE49-F238E27FC236}">
                  <a16:creationId xmlns:a16="http://schemas.microsoft.com/office/drawing/2014/main" id="{3AE57B3A-20DE-3837-435E-AD7C2938DC98}"/>
                </a:ext>
              </a:extLst>
            </p:cNvPr>
            <p:cNvSpPr/>
            <p:nvPr/>
          </p:nvSpPr>
          <p:spPr>
            <a:xfrm>
              <a:off x="7721431" y="2578876"/>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rgbClr val="FFFFFF"/>
              </a:solidFill>
              <a:prstDash val="solid"/>
              <a:miter/>
            </a:ln>
          </p:spPr>
          <p:txBody>
            <a:bodyPr rtlCol="0" anchor="ctr"/>
            <a:lstStyle/>
            <a:p>
              <a:endParaRPr lang="en-US"/>
            </a:p>
          </p:txBody>
        </p:sp>
        <p:sp>
          <p:nvSpPr>
            <p:cNvPr id="995" name="Freeform: Shape 994">
              <a:extLst>
                <a:ext uri="{FF2B5EF4-FFF2-40B4-BE49-F238E27FC236}">
                  <a16:creationId xmlns:a16="http://schemas.microsoft.com/office/drawing/2014/main" id="{80BA12D6-B001-67B4-6860-A6B97FF43776}"/>
                </a:ext>
              </a:extLst>
            </p:cNvPr>
            <p:cNvSpPr/>
            <p:nvPr/>
          </p:nvSpPr>
          <p:spPr>
            <a:xfrm>
              <a:off x="7818727" y="2586028"/>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rgbClr val="FFFFFF"/>
              </a:solidFill>
              <a:custDash>
                <a:ds d="675000" sp="675000"/>
              </a:custDash>
              <a:miter/>
            </a:ln>
          </p:spPr>
          <p:txBody>
            <a:bodyPr rtlCol="0" anchor="ctr"/>
            <a:lstStyle/>
            <a:p>
              <a:endParaRPr lang="en-US"/>
            </a:p>
          </p:txBody>
        </p:sp>
        <p:sp>
          <p:nvSpPr>
            <p:cNvPr id="996" name="Freeform: Shape 995">
              <a:extLst>
                <a:ext uri="{FF2B5EF4-FFF2-40B4-BE49-F238E27FC236}">
                  <a16:creationId xmlns:a16="http://schemas.microsoft.com/office/drawing/2014/main" id="{6CB8832E-27CB-555A-21DB-1E2F9A629EF6}"/>
                </a:ext>
              </a:extLst>
            </p:cNvPr>
            <p:cNvSpPr/>
            <p:nvPr/>
          </p:nvSpPr>
          <p:spPr>
            <a:xfrm>
              <a:off x="8701645" y="2586028"/>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rgbClr val="FFFFFF"/>
              </a:solidFill>
              <a:prstDash val="solid"/>
              <a:miter/>
            </a:ln>
          </p:spPr>
          <p:txBody>
            <a:bodyPr rtlCol="0" anchor="ctr"/>
            <a:lstStyle/>
            <a:p>
              <a:endParaRPr lang="en-US"/>
            </a:p>
          </p:txBody>
        </p:sp>
        <p:sp>
          <p:nvSpPr>
            <p:cNvPr id="997" name="Freeform: Shape 996">
              <a:extLst>
                <a:ext uri="{FF2B5EF4-FFF2-40B4-BE49-F238E27FC236}">
                  <a16:creationId xmlns:a16="http://schemas.microsoft.com/office/drawing/2014/main" id="{091156A8-C874-510F-AB81-C7642DB91AD6}"/>
                </a:ext>
              </a:extLst>
            </p:cNvPr>
            <p:cNvSpPr/>
            <p:nvPr/>
          </p:nvSpPr>
          <p:spPr>
            <a:xfrm>
              <a:off x="8889189" y="2586238"/>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rgbClr val="FFFFFF"/>
              </a:solidFill>
              <a:prstDash val="solid"/>
              <a:miter/>
            </a:ln>
          </p:spPr>
          <p:txBody>
            <a:bodyPr rtlCol="0" anchor="ctr"/>
            <a:lstStyle/>
            <a:p>
              <a:endParaRPr lang="en-US"/>
            </a:p>
          </p:txBody>
        </p:sp>
        <p:sp>
          <p:nvSpPr>
            <p:cNvPr id="998" name="Freeform: Shape 997">
              <a:extLst>
                <a:ext uri="{FF2B5EF4-FFF2-40B4-BE49-F238E27FC236}">
                  <a16:creationId xmlns:a16="http://schemas.microsoft.com/office/drawing/2014/main" id="{319C8FE5-AA8D-3CBC-BAE4-9EFC5ACCB450}"/>
                </a:ext>
              </a:extLst>
            </p:cNvPr>
            <p:cNvSpPr/>
            <p:nvPr/>
          </p:nvSpPr>
          <p:spPr>
            <a:xfrm>
              <a:off x="8701645" y="2757689"/>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rgbClr val="FFFFFF"/>
              </a:solidFill>
              <a:prstDash val="solid"/>
              <a:miter/>
            </a:ln>
          </p:spPr>
          <p:txBody>
            <a:bodyPr rtlCol="0" anchor="ctr"/>
            <a:lstStyle/>
            <a:p>
              <a:endParaRPr lang="en-US"/>
            </a:p>
          </p:txBody>
        </p:sp>
        <p:sp>
          <p:nvSpPr>
            <p:cNvPr id="999" name="Freeform: Shape 998">
              <a:extLst>
                <a:ext uri="{FF2B5EF4-FFF2-40B4-BE49-F238E27FC236}">
                  <a16:creationId xmlns:a16="http://schemas.microsoft.com/office/drawing/2014/main" id="{A725156A-5746-3960-5A11-2FCEA1D3C27C}"/>
                </a:ext>
              </a:extLst>
            </p:cNvPr>
            <p:cNvSpPr/>
            <p:nvPr/>
          </p:nvSpPr>
          <p:spPr>
            <a:xfrm>
              <a:off x="8471501" y="2494728"/>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rgbClr val="FFFFFF"/>
              </a:solidFill>
              <a:prstDash val="solid"/>
              <a:miter/>
            </a:ln>
          </p:spPr>
          <p:txBody>
            <a:bodyPr rtlCol="0" anchor="ctr"/>
            <a:lstStyle/>
            <a:p>
              <a:endParaRPr lang="en-US"/>
            </a:p>
          </p:txBody>
        </p:sp>
        <p:sp>
          <p:nvSpPr>
            <p:cNvPr id="1000" name="Freeform: Shape 999">
              <a:extLst>
                <a:ext uri="{FF2B5EF4-FFF2-40B4-BE49-F238E27FC236}">
                  <a16:creationId xmlns:a16="http://schemas.microsoft.com/office/drawing/2014/main" id="{151C7D22-F823-7EFD-79A1-789595308FDD}"/>
                </a:ext>
              </a:extLst>
            </p:cNvPr>
            <p:cNvSpPr/>
            <p:nvPr/>
          </p:nvSpPr>
          <p:spPr>
            <a:xfrm>
              <a:off x="8530510" y="248421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1" name="Freeform: Shape 1000">
              <a:extLst>
                <a:ext uri="{FF2B5EF4-FFF2-40B4-BE49-F238E27FC236}">
                  <a16:creationId xmlns:a16="http://schemas.microsoft.com/office/drawing/2014/main" id="{3F645D77-9739-AF8B-5D3D-57594E3C3CF9}"/>
                </a:ext>
              </a:extLst>
            </p:cNvPr>
            <p:cNvSpPr/>
            <p:nvPr/>
          </p:nvSpPr>
          <p:spPr>
            <a:xfrm>
              <a:off x="8640954" y="2335584"/>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002" name="Freeform: Shape 1001">
              <a:extLst>
                <a:ext uri="{FF2B5EF4-FFF2-40B4-BE49-F238E27FC236}">
                  <a16:creationId xmlns:a16="http://schemas.microsoft.com/office/drawing/2014/main" id="{653379F9-DB64-469F-1419-675E7C7C512B}"/>
                </a:ext>
              </a:extLst>
            </p:cNvPr>
            <p:cNvSpPr/>
            <p:nvPr/>
          </p:nvSpPr>
          <p:spPr>
            <a:xfrm>
              <a:off x="8699857" y="232506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3" name="Freeform: Shape 1002">
              <a:extLst>
                <a:ext uri="{FF2B5EF4-FFF2-40B4-BE49-F238E27FC236}">
                  <a16:creationId xmlns:a16="http://schemas.microsoft.com/office/drawing/2014/main" id="{9952C459-D838-2EBF-310E-C8897328DAB3}"/>
                </a:ext>
              </a:extLst>
            </p:cNvPr>
            <p:cNvSpPr/>
            <p:nvPr/>
          </p:nvSpPr>
          <p:spPr>
            <a:xfrm>
              <a:off x="7396411" y="2493361"/>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rgbClr val="FFFFFF"/>
              </a:solidFill>
              <a:prstDash val="solid"/>
              <a:miter/>
            </a:ln>
          </p:spPr>
          <p:txBody>
            <a:bodyPr rtlCol="0" anchor="ctr"/>
            <a:lstStyle/>
            <a:p>
              <a:endParaRPr lang="en-US"/>
            </a:p>
          </p:txBody>
        </p:sp>
        <p:sp>
          <p:nvSpPr>
            <p:cNvPr id="1004" name="Freeform: Shape 1003">
              <a:extLst>
                <a:ext uri="{FF2B5EF4-FFF2-40B4-BE49-F238E27FC236}">
                  <a16:creationId xmlns:a16="http://schemas.microsoft.com/office/drawing/2014/main" id="{76B5AACA-2A4D-FACB-BDBA-1198872D903C}"/>
                </a:ext>
              </a:extLst>
            </p:cNvPr>
            <p:cNvSpPr/>
            <p:nvPr/>
          </p:nvSpPr>
          <p:spPr>
            <a:xfrm>
              <a:off x="7455419" y="2482842"/>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5" name="Freeform: Shape 1004">
              <a:extLst>
                <a:ext uri="{FF2B5EF4-FFF2-40B4-BE49-F238E27FC236}">
                  <a16:creationId xmlns:a16="http://schemas.microsoft.com/office/drawing/2014/main" id="{B2749C58-7D86-6153-B06A-7E1C24B62144}"/>
                </a:ext>
              </a:extLst>
            </p:cNvPr>
            <p:cNvSpPr/>
            <p:nvPr/>
          </p:nvSpPr>
          <p:spPr>
            <a:xfrm>
              <a:off x="7540303" y="2334322"/>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rgbClr val="FFFFFF"/>
              </a:solidFill>
              <a:prstDash val="solid"/>
              <a:miter/>
            </a:ln>
          </p:spPr>
          <p:txBody>
            <a:bodyPr rtlCol="0" anchor="ctr"/>
            <a:lstStyle/>
            <a:p>
              <a:endParaRPr lang="en-US"/>
            </a:p>
          </p:txBody>
        </p:sp>
        <p:sp>
          <p:nvSpPr>
            <p:cNvPr id="1006" name="Freeform: Shape 1005">
              <a:extLst>
                <a:ext uri="{FF2B5EF4-FFF2-40B4-BE49-F238E27FC236}">
                  <a16:creationId xmlns:a16="http://schemas.microsoft.com/office/drawing/2014/main" id="{9915EBE9-7FAA-6CEC-DCF9-063705DD2A04}"/>
                </a:ext>
              </a:extLst>
            </p:cNvPr>
            <p:cNvSpPr/>
            <p:nvPr/>
          </p:nvSpPr>
          <p:spPr>
            <a:xfrm>
              <a:off x="7599207" y="2323803"/>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rgbClr val="FFFFFF"/>
              </a:solidFill>
              <a:prstDash val="solid"/>
              <a:miter/>
            </a:ln>
          </p:spPr>
          <p:txBody>
            <a:bodyPr rtlCol="0" anchor="ctr"/>
            <a:lstStyle/>
            <a:p>
              <a:endParaRPr lang="en-US"/>
            </a:p>
          </p:txBody>
        </p:sp>
        <p:sp>
          <p:nvSpPr>
            <p:cNvPr id="1007" name="Freeform: Shape 1006">
              <a:extLst>
                <a:ext uri="{FF2B5EF4-FFF2-40B4-BE49-F238E27FC236}">
                  <a16:creationId xmlns:a16="http://schemas.microsoft.com/office/drawing/2014/main" id="{783CC28E-65C0-CF33-7FEC-13320087D182}"/>
                </a:ext>
              </a:extLst>
            </p:cNvPr>
            <p:cNvSpPr/>
            <p:nvPr/>
          </p:nvSpPr>
          <p:spPr>
            <a:xfrm>
              <a:off x="8863629" y="2420468"/>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rgbClr val="FFFFFF"/>
              </a:solidFill>
              <a:prstDash val="solid"/>
              <a:miter/>
            </a:ln>
          </p:spPr>
          <p:txBody>
            <a:bodyPr rtlCol="0" anchor="ctr"/>
            <a:lstStyle/>
            <a:p>
              <a:endParaRPr lang="en-US"/>
            </a:p>
          </p:txBody>
        </p:sp>
        <p:sp>
          <p:nvSpPr>
            <p:cNvPr id="1008" name="Freeform: Shape 1007">
              <a:extLst>
                <a:ext uri="{FF2B5EF4-FFF2-40B4-BE49-F238E27FC236}">
                  <a16:creationId xmlns:a16="http://schemas.microsoft.com/office/drawing/2014/main" id="{D4B21965-85FA-1003-0002-50CFBF708760}"/>
                </a:ext>
              </a:extLst>
            </p:cNvPr>
            <p:cNvSpPr/>
            <p:nvPr/>
          </p:nvSpPr>
          <p:spPr>
            <a:xfrm>
              <a:off x="6858287" y="2820800"/>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rgbClr val="333333"/>
              </a:solidFill>
              <a:prstDash val="solid"/>
              <a:miter/>
            </a:ln>
          </p:spPr>
          <p:txBody>
            <a:bodyPr rtlCol="0" anchor="ctr"/>
            <a:lstStyle/>
            <a:p>
              <a:endParaRPr lang="en-US"/>
            </a:p>
          </p:txBody>
        </p:sp>
        <p:sp>
          <p:nvSpPr>
            <p:cNvPr id="1009" name="Freeform: Shape 1008">
              <a:extLst>
                <a:ext uri="{FF2B5EF4-FFF2-40B4-BE49-F238E27FC236}">
                  <a16:creationId xmlns:a16="http://schemas.microsoft.com/office/drawing/2014/main" id="{F36ADC9E-C334-9884-0817-997ACF0C1CD9}"/>
                </a:ext>
              </a:extLst>
            </p:cNvPr>
            <p:cNvSpPr/>
            <p:nvPr/>
          </p:nvSpPr>
          <p:spPr>
            <a:xfrm>
              <a:off x="7448477" y="2158138"/>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rgbClr val="333333"/>
              </a:solidFill>
              <a:prstDash val="solid"/>
              <a:miter/>
            </a:ln>
          </p:spPr>
          <p:txBody>
            <a:bodyPr rtlCol="0" anchor="ctr"/>
            <a:lstStyle/>
            <a:p>
              <a:endParaRPr lang="en-US"/>
            </a:p>
          </p:txBody>
        </p:sp>
        <p:grpSp>
          <p:nvGrpSpPr>
            <p:cNvPr id="1010" name="Group 1009">
              <a:extLst>
                <a:ext uri="{FF2B5EF4-FFF2-40B4-BE49-F238E27FC236}">
                  <a16:creationId xmlns:a16="http://schemas.microsoft.com/office/drawing/2014/main" id="{A39CDFFA-DE34-84BF-09F0-C74395CE741E}"/>
                </a:ext>
              </a:extLst>
            </p:cNvPr>
            <p:cNvGrpSpPr/>
            <p:nvPr/>
          </p:nvGrpSpPr>
          <p:grpSpPr>
            <a:xfrm rot="10800000">
              <a:off x="9365116" y="2547585"/>
              <a:ext cx="242005" cy="43678"/>
              <a:chOff x="7979724" y="3580291"/>
              <a:chExt cx="242005" cy="43678"/>
            </a:xfrm>
          </p:grpSpPr>
          <p:sp>
            <p:nvSpPr>
              <p:cNvPr id="1901" name="Oval 1900">
                <a:extLst>
                  <a:ext uri="{FF2B5EF4-FFF2-40B4-BE49-F238E27FC236}">
                    <a16:creationId xmlns:a16="http://schemas.microsoft.com/office/drawing/2014/main" id="{D841C3B7-EC21-4344-1D52-55487BE7F1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2" name="Oval 1901">
                <a:extLst>
                  <a:ext uri="{FF2B5EF4-FFF2-40B4-BE49-F238E27FC236}">
                    <a16:creationId xmlns:a16="http://schemas.microsoft.com/office/drawing/2014/main" id="{0A21A655-382C-F3A4-90F6-B4E0B0A0CEB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3" name="Oval 1902">
                <a:extLst>
                  <a:ext uri="{FF2B5EF4-FFF2-40B4-BE49-F238E27FC236}">
                    <a16:creationId xmlns:a16="http://schemas.microsoft.com/office/drawing/2014/main" id="{F4A57F66-A02B-6224-C39A-5317E7A3AEE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4" name="Oval 1903">
                <a:extLst>
                  <a:ext uri="{FF2B5EF4-FFF2-40B4-BE49-F238E27FC236}">
                    <a16:creationId xmlns:a16="http://schemas.microsoft.com/office/drawing/2014/main" id="{41678E3D-3DC3-5D56-C8FE-DD5B01A84F6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5" name="Oval 1904">
                <a:extLst>
                  <a:ext uri="{FF2B5EF4-FFF2-40B4-BE49-F238E27FC236}">
                    <a16:creationId xmlns:a16="http://schemas.microsoft.com/office/drawing/2014/main" id="{E415CFFB-B442-4BEA-B933-254A5CD920D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6" name="Oval 1905">
                <a:extLst>
                  <a:ext uri="{FF2B5EF4-FFF2-40B4-BE49-F238E27FC236}">
                    <a16:creationId xmlns:a16="http://schemas.microsoft.com/office/drawing/2014/main" id="{CF8F20BF-F5BB-8844-CA7E-E55AD91E926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7" name="Oval 1906">
                <a:extLst>
                  <a:ext uri="{FF2B5EF4-FFF2-40B4-BE49-F238E27FC236}">
                    <a16:creationId xmlns:a16="http://schemas.microsoft.com/office/drawing/2014/main" id="{558DB128-6652-6049-54EC-A7E582E253D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8" name="Oval 1907">
                <a:extLst>
                  <a:ext uri="{FF2B5EF4-FFF2-40B4-BE49-F238E27FC236}">
                    <a16:creationId xmlns:a16="http://schemas.microsoft.com/office/drawing/2014/main" id="{6539A520-09A0-13A6-B8B8-88870BB14EE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1" name="Group 1010">
              <a:extLst>
                <a:ext uri="{FF2B5EF4-FFF2-40B4-BE49-F238E27FC236}">
                  <a16:creationId xmlns:a16="http://schemas.microsoft.com/office/drawing/2014/main" id="{60EA92DD-A7E6-0ADB-A6C1-C10083A65171}"/>
                </a:ext>
              </a:extLst>
            </p:cNvPr>
            <p:cNvGrpSpPr/>
            <p:nvPr/>
          </p:nvGrpSpPr>
          <p:grpSpPr>
            <a:xfrm rot="10800000">
              <a:off x="8882310" y="2400759"/>
              <a:ext cx="242005" cy="43678"/>
              <a:chOff x="7979724" y="3580291"/>
              <a:chExt cx="242005" cy="43678"/>
            </a:xfrm>
          </p:grpSpPr>
          <p:sp>
            <p:nvSpPr>
              <p:cNvPr id="1893" name="Oval 1892">
                <a:extLst>
                  <a:ext uri="{FF2B5EF4-FFF2-40B4-BE49-F238E27FC236}">
                    <a16:creationId xmlns:a16="http://schemas.microsoft.com/office/drawing/2014/main" id="{C7FA486E-6590-8656-6B73-4F15F93350B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Oval 1893">
                <a:extLst>
                  <a:ext uri="{FF2B5EF4-FFF2-40B4-BE49-F238E27FC236}">
                    <a16:creationId xmlns:a16="http://schemas.microsoft.com/office/drawing/2014/main" id="{703C361A-E28D-DE8F-1F8B-4BABA018481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Oval 1894">
                <a:extLst>
                  <a:ext uri="{FF2B5EF4-FFF2-40B4-BE49-F238E27FC236}">
                    <a16:creationId xmlns:a16="http://schemas.microsoft.com/office/drawing/2014/main" id="{3A905F15-AE8C-F244-FFDD-4F4E8D8B6A5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Oval 1895">
                <a:extLst>
                  <a:ext uri="{FF2B5EF4-FFF2-40B4-BE49-F238E27FC236}">
                    <a16:creationId xmlns:a16="http://schemas.microsoft.com/office/drawing/2014/main" id="{3FE12E90-D648-AA0C-615E-75951DDC42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7" name="Oval 1896">
                <a:extLst>
                  <a:ext uri="{FF2B5EF4-FFF2-40B4-BE49-F238E27FC236}">
                    <a16:creationId xmlns:a16="http://schemas.microsoft.com/office/drawing/2014/main" id="{DD3E773E-95AF-2D53-B403-B10A2EF704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8" name="Oval 1897">
                <a:extLst>
                  <a:ext uri="{FF2B5EF4-FFF2-40B4-BE49-F238E27FC236}">
                    <a16:creationId xmlns:a16="http://schemas.microsoft.com/office/drawing/2014/main" id="{314FF158-32D7-B71B-5071-BBEA17C89E2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9" name="Oval 1898">
                <a:extLst>
                  <a:ext uri="{FF2B5EF4-FFF2-40B4-BE49-F238E27FC236}">
                    <a16:creationId xmlns:a16="http://schemas.microsoft.com/office/drawing/2014/main" id="{E87DF620-585D-9228-9BFF-FEA5B7F40E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0" name="Oval 1899">
                <a:extLst>
                  <a:ext uri="{FF2B5EF4-FFF2-40B4-BE49-F238E27FC236}">
                    <a16:creationId xmlns:a16="http://schemas.microsoft.com/office/drawing/2014/main" id="{2729F815-E5A7-D7B8-88B4-1E78ABEE2FA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2" name="Group 1011">
              <a:extLst>
                <a:ext uri="{FF2B5EF4-FFF2-40B4-BE49-F238E27FC236}">
                  <a16:creationId xmlns:a16="http://schemas.microsoft.com/office/drawing/2014/main" id="{2CE35B3F-E7D9-B291-2F95-B70991C0750B}"/>
                </a:ext>
              </a:extLst>
            </p:cNvPr>
            <p:cNvGrpSpPr/>
            <p:nvPr/>
          </p:nvGrpSpPr>
          <p:grpSpPr>
            <a:xfrm>
              <a:off x="9124736" y="2384038"/>
              <a:ext cx="242005" cy="43678"/>
              <a:chOff x="7979724" y="3580291"/>
              <a:chExt cx="242005" cy="43678"/>
            </a:xfrm>
          </p:grpSpPr>
          <p:sp>
            <p:nvSpPr>
              <p:cNvPr id="1885" name="Oval 1884">
                <a:extLst>
                  <a:ext uri="{FF2B5EF4-FFF2-40B4-BE49-F238E27FC236}">
                    <a16:creationId xmlns:a16="http://schemas.microsoft.com/office/drawing/2014/main" id="{F1998ADC-67A8-3B10-236B-72507D083AE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Oval 1885">
                <a:extLst>
                  <a:ext uri="{FF2B5EF4-FFF2-40B4-BE49-F238E27FC236}">
                    <a16:creationId xmlns:a16="http://schemas.microsoft.com/office/drawing/2014/main" id="{A605C52C-12FD-9AE0-A2B5-F7FC5AD343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Oval 1886">
                <a:extLst>
                  <a:ext uri="{FF2B5EF4-FFF2-40B4-BE49-F238E27FC236}">
                    <a16:creationId xmlns:a16="http://schemas.microsoft.com/office/drawing/2014/main" id="{A8E31445-3CD1-A0AC-AE12-4AE1AB78D75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Oval 1887">
                <a:extLst>
                  <a:ext uri="{FF2B5EF4-FFF2-40B4-BE49-F238E27FC236}">
                    <a16:creationId xmlns:a16="http://schemas.microsoft.com/office/drawing/2014/main" id="{D97A5FEB-F142-6447-147D-818C6793BB6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Oval 1888">
                <a:extLst>
                  <a:ext uri="{FF2B5EF4-FFF2-40B4-BE49-F238E27FC236}">
                    <a16:creationId xmlns:a16="http://schemas.microsoft.com/office/drawing/2014/main" id="{5817CE8F-E8CB-D462-D58B-352C247EBB3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0" name="Oval 1889">
                <a:extLst>
                  <a:ext uri="{FF2B5EF4-FFF2-40B4-BE49-F238E27FC236}">
                    <a16:creationId xmlns:a16="http://schemas.microsoft.com/office/drawing/2014/main" id="{0BF82333-CD0F-2431-78B8-FB20A43ACAE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1" name="Oval 1890">
                <a:extLst>
                  <a:ext uri="{FF2B5EF4-FFF2-40B4-BE49-F238E27FC236}">
                    <a16:creationId xmlns:a16="http://schemas.microsoft.com/office/drawing/2014/main" id="{D83DE61C-2820-976F-698C-C8C97D981E8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Oval 1891">
                <a:extLst>
                  <a:ext uri="{FF2B5EF4-FFF2-40B4-BE49-F238E27FC236}">
                    <a16:creationId xmlns:a16="http://schemas.microsoft.com/office/drawing/2014/main" id="{4E1EE7EC-E1D2-0E70-4EE5-66246AB1B91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3" name="Group 1012">
              <a:extLst>
                <a:ext uri="{FF2B5EF4-FFF2-40B4-BE49-F238E27FC236}">
                  <a16:creationId xmlns:a16="http://schemas.microsoft.com/office/drawing/2014/main" id="{812F57AB-4020-B877-02C4-5D1658A6F8E1}"/>
                </a:ext>
              </a:extLst>
            </p:cNvPr>
            <p:cNvGrpSpPr/>
            <p:nvPr/>
          </p:nvGrpSpPr>
          <p:grpSpPr>
            <a:xfrm rot="10800000">
              <a:off x="9454868" y="2389419"/>
              <a:ext cx="242005" cy="46723"/>
              <a:chOff x="7979724" y="3580291"/>
              <a:chExt cx="242005" cy="43678"/>
            </a:xfrm>
          </p:grpSpPr>
          <p:sp>
            <p:nvSpPr>
              <p:cNvPr id="1877" name="Oval 1876">
                <a:extLst>
                  <a:ext uri="{FF2B5EF4-FFF2-40B4-BE49-F238E27FC236}">
                    <a16:creationId xmlns:a16="http://schemas.microsoft.com/office/drawing/2014/main" id="{F9967484-8708-FFE0-BF91-3B4EC86506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8" name="Oval 1877">
                <a:extLst>
                  <a:ext uri="{FF2B5EF4-FFF2-40B4-BE49-F238E27FC236}">
                    <a16:creationId xmlns:a16="http://schemas.microsoft.com/office/drawing/2014/main" id="{EC8B79B5-B276-683F-60F1-0B287E181B6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9" name="Oval 1878">
                <a:extLst>
                  <a:ext uri="{FF2B5EF4-FFF2-40B4-BE49-F238E27FC236}">
                    <a16:creationId xmlns:a16="http://schemas.microsoft.com/office/drawing/2014/main" id="{77A0DD7D-5CEF-A5A2-8186-0F4C5537C10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0" name="Oval 1879">
                <a:extLst>
                  <a:ext uri="{FF2B5EF4-FFF2-40B4-BE49-F238E27FC236}">
                    <a16:creationId xmlns:a16="http://schemas.microsoft.com/office/drawing/2014/main" id="{23A28617-7013-2FF9-1B6C-AE7C2B9C40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1" name="Oval 1880">
                <a:extLst>
                  <a:ext uri="{FF2B5EF4-FFF2-40B4-BE49-F238E27FC236}">
                    <a16:creationId xmlns:a16="http://schemas.microsoft.com/office/drawing/2014/main" id="{1AC2C046-195B-EE81-12EB-555BAA4D13F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2" name="Oval 1881">
                <a:extLst>
                  <a:ext uri="{FF2B5EF4-FFF2-40B4-BE49-F238E27FC236}">
                    <a16:creationId xmlns:a16="http://schemas.microsoft.com/office/drawing/2014/main" id="{68A69B60-287E-07BB-5FD9-FB4FC3D6A18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3" name="Oval 1882">
                <a:extLst>
                  <a:ext uri="{FF2B5EF4-FFF2-40B4-BE49-F238E27FC236}">
                    <a16:creationId xmlns:a16="http://schemas.microsoft.com/office/drawing/2014/main" id="{2DBC0B52-7665-0BD0-72C6-9C6C5FB99D1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4" name="Oval 1883">
                <a:extLst>
                  <a:ext uri="{FF2B5EF4-FFF2-40B4-BE49-F238E27FC236}">
                    <a16:creationId xmlns:a16="http://schemas.microsoft.com/office/drawing/2014/main" id="{052CDE2D-1348-928D-E0DE-6960AD251B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4" name="Group 1013">
              <a:extLst>
                <a:ext uri="{FF2B5EF4-FFF2-40B4-BE49-F238E27FC236}">
                  <a16:creationId xmlns:a16="http://schemas.microsoft.com/office/drawing/2014/main" id="{7CBAA381-6721-E3E0-9CED-1334016513A8}"/>
                </a:ext>
              </a:extLst>
            </p:cNvPr>
            <p:cNvGrpSpPr/>
            <p:nvPr/>
          </p:nvGrpSpPr>
          <p:grpSpPr>
            <a:xfrm>
              <a:off x="9383711" y="2390235"/>
              <a:ext cx="242005" cy="43678"/>
              <a:chOff x="7979724" y="3580291"/>
              <a:chExt cx="242005" cy="43678"/>
            </a:xfrm>
          </p:grpSpPr>
          <p:sp>
            <p:nvSpPr>
              <p:cNvPr id="1869" name="Oval 1868">
                <a:extLst>
                  <a:ext uri="{FF2B5EF4-FFF2-40B4-BE49-F238E27FC236}">
                    <a16:creationId xmlns:a16="http://schemas.microsoft.com/office/drawing/2014/main" id="{63E63282-3593-10FF-DE84-D52FB8090A9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Oval 1869">
                <a:extLst>
                  <a:ext uri="{FF2B5EF4-FFF2-40B4-BE49-F238E27FC236}">
                    <a16:creationId xmlns:a16="http://schemas.microsoft.com/office/drawing/2014/main" id="{EF7AC34E-2CB9-EA64-1989-C042C07937D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1" name="Oval 1870">
                <a:extLst>
                  <a:ext uri="{FF2B5EF4-FFF2-40B4-BE49-F238E27FC236}">
                    <a16:creationId xmlns:a16="http://schemas.microsoft.com/office/drawing/2014/main" id="{05F2A265-D1F0-F756-B88D-393445EB3A0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2" name="Oval 1871">
                <a:extLst>
                  <a:ext uri="{FF2B5EF4-FFF2-40B4-BE49-F238E27FC236}">
                    <a16:creationId xmlns:a16="http://schemas.microsoft.com/office/drawing/2014/main" id="{7BF11909-4319-6CAC-755C-3D9AD977ED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Oval 1872">
                <a:extLst>
                  <a:ext uri="{FF2B5EF4-FFF2-40B4-BE49-F238E27FC236}">
                    <a16:creationId xmlns:a16="http://schemas.microsoft.com/office/drawing/2014/main" id="{47756639-F90D-8A66-3150-A3AC14B0828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Oval 1873">
                <a:extLst>
                  <a:ext uri="{FF2B5EF4-FFF2-40B4-BE49-F238E27FC236}">
                    <a16:creationId xmlns:a16="http://schemas.microsoft.com/office/drawing/2014/main" id="{924F8A80-A30D-BE64-4FBC-4199E78358F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Oval 1874">
                <a:extLst>
                  <a:ext uri="{FF2B5EF4-FFF2-40B4-BE49-F238E27FC236}">
                    <a16:creationId xmlns:a16="http://schemas.microsoft.com/office/drawing/2014/main" id="{D09A8E14-A622-C957-47EC-8F1956A546C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Oval 1875">
                <a:extLst>
                  <a:ext uri="{FF2B5EF4-FFF2-40B4-BE49-F238E27FC236}">
                    <a16:creationId xmlns:a16="http://schemas.microsoft.com/office/drawing/2014/main" id="{C68471F3-E734-12A5-B405-F279B952F7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5" name="Group 1014">
              <a:extLst>
                <a:ext uri="{FF2B5EF4-FFF2-40B4-BE49-F238E27FC236}">
                  <a16:creationId xmlns:a16="http://schemas.microsoft.com/office/drawing/2014/main" id="{B5CF6614-20F1-935C-15D1-8EF65D3E43F2}"/>
                </a:ext>
              </a:extLst>
            </p:cNvPr>
            <p:cNvGrpSpPr/>
            <p:nvPr/>
          </p:nvGrpSpPr>
          <p:grpSpPr>
            <a:xfrm rot="10800000">
              <a:off x="8581718" y="2393619"/>
              <a:ext cx="242005" cy="46723"/>
              <a:chOff x="7979724" y="3580291"/>
              <a:chExt cx="242005" cy="43678"/>
            </a:xfrm>
          </p:grpSpPr>
          <p:sp>
            <p:nvSpPr>
              <p:cNvPr id="1861" name="Oval 1860">
                <a:extLst>
                  <a:ext uri="{FF2B5EF4-FFF2-40B4-BE49-F238E27FC236}">
                    <a16:creationId xmlns:a16="http://schemas.microsoft.com/office/drawing/2014/main" id="{942C3D6B-3529-5401-8CA5-CC4AFA87637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Oval 1861">
                <a:extLst>
                  <a:ext uri="{FF2B5EF4-FFF2-40B4-BE49-F238E27FC236}">
                    <a16:creationId xmlns:a16="http://schemas.microsoft.com/office/drawing/2014/main" id="{FC58BF9E-6FD8-2D27-1C89-FACD2E420AD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Oval 1862">
                <a:extLst>
                  <a:ext uri="{FF2B5EF4-FFF2-40B4-BE49-F238E27FC236}">
                    <a16:creationId xmlns:a16="http://schemas.microsoft.com/office/drawing/2014/main" id="{23706DCA-8300-EB2B-8DCA-75D132B8CFC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Oval 1863">
                <a:extLst>
                  <a:ext uri="{FF2B5EF4-FFF2-40B4-BE49-F238E27FC236}">
                    <a16:creationId xmlns:a16="http://schemas.microsoft.com/office/drawing/2014/main" id="{F414C7E9-9626-707B-8EF6-EEAE614F8AF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Oval 1864">
                <a:extLst>
                  <a:ext uri="{FF2B5EF4-FFF2-40B4-BE49-F238E27FC236}">
                    <a16:creationId xmlns:a16="http://schemas.microsoft.com/office/drawing/2014/main" id="{9F93938B-69CA-4986-0FD2-0FA44D02446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Oval 1865">
                <a:extLst>
                  <a:ext uri="{FF2B5EF4-FFF2-40B4-BE49-F238E27FC236}">
                    <a16:creationId xmlns:a16="http://schemas.microsoft.com/office/drawing/2014/main" id="{E71596CC-AE0F-62C4-AF99-CCA9E371529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7" name="Oval 1866">
                <a:extLst>
                  <a:ext uri="{FF2B5EF4-FFF2-40B4-BE49-F238E27FC236}">
                    <a16:creationId xmlns:a16="http://schemas.microsoft.com/office/drawing/2014/main" id="{31C11B35-66D5-4286-5413-7974FC8F92B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Oval 1867">
                <a:extLst>
                  <a:ext uri="{FF2B5EF4-FFF2-40B4-BE49-F238E27FC236}">
                    <a16:creationId xmlns:a16="http://schemas.microsoft.com/office/drawing/2014/main" id="{DA1CFE0B-2637-E949-01FE-61FB7FEF04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6" name="Group 1015">
              <a:extLst>
                <a:ext uri="{FF2B5EF4-FFF2-40B4-BE49-F238E27FC236}">
                  <a16:creationId xmlns:a16="http://schemas.microsoft.com/office/drawing/2014/main" id="{658B4BB1-242C-D184-C3AE-9DFB59F69194}"/>
                </a:ext>
              </a:extLst>
            </p:cNvPr>
            <p:cNvGrpSpPr/>
            <p:nvPr/>
          </p:nvGrpSpPr>
          <p:grpSpPr>
            <a:xfrm>
              <a:off x="8510561" y="2394435"/>
              <a:ext cx="242005" cy="43678"/>
              <a:chOff x="7979724" y="3580291"/>
              <a:chExt cx="242005" cy="43678"/>
            </a:xfrm>
          </p:grpSpPr>
          <p:sp>
            <p:nvSpPr>
              <p:cNvPr id="1853" name="Oval 1852">
                <a:extLst>
                  <a:ext uri="{FF2B5EF4-FFF2-40B4-BE49-F238E27FC236}">
                    <a16:creationId xmlns:a16="http://schemas.microsoft.com/office/drawing/2014/main" id="{91E1C957-F835-239A-ED66-0BD3BCE1020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Oval 1853">
                <a:extLst>
                  <a:ext uri="{FF2B5EF4-FFF2-40B4-BE49-F238E27FC236}">
                    <a16:creationId xmlns:a16="http://schemas.microsoft.com/office/drawing/2014/main" id="{25DF57FA-FF82-544B-D169-C6DCBBD8671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Oval 1854">
                <a:extLst>
                  <a:ext uri="{FF2B5EF4-FFF2-40B4-BE49-F238E27FC236}">
                    <a16:creationId xmlns:a16="http://schemas.microsoft.com/office/drawing/2014/main" id="{32017C8C-6056-1F10-44B7-A2F0EDA2DD4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6" name="Oval 1855">
                <a:extLst>
                  <a:ext uri="{FF2B5EF4-FFF2-40B4-BE49-F238E27FC236}">
                    <a16:creationId xmlns:a16="http://schemas.microsoft.com/office/drawing/2014/main" id="{B974FB93-C64D-054A-A42D-F6B26E893A2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Oval 1856">
                <a:extLst>
                  <a:ext uri="{FF2B5EF4-FFF2-40B4-BE49-F238E27FC236}">
                    <a16:creationId xmlns:a16="http://schemas.microsoft.com/office/drawing/2014/main" id="{F40ECBD4-985C-A511-C634-095141FBEBE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Oval 1857">
                <a:extLst>
                  <a:ext uri="{FF2B5EF4-FFF2-40B4-BE49-F238E27FC236}">
                    <a16:creationId xmlns:a16="http://schemas.microsoft.com/office/drawing/2014/main" id="{D7795894-E319-963C-6565-2C2931C2E76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Oval 1858">
                <a:extLst>
                  <a:ext uri="{FF2B5EF4-FFF2-40B4-BE49-F238E27FC236}">
                    <a16:creationId xmlns:a16="http://schemas.microsoft.com/office/drawing/2014/main" id="{7A12117A-707C-2A9C-6316-B5385C8BECC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0" name="Oval 1859">
                <a:extLst>
                  <a:ext uri="{FF2B5EF4-FFF2-40B4-BE49-F238E27FC236}">
                    <a16:creationId xmlns:a16="http://schemas.microsoft.com/office/drawing/2014/main" id="{9940649B-3777-68BC-3991-F786A0E570E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7" name="Group 1016">
              <a:extLst>
                <a:ext uri="{FF2B5EF4-FFF2-40B4-BE49-F238E27FC236}">
                  <a16:creationId xmlns:a16="http://schemas.microsoft.com/office/drawing/2014/main" id="{22565EDA-6712-58E0-41D2-9B4DC4E14F32}"/>
                </a:ext>
              </a:extLst>
            </p:cNvPr>
            <p:cNvGrpSpPr/>
            <p:nvPr/>
          </p:nvGrpSpPr>
          <p:grpSpPr>
            <a:xfrm rot="10800000">
              <a:off x="8886660" y="2376171"/>
              <a:ext cx="242005" cy="46723"/>
              <a:chOff x="7979724" y="3580291"/>
              <a:chExt cx="242005" cy="43678"/>
            </a:xfrm>
          </p:grpSpPr>
          <p:sp>
            <p:nvSpPr>
              <p:cNvPr id="1845" name="Oval 1844">
                <a:extLst>
                  <a:ext uri="{FF2B5EF4-FFF2-40B4-BE49-F238E27FC236}">
                    <a16:creationId xmlns:a16="http://schemas.microsoft.com/office/drawing/2014/main" id="{3A411902-B608-6836-8AC4-2A852F5CB7E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6" name="Oval 1845">
                <a:extLst>
                  <a:ext uri="{FF2B5EF4-FFF2-40B4-BE49-F238E27FC236}">
                    <a16:creationId xmlns:a16="http://schemas.microsoft.com/office/drawing/2014/main" id="{87F5A72E-62B1-EC16-43BF-EC25732FBD7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 name="Oval 1846">
                <a:extLst>
                  <a:ext uri="{FF2B5EF4-FFF2-40B4-BE49-F238E27FC236}">
                    <a16:creationId xmlns:a16="http://schemas.microsoft.com/office/drawing/2014/main" id="{9B8B48E8-EF4B-FA5C-661D-07DFFDB8692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Oval 1847">
                <a:extLst>
                  <a:ext uri="{FF2B5EF4-FFF2-40B4-BE49-F238E27FC236}">
                    <a16:creationId xmlns:a16="http://schemas.microsoft.com/office/drawing/2014/main" id="{B48F4C9C-3C63-F15C-4E1C-72FAA2E71A3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9" name="Oval 1848">
                <a:extLst>
                  <a:ext uri="{FF2B5EF4-FFF2-40B4-BE49-F238E27FC236}">
                    <a16:creationId xmlns:a16="http://schemas.microsoft.com/office/drawing/2014/main" id="{D1439FA5-B6D9-95D8-F54F-DA4501B5855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0" name="Oval 1849">
                <a:extLst>
                  <a:ext uri="{FF2B5EF4-FFF2-40B4-BE49-F238E27FC236}">
                    <a16:creationId xmlns:a16="http://schemas.microsoft.com/office/drawing/2014/main" id="{8DF8FE46-FBF8-76E7-5126-6BCC6EFF0B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Oval 1850">
                <a:extLst>
                  <a:ext uri="{FF2B5EF4-FFF2-40B4-BE49-F238E27FC236}">
                    <a16:creationId xmlns:a16="http://schemas.microsoft.com/office/drawing/2014/main" id="{21F75FDD-19F0-A61E-8D8A-588B2E47908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Oval 1851">
                <a:extLst>
                  <a:ext uri="{FF2B5EF4-FFF2-40B4-BE49-F238E27FC236}">
                    <a16:creationId xmlns:a16="http://schemas.microsoft.com/office/drawing/2014/main" id="{371F0A20-C01F-4A33-9DA3-6899AC683C5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8" name="Group 1017">
              <a:extLst>
                <a:ext uri="{FF2B5EF4-FFF2-40B4-BE49-F238E27FC236}">
                  <a16:creationId xmlns:a16="http://schemas.microsoft.com/office/drawing/2014/main" id="{B56B2FEF-7978-61C2-38A3-18BCBBC052AB}"/>
                </a:ext>
              </a:extLst>
            </p:cNvPr>
            <p:cNvGrpSpPr/>
            <p:nvPr/>
          </p:nvGrpSpPr>
          <p:grpSpPr>
            <a:xfrm rot="10800000">
              <a:off x="9225989" y="2617456"/>
              <a:ext cx="242005" cy="46723"/>
              <a:chOff x="7979724" y="3580291"/>
              <a:chExt cx="242005" cy="43678"/>
            </a:xfrm>
          </p:grpSpPr>
          <p:sp>
            <p:nvSpPr>
              <p:cNvPr id="1837" name="Oval 1836">
                <a:extLst>
                  <a:ext uri="{FF2B5EF4-FFF2-40B4-BE49-F238E27FC236}">
                    <a16:creationId xmlns:a16="http://schemas.microsoft.com/office/drawing/2014/main" id="{49D59FBC-15C9-00B4-300E-3A0A3DA38A3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8" name="Oval 1837">
                <a:extLst>
                  <a:ext uri="{FF2B5EF4-FFF2-40B4-BE49-F238E27FC236}">
                    <a16:creationId xmlns:a16="http://schemas.microsoft.com/office/drawing/2014/main" id="{03993970-5834-953F-CF99-81097A410D1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Oval 1838">
                <a:extLst>
                  <a:ext uri="{FF2B5EF4-FFF2-40B4-BE49-F238E27FC236}">
                    <a16:creationId xmlns:a16="http://schemas.microsoft.com/office/drawing/2014/main" id="{504507A9-2FC2-AD79-2E03-B24FBF3BDF6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0" name="Oval 1839">
                <a:extLst>
                  <a:ext uri="{FF2B5EF4-FFF2-40B4-BE49-F238E27FC236}">
                    <a16:creationId xmlns:a16="http://schemas.microsoft.com/office/drawing/2014/main" id="{6DF0E5AF-9160-C60B-13FA-6C70C2A91EC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1" name="Oval 1840">
                <a:extLst>
                  <a:ext uri="{FF2B5EF4-FFF2-40B4-BE49-F238E27FC236}">
                    <a16:creationId xmlns:a16="http://schemas.microsoft.com/office/drawing/2014/main" id="{4BE32D6F-A03D-D907-99CA-80F15C56987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Oval 1841">
                <a:extLst>
                  <a:ext uri="{FF2B5EF4-FFF2-40B4-BE49-F238E27FC236}">
                    <a16:creationId xmlns:a16="http://schemas.microsoft.com/office/drawing/2014/main" id="{80DE2054-BC66-4330-A339-EED36119ECE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Oval 1842">
                <a:extLst>
                  <a:ext uri="{FF2B5EF4-FFF2-40B4-BE49-F238E27FC236}">
                    <a16:creationId xmlns:a16="http://schemas.microsoft.com/office/drawing/2014/main" id="{E5564E24-822A-3AC6-67D8-72548E28C02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Oval 1843">
                <a:extLst>
                  <a:ext uri="{FF2B5EF4-FFF2-40B4-BE49-F238E27FC236}">
                    <a16:creationId xmlns:a16="http://schemas.microsoft.com/office/drawing/2014/main" id="{58083590-C5B6-94F5-8D40-D40C882B2BD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9" name="Group 1018">
              <a:extLst>
                <a:ext uri="{FF2B5EF4-FFF2-40B4-BE49-F238E27FC236}">
                  <a16:creationId xmlns:a16="http://schemas.microsoft.com/office/drawing/2014/main" id="{567A9D6E-2A2C-3C8C-F317-E81834AE9509}"/>
                </a:ext>
              </a:extLst>
            </p:cNvPr>
            <p:cNvGrpSpPr/>
            <p:nvPr/>
          </p:nvGrpSpPr>
          <p:grpSpPr>
            <a:xfrm rot="10800000">
              <a:off x="9165352" y="2560616"/>
              <a:ext cx="242005" cy="46723"/>
              <a:chOff x="7979724" y="3580291"/>
              <a:chExt cx="242005" cy="43678"/>
            </a:xfrm>
          </p:grpSpPr>
          <p:sp>
            <p:nvSpPr>
              <p:cNvPr id="1829" name="Oval 1828">
                <a:extLst>
                  <a:ext uri="{FF2B5EF4-FFF2-40B4-BE49-F238E27FC236}">
                    <a16:creationId xmlns:a16="http://schemas.microsoft.com/office/drawing/2014/main" id="{A97AC15B-98AD-16B1-4229-BFE1B0FDCA6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Oval 1829">
                <a:extLst>
                  <a:ext uri="{FF2B5EF4-FFF2-40B4-BE49-F238E27FC236}">
                    <a16:creationId xmlns:a16="http://schemas.microsoft.com/office/drawing/2014/main" id="{8260F964-4837-2384-DC28-FE45C50E0D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1" name="Oval 1830">
                <a:extLst>
                  <a:ext uri="{FF2B5EF4-FFF2-40B4-BE49-F238E27FC236}">
                    <a16:creationId xmlns:a16="http://schemas.microsoft.com/office/drawing/2014/main" id="{5D8E6902-E31D-8796-80BB-059408049F3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Oval 1831">
                <a:extLst>
                  <a:ext uri="{FF2B5EF4-FFF2-40B4-BE49-F238E27FC236}">
                    <a16:creationId xmlns:a16="http://schemas.microsoft.com/office/drawing/2014/main" id="{A8522856-3BDB-2038-7A78-E8F008DE9AF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3" name="Oval 1832">
                <a:extLst>
                  <a:ext uri="{FF2B5EF4-FFF2-40B4-BE49-F238E27FC236}">
                    <a16:creationId xmlns:a16="http://schemas.microsoft.com/office/drawing/2014/main" id="{D27DED44-9EF0-6946-42E4-7564B8433D9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4" name="Oval 1833">
                <a:extLst>
                  <a:ext uri="{FF2B5EF4-FFF2-40B4-BE49-F238E27FC236}">
                    <a16:creationId xmlns:a16="http://schemas.microsoft.com/office/drawing/2014/main" id="{C3EFE08D-7ABF-C678-E842-B5B98A97240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Oval 1834">
                <a:extLst>
                  <a:ext uri="{FF2B5EF4-FFF2-40B4-BE49-F238E27FC236}">
                    <a16:creationId xmlns:a16="http://schemas.microsoft.com/office/drawing/2014/main" id="{C1A9DECB-1742-C631-2595-EF23304E447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Oval 1835">
                <a:extLst>
                  <a:ext uri="{FF2B5EF4-FFF2-40B4-BE49-F238E27FC236}">
                    <a16:creationId xmlns:a16="http://schemas.microsoft.com/office/drawing/2014/main" id="{054B15B4-A6BE-F518-9B42-670A225D344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0" name="Group 1019">
              <a:extLst>
                <a:ext uri="{FF2B5EF4-FFF2-40B4-BE49-F238E27FC236}">
                  <a16:creationId xmlns:a16="http://schemas.microsoft.com/office/drawing/2014/main" id="{9C4D0D4B-3D2D-35F5-37FB-DF104F0B58B9}"/>
                </a:ext>
              </a:extLst>
            </p:cNvPr>
            <p:cNvGrpSpPr/>
            <p:nvPr/>
          </p:nvGrpSpPr>
          <p:grpSpPr>
            <a:xfrm rot="10800000">
              <a:off x="9098461" y="2755897"/>
              <a:ext cx="242005" cy="46723"/>
              <a:chOff x="7979724" y="3580291"/>
              <a:chExt cx="242005" cy="43678"/>
            </a:xfrm>
          </p:grpSpPr>
          <p:sp>
            <p:nvSpPr>
              <p:cNvPr id="1821" name="Oval 1820">
                <a:extLst>
                  <a:ext uri="{FF2B5EF4-FFF2-40B4-BE49-F238E27FC236}">
                    <a16:creationId xmlns:a16="http://schemas.microsoft.com/office/drawing/2014/main" id="{4CCA8731-AA5A-8859-5017-4BF14272155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Oval 1821">
                <a:extLst>
                  <a:ext uri="{FF2B5EF4-FFF2-40B4-BE49-F238E27FC236}">
                    <a16:creationId xmlns:a16="http://schemas.microsoft.com/office/drawing/2014/main" id="{121BAC45-B2D8-25D7-C807-EB43A212D78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3" name="Oval 1822">
                <a:extLst>
                  <a:ext uri="{FF2B5EF4-FFF2-40B4-BE49-F238E27FC236}">
                    <a16:creationId xmlns:a16="http://schemas.microsoft.com/office/drawing/2014/main" id="{ADEC0691-4008-22F2-AF83-D9C0952AE69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4" name="Oval 1823">
                <a:extLst>
                  <a:ext uri="{FF2B5EF4-FFF2-40B4-BE49-F238E27FC236}">
                    <a16:creationId xmlns:a16="http://schemas.microsoft.com/office/drawing/2014/main" id="{AFE77A6F-20B5-B796-6BC0-20DC41BBC6F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Oval 1824">
                <a:extLst>
                  <a:ext uri="{FF2B5EF4-FFF2-40B4-BE49-F238E27FC236}">
                    <a16:creationId xmlns:a16="http://schemas.microsoft.com/office/drawing/2014/main" id="{D75561CC-0DB1-8BEC-6732-38972E88A68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6" name="Oval 1825">
                <a:extLst>
                  <a:ext uri="{FF2B5EF4-FFF2-40B4-BE49-F238E27FC236}">
                    <a16:creationId xmlns:a16="http://schemas.microsoft.com/office/drawing/2014/main" id="{63FD7192-58A5-2260-21BF-DCC975071ED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7" name="Oval 1826">
                <a:extLst>
                  <a:ext uri="{FF2B5EF4-FFF2-40B4-BE49-F238E27FC236}">
                    <a16:creationId xmlns:a16="http://schemas.microsoft.com/office/drawing/2014/main" id="{932D5787-9742-ADE3-5614-77ED3235411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Oval 1827">
                <a:extLst>
                  <a:ext uri="{FF2B5EF4-FFF2-40B4-BE49-F238E27FC236}">
                    <a16:creationId xmlns:a16="http://schemas.microsoft.com/office/drawing/2014/main" id="{C86FD503-8500-B2DA-B6CA-0CBCA525BDC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1" name="Group 1020">
              <a:extLst>
                <a:ext uri="{FF2B5EF4-FFF2-40B4-BE49-F238E27FC236}">
                  <a16:creationId xmlns:a16="http://schemas.microsoft.com/office/drawing/2014/main" id="{C38A5ECB-F5C1-AE90-2AD1-EB5588CC1F17}"/>
                </a:ext>
              </a:extLst>
            </p:cNvPr>
            <p:cNvGrpSpPr/>
            <p:nvPr/>
          </p:nvGrpSpPr>
          <p:grpSpPr>
            <a:xfrm>
              <a:off x="8149682" y="2734077"/>
              <a:ext cx="971545" cy="53915"/>
              <a:chOff x="5754694" y="6008041"/>
              <a:chExt cx="971545" cy="53915"/>
            </a:xfrm>
          </p:grpSpPr>
          <p:grpSp>
            <p:nvGrpSpPr>
              <p:cNvPr id="1749" name="Group 1748">
                <a:extLst>
                  <a:ext uri="{FF2B5EF4-FFF2-40B4-BE49-F238E27FC236}">
                    <a16:creationId xmlns:a16="http://schemas.microsoft.com/office/drawing/2014/main" id="{7212409D-965B-CE39-0714-A443EFE8DD0F}"/>
                  </a:ext>
                </a:extLst>
              </p:cNvPr>
              <p:cNvGrpSpPr/>
              <p:nvPr/>
            </p:nvGrpSpPr>
            <p:grpSpPr>
              <a:xfrm rot="10800000">
                <a:off x="5825851" y="6008041"/>
                <a:ext cx="242005" cy="46723"/>
                <a:chOff x="7979724" y="3580291"/>
                <a:chExt cx="242005" cy="43678"/>
              </a:xfrm>
            </p:grpSpPr>
            <p:sp>
              <p:nvSpPr>
                <p:cNvPr id="1813" name="Oval 1812">
                  <a:extLst>
                    <a:ext uri="{FF2B5EF4-FFF2-40B4-BE49-F238E27FC236}">
                      <a16:creationId xmlns:a16="http://schemas.microsoft.com/office/drawing/2014/main" id="{6FD54BE7-365B-0AFE-A442-12A8F26B01E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Oval 1813">
                  <a:extLst>
                    <a:ext uri="{FF2B5EF4-FFF2-40B4-BE49-F238E27FC236}">
                      <a16:creationId xmlns:a16="http://schemas.microsoft.com/office/drawing/2014/main" id="{BA45DA30-C391-A712-C7A3-ED85B0DC4D0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Oval 1814">
                  <a:extLst>
                    <a:ext uri="{FF2B5EF4-FFF2-40B4-BE49-F238E27FC236}">
                      <a16:creationId xmlns:a16="http://schemas.microsoft.com/office/drawing/2014/main" id="{2B6E455D-B641-403D-9BFC-FA3A70A0AD6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Oval 1815">
                  <a:extLst>
                    <a:ext uri="{FF2B5EF4-FFF2-40B4-BE49-F238E27FC236}">
                      <a16:creationId xmlns:a16="http://schemas.microsoft.com/office/drawing/2014/main" id="{B742F632-DEA3-E202-626D-C6BCFD546C9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Oval 1816">
                  <a:extLst>
                    <a:ext uri="{FF2B5EF4-FFF2-40B4-BE49-F238E27FC236}">
                      <a16:creationId xmlns:a16="http://schemas.microsoft.com/office/drawing/2014/main" id="{423C3432-6925-2489-5678-495A0830C95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Oval 1817">
                  <a:extLst>
                    <a:ext uri="{FF2B5EF4-FFF2-40B4-BE49-F238E27FC236}">
                      <a16:creationId xmlns:a16="http://schemas.microsoft.com/office/drawing/2014/main" id="{8DAF0D67-EEF6-8460-8EE3-BA7B1BFC2CA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Oval 1818">
                  <a:extLst>
                    <a:ext uri="{FF2B5EF4-FFF2-40B4-BE49-F238E27FC236}">
                      <a16:creationId xmlns:a16="http://schemas.microsoft.com/office/drawing/2014/main" id="{605726E1-0CE0-F2AD-57D3-19FE0B7CB05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Oval 1819">
                  <a:extLst>
                    <a:ext uri="{FF2B5EF4-FFF2-40B4-BE49-F238E27FC236}">
                      <a16:creationId xmlns:a16="http://schemas.microsoft.com/office/drawing/2014/main" id="{69488EB7-A0C4-FB35-DAC0-2D360CF3A36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0" name="Group 1749">
                <a:extLst>
                  <a:ext uri="{FF2B5EF4-FFF2-40B4-BE49-F238E27FC236}">
                    <a16:creationId xmlns:a16="http://schemas.microsoft.com/office/drawing/2014/main" id="{948ECF06-9E27-7DA8-369E-900B8AD399F1}"/>
                  </a:ext>
                </a:extLst>
              </p:cNvPr>
              <p:cNvGrpSpPr/>
              <p:nvPr/>
            </p:nvGrpSpPr>
            <p:grpSpPr>
              <a:xfrm>
                <a:off x="5754694" y="6008857"/>
                <a:ext cx="242005" cy="43678"/>
                <a:chOff x="7979724" y="3580291"/>
                <a:chExt cx="242005" cy="43678"/>
              </a:xfrm>
            </p:grpSpPr>
            <p:sp>
              <p:nvSpPr>
                <p:cNvPr id="1805" name="Oval 1804">
                  <a:extLst>
                    <a:ext uri="{FF2B5EF4-FFF2-40B4-BE49-F238E27FC236}">
                      <a16:creationId xmlns:a16="http://schemas.microsoft.com/office/drawing/2014/main" id="{F63D6248-66DC-61F3-EFBB-5CE9F0CA1E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Oval 1805">
                  <a:extLst>
                    <a:ext uri="{FF2B5EF4-FFF2-40B4-BE49-F238E27FC236}">
                      <a16:creationId xmlns:a16="http://schemas.microsoft.com/office/drawing/2014/main" id="{4AC1CFF0-E788-6320-ABFD-DA86987572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7" name="Oval 1806">
                  <a:extLst>
                    <a:ext uri="{FF2B5EF4-FFF2-40B4-BE49-F238E27FC236}">
                      <a16:creationId xmlns:a16="http://schemas.microsoft.com/office/drawing/2014/main" id="{1B0D95BC-3931-3EC8-EA78-5B649CB46B8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8" name="Oval 1807">
                  <a:extLst>
                    <a:ext uri="{FF2B5EF4-FFF2-40B4-BE49-F238E27FC236}">
                      <a16:creationId xmlns:a16="http://schemas.microsoft.com/office/drawing/2014/main" id="{E4957AF6-D534-3903-5211-83B2E1A7537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Oval 1808">
                  <a:extLst>
                    <a:ext uri="{FF2B5EF4-FFF2-40B4-BE49-F238E27FC236}">
                      <a16:creationId xmlns:a16="http://schemas.microsoft.com/office/drawing/2014/main" id="{466CB484-64F3-0190-9C6A-4F8B61882D3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Oval 1809">
                  <a:extLst>
                    <a:ext uri="{FF2B5EF4-FFF2-40B4-BE49-F238E27FC236}">
                      <a16:creationId xmlns:a16="http://schemas.microsoft.com/office/drawing/2014/main" id="{AFF7C048-4D83-188A-CD1F-F92DEBA1D25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Oval 1810">
                  <a:extLst>
                    <a:ext uri="{FF2B5EF4-FFF2-40B4-BE49-F238E27FC236}">
                      <a16:creationId xmlns:a16="http://schemas.microsoft.com/office/drawing/2014/main" id="{1B68A782-AC44-DBEF-FC76-E78BEDCEC1F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Oval 1811">
                  <a:extLst>
                    <a:ext uri="{FF2B5EF4-FFF2-40B4-BE49-F238E27FC236}">
                      <a16:creationId xmlns:a16="http://schemas.microsoft.com/office/drawing/2014/main" id="{B10F4A33-9BA1-D589-7CD2-10745183DFD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1" name="Group 1750">
                <a:extLst>
                  <a:ext uri="{FF2B5EF4-FFF2-40B4-BE49-F238E27FC236}">
                    <a16:creationId xmlns:a16="http://schemas.microsoft.com/office/drawing/2014/main" id="{0C637EE7-69D6-9802-4A9E-183C702A045B}"/>
                  </a:ext>
                </a:extLst>
              </p:cNvPr>
              <p:cNvGrpSpPr/>
              <p:nvPr/>
            </p:nvGrpSpPr>
            <p:grpSpPr>
              <a:xfrm rot="10800000">
                <a:off x="6066894" y="6011217"/>
                <a:ext cx="242005" cy="46723"/>
                <a:chOff x="7979724" y="3580291"/>
                <a:chExt cx="242005" cy="43678"/>
              </a:xfrm>
            </p:grpSpPr>
            <p:sp>
              <p:nvSpPr>
                <p:cNvPr id="1797" name="Oval 1796">
                  <a:extLst>
                    <a:ext uri="{FF2B5EF4-FFF2-40B4-BE49-F238E27FC236}">
                      <a16:creationId xmlns:a16="http://schemas.microsoft.com/office/drawing/2014/main" id="{3B8F7745-577D-9ACE-B38A-15CE3C371DB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Oval 1797">
                  <a:extLst>
                    <a:ext uri="{FF2B5EF4-FFF2-40B4-BE49-F238E27FC236}">
                      <a16:creationId xmlns:a16="http://schemas.microsoft.com/office/drawing/2014/main" id="{F456CEC4-1953-BDD3-E846-6F4B92CDC33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Oval 1798">
                  <a:extLst>
                    <a:ext uri="{FF2B5EF4-FFF2-40B4-BE49-F238E27FC236}">
                      <a16:creationId xmlns:a16="http://schemas.microsoft.com/office/drawing/2014/main" id="{0E90E7F9-6966-B628-27D6-9DBA1360F09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Oval 1799">
                  <a:extLst>
                    <a:ext uri="{FF2B5EF4-FFF2-40B4-BE49-F238E27FC236}">
                      <a16:creationId xmlns:a16="http://schemas.microsoft.com/office/drawing/2014/main" id="{7EACFDEF-136C-93C7-0CFE-4184784F790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Oval 1800">
                  <a:extLst>
                    <a:ext uri="{FF2B5EF4-FFF2-40B4-BE49-F238E27FC236}">
                      <a16:creationId xmlns:a16="http://schemas.microsoft.com/office/drawing/2014/main" id="{E4584A21-E256-D1F1-322E-A657BB63564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Oval 1801">
                  <a:extLst>
                    <a:ext uri="{FF2B5EF4-FFF2-40B4-BE49-F238E27FC236}">
                      <a16:creationId xmlns:a16="http://schemas.microsoft.com/office/drawing/2014/main" id="{16D8A240-1404-453D-DDEC-E2349283A73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Oval 1802">
                  <a:extLst>
                    <a:ext uri="{FF2B5EF4-FFF2-40B4-BE49-F238E27FC236}">
                      <a16:creationId xmlns:a16="http://schemas.microsoft.com/office/drawing/2014/main" id="{7B98843C-5E0E-E2CE-D75C-06B1D765665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Oval 1803">
                  <a:extLst>
                    <a:ext uri="{FF2B5EF4-FFF2-40B4-BE49-F238E27FC236}">
                      <a16:creationId xmlns:a16="http://schemas.microsoft.com/office/drawing/2014/main" id="{8AA95425-83ED-EBCA-BC2E-3E5599933E5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2" name="Group 1751">
                <a:extLst>
                  <a:ext uri="{FF2B5EF4-FFF2-40B4-BE49-F238E27FC236}">
                    <a16:creationId xmlns:a16="http://schemas.microsoft.com/office/drawing/2014/main" id="{FE0CD2BD-35C0-3B3F-DC61-429DECB434CE}"/>
                  </a:ext>
                </a:extLst>
              </p:cNvPr>
              <p:cNvGrpSpPr/>
              <p:nvPr/>
            </p:nvGrpSpPr>
            <p:grpSpPr>
              <a:xfrm rot="11689693">
                <a:off x="5995737" y="6012033"/>
                <a:ext cx="242005" cy="43678"/>
                <a:chOff x="7979724" y="3580291"/>
                <a:chExt cx="242005" cy="43678"/>
              </a:xfrm>
            </p:grpSpPr>
            <p:sp>
              <p:nvSpPr>
                <p:cNvPr id="1789" name="Oval 1788">
                  <a:extLst>
                    <a:ext uri="{FF2B5EF4-FFF2-40B4-BE49-F238E27FC236}">
                      <a16:creationId xmlns:a16="http://schemas.microsoft.com/office/drawing/2014/main" id="{ED87C9C8-E370-8BDB-C38C-C4B14EF69AB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Oval 1789">
                  <a:extLst>
                    <a:ext uri="{FF2B5EF4-FFF2-40B4-BE49-F238E27FC236}">
                      <a16:creationId xmlns:a16="http://schemas.microsoft.com/office/drawing/2014/main" id="{3D08624F-BC49-76F0-E5CA-8E1DB526669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Oval 1790">
                  <a:extLst>
                    <a:ext uri="{FF2B5EF4-FFF2-40B4-BE49-F238E27FC236}">
                      <a16:creationId xmlns:a16="http://schemas.microsoft.com/office/drawing/2014/main" id="{16C4798A-D4C4-D2EC-84DB-3F113462C3C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Oval 1791">
                  <a:extLst>
                    <a:ext uri="{FF2B5EF4-FFF2-40B4-BE49-F238E27FC236}">
                      <a16:creationId xmlns:a16="http://schemas.microsoft.com/office/drawing/2014/main" id="{78AE974F-B755-8D8E-CACD-03F83898F10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Oval 1792">
                  <a:extLst>
                    <a:ext uri="{FF2B5EF4-FFF2-40B4-BE49-F238E27FC236}">
                      <a16:creationId xmlns:a16="http://schemas.microsoft.com/office/drawing/2014/main" id="{8F0A1127-0082-31A9-BC01-D77BE30EDD0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Oval 1793">
                  <a:extLst>
                    <a:ext uri="{FF2B5EF4-FFF2-40B4-BE49-F238E27FC236}">
                      <a16:creationId xmlns:a16="http://schemas.microsoft.com/office/drawing/2014/main" id="{96D91EFE-9759-3342-E743-B36EB727299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Oval 1794">
                  <a:extLst>
                    <a:ext uri="{FF2B5EF4-FFF2-40B4-BE49-F238E27FC236}">
                      <a16:creationId xmlns:a16="http://schemas.microsoft.com/office/drawing/2014/main" id="{1408AA2F-8489-E092-B210-ED3594A633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Oval 1795">
                  <a:extLst>
                    <a:ext uri="{FF2B5EF4-FFF2-40B4-BE49-F238E27FC236}">
                      <a16:creationId xmlns:a16="http://schemas.microsoft.com/office/drawing/2014/main" id="{24196F2D-66BE-B86F-0C65-F0BB8EA0355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3" name="Group 1752">
                <a:extLst>
                  <a:ext uri="{FF2B5EF4-FFF2-40B4-BE49-F238E27FC236}">
                    <a16:creationId xmlns:a16="http://schemas.microsoft.com/office/drawing/2014/main" id="{44DF47A4-F0A4-B9D7-937A-FB90DF31A063}"/>
                  </a:ext>
                </a:extLst>
              </p:cNvPr>
              <p:cNvGrpSpPr/>
              <p:nvPr/>
            </p:nvGrpSpPr>
            <p:grpSpPr>
              <a:xfrm rot="21292958">
                <a:off x="6243191" y="6012057"/>
                <a:ext cx="242005" cy="46723"/>
                <a:chOff x="7979724" y="3580291"/>
                <a:chExt cx="242005" cy="43678"/>
              </a:xfrm>
            </p:grpSpPr>
            <p:sp>
              <p:nvSpPr>
                <p:cNvPr id="1781" name="Oval 1780">
                  <a:extLst>
                    <a:ext uri="{FF2B5EF4-FFF2-40B4-BE49-F238E27FC236}">
                      <a16:creationId xmlns:a16="http://schemas.microsoft.com/office/drawing/2014/main" id="{33EE8F56-6DE9-DDC4-61DC-A5F2809A244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Oval 1781">
                  <a:extLst>
                    <a:ext uri="{FF2B5EF4-FFF2-40B4-BE49-F238E27FC236}">
                      <a16:creationId xmlns:a16="http://schemas.microsoft.com/office/drawing/2014/main" id="{EB652F22-B8B5-79CF-1D94-DBF2D48E2ED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Oval 1782">
                  <a:extLst>
                    <a:ext uri="{FF2B5EF4-FFF2-40B4-BE49-F238E27FC236}">
                      <a16:creationId xmlns:a16="http://schemas.microsoft.com/office/drawing/2014/main" id="{436EE132-60E1-9331-B10A-3E90A488704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Oval 1783">
                  <a:extLst>
                    <a:ext uri="{FF2B5EF4-FFF2-40B4-BE49-F238E27FC236}">
                      <a16:creationId xmlns:a16="http://schemas.microsoft.com/office/drawing/2014/main" id="{921DF577-0747-C0FA-7AF1-087ECA2616F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Oval 1784">
                  <a:extLst>
                    <a:ext uri="{FF2B5EF4-FFF2-40B4-BE49-F238E27FC236}">
                      <a16:creationId xmlns:a16="http://schemas.microsoft.com/office/drawing/2014/main" id="{BB3FB3E0-F2A0-CB35-A0D1-3FDCC763D8F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Oval 1785">
                  <a:extLst>
                    <a:ext uri="{FF2B5EF4-FFF2-40B4-BE49-F238E27FC236}">
                      <a16:creationId xmlns:a16="http://schemas.microsoft.com/office/drawing/2014/main" id="{0F1CF56B-9DE7-2949-A55E-D0E12D4C6B7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Oval 1786">
                  <a:extLst>
                    <a:ext uri="{FF2B5EF4-FFF2-40B4-BE49-F238E27FC236}">
                      <a16:creationId xmlns:a16="http://schemas.microsoft.com/office/drawing/2014/main" id="{BD829593-2F8C-6302-BC4A-458ADB01031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Oval 1787">
                  <a:extLst>
                    <a:ext uri="{FF2B5EF4-FFF2-40B4-BE49-F238E27FC236}">
                      <a16:creationId xmlns:a16="http://schemas.microsoft.com/office/drawing/2014/main" id="{9850BBF8-9F38-9387-231C-7768838A4FF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4" name="Group 1753">
                <a:extLst>
                  <a:ext uri="{FF2B5EF4-FFF2-40B4-BE49-F238E27FC236}">
                    <a16:creationId xmlns:a16="http://schemas.microsoft.com/office/drawing/2014/main" id="{B106D8B7-FDDF-7834-5979-A2D8D1D45F05}"/>
                  </a:ext>
                </a:extLst>
              </p:cNvPr>
              <p:cNvGrpSpPr/>
              <p:nvPr/>
            </p:nvGrpSpPr>
            <p:grpSpPr>
              <a:xfrm>
                <a:off x="6172034" y="6012873"/>
                <a:ext cx="242005" cy="43678"/>
                <a:chOff x="7979724" y="3580291"/>
                <a:chExt cx="242005" cy="43678"/>
              </a:xfrm>
            </p:grpSpPr>
            <p:sp>
              <p:nvSpPr>
                <p:cNvPr id="1773" name="Oval 1772">
                  <a:extLst>
                    <a:ext uri="{FF2B5EF4-FFF2-40B4-BE49-F238E27FC236}">
                      <a16:creationId xmlns:a16="http://schemas.microsoft.com/office/drawing/2014/main" id="{376D9B2D-8B2A-19DB-3933-B0801FF2DFB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Oval 1773">
                  <a:extLst>
                    <a:ext uri="{FF2B5EF4-FFF2-40B4-BE49-F238E27FC236}">
                      <a16:creationId xmlns:a16="http://schemas.microsoft.com/office/drawing/2014/main" id="{3D30AA9B-E127-CA2B-796A-15560ED90E0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Oval 1774">
                  <a:extLst>
                    <a:ext uri="{FF2B5EF4-FFF2-40B4-BE49-F238E27FC236}">
                      <a16:creationId xmlns:a16="http://schemas.microsoft.com/office/drawing/2014/main" id="{26031207-29DB-A812-4DE3-5670406B6F9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Oval 1775">
                  <a:extLst>
                    <a:ext uri="{FF2B5EF4-FFF2-40B4-BE49-F238E27FC236}">
                      <a16:creationId xmlns:a16="http://schemas.microsoft.com/office/drawing/2014/main" id="{59392947-5D92-B72F-7631-002B0846F0F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Oval 1776">
                  <a:extLst>
                    <a:ext uri="{FF2B5EF4-FFF2-40B4-BE49-F238E27FC236}">
                      <a16:creationId xmlns:a16="http://schemas.microsoft.com/office/drawing/2014/main" id="{1DF836B3-2354-F844-6562-58841085B4D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Oval 1777">
                  <a:extLst>
                    <a:ext uri="{FF2B5EF4-FFF2-40B4-BE49-F238E27FC236}">
                      <a16:creationId xmlns:a16="http://schemas.microsoft.com/office/drawing/2014/main" id="{2DDD0F00-0836-0856-AEE4-741CCE21C68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Oval 1778">
                  <a:extLst>
                    <a:ext uri="{FF2B5EF4-FFF2-40B4-BE49-F238E27FC236}">
                      <a16:creationId xmlns:a16="http://schemas.microsoft.com/office/drawing/2014/main" id="{77D6BAF9-9D67-BADB-9939-6ECA19EE054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Oval 1779">
                  <a:extLst>
                    <a:ext uri="{FF2B5EF4-FFF2-40B4-BE49-F238E27FC236}">
                      <a16:creationId xmlns:a16="http://schemas.microsoft.com/office/drawing/2014/main" id="{EDB377EA-3979-52A0-4E63-E3D47288F5E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5" name="Group 1754">
                <a:extLst>
                  <a:ext uri="{FF2B5EF4-FFF2-40B4-BE49-F238E27FC236}">
                    <a16:creationId xmlns:a16="http://schemas.microsoft.com/office/drawing/2014/main" id="{E1F56DC6-7CF6-CD40-A3DB-401F1DBA0BF1}"/>
                  </a:ext>
                </a:extLst>
              </p:cNvPr>
              <p:cNvGrpSpPr/>
              <p:nvPr/>
            </p:nvGrpSpPr>
            <p:grpSpPr>
              <a:xfrm rot="10800000">
                <a:off x="6484234" y="6015233"/>
                <a:ext cx="242005" cy="46723"/>
                <a:chOff x="7979724" y="3580291"/>
                <a:chExt cx="242005" cy="43678"/>
              </a:xfrm>
            </p:grpSpPr>
            <p:sp>
              <p:nvSpPr>
                <p:cNvPr id="1765" name="Oval 1764">
                  <a:extLst>
                    <a:ext uri="{FF2B5EF4-FFF2-40B4-BE49-F238E27FC236}">
                      <a16:creationId xmlns:a16="http://schemas.microsoft.com/office/drawing/2014/main" id="{7A2DF0E6-1F61-F14E-57E0-E1CF5736CC9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Oval 1765">
                  <a:extLst>
                    <a:ext uri="{FF2B5EF4-FFF2-40B4-BE49-F238E27FC236}">
                      <a16:creationId xmlns:a16="http://schemas.microsoft.com/office/drawing/2014/main" id="{A55739CD-10AE-5D03-C237-E5297FDB184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Oval 1766">
                  <a:extLst>
                    <a:ext uri="{FF2B5EF4-FFF2-40B4-BE49-F238E27FC236}">
                      <a16:creationId xmlns:a16="http://schemas.microsoft.com/office/drawing/2014/main" id="{6797AB79-E1B1-FF73-2543-982333D4C41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Oval 1767">
                  <a:extLst>
                    <a:ext uri="{FF2B5EF4-FFF2-40B4-BE49-F238E27FC236}">
                      <a16:creationId xmlns:a16="http://schemas.microsoft.com/office/drawing/2014/main" id="{543A7E49-BBA5-F8D9-6381-28C55BF2A2C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Oval 1768">
                  <a:extLst>
                    <a:ext uri="{FF2B5EF4-FFF2-40B4-BE49-F238E27FC236}">
                      <a16:creationId xmlns:a16="http://schemas.microsoft.com/office/drawing/2014/main" id="{CC049F0B-4602-F828-EAF1-D7E7EFD3CB3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Oval 1769">
                  <a:extLst>
                    <a:ext uri="{FF2B5EF4-FFF2-40B4-BE49-F238E27FC236}">
                      <a16:creationId xmlns:a16="http://schemas.microsoft.com/office/drawing/2014/main" id="{DEAB18E0-4606-B9CD-9565-3AEC2AA1BD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Oval 1770">
                  <a:extLst>
                    <a:ext uri="{FF2B5EF4-FFF2-40B4-BE49-F238E27FC236}">
                      <a16:creationId xmlns:a16="http://schemas.microsoft.com/office/drawing/2014/main" id="{9F61A1DB-7ECC-73D2-01D4-16A6550362E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Oval 1771">
                  <a:extLst>
                    <a:ext uri="{FF2B5EF4-FFF2-40B4-BE49-F238E27FC236}">
                      <a16:creationId xmlns:a16="http://schemas.microsoft.com/office/drawing/2014/main" id="{6A3BEBCC-CC82-BFC0-B7A5-C9510C160F0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56" name="Group 1755">
                <a:extLst>
                  <a:ext uri="{FF2B5EF4-FFF2-40B4-BE49-F238E27FC236}">
                    <a16:creationId xmlns:a16="http://schemas.microsoft.com/office/drawing/2014/main" id="{5B6B0A9D-3E1A-FBCE-1642-E69506ECE716}"/>
                  </a:ext>
                </a:extLst>
              </p:cNvPr>
              <p:cNvGrpSpPr/>
              <p:nvPr/>
            </p:nvGrpSpPr>
            <p:grpSpPr>
              <a:xfrm>
                <a:off x="6413077" y="6016049"/>
                <a:ext cx="242005" cy="43678"/>
                <a:chOff x="7979724" y="3580291"/>
                <a:chExt cx="242005" cy="43678"/>
              </a:xfrm>
            </p:grpSpPr>
            <p:sp>
              <p:nvSpPr>
                <p:cNvPr id="1757" name="Oval 1756">
                  <a:extLst>
                    <a:ext uri="{FF2B5EF4-FFF2-40B4-BE49-F238E27FC236}">
                      <a16:creationId xmlns:a16="http://schemas.microsoft.com/office/drawing/2014/main" id="{BA5FB19D-501A-3905-35C2-03111146EF8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Oval 1757">
                  <a:extLst>
                    <a:ext uri="{FF2B5EF4-FFF2-40B4-BE49-F238E27FC236}">
                      <a16:creationId xmlns:a16="http://schemas.microsoft.com/office/drawing/2014/main" id="{412D865A-5783-ADE4-3FDD-4BEDE8276C0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Oval 1758">
                  <a:extLst>
                    <a:ext uri="{FF2B5EF4-FFF2-40B4-BE49-F238E27FC236}">
                      <a16:creationId xmlns:a16="http://schemas.microsoft.com/office/drawing/2014/main" id="{5A136AA3-2E5E-7DBC-F183-9A17936EBEF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Oval 1759">
                  <a:extLst>
                    <a:ext uri="{FF2B5EF4-FFF2-40B4-BE49-F238E27FC236}">
                      <a16:creationId xmlns:a16="http://schemas.microsoft.com/office/drawing/2014/main" id="{45B24535-2649-065E-6897-6F49754AC77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Oval 1760">
                  <a:extLst>
                    <a:ext uri="{FF2B5EF4-FFF2-40B4-BE49-F238E27FC236}">
                      <a16:creationId xmlns:a16="http://schemas.microsoft.com/office/drawing/2014/main" id="{4BEDA463-48E9-3A84-F506-7D591853FF4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Oval 1761">
                  <a:extLst>
                    <a:ext uri="{FF2B5EF4-FFF2-40B4-BE49-F238E27FC236}">
                      <a16:creationId xmlns:a16="http://schemas.microsoft.com/office/drawing/2014/main" id="{60E70C8F-6CF3-FE2E-AF88-70613DE8AAE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Oval 1762">
                  <a:extLst>
                    <a:ext uri="{FF2B5EF4-FFF2-40B4-BE49-F238E27FC236}">
                      <a16:creationId xmlns:a16="http://schemas.microsoft.com/office/drawing/2014/main" id="{6F65C9C4-6BF1-2C4A-33D0-86BB093C992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Oval 1763">
                  <a:extLst>
                    <a:ext uri="{FF2B5EF4-FFF2-40B4-BE49-F238E27FC236}">
                      <a16:creationId xmlns:a16="http://schemas.microsoft.com/office/drawing/2014/main" id="{51985E77-C898-50C8-68E6-941658FF08F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2" name="Group 1021">
              <a:extLst>
                <a:ext uri="{FF2B5EF4-FFF2-40B4-BE49-F238E27FC236}">
                  <a16:creationId xmlns:a16="http://schemas.microsoft.com/office/drawing/2014/main" id="{7F186591-AA7B-4B3F-838E-B39317E714EE}"/>
                </a:ext>
              </a:extLst>
            </p:cNvPr>
            <p:cNvGrpSpPr/>
            <p:nvPr/>
          </p:nvGrpSpPr>
          <p:grpSpPr>
            <a:xfrm>
              <a:off x="7131615" y="2248157"/>
              <a:ext cx="971545" cy="53915"/>
              <a:chOff x="5754694" y="6008041"/>
              <a:chExt cx="971545" cy="53915"/>
            </a:xfrm>
          </p:grpSpPr>
          <p:grpSp>
            <p:nvGrpSpPr>
              <p:cNvPr id="1677" name="Group 1676">
                <a:extLst>
                  <a:ext uri="{FF2B5EF4-FFF2-40B4-BE49-F238E27FC236}">
                    <a16:creationId xmlns:a16="http://schemas.microsoft.com/office/drawing/2014/main" id="{82884827-2573-8CB6-317A-5BCF34144D1A}"/>
                  </a:ext>
                </a:extLst>
              </p:cNvPr>
              <p:cNvGrpSpPr/>
              <p:nvPr/>
            </p:nvGrpSpPr>
            <p:grpSpPr>
              <a:xfrm rot="10800000">
                <a:off x="5825851" y="6008041"/>
                <a:ext cx="242005" cy="46723"/>
                <a:chOff x="7979724" y="3580291"/>
                <a:chExt cx="242005" cy="43678"/>
              </a:xfrm>
            </p:grpSpPr>
            <p:sp>
              <p:nvSpPr>
                <p:cNvPr id="1741" name="Oval 1740">
                  <a:extLst>
                    <a:ext uri="{FF2B5EF4-FFF2-40B4-BE49-F238E27FC236}">
                      <a16:creationId xmlns:a16="http://schemas.microsoft.com/office/drawing/2014/main" id="{D2194440-C816-AA48-6B5F-749748E309A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Oval 1741">
                  <a:extLst>
                    <a:ext uri="{FF2B5EF4-FFF2-40B4-BE49-F238E27FC236}">
                      <a16:creationId xmlns:a16="http://schemas.microsoft.com/office/drawing/2014/main" id="{09E740D9-B31C-ED36-C184-784FDA6155E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Oval 1742">
                  <a:extLst>
                    <a:ext uri="{FF2B5EF4-FFF2-40B4-BE49-F238E27FC236}">
                      <a16:creationId xmlns:a16="http://schemas.microsoft.com/office/drawing/2014/main" id="{9368BBB9-7862-0052-910F-AF4FBF0EFA0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Oval 1743">
                  <a:extLst>
                    <a:ext uri="{FF2B5EF4-FFF2-40B4-BE49-F238E27FC236}">
                      <a16:creationId xmlns:a16="http://schemas.microsoft.com/office/drawing/2014/main" id="{9A15D5DE-C8E0-D0ED-6918-4F50EDADD18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Oval 1744">
                  <a:extLst>
                    <a:ext uri="{FF2B5EF4-FFF2-40B4-BE49-F238E27FC236}">
                      <a16:creationId xmlns:a16="http://schemas.microsoft.com/office/drawing/2014/main" id="{A56B2378-3807-9D96-DF57-8C135735A73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Oval 1745">
                  <a:extLst>
                    <a:ext uri="{FF2B5EF4-FFF2-40B4-BE49-F238E27FC236}">
                      <a16:creationId xmlns:a16="http://schemas.microsoft.com/office/drawing/2014/main" id="{BADBB3CB-3FF3-455D-EFBD-6B78A6EB6ED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7" name="Oval 1746">
                  <a:extLst>
                    <a:ext uri="{FF2B5EF4-FFF2-40B4-BE49-F238E27FC236}">
                      <a16:creationId xmlns:a16="http://schemas.microsoft.com/office/drawing/2014/main" id="{C9935035-0F1C-696C-CECE-F6B41F40B4A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8" name="Oval 1747">
                  <a:extLst>
                    <a:ext uri="{FF2B5EF4-FFF2-40B4-BE49-F238E27FC236}">
                      <a16:creationId xmlns:a16="http://schemas.microsoft.com/office/drawing/2014/main" id="{C6E1D302-4361-C3E7-ABDE-A32F8E68EE5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8" name="Group 1677">
                <a:extLst>
                  <a:ext uri="{FF2B5EF4-FFF2-40B4-BE49-F238E27FC236}">
                    <a16:creationId xmlns:a16="http://schemas.microsoft.com/office/drawing/2014/main" id="{E05CDF99-ADE4-AADB-DF09-B3BED48D06D5}"/>
                  </a:ext>
                </a:extLst>
              </p:cNvPr>
              <p:cNvGrpSpPr/>
              <p:nvPr/>
            </p:nvGrpSpPr>
            <p:grpSpPr>
              <a:xfrm>
                <a:off x="5754694" y="6008857"/>
                <a:ext cx="242005" cy="43678"/>
                <a:chOff x="7979724" y="3580291"/>
                <a:chExt cx="242005" cy="43678"/>
              </a:xfrm>
            </p:grpSpPr>
            <p:sp>
              <p:nvSpPr>
                <p:cNvPr id="1733" name="Oval 1732">
                  <a:extLst>
                    <a:ext uri="{FF2B5EF4-FFF2-40B4-BE49-F238E27FC236}">
                      <a16:creationId xmlns:a16="http://schemas.microsoft.com/office/drawing/2014/main" id="{1AEBC84B-9611-5E39-F2C8-917C4E9700B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Oval 1733">
                  <a:extLst>
                    <a:ext uri="{FF2B5EF4-FFF2-40B4-BE49-F238E27FC236}">
                      <a16:creationId xmlns:a16="http://schemas.microsoft.com/office/drawing/2014/main" id="{0D90D175-4C47-4EC6-BF72-0E16D2A46AB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Oval 1734">
                  <a:extLst>
                    <a:ext uri="{FF2B5EF4-FFF2-40B4-BE49-F238E27FC236}">
                      <a16:creationId xmlns:a16="http://schemas.microsoft.com/office/drawing/2014/main" id="{FA0FDDEC-4DE8-770C-E52E-681993B384C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Oval 1735">
                  <a:extLst>
                    <a:ext uri="{FF2B5EF4-FFF2-40B4-BE49-F238E27FC236}">
                      <a16:creationId xmlns:a16="http://schemas.microsoft.com/office/drawing/2014/main" id="{73DE59FC-9E6C-0F79-D138-F4BBCDB6812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Oval 1736">
                  <a:extLst>
                    <a:ext uri="{FF2B5EF4-FFF2-40B4-BE49-F238E27FC236}">
                      <a16:creationId xmlns:a16="http://schemas.microsoft.com/office/drawing/2014/main" id="{ECD4ACE8-B065-09E6-F7D5-2DCD9ACF143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Oval 1737">
                  <a:extLst>
                    <a:ext uri="{FF2B5EF4-FFF2-40B4-BE49-F238E27FC236}">
                      <a16:creationId xmlns:a16="http://schemas.microsoft.com/office/drawing/2014/main" id="{15CB89FD-A85C-4F3D-7E0B-3353F4B02F5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Oval 1738">
                  <a:extLst>
                    <a:ext uri="{FF2B5EF4-FFF2-40B4-BE49-F238E27FC236}">
                      <a16:creationId xmlns:a16="http://schemas.microsoft.com/office/drawing/2014/main" id="{5C48DB30-7F4D-78A7-5C99-983C861C4CE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Oval 1739">
                  <a:extLst>
                    <a:ext uri="{FF2B5EF4-FFF2-40B4-BE49-F238E27FC236}">
                      <a16:creationId xmlns:a16="http://schemas.microsoft.com/office/drawing/2014/main" id="{AA60DF2F-CD79-9230-A37B-89854967C51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9" name="Group 1678">
                <a:extLst>
                  <a:ext uri="{FF2B5EF4-FFF2-40B4-BE49-F238E27FC236}">
                    <a16:creationId xmlns:a16="http://schemas.microsoft.com/office/drawing/2014/main" id="{3905FD40-98A6-DA75-29DF-760D339CA219}"/>
                  </a:ext>
                </a:extLst>
              </p:cNvPr>
              <p:cNvGrpSpPr/>
              <p:nvPr/>
            </p:nvGrpSpPr>
            <p:grpSpPr>
              <a:xfrm rot="10800000">
                <a:off x="6066894" y="6011217"/>
                <a:ext cx="242005" cy="46723"/>
                <a:chOff x="7979724" y="3580291"/>
                <a:chExt cx="242005" cy="43678"/>
              </a:xfrm>
            </p:grpSpPr>
            <p:sp>
              <p:nvSpPr>
                <p:cNvPr id="1725" name="Oval 1724">
                  <a:extLst>
                    <a:ext uri="{FF2B5EF4-FFF2-40B4-BE49-F238E27FC236}">
                      <a16:creationId xmlns:a16="http://schemas.microsoft.com/office/drawing/2014/main" id="{E23790BA-9B45-3681-36AC-779D751F31A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Oval 1725">
                  <a:extLst>
                    <a:ext uri="{FF2B5EF4-FFF2-40B4-BE49-F238E27FC236}">
                      <a16:creationId xmlns:a16="http://schemas.microsoft.com/office/drawing/2014/main" id="{EAD7A190-60E9-402F-B79F-9DAB2240B4A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Oval 1726">
                  <a:extLst>
                    <a:ext uri="{FF2B5EF4-FFF2-40B4-BE49-F238E27FC236}">
                      <a16:creationId xmlns:a16="http://schemas.microsoft.com/office/drawing/2014/main" id="{1A24E0FF-5AE1-B396-0E60-4032E49489B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Oval 1727">
                  <a:extLst>
                    <a:ext uri="{FF2B5EF4-FFF2-40B4-BE49-F238E27FC236}">
                      <a16:creationId xmlns:a16="http://schemas.microsoft.com/office/drawing/2014/main" id="{6C50EB3F-3DA5-B9A8-978F-F259258182D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Oval 1728">
                  <a:extLst>
                    <a:ext uri="{FF2B5EF4-FFF2-40B4-BE49-F238E27FC236}">
                      <a16:creationId xmlns:a16="http://schemas.microsoft.com/office/drawing/2014/main" id="{E7924046-77A0-E563-DBF8-211B17A20DB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Oval 1729">
                  <a:extLst>
                    <a:ext uri="{FF2B5EF4-FFF2-40B4-BE49-F238E27FC236}">
                      <a16:creationId xmlns:a16="http://schemas.microsoft.com/office/drawing/2014/main" id="{E650E8D7-F24C-10B8-EA1D-A5047217EC9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Oval 1730">
                  <a:extLst>
                    <a:ext uri="{FF2B5EF4-FFF2-40B4-BE49-F238E27FC236}">
                      <a16:creationId xmlns:a16="http://schemas.microsoft.com/office/drawing/2014/main" id="{6DBC4D2F-F7FC-793C-0660-325C79243ED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Oval 1731">
                  <a:extLst>
                    <a:ext uri="{FF2B5EF4-FFF2-40B4-BE49-F238E27FC236}">
                      <a16:creationId xmlns:a16="http://schemas.microsoft.com/office/drawing/2014/main" id="{82EB322A-1ADB-A56B-A9CC-F7999316621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0" name="Group 1679">
                <a:extLst>
                  <a:ext uri="{FF2B5EF4-FFF2-40B4-BE49-F238E27FC236}">
                    <a16:creationId xmlns:a16="http://schemas.microsoft.com/office/drawing/2014/main" id="{FC810FD6-A2FA-1314-977E-9953EDD3387A}"/>
                  </a:ext>
                </a:extLst>
              </p:cNvPr>
              <p:cNvGrpSpPr/>
              <p:nvPr/>
            </p:nvGrpSpPr>
            <p:grpSpPr>
              <a:xfrm rot="11689693">
                <a:off x="5995737" y="6012033"/>
                <a:ext cx="242005" cy="43678"/>
                <a:chOff x="7979724" y="3580291"/>
                <a:chExt cx="242005" cy="43678"/>
              </a:xfrm>
            </p:grpSpPr>
            <p:sp>
              <p:nvSpPr>
                <p:cNvPr id="1717" name="Oval 1716">
                  <a:extLst>
                    <a:ext uri="{FF2B5EF4-FFF2-40B4-BE49-F238E27FC236}">
                      <a16:creationId xmlns:a16="http://schemas.microsoft.com/office/drawing/2014/main" id="{FF120FA3-B3A6-CF29-D2C3-20E71A2D06A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8" name="Oval 1717">
                  <a:extLst>
                    <a:ext uri="{FF2B5EF4-FFF2-40B4-BE49-F238E27FC236}">
                      <a16:creationId xmlns:a16="http://schemas.microsoft.com/office/drawing/2014/main" id="{29E53AD5-61AD-D06E-CB6B-1BCD0E7817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Oval 1718">
                  <a:extLst>
                    <a:ext uri="{FF2B5EF4-FFF2-40B4-BE49-F238E27FC236}">
                      <a16:creationId xmlns:a16="http://schemas.microsoft.com/office/drawing/2014/main" id="{6AA71049-0B6F-5DA7-E8AE-E2C418BA1D8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Oval 1719">
                  <a:extLst>
                    <a:ext uri="{FF2B5EF4-FFF2-40B4-BE49-F238E27FC236}">
                      <a16:creationId xmlns:a16="http://schemas.microsoft.com/office/drawing/2014/main" id="{C4589EFB-BDC5-6A35-03FE-389574144D4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1" name="Oval 1720">
                  <a:extLst>
                    <a:ext uri="{FF2B5EF4-FFF2-40B4-BE49-F238E27FC236}">
                      <a16:creationId xmlns:a16="http://schemas.microsoft.com/office/drawing/2014/main" id="{4C061478-9085-68B0-AC85-881CC524F81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Oval 1721">
                  <a:extLst>
                    <a:ext uri="{FF2B5EF4-FFF2-40B4-BE49-F238E27FC236}">
                      <a16:creationId xmlns:a16="http://schemas.microsoft.com/office/drawing/2014/main" id="{DBD61F2B-011E-2BDF-D3DC-E8A30B1741D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Oval 1722">
                  <a:extLst>
                    <a:ext uri="{FF2B5EF4-FFF2-40B4-BE49-F238E27FC236}">
                      <a16:creationId xmlns:a16="http://schemas.microsoft.com/office/drawing/2014/main" id="{2D3064DD-FD0D-EE9E-099D-FF4BB51AFE6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Oval 1723">
                  <a:extLst>
                    <a:ext uri="{FF2B5EF4-FFF2-40B4-BE49-F238E27FC236}">
                      <a16:creationId xmlns:a16="http://schemas.microsoft.com/office/drawing/2014/main" id="{24B2CD90-B899-3054-CCD5-32C2C0C5D59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1" name="Group 1680">
                <a:extLst>
                  <a:ext uri="{FF2B5EF4-FFF2-40B4-BE49-F238E27FC236}">
                    <a16:creationId xmlns:a16="http://schemas.microsoft.com/office/drawing/2014/main" id="{456D79D8-AB66-E1A7-2E6B-F7D6FDB1C32B}"/>
                  </a:ext>
                </a:extLst>
              </p:cNvPr>
              <p:cNvGrpSpPr/>
              <p:nvPr/>
            </p:nvGrpSpPr>
            <p:grpSpPr>
              <a:xfrm rot="21292958">
                <a:off x="6243191" y="6012057"/>
                <a:ext cx="242005" cy="46723"/>
                <a:chOff x="7979724" y="3580291"/>
                <a:chExt cx="242005" cy="43678"/>
              </a:xfrm>
            </p:grpSpPr>
            <p:sp>
              <p:nvSpPr>
                <p:cNvPr id="1709" name="Oval 1708">
                  <a:extLst>
                    <a:ext uri="{FF2B5EF4-FFF2-40B4-BE49-F238E27FC236}">
                      <a16:creationId xmlns:a16="http://schemas.microsoft.com/office/drawing/2014/main" id="{945852ED-B0E4-91DC-86B8-D319C660E70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Oval 1709">
                  <a:extLst>
                    <a:ext uri="{FF2B5EF4-FFF2-40B4-BE49-F238E27FC236}">
                      <a16:creationId xmlns:a16="http://schemas.microsoft.com/office/drawing/2014/main" id="{41583856-333B-DF6F-307D-45F16E04AA2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Oval 1710">
                  <a:extLst>
                    <a:ext uri="{FF2B5EF4-FFF2-40B4-BE49-F238E27FC236}">
                      <a16:creationId xmlns:a16="http://schemas.microsoft.com/office/drawing/2014/main" id="{D263B1E5-CB70-AEFE-C64F-9ECBE40ACC1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Oval 1711">
                  <a:extLst>
                    <a:ext uri="{FF2B5EF4-FFF2-40B4-BE49-F238E27FC236}">
                      <a16:creationId xmlns:a16="http://schemas.microsoft.com/office/drawing/2014/main" id="{EC178E8D-6908-134F-10DB-DC6793D13C0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Oval 1712">
                  <a:extLst>
                    <a:ext uri="{FF2B5EF4-FFF2-40B4-BE49-F238E27FC236}">
                      <a16:creationId xmlns:a16="http://schemas.microsoft.com/office/drawing/2014/main" id="{48FBB916-CEE4-8233-F57C-3988EE8EE58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Oval 1713">
                  <a:extLst>
                    <a:ext uri="{FF2B5EF4-FFF2-40B4-BE49-F238E27FC236}">
                      <a16:creationId xmlns:a16="http://schemas.microsoft.com/office/drawing/2014/main" id="{C659F841-E2B9-FEFA-FD2D-46EED96369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5" name="Oval 1714">
                  <a:extLst>
                    <a:ext uri="{FF2B5EF4-FFF2-40B4-BE49-F238E27FC236}">
                      <a16:creationId xmlns:a16="http://schemas.microsoft.com/office/drawing/2014/main" id="{FDB4C984-42EB-3A61-43DE-BDD9D461423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6" name="Oval 1715">
                  <a:extLst>
                    <a:ext uri="{FF2B5EF4-FFF2-40B4-BE49-F238E27FC236}">
                      <a16:creationId xmlns:a16="http://schemas.microsoft.com/office/drawing/2014/main" id="{D4244560-3F53-B722-EE2B-4CFF6097369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2" name="Group 1681">
                <a:extLst>
                  <a:ext uri="{FF2B5EF4-FFF2-40B4-BE49-F238E27FC236}">
                    <a16:creationId xmlns:a16="http://schemas.microsoft.com/office/drawing/2014/main" id="{1B855F52-A6A2-AED8-AC69-B2A9BEC2AF24}"/>
                  </a:ext>
                </a:extLst>
              </p:cNvPr>
              <p:cNvGrpSpPr/>
              <p:nvPr/>
            </p:nvGrpSpPr>
            <p:grpSpPr>
              <a:xfrm>
                <a:off x="6172034" y="6012873"/>
                <a:ext cx="242005" cy="43678"/>
                <a:chOff x="7979724" y="3580291"/>
                <a:chExt cx="242005" cy="43678"/>
              </a:xfrm>
            </p:grpSpPr>
            <p:sp>
              <p:nvSpPr>
                <p:cNvPr id="1701" name="Oval 1700">
                  <a:extLst>
                    <a:ext uri="{FF2B5EF4-FFF2-40B4-BE49-F238E27FC236}">
                      <a16:creationId xmlns:a16="http://schemas.microsoft.com/office/drawing/2014/main" id="{A88E36B8-5E77-0753-2FDD-84E2A66B6C7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Oval 1701">
                  <a:extLst>
                    <a:ext uri="{FF2B5EF4-FFF2-40B4-BE49-F238E27FC236}">
                      <a16:creationId xmlns:a16="http://schemas.microsoft.com/office/drawing/2014/main" id="{063D8778-8E7A-6998-6E40-85F74CA84CE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Oval 1702">
                  <a:extLst>
                    <a:ext uri="{FF2B5EF4-FFF2-40B4-BE49-F238E27FC236}">
                      <a16:creationId xmlns:a16="http://schemas.microsoft.com/office/drawing/2014/main" id="{B11C45D4-997F-9BFC-7223-4F3E8220EF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Oval 1703">
                  <a:extLst>
                    <a:ext uri="{FF2B5EF4-FFF2-40B4-BE49-F238E27FC236}">
                      <a16:creationId xmlns:a16="http://schemas.microsoft.com/office/drawing/2014/main" id="{9894A172-DA20-B892-E4BD-3F2D13F2F4C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Oval 1704">
                  <a:extLst>
                    <a:ext uri="{FF2B5EF4-FFF2-40B4-BE49-F238E27FC236}">
                      <a16:creationId xmlns:a16="http://schemas.microsoft.com/office/drawing/2014/main" id="{1B469730-0734-F1CF-8400-B3A0CD932F3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Oval 1705">
                  <a:extLst>
                    <a:ext uri="{FF2B5EF4-FFF2-40B4-BE49-F238E27FC236}">
                      <a16:creationId xmlns:a16="http://schemas.microsoft.com/office/drawing/2014/main" id="{42D6B352-8E9B-5093-CBFA-A893F4BFD27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Oval 1706">
                  <a:extLst>
                    <a:ext uri="{FF2B5EF4-FFF2-40B4-BE49-F238E27FC236}">
                      <a16:creationId xmlns:a16="http://schemas.microsoft.com/office/drawing/2014/main" id="{41000928-50CA-82C4-25D5-4DB804A016C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Oval 1707">
                  <a:extLst>
                    <a:ext uri="{FF2B5EF4-FFF2-40B4-BE49-F238E27FC236}">
                      <a16:creationId xmlns:a16="http://schemas.microsoft.com/office/drawing/2014/main" id="{1106A875-C3D3-587E-165D-553DF68C29C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3" name="Group 1682">
                <a:extLst>
                  <a:ext uri="{FF2B5EF4-FFF2-40B4-BE49-F238E27FC236}">
                    <a16:creationId xmlns:a16="http://schemas.microsoft.com/office/drawing/2014/main" id="{9738B719-D445-848F-A72F-6E12A810408E}"/>
                  </a:ext>
                </a:extLst>
              </p:cNvPr>
              <p:cNvGrpSpPr/>
              <p:nvPr/>
            </p:nvGrpSpPr>
            <p:grpSpPr>
              <a:xfrm rot="10800000">
                <a:off x="6484234" y="6015233"/>
                <a:ext cx="242005" cy="46723"/>
                <a:chOff x="7979724" y="3580291"/>
                <a:chExt cx="242005" cy="43678"/>
              </a:xfrm>
            </p:grpSpPr>
            <p:sp>
              <p:nvSpPr>
                <p:cNvPr id="1693" name="Oval 1692">
                  <a:extLst>
                    <a:ext uri="{FF2B5EF4-FFF2-40B4-BE49-F238E27FC236}">
                      <a16:creationId xmlns:a16="http://schemas.microsoft.com/office/drawing/2014/main" id="{6664FD64-EB17-7965-C3BA-26567B8B36F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Oval 1693">
                  <a:extLst>
                    <a:ext uri="{FF2B5EF4-FFF2-40B4-BE49-F238E27FC236}">
                      <a16:creationId xmlns:a16="http://schemas.microsoft.com/office/drawing/2014/main" id="{4FC24BFA-2093-05F9-602A-75EBAB2D928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Oval 1694">
                  <a:extLst>
                    <a:ext uri="{FF2B5EF4-FFF2-40B4-BE49-F238E27FC236}">
                      <a16:creationId xmlns:a16="http://schemas.microsoft.com/office/drawing/2014/main" id="{6F369867-6008-A1CD-8B31-F241F53E9AA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Oval 1695">
                  <a:extLst>
                    <a:ext uri="{FF2B5EF4-FFF2-40B4-BE49-F238E27FC236}">
                      <a16:creationId xmlns:a16="http://schemas.microsoft.com/office/drawing/2014/main" id="{BB57B2F8-3E64-CDEC-B086-AA16B586E64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Oval 1696">
                  <a:extLst>
                    <a:ext uri="{FF2B5EF4-FFF2-40B4-BE49-F238E27FC236}">
                      <a16:creationId xmlns:a16="http://schemas.microsoft.com/office/drawing/2014/main" id="{EB213667-9C7B-0D60-8733-52983014534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Oval 1697">
                  <a:extLst>
                    <a:ext uri="{FF2B5EF4-FFF2-40B4-BE49-F238E27FC236}">
                      <a16:creationId xmlns:a16="http://schemas.microsoft.com/office/drawing/2014/main" id="{0FDABA68-40C5-B40F-91FC-0508DBC0563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Oval 1698">
                  <a:extLst>
                    <a:ext uri="{FF2B5EF4-FFF2-40B4-BE49-F238E27FC236}">
                      <a16:creationId xmlns:a16="http://schemas.microsoft.com/office/drawing/2014/main" id="{C8666501-C9A9-9004-5702-6759140E96C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Oval 1699">
                  <a:extLst>
                    <a:ext uri="{FF2B5EF4-FFF2-40B4-BE49-F238E27FC236}">
                      <a16:creationId xmlns:a16="http://schemas.microsoft.com/office/drawing/2014/main" id="{6AEE0533-B3DD-8C2B-1414-AA186633919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4" name="Group 1683">
                <a:extLst>
                  <a:ext uri="{FF2B5EF4-FFF2-40B4-BE49-F238E27FC236}">
                    <a16:creationId xmlns:a16="http://schemas.microsoft.com/office/drawing/2014/main" id="{244B013E-3CC2-1EA3-DF56-25BC5B8AA2D6}"/>
                  </a:ext>
                </a:extLst>
              </p:cNvPr>
              <p:cNvGrpSpPr/>
              <p:nvPr/>
            </p:nvGrpSpPr>
            <p:grpSpPr>
              <a:xfrm>
                <a:off x="6413077" y="6016049"/>
                <a:ext cx="242005" cy="43678"/>
                <a:chOff x="7979724" y="3580291"/>
                <a:chExt cx="242005" cy="43678"/>
              </a:xfrm>
            </p:grpSpPr>
            <p:sp>
              <p:nvSpPr>
                <p:cNvPr id="1685" name="Oval 1684">
                  <a:extLst>
                    <a:ext uri="{FF2B5EF4-FFF2-40B4-BE49-F238E27FC236}">
                      <a16:creationId xmlns:a16="http://schemas.microsoft.com/office/drawing/2014/main" id="{D1634B59-69B9-1E87-1238-0E13286E56E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6" name="Oval 1685">
                  <a:extLst>
                    <a:ext uri="{FF2B5EF4-FFF2-40B4-BE49-F238E27FC236}">
                      <a16:creationId xmlns:a16="http://schemas.microsoft.com/office/drawing/2014/main" id="{F30A0A79-EC5F-011F-B5CF-7BF90961D32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Oval 1686">
                  <a:extLst>
                    <a:ext uri="{FF2B5EF4-FFF2-40B4-BE49-F238E27FC236}">
                      <a16:creationId xmlns:a16="http://schemas.microsoft.com/office/drawing/2014/main" id="{FF9AD934-9DF0-A9D8-49A0-5404345E416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Oval 1687">
                  <a:extLst>
                    <a:ext uri="{FF2B5EF4-FFF2-40B4-BE49-F238E27FC236}">
                      <a16:creationId xmlns:a16="http://schemas.microsoft.com/office/drawing/2014/main" id="{FDE003A5-9F8A-9049-7A19-ADCB2CDA505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Oval 1688">
                  <a:extLst>
                    <a:ext uri="{FF2B5EF4-FFF2-40B4-BE49-F238E27FC236}">
                      <a16:creationId xmlns:a16="http://schemas.microsoft.com/office/drawing/2014/main" id="{028D0B6C-D57B-032E-A1C5-477EF97039E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Oval 1689">
                  <a:extLst>
                    <a:ext uri="{FF2B5EF4-FFF2-40B4-BE49-F238E27FC236}">
                      <a16:creationId xmlns:a16="http://schemas.microsoft.com/office/drawing/2014/main" id="{C8B07845-9B43-00FC-EEAD-3BC83950D71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Oval 1690">
                  <a:extLst>
                    <a:ext uri="{FF2B5EF4-FFF2-40B4-BE49-F238E27FC236}">
                      <a16:creationId xmlns:a16="http://schemas.microsoft.com/office/drawing/2014/main" id="{A4BFDF2B-8EBB-F491-52B6-8109013FD58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Oval 1691">
                  <a:extLst>
                    <a:ext uri="{FF2B5EF4-FFF2-40B4-BE49-F238E27FC236}">
                      <a16:creationId xmlns:a16="http://schemas.microsoft.com/office/drawing/2014/main" id="{C8502C42-82DA-3640-B5C2-11CC00963F8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3" name="Group 1022">
              <a:extLst>
                <a:ext uri="{FF2B5EF4-FFF2-40B4-BE49-F238E27FC236}">
                  <a16:creationId xmlns:a16="http://schemas.microsoft.com/office/drawing/2014/main" id="{224D933B-FD09-EB4C-4E92-6CB47CEC2E02}"/>
                </a:ext>
              </a:extLst>
            </p:cNvPr>
            <p:cNvGrpSpPr/>
            <p:nvPr/>
          </p:nvGrpSpPr>
          <p:grpSpPr>
            <a:xfrm>
              <a:off x="6794840" y="2540299"/>
              <a:ext cx="971545" cy="53915"/>
              <a:chOff x="5754694" y="6008041"/>
              <a:chExt cx="971545" cy="53915"/>
            </a:xfrm>
          </p:grpSpPr>
          <p:grpSp>
            <p:nvGrpSpPr>
              <p:cNvPr id="1605" name="Group 1604">
                <a:extLst>
                  <a:ext uri="{FF2B5EF4-FFF2-40B4-BE49-F238E27FC236}">
                    <a16:creationId xmlns:a16="http://schemas.microsoft.com/office/drawing/2014/main" id="{9088FD7A-C08B-7549-5F31-11B136D4C50B}"/>
                  </a:ext>
                </a:extLst>
              </p:cNvPr>
              <p:cNvGrpSpPr/>
              <p:nvPr/>
            </p:nvGrpSpPr>
            <p:grpSpPr>
              <a:xfrm rot="10800000">
                <a:off x="5825851" y="6008041"/>
                <a:ext cx="242005" cy="46723"/>
                <a:chOff x="7979724" y="3580291"/>
                <a:chExt cx="242005" cy="43678"/>
              </a:xfrm>
            </p:grpSpPr>
            <p:sp>
              <p:nvSpPr>
                <p:cNvPr id="1669" name="Oval 1668">
                  <a:extLst>
                    <a:ext uri="{FF2B5EF4-FFF2-40B4-BE49-F238E27FC236}">
                      <a16:creationId xmlns:a16="http://schemas.microsoft.com/office/drawing/2014/main" id="{585D96B2-D27D-A684-396D-0A0F9BFB366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Oval 1669">
                  <a:extLst>
                    <a:ext uri="{FF2B5EF4-FFF2-40B4-BE49-F238E27FC236}">
                      <a16:creationId xmlns:a16="http://schemas.microsoft.com/office/drawing/2014/main" id="{CA020ED3-A61E-90CD-1985-0B284521180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Oval 1670">
                  <a:extLst>
                    <a:ext uri="{FF2B5EF4-FFF2-40B4-BE49-F238E27FC236}">
                      <a16:creationId xmlns:a16="http://schemas.microsoft.com/office/drawing/2014/main" id="{1659FEE0-9471-CA44-AC3E-23CF054B3CD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Oval 1671">
                  <a:extLst>
                    <a:ext uri="{FF2B5EF4-FFF2-40B4-BE49-F238E27FC236}">
                      <a16:creationId xmlns:a16="http://schemas.microsoft.com/office/drawing/2014/main" id="{D0413451-D283-8AEE-6273-F96035F4B14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Oval 1672">
                  <a:extLst>
                    <a:ext uri="{FF2B5EF4-FFF2-40B4-BE49-F238E27FC236}">
                      <a16:creationId xmlns:a16="http://schemas.microsoft.com/office/drawing/2014/main" id="{77467D3C-7EB7-2369-F628-23DC0372EC4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Oval 1673">
                  <a:extLst>
                    <a:ext uri="{FF2B5EF4-FFF2-40B4-BE49-F238E27FC236}">
                      <a16:creationId xmlns:a16="http://schemas.microsoft.com/office/drawing/2014/main" id="{0E0FE9D6-7F35-3B61-8E57-6CF1CC7E55C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Oval 1674">
                  <a:extLst>
                    <a:ext uri="{FF2B5EF4-FFF2-40B4-BE49-F238E27FC236}">
                      <a16:creationId xmlns:a16="http://schemas.microsoft.com/office/drawing/2014/main" id="{A1252F67-F6D8-C0D3-5CA5-1CC9CD4F2DE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6" name="Oval 1675">
                  <a:extLst>
                    <a:ext uri="{FF2B5EF4-FFF2-40B4-BE49-F238E27FC236}">
                      <a16:creationId xmlns:a16="http://schemas.microsoft.com/office/drawing/2014/main" id="{F53E56D2-DCC9-9F79-2FEE-11CBFEE3566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6" name="Group 1605">
                <a:extLst>
                  <a:ext uri="{FF2B5EF4-FFF2-40B4-BE49-F238E27FC236}">
                    <a16:creationId xmlns:a16="http://schemas.microsoft.com/office/drawing/2014/main" id="{0BCF866F-D50F-7F2A-AC5A-9AA19D89BEC3}"/>
                  </a:ext>
                </a:extLst>
              </p:cNvPr>
              <p:cNvGrpSpPr/>
              <p:nvPr/>
            </p:nvGrpSpPr>
            <p:grpSpPr>
              <a:xfrm>
                <a:off x="5754694" y="6008857"/>
                <a:ext cx="242005" cy="43678"/>
                <a:chOff x="7979724" y="3580291"/>
                <a:chExt cx="242005" cy="43678"/>
              </a:xfrm>
            </p:grpSpPr>
            <p:sp>
              <p:nvSpPr>
                <p:cNvPr id="1661" name="Oval 1660">
                  <a:extLst>
                    <a:ext uri="{FF2B5EF4-FFF2-40B4-BE49-F238E27FC236}">
                      <a16:creationId xmlns:a16="http://schemas.microsoft.com/office/drawing/2014/main" id="{C86630C9-C331-3270-F9E9-B15AEF2F30B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Oval 1661">
                  <a:extLst>
                    <a:ext uri="{FF2B5EF4-FFF2-40B4-BE49-F238E27FC236}">
                      <a16:creationId xmlns:a16="http://schemas.microsoft.com/office/drawing/2014/main" id="{6F74B2A7-6A1D-82CB-E9D3-DCDBC2BFC7F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Oval 1662">
                  <a:extLst>
                    <a:ext uri="{FF2B5EF4-FFF2-40B4-BE49-F238E27FC236}">
                      <a16:creationId xmlns:a16="http://schemas.microsoft.com/office/drawing/2014/main" id="{75B5AF9F-6694-03C4-0523-2C36ADA0C8A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Oval 1663">
                  <a:extLst>
                    <a:ext uri="{FF2B5EF4-FFF2-40B4-BE49-F238E27FC236}">
                      <a16:creationId xmlns:a16="http://schemas.microsoft.com/office/drawing/2014/main" id="{C92A7774-07EA-92B6-FA36-2C11F34E3F3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Oval 1664">
                  <a:extLst>
                    <a:ext uri="{FF2B5EF4-FFF2-40B4-BE49-F238E27FC236}">
                      <a16:creationId xmlns:a16="http://schemas.microsoft.com/office/drawing/2014/main" id="{E4DCCD8D-E8A1-BCD2-7FC8-F3C37589905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Oval 1665">
                  <a:extLst>
                    <a:ext uri="{FF2B5EF4-FFF2-40B4-BE49-F238E27FC236}">
                      <a16:creationId xmlns:a16="http://schemas.microsoft.com/office/drawing/2014/main" id="{C6E0DAF4-B9BB-CDD2-8930-48C9AA48DB9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Oval 1666">
                  <a:extLst>
                    <a:ext uri="{FF2B5EF4-FFF2-40B4-BE49-F238E27FC236}">
                      <a16:creationId xmlns:a16="http://schemas.microsoft.com/office/drawing/2014/main" id="{28AAD737-25CE-E11D-8167-B443D576658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Oval 1667">
                  <a:extLst>
                    <a:ext uri="{FF2B5EF4-FFF2-40B4-BE49-F238E27FC236}">
                      <a16:creationId xmlns:a16="http://schemas.microsoft.com/office/drawing/2014/main" id="{791EDAB5-9CA4-E62D-E318-FF08A7345BD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7" name="Group 1606">
                <a:extLst>
                  <a:ext uri="{FF2B5EF4-FFF2-40B4-BE49-F238E27FC236}">
                    <a16:creationId xmlns:a16="http://schemas.microsoft.com/office/drawing/2014/main" id="{97B042A8-9AB4-B7A0-92A7-0088AD7926B4}"/>
                  </a:ext>
                </a:extLst>
              </p:cNvPr>
              <p:cNvGrpSpPr/>
              <p:nvPr/>
            </p:nvGrpSpPr>
            <p:grpSpPr>
              <a:xfrm rot="10800000">
                <a:off x="6066894" y="6011217"/>
                <a:ext cx="242005" cy="46723"/>
                <a:chOff x="7979724" y="3580291"/>
                <a:chExt cx="242005" cy="43678"/>
              </a:xfrm>
            </p:grpSpPr>
            <p:sp>
              <p:nvSpPr>
                <p:cNvPr id="1653" name="Oval 1652">
                  <a:extLst>
                    <a:ext uri="{FF2B5EF4-FFF2-40B4-BE49-F238E27FC236}">
                      <a16:creationId xmlns:a16="http://schemas.microsoft.com/office/drawing/2014/main" id="{4D240802-4048-8CC4-0237-1C1DFC443A6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Oval 1653">
                  <a:extLst>
                    <a:ext uri="{FF2B5EF4-FFF2-40B4-BE49-F238E27FC236}">
                      <a16:creationId xmlns:a16="http://schemas.microsoft.com/office/drawing/2014/main" id="{84B8EDB3-7513-474A-C7EC-CC2BE6C16FF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Oval 1654">
                  <a:extLst>
                    <a:ext uri="{FF2B5EF4-FFF2-40B4-BE49-F238E27FC236}">
                      <a16:creationId xmlns:a16="http://schemas.microsoft.com/office/drawing/2014/main" id="{2D3DFC77-6B5B-586E-8D38-C46C5847821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Oval 1655">
                  <a:extLst>
                    <a:ext uri="{FF2B5EF4-FFF2-40B4-BE49-F238E27FC236}">
                      <a16:creationId xmlns:a16="http://schemas.microsoft.com/office/drawing/2014/main" id="{C3329353-B465-80F3-D0AD-0BE54BB1C02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Oval 1656">
                  <a:extLst>
                    <a:ext uri="{FF2B5EF4-FFF2-40B4-BE49-F238E27FC236}">
                      <a16:creationId xmlns:a16="http://schemas.microsoft.com/office/drawing/2014/main" id="{C81A8BEE-D93D-E9B0-D39B-56C4BC90CC2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8" name="Oval 1657">
                  <a:extLst>
                    <a:ext uri="{FF2B5EF4-FFF2-40B4-BE49-F238E27FC236}">
                      <a16:creationId xmlns:a16="http://schemas.microsoft.com/office/drawing/2014/main" id="{6D592B25-8F70-B09C-6356-FF7F0087EDB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Oval 1658">
                  <a:extLst>
                    <a:ext uri="{FF2B5EF4-FFF2-40B4-BE49-F238E27FC236}">
                      <a16:creationId xmlns:a16="http://schemas.microsoft.com/office/drawing/2014/main" id="{DD349E9D-C002-A4AC-88E4-48624269BC1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0" name="Oval 1659">
                  <a:extLst>
                    <a:ext uri="{FF2B5EF4-FFF2-40B4-BE49-F238E27FC236}">
                      <a16:creationId xmlns:a16="http://schemas.microsoft.com/office/drawing/2014/main" id="{6B67DC2D-34E4-384E-3EE4-1A7E252F137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8" name="Group 1607">
                <a:extLst>
                  <a:ext uri="{FF2B5EF4-FFF2-40B4-BE49-F238E27FC236}">
                    <a16:creationId xmlns:a16="http://schemas.microsoft.com/office/drawing/2014/main" id="{BD4B768D-E398-C3C3-ACB0-3E38E6A74792}"/>
                  </a:ext>
                </a:extLst>
              </p:cNvPr>
              <p:cNvGrpSpPr/>
              <p:nvPr/>
            </p:nvGrpSpPr>
            <p:grpSpPr>
              <a:xfrm rot="11689693">
                <a:off x="5995737" y="6012033"/>
                <a:ext cx="242005" cy="43678"/>
                <a:chOff x="7979724" y="3580291"/>
                <a:chExt cx="242005" cy="43678"/>
              </a:xfrm>
            </p:grpSpPr>
            <p:sp>
              <p:nvSpPr>
                <p:cNvPr id="1645" name="Oval 1644">
                  <a:extLst>
                    <a:ext uri="{FF2B5EF4-FFF2-40B4-BE49-F238E27FC236}">
                      <a16:creationId xmlns:a16="http://schemas.microsoft.com/office/drawing/2014/main" id="{DE59DAA6-46F4-C2F3-4B4D-D58AC0B2E9A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Oval 1645">
                  <a:extLst>
                    <a:ext uri="{FF2B5EF4-FFF2-40B4-BE49-F238E27FC236}">
                      <a16:creationId xmlns:a16="http://schemas.microsoft.com/office/drawing/2014/main" id="{2DCCC29C-A705-9231-ADF2-3B5526FFC02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Oval 1646">
                  <a:extLst>
                    <a:ext uri="{FF2B5EF4-FFF2-40B4-BE49-F238E27FC236}">
                      <a16:creationId xmlns:a16="http://schemas.microsoft.com/office/drawing/2014/main" id="{03D503C2-26B4-4237-9182-E34D72206E7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Oval 1647">
                  <a:extLst>
                    <a:ext uri="{FF2B5EF4-FFF2-40B4-BE49-F238E27FC236}">
                      <a16:creationId xmlns:a16="http://schemas.microsoft.com/office/drawing/2014/main" id="{0C7A0A21-2A4D-9021-2901-E4AFAEEFEBA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Oval 1648">
                  <a:extLst>
                    <a:ext uri="{FF2B5EF4-FFF2-40B4-BE49-F238E27FC236}">
                      <a16:creationId xmlns:a16="http://schemas.microsoft.com/office/drawing/2014/main" id="{F326FEDE-2141-0ED3-8CE4-71ED5519C90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Oval 1649">
                  <a:extLst>
                    <a:ext uri="{FF2B5EF4-FFF2-40B4-BE49-F238E27FC236}">
                      <a16:creationId xmlns:a16="http://schemas.microsoft.com/office/drawing/2014/main" id="{FA919A92-6FE5-6B65-6560-A6EEA28B969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 name="Oval 1650">
                  <a:extLst>
                    <a:ext uri="{FF2B5EF4-FFF2-40B4-BE49-F238E27FC236}">
                      <a16:creationId xmlns:a16="http://schemas.microsoft.com/office/drawing/2014/main" id="{653EA0F1-DB0B-96A9-DF00-74F543AF90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2" name="Oval 1651">
                  <a:extLst>
                    <a:ext uri="{FF2B5EF4-FFF2-40B4-BE49-F238E27FC236}">
                      <a16:creationId xmlns:a16="http://schemas.microsoft.com/office/drawing/2014/main" id="{8CD4693B-3046-3C8F-F499-45DBE170C98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9" name="Group 1608">
                <a:extLst>
                  <a:ext uri="{FF2B5EF4-FFF2-40B4-BE49-F238E27FC236}">
                    <a16:creationId xmlns:a16="http://schemas.microsoft.com/office/drawing/2014/main" id="{3B27AE04-27C9-2B14-D52C-EB60BC583E20}"/>
                  </a:ext>
                </a:extLst>
              </p:cNvPr>
              <p:cNvGrpSpPr/>
              <p:nvPr/>
            </p:nvGrpSpPr>
            <p:grpSpPr>
              <a:xfrm rot="21292958">
                <a:off x="6243191" y="6012057"/>
                <a:ext cx="242005" cy="46723"/>
                <a:chOff x="7979724" y="3580291"/>
                <a:chExt cx="242005" cy="43678"/>
              </a:xfrm>
            </p:grpSpPr>
            <p:sp>
              <p:nvSpPr>
                <p:cNvPr id="1637" name="Oval 1636">
                  <a:extLst>
                    <a:ext uri="{FF2B5EF4-FFF2-40B4-BE49-F238E27FC236}">
                      <a16:creationId xmlns:a16="http://schemas.microsoft.com/office/drawing/2014/main" id="{F4EEC222-5320-1C72-A60A-038A5A0B77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Oval 1637">
                  <a:extLst>
                    <a:ext uri="{FF2B5EF4-FFF2-40B4-BE49-F238E27FC236}">
                      <a16:creationId xmlns:a16="http://schemas.microsoft.com/office/drawing/2014/main" id="{796E3693-2670-D8C9-F082-D5847388828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Oval 1638">
                  <a:extLst>
                    <a:ext uri="{FF2B5EF4-FFF2-40B4-BE49-F238E27FC236}">
                      <a16:creationId xmlns:a16="http://schemas.microsoft.com/office/drawing/2014/main" id="{8C546104-3852-A3B3-5046-24A4FF605AFB}"/>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Oval 1639">
                  <a:extLst>
                    <a:ext uri="{FF2B5EF4-FFF2-40B4-BE49-F238E27FC236}">
                      <a16:creationId xmlns:a16="http://schemas.microsoft.com/office/drawing/2014/main" id="{C665E617-87C8-F69F-C30D-52807292AC0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Oval 1640">
                  <a:extLst>
                    <a:ext uri="{FF2B5EF4-FFF2-40B4-BE49-F238E27FC236}">
                      <a16:creationId xmlns:a16="http://schemas.microsoft.com/office/drawing/2014/main" id="{0829D83C-AA07-0E89-A851-1E6F2448C64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Oval 1641">
                  <a:extLst>
                    <a:ext uri="{FF2B5EF4-FFF2-40B4-BE49-F238E27FC236}">
                      <a16:creationId xmlns:a16="http://schemas.microsoft.com/office/drawing/2014/main" id="{ABD0EEB2-A2C6-9EF1-DAFD-0F932D89EBF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Oval 1642">
                  <a:extLst>
                    <a:ext uri="{FF2B5EF4-FFF2-40B4-BE49-F238E27FC236}">
                      <a16:creationId xmlns:a16="http://schemas.microsoft.com/office/drawing/2014/main" id="{A03789DB-D7FD-2BF4-1763-37F5AC1EADC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Oval 1643">
                  <a:extLst>
                    <a:ext uri="{FF2B5EF4-FFF2-40B4-BE49-F238E27FC236}">
                      <a16:creationId xmlns:a16="http://schemas.microsoft.com/office/drawing/2014/main" id="{24C81C36-6284-AECF-DC5C-E4489F3018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0" name="Group 1609">
                <a:extLst>
                  <a:ext uri="{FF2B5EF4-FFF2-40B4-BE49-F238E27FC236}">
                    <a16:creationId xmlns:a16="http://schemas.microsoft.com/office/drawing/2014/main" id="{6DD34340-9FD7-7A3E-4038-A25B75A2AA6B}"/>
                  </a:ext>
                </a:extLst>
              </p:cNvPr>
              <p:cNvGrpSpPr/>
              <p:nvPr/>
            </p:nvGrpSpPr>
            <p:grpSpPr>
              <a:xfrm>
                <a:off x="6172034" y="6012873"/>
                <a:ext cx="242005" cy="43678"/>
                <a:chOff x="7979724" y="3580291"/>
                <a:chExt cx="242005" cy="43678"/>
              </a:xfrm>
            </p:grpSpPr>
            <p:sp>
              <p:nvSpPr>
                <p:cNvPr id="1629" name="Oval 1628">
                  <a:extLst>
                    <a:ext uri="{FF2B5EF4-FFF2-40B4-BE49-F238E27FC236}">
                      <a16:creationId xmlns:a16="http://schemas.microsoft.com/office/drawing/2014/main" id="{08ED8612-0115-1DC8-AE85-C6AAEA72702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Oval 1629">
                  <a:extLst>
                    <a:ext uri="{FF2B5EF4-FFF2-40B4-BE49-F238E27FC236}">
                      <a16:creationId xmlns:a16="http://schemas.microsoft.com/office/drawing/2014/main" id="{23933863-3F83-6361-2F54-230A23837CB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Oval 1630">
                  <a:extLst>
                    <a:ext uri="{FF2B5EF4-FFF2-40B4-BE49-F238E27FC236}">
                      <a16:creationId xmlns:a16="http://schemas.microsoft.com/office/drawing/2014/main" id="{2EDFEF28-10C7-C97F-4C09-3954A4C85E5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Oval 1631">
                  <a:extLst>
                    <a:ext uri="{FF2B5EF4-FFF2-40B4-BE49-F238E27FC236}">
                      <a16:creationId xmlns:a16="http://schemas.microsoft.com/office/drawing/2014/main" id="{F808E5FD-77AE-CA21-CE95-163B5C00ADA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Oval 1632">
                  <a:extLst>
                    <a:ext uri="{FF2B5EF4-FFF2-40B4-BE49-F238E27FC236}">
                      <a16:creationId xmlns:a16="http://schemas.microsoft.com/office/drawing/2014/main" id="{55D9BE29-C35E-8490-D3A8-5121D2847F1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Oval 1633">
                  <a:extLst>
                    <a:ext uri="{FF2B5EF4-FFF2-40B4-BE49-F238E27FC236}">
                      <a16:creationId xmlns:a16="http://schemas.microsoft.com/office/drawing/2014/main" id="{DD9562A6-9BF8-41B5-E2D2-D375C7E2C70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Oval 1634">
                  <a:extLst>
                    <a:ext uri="{FF2B5EF4-FFF2-40B4-BE49-F238E27FC236}">
                      <a16:creationId xmlns:a16="http://schemas.microsoft.com/office/drawing/2014/main" id="{7ECD7CB4-99AB-AD8A-86C7-B429FD478C2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Oval 1635">
                  <a:extLst>
                    <a:ext uri="{FF2B5EF4-FFF2-40B4-BE49-F238E27FC236}">
                      <a16:creationId xmlns:a16="http://schemas.microsoft.com/office/drawing/2014/main" id="{4A1B3B1F-B3A7-746A-AB34-3FDE39C6E9D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1" name="Group 1610">
                <a:extLst>
                  <a:ext uri="{FF2B5EF4-FFF2-40B4-BE49-F238E27FC236}">
                    <a16:creationId xmlns:a16="http://schemas.microsoft.com/office/drawing/2014/main" id="{9E5A294B-F549-DCA0-9E45-944F81A3831B}"/>
                  </a:ext>
                </a:extLst>
              </p:cNvPr>
              <p:cNvGrpSpPr/>
              <p:nvPr/>
            </p:nvGrpSpPr>
            <p:grpSpPr>
              <a:xfrm rot="10800000">
                <a:off x="6484234" y="6015233"/>
                <a:ext cx="242005" cy="46723"/>
                <a:chOff x="7979724" y="3580291"/>
                <a:chExt cx="242005" cy="43678"/>
              </a:xfrm>
            </p:grpSpPr>
            <p:sp>
              <p:nvSpPr>
                <p:cNvPr id="1621" name="Oval 1620">
                  <a:extLst>
                    <a:ext uri="{FF2B5EF4-FFF2-40B4-BE49-F238E27FC236}">
                      <a16:creationId xmlns:a16="http://schemas.microsoft.com/office/drawing/2014/main" id="{977A1666-E0FC-52DB-6ADC-BF5807E5550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Oval 1621">
                  <a:extLst>
                    <a:ext uri="{FF2B5EF4-FFF2-40B4-BE49-F238E27FC236}">
                      <a16:creationId xmlns:a16="http://schemas.microsoft.com/office/drawing/2014/main" id="{8D83CDCB-5DF3-ABBB-09E7-C1334F75A99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Oval 1622">
                  <a:extLst>
                    <a:ext uri="{FF2B5EF4-FFF2-40B4-BE49-F238E27FC236}">
                      <a16:creationId xmlns:a16="http://schemas.microsoft.com/office/drawing/2014/main" id="{4B57F78E-41AC-6EBE-8659-D031442DE6D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Oval 1623">
                  <a:extLst>
                    <a:ext uri="{FF2B5EF4-FFF2-40B4-BE49-F238E27FC236}">
                      <a16:creationId xmlns:a16="http://schemas.microsoft.com/office/drawing/2014/main" id="{E8688EBD-2F0A-B6B1-6C76-BDB2CB3BE6F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Oval 1624">
                  <a:extLst>
                    <a:ext uri="{FF2B5EF4-FFF2-40B4-BE49-F238E27FC236}">
                      <a16:creationId xmlns:a16="http://schemas.microsoft.com/office/drawing/2014/main" id="{04CAE9D4-C978-C22A-2909-9D37C18DBC0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Oval 1625">
                  <a:extLst>
                    <a:ext uri="{FF2B5EF4-FFF2-40B4-BE49-F238E27FC236}">
                      <a16:creationId xmlns:a16="http://schemas.microsoft.com/office/drawing/2014/main" id="{460BEE29-A41F-BC2B-CF89-E1E9EB3E370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Oval 1626">
                  <a:extLst>
                    <a:ext uri="{FF2B5EF4-FFF2-40B4-BE49-F238E27FC236}">
                      <a16:creationId xmlns:a16="http://schemas.microsoft.com/office/drawing/2014/main" id="{2274B891-4D28-0221-8681-5584324CD3C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Oval 1627">
                  <a:extLst>
                    <a:ext uri="{FF2B5EF4-FFF2-40B4-BE49-F238E27FC236}">
                      <a16:creationId xmlns:a16="http://schemas.microsoft.com/office/drawing/2014/main" id="{0B64D81D-8FA3-427F-1854-57E2F45BD23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2" name="Group 1611">
                <a:extLst>
                  <a:ext uri="{FF2B5EF4-FFF2-40B4-BE49-F238E27FC236}">
                    <a16:creationId xmlns:a16="http://schemas.microsoft.com/office/drawing/2014/main" id="{3C799B8B-1CE0-6DA4-DA73-A20527D7C2E1}"/>
                  </a:ext>
                </a:extLst>
              </p:cNvPr>
              <p:cNvGrpSpPr/>
              <p:nvPr/>
            </p:nvGrpSpPr>
            <p:grpSpPr>
              <a:xfrm>
                <a:off x="6413077" y="6016049"/>
                <a:ext cx="242005" cy="43678"/>
                <a:chOff x="7979724" y="3580291"/>
                <a:chExt cx="242005" cy="43678"/>
              </a:xfrm>
            </p:grpSpPr>
            <p:sp>
              <p:nvSpPr>
                <p:cNvPr id="1613" name="Oval 1612">
                  <a:extLst>
                    <a:ext uri="{FF2B5EF4-FFF2-40B4-BE49-F238E27FC236}">
                      <a16:creationId xmlns:a16="http://schemas.microsoft.com/office/drawing/2014/main" id="{84616A1E-363F-6812-15EE-4A6CE97C866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Oval 1613">
                  <a:extLst>
                    <a:ext uri="{FF2B5EF4-FFF2-40B4-BE49-F238E27FC236}">
                      <a16:creationId xmlns:a16="http://schemas.microsoft.com/office/drawing/2014/main" id="{78ED896B-52E1-5B8D-F5E5-E5530E273DE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5" name="Oval 1614">
                  <a:extLst>
                    <a:ext uri="{FF2B5EF4-FFF2-40B4-BE49-F238E27FC236}">
                      <a16:creationId xmlns:a16="http://schemas.microsoft.com/office/drawing/2014/main" id="{272E81A9-272E-43AE-7FCB-3784A29DCE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Oval 1615">
                  <a:extLst>
                    <a:ext uri="{FF2B5EF4-FFF2-40B4-BE49-F238E27FC236}">
                      <a16:creationId xmlns:a16="http://schemas.microsoft.com/office/drawing/2014/main" id="{A0D54200-DA18-0F0B-22EC-B1C0B7CDAA6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Oval 1616">
                  <a:extLst>
                    <a:ext uri="{FF2B5EF4-FFF2-40B4-BE49-F238E27FC236}">
                      <a16:creationId xmlns:a16="http://schemas.microsoft.com/office/drawing/2014/main" id="{91AC7722-170B-1A86-D9B0-FB69C9C6BD3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Oval 1617">
                  <a:extLst>
                    <a:ext uri="{FF2B5EF4-FFF2-40B4-BE49-F238E27FC236}">
                      <a16:creationId xmlns:a16="http://schemas.microsoft.com/office/drawing/2014/main" id="{F2B8AA27-899F-7186-5D43-79A3B3C5ECC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Oval 1618">
                  <a:extLst>
                    <a:ext uri="{FF2B5EF4-FFF2-40B4-BE49-F238E27FC236}">
                      <a16:creationId xmlns:a16="http://schemas.microsoft.com/office/drawing/2014/main" id="{D223EC9F-B183-89E4-0B43-A4095BDE17DB}"/>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Oval 1619">
                  <a:extLst>
                    <a:ext uri="{FF2B5EF4-FFF2-40B4-BE49-F238E27FC236}">
                      <a16:creationId xmlns:a16="http://schemas.microsoft.com/office/drawing/2014/main" id="{73B77B79-DC37-0E39-81DE-37C151EB195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4" name="Group 1023">
              <a:extLst>
                <a:ext uri="{FF2B5EF4-FFF2-40B4-BE49-F238E27FC236}">
                  <a16:creationId xmlns:a16="http://schemas.microsoft.com/office/drawing/2014/main" id="{A3D82A96-6139-EA88-D977-8E71FDED2D86}"/>
                </a:ext>
              </a:extLst>
            </p:cNvPr>
            <p:cNvGrpSpPr/>
            <p:nvPr/>
          </p:nvGrpSpPr>
          <p:grpSpPr>
            <a:xfrm>
              <a:off x="7993543" y="2257718"/>
              <a:ext cx="971545" cy="53915"/>
              <a:chOff x="5754694" y="6008041"/>
              <a:chExt cx="971545" cy="53915"/>
            </a:xfrm>
          </p:grpSpPr>
          <p:grpSp>
            <p:nvGrpSpPr>
              <p:cNvPr id="1533" name="Group 1532">
                <a:extLst>
                  <a:ext uri="{FF2B5EF4-FFF2-40B4-BE49-F238E27FC236}">
                    <a16:creationId xmlns:a16="http://schemas.microsoft.com/office/drawing/2014/main" id="{21A98654-046D-6E35-F646-9EA96A229C7B}"/>
                  </a:ext>
                </a:extLst>
              </p:cNvPr>
              <p:cNvGrpSpPr/>
              <p:nvPr/>
            </p:nvGrpSpPr>
            <p:grpSpPr>
              <a:xfrm rot="10800000">
                <a:off x="5825851" y="6008041"/>
                <a:ext cx="242005" cy="46723"/>
                <a:chOff x="7979724" y="3580291"/>
                <a:chExt cx="242005" cy="43678"/>
              </a:xfrm>
            </p:grpSpPr>
            <p:sp>
              <p:nvSpPr>
                <p:cNvPr id="1597" name="Oval 1596">
                  <a:extLst>
                    <a:ext uri="{FF2B5EF4-FFF2-40B4-BE49-F238E27FC236}">
                      <a16:creationId xmlns:a16="http://schemas.microsoft.com/office/drawing/2014/main" id="{5EBFEB6C-5D0E-E91A-B9B5-93EBEBBA4CB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8" name="Oval 1597">
                  <a:extLst>
                    <a:ext uri="{FF2B5EF4-FFF2-40B4-BE49-F238E27FC236}">
                      <a16:creationId xmlns:a16="http://schemas.microsoft.com/office/drawing/2014/main" id="{EA3B6508-62AD-41BA-5258-ABD12CD301C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9" name="Oval 1598">
                  <a:extLst>
                    <a:ext uri="{FF2B5EF4-FFF2-40B4-BE49-F238E27FC236}">
                      <a16:creationId xmlns:a16="http://schemas.microsoft.com/office/drawing/2014/main" id="{ABC54CDF-8174-158F-D677-C1899734EB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0" name="Oval 1599">
                  <a:extLst>
                    <a:ext uri="{FF2B5EF4-FFF2-40B4-BE49-F238E27FC236}">
                      <a16:creationId xmlns:a16="http://schemas.microsoft.com/office/drawing/2014/main" id="{5454545D-FC4F-7A7C-244F-7515FAC1C87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1" name="Oval 1600">
                  <a:extLst>
                    <a:ext uri="{FF2B5EF4-FFF2-40B4-BE49-F238E27FC236}">
                      <a16:creationId xmlns:a16="http://schemas.microsoft.com/office/drawing/2014/main" id="{9F897D74-998C-52C2-B664-899058431D3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Oval 1601">
                  <a:extLst>
                    <a:ext uri="{FF2B5EF4-FFF2-40B4-BE49-F238E27FC236}">
                      <a16:creationId xmlns:a16="http://schemas.microsoft.com/office/drawing/2014/main" id="{DB94E4FF-26B7-859F-3BDE-8380E575562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Oval 1602">
                  <a:extLst>
                    <a:ext uri="{FF2B5EF4-FFF2-40B4-BE49-F238E27FC236}">
                      <a16:creationId xmlns:a16="http://schemas.microsoft.com/office/drawing/2014/main" id="{879F9FEA-B49D-4C38-0FF9-CBB84BF4589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Oval 1603">
                  <a:extLst>
                    <a:ext uri="{FF2B5EF4-FFF2-40B4-BE49-F238E27FC236}">
                      <a16:creationId xmlns:a16="http://schemas.microsoft.com/office/drawing/2014/main" id="{693DF9A3-01AA-7466-27CE-8FCA991F01D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4" name="Group 1533">
                <a:extLst>
                  <a:ext uri="{FF2B5EF4-FFF2-40B4-BE49-F238E27FC236}">
                    <a16:creationId xmlns:a16="http://schemas.microsoft.com/office/drawing/2014/main" id="{3C57AF2F-0067-96BF-6527-F1652DB0AEA1}"/>
                  </a:ext>
                </a:extLst>
              </p:cNvPr>
              <p:cNvGrpSpPr/>
              <p:nvPr/>
            </p:nvGrpSpPr>
            <p:grpSpPr>
              <a:xfrm>
                <a:off x="5754694" y="6008857"/>
                <a:ext cx="242005" cy="43678"/>
                <a:chOff x="7979724" y="3580291"/>
                <a:chExt cx="242005" cy="43678"/>
              </a:xfrm>
            </p:grpSpPr>
            <p:sp>
              <p:nvSpPr>
                <p:cNvPr id="1589" name="Oval 1588">
                  <a:extLst>
                    <a:ext uri="{FF2B5EF4-FFF2-40B4-BE49-F238E27FC236}">
                      <a16:creationId xmlns:a16="http://schemas.microsoft.com/office/drawing/2014/main" id="{F7138438-1DA0-B115-09D9-B379C315B3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0" name="Oval 1589">
                  <a:extLst>
                    <a:ext uri="{FF2B5EF4-FFF2-40B4-BE49-F238E27FC236}">
                      <a16:creationId xmlns:a16="http://schemas.microsoft.com/office/drawing/2014/main" id="{D9B08F3E-49FD-4FD1-3D9F-C2C40468614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1" name="Oval 1590">
                  <a:extLst>
                    <a:ext uri="{FF2B5EF4-FFF2-40B4-BE49-F238E27FC236}">
                      <a16:creationId xmlns:a16="http://schemas.microsoft.com/office/drawing/2014/main" id="{31D30404-C66F-5956-146C-5AE84E8B6D8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2" name="Oval 1591">
                  <a:extLst>
                    <a:ext uri="{FF2B5EF4-FFF2-40B4-BE49-F238E27FC236}">
                      <a16:creationId xmlns:a16="http://schemas.microsoft.com/office/drawing/2014/main" id="{C9FD5ED4-8363-BC94-637F-63DBB1445B2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3" name="Oval 1592">
                  <a:extLst>
                    <a:ext uri="{FF2B5EF4-FFF2-40B4-BE49-F238E27FC236}">
                      <a16:creationId xmlns:a16="http://schemas.microsoft.com/office/drawing/2014/main" id="{138B407D-43A4-D1FC-EBC7-4B6A102AE3B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4" name="Oval 1593">
                  <a:extLst>
                    <a:ext uri="{FF2B5EF4-FFF2-40B4-BE49-F238E27FC236}">
                      <a16:creationId xmlns:a16="http://schemas.microsoft.com/office/drawing/2014/main" id="{D20E3FCF-DD25-ACC5-BD7B-8158593945B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5" name="Oval 1594">
                  <a:extLst>
                    <a:ext uri="{FF2B5EF4-FFF2-40B4-BE49-F238E27FC236}">
                      <a16:creationId xmlns:a16="http://schemas.microsoft.com/office/drawing/2014/main" id="{9FE1B578-A43D-DEE2-163C-D9691B66166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6" name="Oval 1595">
                  <a:extLst>
                    <a:ext uri="{FF2B5EF4-FFF2-40B4-BE49-F238E27FC236}">
                      <a16:creationId xmlns:a16="http://schemas.microsoft.com/office/drawing/2014/main" id="{56997EF8-54F1-0BF2-D8DA-28FF50E0DA5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5" name="Group 1534">
                <a:extLst>
                  <a:ext uri="{FF2B5EF4-FFF2-40B4-BE49-F238E27FC236}">
                    <a16:creationId xmlns:a16="http://schemas.microsoft.com/office/drawing/2014/main" id="{4329553A-B629-B875-619B-58C830CF4815}"/>
                  </a:ext>
                </a:extLst>
              </p:cNvPr>
              <p:cNvGrpSpPr/>
              <p:nvPr/>
            </p:nvGrpSpPr>
            <p:grpSpPr>
              <a:xfrm rot="10800000">
                <a:off x="6066894" y="6011217"/>
                <a:ext cx="242005" cy="46723"/>
                <a:chOff x="7979724" y="3580291"/>
                <a:chExt cx="242005" cy="43678"/>
              </a:xfrm>
            </p:grpSpPr>
            <p:sp>
              <p:nvSpPr>
                <p:cNvPr id="1581" name="Oval 1580">
                  <a:extLst>
                    <a:ext uri="{FF2B5EF4-FFF2-40B4-BE49-F238E27FC236}">
                      <a16:creationId xmlns:a16="http://schemas.microsoft.com/office/drawing/2014/main" id="{FD36A896-8E97-9515-5094-7B5589DCFF7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2" name="Oval 1581">
                  <a:extLst>
                    <a:ext uri="{FF2B5EF4-FFF2-40B4-BE49-F238E27FC236}">
                      <a16:creationId xmlns:a16="http://schemas.microsoft.com/office/drawing/2014/main" id="{414F9448-D107-319E-7417-29C02A73B6C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3" name="Oval 1582">
                  <a:extLst>
                    <a:ext uri="{FF2B5EF4-FFF2-40B4-BE49-F238E27FC236}">
                      <a16:creationId xmlns:a16="http://schemas.microsoft.com/office/drawing/2014/main" id="{741DA8B7-19B1-B386-E2A8-8505A92F356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4" name="Oval 1583">
                  <a:extLst>
                    <a:ext uri="{FF2B5EF4-FFF2-40B4-BE49-F238E27FC236}">
                      <a16:creationId xmlns:a16="http://schemas.microsoft.com/office/drawing/2014/main" id="{7A70F8AE-33A6-2430-107D-651DA599364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5" name="Oval 1584">
                  <a:extLst>
                    <a:ext uri="{FF2B5EF4-FFF2-40B4-BE49-F238E27FC236}">
                      <a16:creationId xmlns:a16="http://schemas.microsoft.com/office/drawing/2014/main" id="{CEF5A50A-F5F3-0982-2042-7A7C0A12117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6" name="Oval 1585">
                  <a:extLst>
                    <a:ext uri="{FF2B5EF4-FFF2-40B4-BE49-F238E27FC236}">
                      <a16:creationId xmlns:a16="http://schemas.microsoft.com/office/drawing/2014/main" id="{0E619705-00E0-B4D7-00E1-BBA3EF52A6D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7" name="Oval 1586">
                  <a:extLst>
                    <a:ext uri="{FF2B5EF4-FFF2-40B4-BE49-F238E27FC236}">
                      <a16:creationId xmlns:a16="http://schemas.microsoft.com/office/drawing/2014/main" id="{4A04817C-133C-FF6F-BDDA-D96B16EBCFC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8" name="Oval 1587">
                  <a:extLst>
                    <a:ext uri="{FF2B5EF4-FFF2-40B4-BE49-F238E27FC236}">
                      <a16:creationId xmlns:a16="http://schemas.microsoft.com/office/drawing/2014/main" id="{D2BA42FE-72A3-7CB3-DBFE-EAA9BCB6FC8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6" name="Group 1535">
                <a:extLst>
                  <a:ext uri="{FF2B5EF4-FFF2-40B4-BE49-F238E27FC236}">
                    <a16:creationId xmlns:a16="http://schemas.microsoft.com/office/drawing/2014/main" id="{6E29D216-8F34-C057-C642-5AA11A76B6E8}"/>
                  </a:ext>
                </a:extLst>
              </p:cNvPr>
              <p:cNvGrpSpPr/>
              <p:nvPr/>
            </p:nvGrpSpPr>
            <p:grpSpPr>
              <a:xfrm rot="11689693">
                <a:off x="5995737" y="6012033"/>
                <a:ext cx="242005" cy="43678"/>
                <a:chOff x="7979724" y="3580291"/>
                <a:chExt cx="242005" cy="43678"/>
              </a:xfrm>
            </p:grpSpPr>
            <p:sp>
              <p:nvSpPr>
                <p:cNvPr id="1573" name="Oval 1572">
                  <a:extLst>
                    <a:ext uri="{FF2B5EF4-FFF2-40B4-BE49-F238E27FC236}">
                      <a16:creationId xmlns:a16="http://schemas.microsoft.com/office/drawing/2014/main" id="{C36CFAFA-03DD-20E3-B931-2EA3A865836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4" name="Oval 1573">
                  <a:extLst>
                    <a:ext uri="{FF2B5EF4-FFF2-40B4-BE49-F238E27FC236}">
                      <a16:creationId xmlns:a16="http://schemas.microsoft.com/office/drawing/2014/main" id="{2A04501B-9310-661F-C9C0-038E5033F0C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5" name="Oval 1574">
                  <a:extLst>
                    <a:ext uri="{FF2B5EF4-FFF2-40B4-BE49-F238E27FC236}">
                      <a16:creationId xmlns:a16="http://schemas.microsoft.com/office/drawing/2014/main" id="{2A4DCE48-F06D-8109-AA95-B719FC61D9D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6" name="Oval 1575">
                  <a:extLst>
                    <a:ext uri="{FF2B5EF4-FFF2-40B4-BE49-F238E27FC236}">
                      <a16:creationId xmlns:a16="http://schemas.microsoft.com/office/drawing/2014/main" id="{263A071F-7787-F1B1-4176-A8096633CE2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7" name="Oval 1576">
                  <a:extLst>
                    <a:ext uri="{FF2B5EF4-FFF2-40B4-BE49-F238E27FC236}">
                      <a16:creationId xmlns:a16="http://schemas.microsoft.com/office/drawing/2014/main" id="{73962B5F-1CBB-25E5-8EF9-A5B3F5DCDAA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8" name="Oval 1577">
                  <a:extLst>
                    <a:ext uri="{FF2B5EF4-FFF2-40B4-BE49-F238E27FC236}">
                      <a16:creationId xmlns:a16="http://schemas.microsoft.com/office/drawing/2014/main" id="{17ACBBCF-5A61-C14D-3011-2E2BFCE8490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9" name="Oval 1578">
                  <a:extLst>
                    <a:ext uri="{FF2B5EF4-FFF2-40B4-BE49-F238E27FC236}">
                      <a16:creationId xmlns:a16="http://schemas.microsoft.com/office/drawing/2014/main" id="{1B0BB3F2-06B5-62F1-0B92-89E1559975E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0" name="Oval 1579">
                  <a:extLst>
                    <a:ext uri="{FF2B5EF4-FFF2-40B4-BE49-F238E27FC236}">
                      <a16:creationId xmlns:a16="http://schemas.microsoft.com/office/drawing/2014/main" id="{C9367F34-9632-EE27-AF56-0BB37FDF21E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7" name="Group 1536">
                <a:extLst>
                  <a:ext uri="{FF2B5EF4-FFF2-40B4-BE49-F238E27FC236}">
                    <a16:creationId xmlns:a16="http://schemas.microsoft.com/office/drawing/2014/main" id="{E025C78A-716C-E0EA-C55D-98BB58205F28}"/>
                  </a:ext>
                </a:extLst>
              </p:cNvPr>
              <p:cNvGrpSpPr/>
              <p:nvPr/>
            </p:nvGrpSpPr>
            <p:grpSpPr>
              <a:xfrm rot="21292958">
                <a:off x="6243191" y="6012057"/>
                <a:ext cx="242005" cy="46723"/>
                <a:chOff x="7979724" y="3580291"/>
                <a:chExt cx="242005" cy="43678"/>
              </a:xfrm>
            </p:grpSpPr>
            <p:sp>
              <p:nvSpPr>
                <p:cNvPr id="1565" name="Oval 1564">
                  <a:extLst>
                    <a:ext uri="{FF2B5EF4-FFF2-40B4-BE49-F238E27FC236}">
                      <a16:creationId xmlns:a16="http://schemas.microsoft.com/office/drawing/2014/main" id="{7CAF0B8B-8F51-5BAC-D1E0-3A83C4EE273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6" name="Oval 1565">
                  <a:extLst>
                    <a:ext uri="{FF2B5EF4-FFF2-40B4-BE49-F238E27FC236}">
                      <a16:creationId xmlns:a16="http://schemas.microsoft.com/office/drawing/2014/main" id="{BDECAF9A-7584-82C3-79AE-A976E196047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7" name="Oval 1566">
                  <a:extLst>
                    <a:ext uri="{FF2B5EF4-FFF2-40B4-BE49-F238E27FC236}">
                      <a16:creationId xmlns:a16="http://schemas.microsoft.com/office/drawing/2014/main" id="{3A5C925C-981E-1938-2900-C693BC80656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8" name="Oval 1567">
                  <a:extLst>
                    <a:ext uri="{FF2B5EF4-FFF2-40B4-BE49-F238E27FC236}">
                      <a16:creationId xmlns:a16="http://schemas.microsoft.com/office/drawing/2014/main" id="{1F5352DA-D7D5-778B-108E-6FAAB8B0331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9" name="Oval 1568">
                  <a:extLst>
                    <a:ext uri="{FF2B5EF4-FFF2-40B4-BE49-F238E27FC236}">
                      <a16:creationId xmlns:a16="http://schemas.microsoft.com/office/drawing/2014/main" id="{14B4474A-EAE7-43B4-8674-EAE3798B3FC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0" name="Oval 1569">
                  <a:extLst>
                    <a:ext uri="{FF2B5EF4-FFF2-40B4-BE49-F238E27FC236}">
                      <a16:creationId xmlns:a16="http://schemas.microsoft.com/office/drawing/2014/main" id="{B6D00C30-43FB-CC2F-2043-832D17D32016}"/>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1" name="Oval 1570">
                  <a:extLst>
                    <a:ext uri="{FF2B5EF4-FFF2-40B4-BE49-F238E27FC236}">
                      <a16:creationId xmlns:a16="http://schemas.microsoft.com/office/drawing/2014/main" id="{2530BE22-EEE2-A764-315B-29D3C320D57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2" name="Oval 1571">
                  <a:extLst>
                    <a:ext uri="{FF2B5EF4-FFF2-40B4-BE49-F238E27FC236}">
                      <a16:creationId xmlns:a16="http://schemas.microsoft.com/office/drawing/2014/main" id="{22CDAB97-4F16-80EE-BDEC-668E6D87A60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8" name="Group 1537">
                <a:extLst>
                  <a:ext uri="{FF2B5EF4-FFF2-40B4-BE49-F238E27FC236}">
                    <a16:creationId xmlns:a16="http://schemas.microsoft.com/office/drawing/2014/main" id="{8FB7DC96-B902-66A3-6DA0-459DE8A006E2}"/>
                  </a:ext>
                </a:extLst>
              </p:cNvPr>
              <p:cNvGrpSpPr/>
              <p:nvPr/>
            </p:nvGrpSpPr>
            <p:grpSpPr>
              <a:xfrm>
                <a:off x="6172034" y="6012873"/>
                <a:ext cx="242005" cy="43678"/>
                <a:chOff x="7979724" y="3580291"/>
                <a:chExt cx="242005" cy="43678"/>
              </a:xfrm>
            </p:grpSpPr>
            <p:sp>
              <p:nvSpPr>
                <p:cNvPr id="1557" name="Oval 1556">
                  <a:extLst>
                    <a:ext uri="{FF2B5EF4-FFF2-40B4-BE49-F238E27FC236}">
                      <a16:creationId xmlns:a16="http://schemas.microsoft.com/office/drawing/2014/main" id="{2671A29B-BDD2-4F13-6533-375C5FFE1D7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8" name="Oval 1557">
                  <a:extLst>
                    <a:ext uri="{FF2B5EF4-FFF2-40B4-BE49-F238E27FC236}">
                      <a16:creationId xmlns:a16="http://schemas.microsoft.com/office/drawing/2014/main" id="{AB7D8737-BF41-B8E8-26E8-D50DB33F62C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9" name="Oval 1558">
                  <a:extLst>
                    <a:ext uri="{FF2B5EF4-FFF2-40B4-BE49-F238E27FC236}">
                      <a16:creationId xmlns:a16="http://schemas.microsoft.com/office/drawing/2014/main" id="{0CF203BA-E422-1E8D-5EC6-991F2487745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0" name="Oval 1559">
                  <a:extLst>
                    <a:ext uri="{FF2B5EF4-FFF2-40B4-BE49-F238E27FC236}">
                      <a16:creationId xmlns:a16="http://schemas.microsoft.com/office/drawing/2014/main" id="{ADC6D596-9FB5-928E-D66F-72F4636622D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1" name="Oval 1560">
                  <a:extLst>
                    <a:ext uri="{FF2B5EF4-FFF2-40B4-BE49-F238E27FC236}">
                      <a16:creationId xmlns:a16="http://schemas.microsoft.com/office/drawing/2014/main" id="{CF106CF5-216B-6DB2-765B-DAB7A6159FF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2" name="Oval 1561">
                  <a:extLst>
                    <a:ext uri="{FF2B5EF4-FFF2-40B4-BE49-F238E27FC236}">
                      <a16:creationId xmlns:a16="http://schemas.microsoft.com/office/drawing/2014/main" id="{6F4CEE2D-E185-0654-6339-0473AE35E98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3" name="Oval 1562">
                  <a:extLst>
                    <a:ext uri="{FF2B5EF4-FFF2-40B4-BE49-F238E27FC236}">
                      <a16:creationId xmlns:a16="http://schemas.microsoft.com/office/drawing/2014/main" id="{495E5A89-B46D-F7DF-3226-D0C19542895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4" name="Oval 1563">
                  <a:extLst>
                    <a:ext uri="{FF2B5EF4-FFF2-40B4-BE49-F238E27FC236}">
                      <a16:creationId xmlns:a16="http://schemas.microsoft.com/office/drawing/2014/main" id="{A572CC55-9904-104E-AF0C-7A1790131F5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9" name="Group 1538">
                <a:extLst>
                  <a:ext uri="{FF2B5EF4-FFF2-40B4-BE49-F238E27FC236}">
                    <a16:creationId xmlns:a16="http://schemas.microsoft.com/office/drawing/2014/main" id="{46E32A01-F74C-F084-91CB-6D5287C28961}"/>
                  </a:ext>
                </a:extLst>
              </p:cNvPr>
              <p:cNvGrpSpPr/>
              <p:nvPr/>
            </p:nvGrpSpPr>
            <p:grpSpPr>
              <a:xfrm rot="10800000">
                <a:off x="6484234" y="6015233"/>
                <a:ext cx="242005" cy="46723"/>
                <a:chOff x="7979724" y="3580291"/>
                <a:chExt cx="242005" cy="43678"/>
              </a:xfrm>
            </p:grpSpPr>
            <p:sp>
              <p:nvSpPr>
                <p:cNvPr id="1549" name="Oval 1548">
                  <a:extLst>
                    <a:ext uri="{FF2B5EF4-FFF2-40B4-BE49-F238E27FC236}">
                      <a16:creationId xmlns:a16="http://schemas.microsoft.com/office/drawing/2014/main" id="{D75A5E09-9BEB-8F88-BBDF-E298718C2C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0" name="Oval 1549">
                  <a:extLst>
                    <a:ext uri="{FF2B5EF4-FFF2-40B4-BE49-F238E27FC236}">
                      <a16:creationId xmlns:a16="http://schemas.microsoft.com/office/drawing/2014/main" id="{101D3A17-CFE6-0F78-134D-F003870E7FD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1" name="Oval 1550">
                  <a:extLst>
                    <a:ext uri="{FF2B5EF4-FFF2-40B4-BE49-F238E27FC236}">
                      <a16:creationId xmlns:a16="http://schemas.microsoft.com/office/drawing/2014/main" id="{75EA4D75-C5B1-7502-851A-C5B924877EF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2" name="Oval 1551">
                  <a:extLst>
                    <a:ext uri="{FF2B5EF4-FFF2-40B4-BE49-F238E27FC236}">
                      <a16:creationId xmlns:a16="http://schemas.microsoft.com/office/drawing/2014/main" id="{321FF723-2869-5340-59C0-76D4D3D1074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3" name="Oval 1552">
                  <a:extLst>
                    <a:ext uri="{FF2B5EF4-FFF2-40B4-BE49-F238E27FC236}">
                      <a16:creationId xmlns:a16="http://schemas.microsoft.com/office/drawing/2014/main" id="{7E625213-FFE4-DF92-A629-31D5AAFD92A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4" name="Oval 1553">
                  <a:extLst>
                    <a:ext uri="{FF2B5EF4-FFF2-40B4-BE49-F238E27FC236}">
                      <a16:creationId xmlns:a16="http://schemas.microsoft.com/office/drawing/2014/main" id="{FD7A2F32-6F18-608F-126E-0DD1353BF8B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5" name="Oval 1554">
                  <a:extLst>
                    <a:ext uri="{FF2B5EF4-FFF2-40B4-BE49-F238E27FC236}">
                      <a16:creationId xmlns:a16="http://schemas.microsoft.com/office/drawing/2014/main" id="{C450E702-2018-86DC-1FA3-19EDB1DB028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6" name="Oval 1555">
                  <a:extLst>
                    <a:ext uri="{FF2B5EF4-FFF2-40B4-BE49-F238E27FC236}">
                      <a16:creationId xmlns:a16="http://schemas.microsoft.com/office/drawing/2014/main" id="{9055BBE8-A16A-ED98-A760-7FB70033467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0" name="Group 1539">
                <a:extLst>
                  <a:ext uri="{FF2B5EF4-FFF2-40B4-BE49-F238E27FC236}">
                    <a16:creationId xmlns:a16="http://schemas.microsoft.com/office/drawing/2014/main" id="{5005D2D6-3555-2C95-60CF-4F1AB7D8DC97}"/>
                  </a:ext>
                </a:extLst>
              </p:cNvPr>
              <p:cNvGrpSpPr/>
              <p:nvPr/>
            </p:nvGrpSpPr>
            <p:grpSpPr>
              <a:xfrm>
                <a:off x="6413077" y="6016049"/>
                <a:ext cx="242005" cy="43678"/>
                <a:chOff x="7979724" y="3580291"/>
                <a:chExt cx="242005" cy="43678"/>
              </a:xfrm>
            </p:grpSpPr>
            <p:sp>
              <p:nvSpPr>
                <p:cNvPr id="1541" name="Oval 1540">
                  <a:extLst>
                    <a:ext uri="{FF2B5EF4-FFF2-40B4-BE49-F238E27FC236}">
                      <a16:creationId xmlns:a16="http://schemas.microsoft.com/office/drawing/2014/main" id="{9D192DBC-0DB7-A455-0566-62097FF6BAF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2" name="Oval 1541">
                  <a:extLst>
                    <a:ext uri="{FF2B5EF4-FFF2-40B4-BE49-F238E27FC236}">
                      <a16:creationId xmlns:a16="http://schemas.microsoft.com/office/drawing/2014/main" id="{E5560C7D-6729-627E-6331-38A2E4CE1D6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3" name="Oval 1542">
                  <a:extLst>
                    <a:ext uri="{FF2B5EF4-FFF2-40B4-BE49-F238E27FC236}">
                      <a16:creationId xmlns:a16="http://schemas.microsoft.com/office/drawing/2014/main" id="{148904C0-8D53-BFD1-6FB5-3DAAAB105C8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4" name="Oval 1543">
                  <a:extLst>
                    <a:ext uri="{FF2B5EF4-FFF2-40B4-BE49-F238E27FC236}">
                      <a16:creationId xmlns:a16="http://schemas.microsoft.com/office/drawing/2014/main" id="{616C44BF-31B2-8304-5C4C-D5198BA0C9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5" name="Oval 1544">
                  <a:extLst>
                    <a:ext uri="{FF2B5EF4-FFF2-40B4-BE49-F238E27FC236}">
                      <a16:creationId xmlns:a16="http://schemas.microsoft.com/office/drawing/2014/main" id="{D17B4AAE-8C80-11CA-3D09-0C07B607F83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6" name="Oval 1545">
                  <a:extLst>
                    <a:ext uri="{FF2B5EF4-FFF2-40B4-BE49-F238E27FC236}">
                      <a16:creationId xmlns:a16="http://schemas.microsoft.com/office/drawing/2014/main" id="{8749FA55-FC75-0CC0-34DF-B1B6887CF8D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7" name="Oval 1546">
                  <a:extLst>
                    <a:ext uri="{FF2B5EF4-FFF2-40B4-BE49-F238E27FC236}">
                      <a16:creationId xmlns:a16="http://schemas.microsoft.com/office/drawing/2014/main" id="{9AB21B4F-61C5-8932-347F-9AE69BD7CE8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8" name="Oval 1547">
                  <a:extLst>
                    <a:ext uri="{FF2B5EF4-FFF2-40B4-BE49-F238E27FC236}">
                      <a16:creationId xmlns:a16="http://schemas.microsoft.com/office/drawing/2014/main" id="{AD7A6B48-989B-3E90-7C8F-BE67C9F903A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5" name="Group 1024">
              <a:extLst>
                <a:ext uri="{FF2B5EF4-FFF2-40B4-BE49-F238E27FC236}">
                  <a16:creationId xmlns:a16="http://schemas.microsoft.com/office/drawing/2014/main" id="{663E14C5-88B1-09BC-89CA-352F596C9BC8}"/>
                </a:ext>
              </a:extLst>
            </p:cNvPr>
            <p:cNvGrpSpPr/>
            <p:nvPr/>
          </p:nvGrpSpPr>
          <p:grpSpPr>
            <a:xfrm>
              <a:off x="8884216" y="2244666"/>
              <a:ext cx="971545" cy="53915"/>
              <a:chOff x="5754694" y="6008041"/>
              <a:chExt cx="971545" cy="53915"/>
            </a:xfrm>
          </p:grpSpPr>
          <p:grpSp>
            <p:nvGrpSpPr>
              <p:cNvPr id="1461" name="Group 1460">
                <a:extLst>
                  <a:ext uri="{FF2B5EF4-FFF2-40B4-BE49-F238E27FC236}">
                    <a16:creationId xmlns:a16="http://schemas.microsoft.com/office/drawing/2014/main" id="{DB625020-2F17-085E-452A-2FE5EEBE68A5}"/>
                  </a:ext>
                </a:extLst>
              </p:cNvPr>
              <p:cNvGrpSpPr/>
              <p:nvPr/>
            </p:nvGrpSpPr>
            <p:grpSpPr>
              <a:xfrm rot="10800000">
                <a:off x="5825851" y="6008041"/>
                <a:ext cx="242005" cy="46723"/>
                <a:chOff x="7979724" y="3580291"/>
                <a:chExt cx="242005" cy="43678"/>
              </a:xfrm>
            </p:grpSpPr>
            <p:sp>
              <p:nvSpPr>
                <p:cNvPr id="1525" name="Oval 1524">
                  <a:extLst>
                    <a:ext uri="{FF2B5EF4-FFF2-40B4-BE49-F238E27FC236}">
                      <a16:creationId xmlns:a16="http://schemas.microsoft.com/office/drawing/2014/main" id="{5A669804-C591-2435-CBA7-E86C6ABEA5C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6" name="Oval 1525">
                  <a:extLst>
                    <a:ext uri="{FF2B5EF4-FFF2-40B4-BE49-F238E27FC236}">
                      <a16:creationId xmlns:a16="http://schemas.microsoft.com/office/drawing/2014/main" id="{7FBE6813-9ADD-D658-8CB1-6048BD97315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7" name="Oval 1526">
                  <a:extLst>
                    <a:ext uri="{FF2B5EF4-FFF2-40B4-BE49-F238E27FC236}">
                      <a16:creationId xmlns:a16="http://schemas.microsoft.com/office/drawing/2014/main" id="{EC2FC411-8F23-0B8C-5682-F007813AC8C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8" name="Oval 1527">
                  <a:extLst>
                    <a:ext uri="{FF2B5EF4-FFF2-40B4-BE49-F238E27FC236}">
                      <a16:creationId xmlns:a16="http://schemas.microsoft.com/office/drawing/2014/main" id="{BD97F19A-6F5E-0824-E0AC-024DB263819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9" name="Oval 1528">
                  <a:extLst>
                    <a:ext uri="{FF2B5EF4-FFF2-40B4-BE49-F238E27FC236}">
                      <a16:creationId xmlns:a16="http://schemas.microsoft.com/office/drawing/2014/main" id="{97E4B2C9-4652-6E0C-73A2-D8F47A78BA2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0" name="Oval 1529">
                  <a:extLst>
                    <a:ext uri="{FF2B5EF4-FFF2-40B4-BE49-F238E27FC236}">
                      <a16:creationId xmlns:a16="http://schemas.microsoft.com/office/drawing/2014/main" id="{6F4287C0-E261-0F49-F7A8-CC04911CBA6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1" name="Oval 1530">
                  <a:extLst>
                    <a:ext uri="{FF2B5EF4-FFF2-40B4-BE49-F238E27FC236}">
                      <a16:creationId xmlns:a16="http://schemas.microsoft.com/office/drawing/2014/main" id="{04E76D51-51A4-3F08-D909-C1984AF1D0B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2" name="Oval 1531">
                  <a:extLst>
                    <a:ext uri="{FF2B5EF4-FFF2-40B4-BE49-F238E27FC236}">
                      <a16:creationId xmlns:a16="http://schemas.microsoft.com/office/drawing/2014/main" id="{C7C0B9B8-2991-EA7A-171C-ED4796F4517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2" name="Group 1461">
                <a:extLst>
                  <a:ext uri="{FF2B5EF4-FFF2-40B4-BE49-F238E27FC236}">
                    <a16:creationId xmlns:a16="http://schemas.microsoft.com/office/drawing/2014/main" id="{74DADDFA-9EC3-F812-4BD6-5422B4965098}"/>
                  </a:ext>
                </a:extLst>
              </p:cNvPr>
              <p:cNvGrpSpPr/>
              <p:nvPr/>
            </p:nvGrpSpPr>
            <p:grpSpPr>
              <a:xfrm>
                <a:off x="5754694" y="6008857"/>
                <a:ext cx="242005" cy="43678"/>
                <a:chOff x="7979724" y="3580291"/>
                <a:chExt cx="242005" cy="43678"/>
              </a:xfrm>
            </p:grpSpPr>
            <p:sp>
              <p:nvSpPr>
                <p:cNvPr id="1517" name="Oval 1516">
                  <a:extLst>
                    <a:ext uri="{FF2B5EF4-FFF2-40B4-BE49-F238E27FC236}">
                      <a16:creationId xmlns:a16="http://schemas.microsoft.com/office/drawing/2014/main" id="{F0E60CC0-D5BB-07F3-B55C-218D33977F9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8" name="Oval 1517">
                  <a:extLst>
                    <a:ext uri="{FF2B5EF4-FFF2-40B4-BE49-F238E27FC236}">
                      <a16:creationId xmlns:a16="http://schemas.microsoft.com/office/drawing/2014/main" id="{E028BA69-9FF6-7E08-E307-47CBFFA6463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9" name="Oval 1518">
                  <a:extLst>
                    <a:ext uri="{FF2B5EF4-FFF2-40B4-BE49-F238E27FC236}">
                      <a16:creationId xmlns:a16="http://schemas.microsoft.com/office/drawing/2014/main" id="{7920AFF5-A667-9144-D384-E1E12BEF42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0" name="Oval 1519">
                  <a:extLst>
                    <a:ext uri="{FF2B5EF4-FFF2-40B4-BE49-F238E27FC236}">
                      <a16:creationId xmlns:a16="http://schemas.microsoft.com/office/drawing/2014/main" id="{41716775-0DC5-2A60-9FCB-196EC7C893E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1" name="Oval 1520">
                  <a:extLst>
                    <a:ext uri="{FF2B5EF4-FFF2-40B4-BE49-F238E27FC236}">
                      <a16:creationId xmlns:a16="http://schemas.microsoft.com/office/drawing/2014/main" id="{8C7C851C-78CA-B443-4BE2-7DB8164471E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2" name="Oval 1521">
                  <a:extLst>
                    <a:ext uri="{FF2B5EF4-FFF2-40B4-BE49-F238E27FC236}">
                      <a16:creationId xmlns:a16="http://schemas.microsoft.com/office/drawing/2014/main" id="{752D2C11-80F8-2BBB-EFBE-CA0E543CAFD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3" name="Oval 1522">
                  <a:extLst>
                    <a:ext uri="{FF2B5EF4-FFF2-40B4-BE49-F238E27FC236}">
                      <a16:creationId xmlns:a16="http://schemas.microsoft.com/office/drawing/2014/main" id="{8A37F20F-6A0F-3C2C-A8A6-D9E2C22C79F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4" name="Oval 1523">
                  <a:extLst>
                    <a:ext uri="{FF2B5EF4-FFF2-40B4-BE49-F238E27FC236}">
                      <a16:creationId xmlns:a16="http://schemas.microsoft.com/office/drawing/2014/main" id="{1DB4BB61-665B-EAAA-4BCD-8EEAB4FA61D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3" name="Group 1462">
                <a:extLst>
                  <a:ext uri="{FF2B5EF4-FFF2-40B4-BE49-F238E27FC236}">
                    <a16:creationId xmlns:a16="http://schemas.microsoft.com/office/drawing/2014/main" id="{0486739B-A7E0-6C8B-0EAE-C42964FFB61E}"/>
                  </a:ext>
                </a:extLst>
              </p:cNvPr>
              <p:cNvGrpSpPr/>
              <p:nvPr/>
            </p:nvGrpSpPr>
            <p:grpSpPr>
              <a:xfrm rot="10800000">
                <a:off x="6066894" y="6011217"/>
                <a:ext cx="242005" cy="46723"/>
                <a:chOff x="7979724" y="3580291"/>
                <a:chExt cx="242005" cy="43678"/>
              </a:xfrm>
            </p:grpSpPr>
            <p:sp>
              <p:nvSpPr>
                <p:cNvPr id="1509" name="Oval 1508">
                  <a:extLst>
                    <a:ext uri="{FF2B5EF4-FFF2-40B4-BE49-F238E27FC236}">
                      <a16:creationId xmlns:a16="http://schemas.microsoft.com/office/drawing/2014/main" id="{63DD0623-05B0-0744-30C9-FC2BECA2BCC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0" name="Oval 1509">
                  <a:extLst>
                    <a:ext uri="{FF2B5EF4-FFF2-40B4-BE49-F238E27FC236}">
                      <a16:creationId xmlns:a16="http://schemas.microsoft.com/office/drawing/2014/main" id="{FACD1561-A441-7004-7388-A6A7EBD52C7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1" name="Oval 1510">
                  <a:extLst>
                    <a:ext uri="{FF2B5EF4-FFF2-40B4-BE49-F238E27FC236}">
                      <a16:creationId xmlns:a16="http://schemas.microsoft.com/office/drawing/2014/main" id="{5255BF12-EB9C-5221-AE1E-3CDEF5C2AB3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2" name="Oval 1511">
                  <a:extLst>
                    <a:ext uri="{FF2B5EF4-FFF2-40B4-BE49-F238E27FC236}">
                      <a16:creationId xmlns:a16="http://schemas.microsoft.com/office/drawing/2014/main" id="{D3C721D1-F48F-D58B-D6DC-C1DB68176F7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3" name="Oval 1512">
                  <a:extLst>
                    <a:ext uri="{FF2B5EF4-FFF2-40B4-BE49-F238E27FC236}">
                      <a16:creationId xmlns:a16="http://schemas.microsoft.com/office/drawing/2014/main" id="{FC495552-A2E5-FDC0-2707-C6DE2FDC430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4" name="Oval 1513">
                  <a:extLst>
                    <a:ext uri="{FF2B5EF4-FFF2-40B4-BE49-F238E27FC236}">
                      <a16:creationId xmlns:a16="http://schemas.microsoft.com/office/drawing/2014/main" id="{4915ED27-8C22-BA21-4B59-1E8AB52372F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5" name="Oval 1514">
                  <a:extLst>
                    <a:ext uri="{FF2B5EF4-FFF2-40B4-BE49-F238E27FC236}">
                      <a16:creationId xmlns:a16="http://schemas.microsoft.com/office/drawing/2014/main" id="{77B6BEF0-3CA0-82E2-0ADB-7E8E0B8D67F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6" name="Oval 1515">
                  <a:extLst>
                    <a:ext uri="{FF2B5EF4-FFF2-40B4-BE49-F238E27FC236}">
                      <a16:creationId xmlns:a16="http://schemas.microsoft.com/office/drawing/2014/main" id="{ADDA90D4-65AE-1644-1244-D3F09DB93D7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4" name="Group 1463">
                <a:extLst>
                  <a:ext uri="{FF2B5EF4-FFF2-40B4-BE49-F238E27FC236}">
                    <a16:creationId xmlns:a16="http://schemas.microsoft.com/office/drawing/2014/main" id="{C47EEB0F-2084-3CD6-261C-656518619E83}"/>
                  </a:ext>
                </a:extLst>
              </p:cNvPr>
              <p:cNvGrpSpPr/>
              <p:nvPr/>
            </p:nvGrpSpPr>
            <p:grpSpPr>
              <a:xfrm rot="11689693">
                <a:off x="5995737" y="6012033"/>
                <a:ext cx="242005" cy="43678"/>
                <a:chOff x="7979724" y="3580291"/>
                <a:chExt cx="242005" cy="43678"/>
              </a:xfrm>
            </p:grpSpPr>
            <p:sp>
              <p:nvSpPr>
                <p:cNvPr id="1501" name="Oval 1500">
                  <a:extLst>
                    <a:ext uri="{FF2B5EF4-FFF2-40B4-BE49-F238E27FC236}">
                      <a16:creationId xmlns:a16="http://schemas.microsoft.com/office/drawing/2014/main" id="{522871CC-85AE-7264-FB86-565D723E792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2" name="Oval 1501">
                  <a:extLst>
                    <a:ext uri="{FF2B5EF4-FFF2-40B4-BE49-F238E27FC236}">
                      <a16:creationId xmlns:a16="http://schemas.microsoft.com/office/drawing/2014/main" id="{873420AA-54F3-D3EC-6D13-BEE1BBB489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3" name="Oval 1502">
                  <a:extLst>
                    <a:ext uri="{FF2B5EF4-FFF2-40B4-BE49-F238E27FC236}">
                      <a16:creationId xmlns:a16="http://schemas.microsoft.com/office/drawing/2014/main" id="{5E6780D4-F9F7-FA63-4A22-148B14F305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4" name="Oval 1503">
                  <a:extLst>
                    <a:ext uri="{FF2B5EF4-FFF2-40B4-BE49-F238E27FC236}">
                      <a16:creationId xmlns:a16="http://schemas.microsoft.com/office/drawing/2014/main" id="{1AC6BFBA-5FE1-957B-B106-CCF9C616CFC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5" name="Oval 1504">
                  <a:extLst>
                    <a:ext uri="{FF2B5EF4-FFF2-40B4-BE49-F238E27FC236}">
                      <a16:creationId xmlns:a16="http://schemas.microsoft.com/office/drawing/2014/main" id="{A6CBA6C3-5B20-2C57-53C1-986E438AF46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6" name="Oval 1505">
                  <a:extLst>
                    <a:ext uri="{FF2B5EF4-FFF2-40B4-BE49-F238E27FC236}">
                      <a16:creationId xmlns:a16="http://schemas.microsoft.com/office/drawing/2014/main" id="{FF79FA4E-018A-40A7-CD1B-F534FA170B5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7" name="Oval 1506">
                  <a:extLst>
                    <a:ext uri="{FF2B5EF4-FFF2-40B4-BE49-F238E27FC236}">
                      <a16:creationId xmlns:a16="http://schemas.microsoft.com/office/drawing/2014/main" id="{6753501B-D42C-0570-43D7-71A88D69F5E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8" name="Oval 1507">
                  <a:extLst>
                    <a:ext uri="{FF2B5EF4-FFF2-40B4-BE49-F238E27FC236}">
                      <a16:creationId xmlns:a16="http://schemas.microsoft.com/office/drawing/2014/main" id="{21B435BD-A8A1-2282-DA8B-3BD86F5B48B3}"/>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5" name="Group 1464">
                <a:extLst>
                  <a:ext uri="{FF2B5EF4-FFF2-40B4-BE49-F238E27FC236}">
                    <a16:creationId xmlns:a16="http://schemas.microsoft.com/office/drawing/2014/main" id="{7C55B93F-0D6E-3364-D5BE-C41F5C0E9CF6}"/>
                  </a:ext>
                </a:extLst>
              </p:cNvPr>
              <p:cNvGrpSpPr/>
              <p:nvPr/>
            </p:nvGrpSpPr>
            <p:grpSpPr>
              <a:xfrm rot="21292958">
                <a:off x="6243191" y="6012057"/>
                <a:ext cx="242005" cy="46723"/>
                <a:chOff x="7979724" y="3580291"/>
                <a:chExt cx="242005" cy="43678"/>
              </a:xfrm>
            </p:grpSpPr>
            <p:sp>
              <p:nvSpPr>
                <p:cNvPr id="1493" name="Oval 1492">
                  <a:extLst>
                    <a:ext uri="{FF2B5EF4-FFF2-40B4-BE49-F238E27FC236}">
                      <a16:creationId xmlns:a16="http://schemas.microsoft.com/office/drawing/2014/main" id="{405B968B-A59A-6172-85E7-37E32AD0AE6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4" name="Oval 1493">
                  <a:extLst>
                    <a:ext uri="{FF2B5EF4-FFF2-40B4-BE49-F238E27FC236}">
                      <a16:creationId xmlns:a16="http://schemas.microsoft.com/office/drawing/2014/main" id="{75C96025-A0CC-AE7E-3581-7115794FE65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5" name="Oval 1494">
                  <a:extLst>
                    <a:ext uri="{FF2B5EF4-FFF2-40B4-BE49-F238E27FC236}">
                      <a16:creationId xmlns:a16="http://schemas.microsoft.com/office/drawing/2014/main" id="{29E03087-6C7B-6EBA-E9DB-AE9D66F6060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6" name="Oval 1495">
                  <a:extLst>
                    <a:ext uri="{FF2B5EF4-FFF2-40B4-BE49-F238E27FC236}">
                      <a16:creationId xmlns:a16="http://schemas.microsoft.com/office/drawing/2014/main" id="{AED3A83C-7F1C-D406-10EA-6F847F80ED3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7" name="Oval 1496">
                  <a:extLst>
                    <a:ext uri="{FF2B5EF4-FFF2-40B4-BE49-F238E27FC236}">
                      <a16:creationId xmlns:a16="http://schemas.microsoft.com/office/drawing/2014/main" id="{32D4C883-0E28-81A8-8AFF-ABA51893FE1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8" name="Oval 1497">
                  <a:extLst>
                    <a:ext uri="{FF2B5EF4-FFF2-40B4-BE49-F238E27FC236}">
                      <a16:creationId xmlns:a16="http://schemas.microsoft.com/office/drawing/2014/main" id="{2664C792-40A1-4918-BBC8-CD739215222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9" name="Oval 1498">
                  <a:extLst>
                    <a:ext uri="{FF2B5EF4-FFF2-40B4-BE49-F238E27FC236}">
                      <a16:creationId xmlns:a16="http://schemas.microsoft.com/office/drawing/2014/main" id="{445FE08B-9F78-25AD-F2DD-4039724012D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0" name="Oval 1499">
                  <a:extLst>
                    <a:ext uri="{FF2B5EF4-FFF2-40B4-BE49-F238E27FC236}">
                      <a16:creationId xmlns:a16="http://schemas.microsoft.com/office/drawing/2014/main" id="{BF2FFE14-D356-80BE-6075-C0B029EEF9D7}"/>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6" name="Group 1465">
                <a:extLst>
                  <a:ext uri="{FF2B5EF4-FFF2-40B4-BE49-F238E27FC236}">
                    <a16:creationId xmlns:a16="http://schemas.microsoft.com/office/drawing/2014/main" id="{2BA24988-FC87-4E38-3262-2B0717139B7E}"/>
                  </a:ext>
                </a:extLst>
              </p:cNvPr>
              <p:cNvGrpSpPr/>
              <p:nvPr/>
            </p:nvGrpSpPr>
            <p:grpSpPr>
              <a:xfrm>
                <a:off x="6172034" y="6012873"/>
                <a:ext cx="242005" cy="43678"/>
                <a:chOff x="7979724" y="3580291"/>
                <a:chExt cx="242005" cy="43678"/>
              </a:xfrm>
            </p:grpSpPr>
            <p:sp>
              <p:nvSpPr>
                <p:cNvPr id="1485" name="Oval 1484">
                  <a:extLst>
                    <a:ext uri="{FF2B5EF4-FFF2-40B4-BE49-F238E27FC236}">
                      <a16:creationId xmlns:a16="http://schemas.microsoft.com/office/drawing/2014/main" id="{4804C7F2-9D69-A13F-F6F4-0D19BE6461D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6" name="Oval 1485">
                  <a:extLst>
                    <a:ext uri="{FF2B5EF4-FFF2-40B4-BE49-F238E27FC236}">
                      <a16:creationId xmlns:a16="http://schemas.microsoft.com/office/drawing/2014/main" id="{636DEFA3-B7AE-867F-9883-A14AE225F54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7" name="Oval 1486">
                  <a:extLst>
                    <a:ext uri="{FF2B5EF4-FFF2-40B4-BE49-F238E27FC236}">
                      <a16:creationId xmlns:a16="http://schemas.microsoft.com/office/drawing/2014/main" id="{241C2C0C-54B9-D237-0292-E33204013C2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8" name="Oval 1487">
                  <a:extLst>
                    <a:ext uri="{FF2B5EF4-FFF2-40B4-BE49-F238E27FC236}">
                      <a16:creationId xmlns:a16="http://schemas.microsoft.com/office/drawing/2014/main" id="{94C6DA75-44D5-E86A-A9BE-9CE3330A56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9" name="Oval 1488">
                  <a:extLst>
                    <a:ext uri="{FF2B5EF4-FFF2-40B4-BE49-F238E27FC236}">
                      <a16:creationId xmlns:a16="http://schemas.microsoft.com/office/drawing/2014/main" id="{7E4D7994-1BD4-2BFC-D0A2-E77D4137408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0" name="Oval 1489">
                  <a:extLst>
                    <a:ext uri="{FF2B5EF4-FFF2-40B4-BE49-F238E27FC236}">
                      <a16:creationId xmlns:a16="http://schemas.microsoft.com/office/drawing/2014/main" id="{16589C00-CEC4-6655-6EF9-26063C98987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1" name="Oval 1490">
                  <a:extLst>
                    <a:ext uri="{FF2B5EF4-FFF2-40B4-BE49-F238E27FC236}">
                      <a16:creationId xmlns:a16="http://schemas.microsoft.com/office/drawing/2014/main" id="{7E6E485B-9C87-B08D-F698-673DE2DDD6D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2" name="Oval 1491">
                  <a:extLst>
                    <a:ext uri="{FF2B5EF4-FFF2-40B4-BE49-F238E27FC236}">
                      <a16:creationId xmlns:a16="http://schemas.microsoft.com/office/drawing/2014/main" id="{DE4DCFDE-C08E-1CCB-DD51-8AE2B491B9D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7" name="Group 1466">
                <a:extLst>
                  <a:ext uri="{FF2B5EF4-FFF2-40B4-BE49-F238E27FC236}">
                    <a16:creationId xmlns:a16="http://schemas.microsoft.com/office/drawing/2014/main" id="{6057A482-BE77-01BD-AD70-BED06ABFC7AC}"/>
                  </a:ext>
                </a:extLst>
              </p:cNvPr>
              <p:cNvGrpSpPr/>
              <p:nvPr/>
            </p:nvGrpSpPr>
            <p:grpSpPr>
              <a:xfrm rot="10800000">
                <a:off x="6484234" y="6015233"/>
                <a:ext cx="242005" cy="46723"/>
                <a:chOff x="7979724" y="3580291"/>
                <a:chExt cx="242005" cy="43678"/>
              </a:xfrm>
            </p:grpSpPr>
            <p:sp>
              <p:nvSpPr>
                <p:cNvPr id="1477" name="Oval 1476">
                  <a:extLst>
                    <a:ext uri="{FF2B5EF4-FFF2-40B4-BE49-F238E27FC236}">
                      <a16:creationId xmlns:a16="http://schemas.microsoft.com/office/drawing/2014/main" id="{9284EA2E-BE9D-128E-2AB9-B89AB57F3C0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8" name="Oval 1477">
                  <a:extLst>
                    <a:ext uri="{FF2B5EF4-FFF2-40B4-BE49-F238E27FC236}">
                      <a16:creationId xmlns:a16="http://schemas.microsoft.com/office/drawing/2014/main" id="{ABB640C3-17AA-689C-8417-18C01C5406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9" name="Oval 1478">
                  <a:extLst>
                    <a:ext uri="{FF2B5EF4-FFF2-40B4-BE49-F238E27FC236}">
                      <a16:creationId xmlns:a16="http://schemas.microsoft.com/office/drawing/2014/main" id="{012F499E-D236-3492-2950-4044E0220DA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0" name="Oval 1479">
                  <a:extLst>
                    <a:ext uri="{FF2B5EF4-FFF2-40B4-BE49-F238E27FC236}">
                      <a16:creationId xmlns:a16="http://schemas.microsoft.com/office/drawing/2014/main" id="{51FACB67-AED7-0E5D-A77B-72002A17EDA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1" name="Oval 1480">
                  <a:extLst>
                    <a:ext uri="{FF2B5EF4-FFF2-40B4-BE49-F238E27FC236}">
                      <a16:creationId xmlns:a16="http://schemas.microsoft.com/office/drawing/2014/main" id="{65E849E6-42C9-34EE-6F8F-D99186DD706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2" name="Oval 1481">
                  <a:extLst>
                    <a:ext uri="{FF2B5EF4-FFF2-40B4-BE49-F238E27FC236}">
                      <a16:creationId xmlns:a16="http://schemas.microsoft.com/office/drawing/2014/main" id="{63278CF4-505D-D0A3-BAB6-20572139670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3" name="Oval 1482">
                  <a:extLst>
                    <a:ext uri="{FF2B5EF4-FFF2-40B4-BE49-F238E27FC236}">
                      <a16:creationId xmlns:a16="http://schemas.microsoft.com/office/drawing/2014/main" id="{4EB63F4F-7806-7366-DD91-3336D6C8922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4" name="Oval 1483">
                  <a:extLst>
                    <a:ext uri="{FF2B5EF4-FFF2-40B4-BE49-F238E27FC236}">
                      <a16:creationId xmlns:a16="http://schemas.microsoft.com/office/drawing/2014/main" id="{FAAA21DB-7989-25BB-CD6F-6C47FCBD444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8" name="Group 1467">
                <a:extLst>
                  <a:ext uri="{FF2B5EF4-FFF2-40B4-BE49-F238E27FC236}">
                    <a16:creationId xmlns:a16="http://schemas.microsoft.com/office/drawing/2014/main" id="{61F665CC-36DB-16DB-4ED1-59DF2623A0CD}"/>
                  </a:ext>
                </a:extLst>
              </p:cNvPr>
              <p:cNvGrpSpPr/>
              <p:nvPr/>
            </p:nvGrpSpPr>
            <p:grpSpPr>
              <a:xfrm>
                <a:off x="6413077" y="6016049"/>
                <a:ext cx="242005" cy="43678"/>
                <a:chOff x="7979724" y="3580291"/>
                <a:chExt cx="242005" cy="43678"/>
              </a:xfrm>
            </p:grpSpPr>
            <p:sp>
              <p:nvSpPr>
                <p:cNvPr id="1469" name="Oval 1468">
                  <a:extLst>
                    <a:ext uri="{FF2B5EF4-FFF2-40B4-BE49-F238E27FC236}">
                      <a16:creationId xmlns:a16="http://schemas.microsoft.com/office/drawing/2014/main" id="{D3B2E663-ABE6-1607-3760-F6383637409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0" name="Oval 1469">
                  <a:extLst>
                    <a:ext uri="{FF2B5EF4-FFF2-40B4-BE49-F238E27FC236}">
                      <a16:creationId xmlns:a16="http://schemas.microsoft.com/office/drawing/2014/main" id="{B0B1298C-6E50-223C-A692-179A057B416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Oval 1470">
                  <a:extLst>
                    <a:ext uri="{FF2B5EF4-FFF2-40B4-BE49-F238E27FC236}">
                      <a16:creationId xmlns:a16="http://schemas.microsoft.com/office/drawing/2014/main" id="{8D90EF1A-4354-5E89-684A-5F221E8122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2" name="Oval 1471">
                  <a:extLst>
                    <a:ext uri="{FF2B5EF4-FFF2-40B4-BE49-F238E27FC236}">
                      <a16:creationId xmlns:a16="http://schemas.microsoft.com/office/drawing/2014/main" id="{DF62CB11-11A2-D991-F012-AE822A0D130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3" name="Oval 1472">
                  <a:extLst>
                    <a:ext uri="{FF2B5EF4-FFF2-40B4-BE49-F238E27FC236}">
                      <a16:creationId xmlns:a16="http://schemas.microsoft.com/office/drawing/2014/main" id="{107206A7-7939-0E30-570D-EA423A8DFE7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4" name="Oval 1473">
                  <a:extLst>
                    <a:ext uri="{FF2B5EF4-FFF2-40B4-BE49-F238E27FC236}">
                      <a16:creationId xmlns:a16="http://schemas.microsoft.com/office/drawing/2014/main" id="{736F244F-9093-D6B0-F245-AB25E526636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5" name="Oval 1474">
                  <a:extLst>
                    <a:ext uri="{FF2B5EF4-FFF2-40B4-BE49-F238E27FC236}">
                      <a16:creationId xmlns:a16="http://schemas.microsoft.com/office/drawing/2014/main" id="{65AAEACF-CC26-E1AA-9CFA-828855773074}"/>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6" name="Oval 1475">
                  <a:extLst>
                    <a:ext uri="{FF2B5EF4-FFF2-40B4-BE49-F238E27FC236}">
                      <a16:creationId xmlns:a16="http://schemas.microsoft.com/office/drawing/2014/main" id="{81A5457E-3848-8DFD-2825-B9FE5350AC3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6" name="Group 1025">
              <a:extLst>
                <a:ext uri="{FF2B5EF4-FFF2-40B4-BE49-F238E27FC236}">
                  <a16:creationId xmlns:a16="http://schemas.microsoft.com/office/drawing/2014/main" id="{A01CB16C-3D9A-AE29-E3C9-86D3BD354D81}"/>
                </a:ext>
              </a:extLst>
            </p:cNvPr>
            <p:cNvGrpSpPr/>
            <p:nvPr/>
          </p:nvGrpSpPr>
          <p:grpSpPr>
            <a:xfrm>
              <a:off x="8621455" y="2533736"/>
              <a:ext cx="971545" cy="53915"/>
              <a:chOff x="5754694" y="6008041"/>
              <a:chExt cx="971545" cy="53915"/>
            </a:xfrm>
          </p:grpSpPr>
          <p:grpSp>
            <p:nvGrpSpPr>
              <p:cNvPr id="1389" name="Group 1388">
                <a:extLst>
                  <a:ext uri="{FF2B5EF4-FFF2-40B4-BE49-F238E27FC236}">
                    <a16:creationId xmlns:a16="http://schemas.microsoft.com/office/drawing/2014/main" id="{A1F89872-287D-907C-689A-29758EADFEBC}"/>
                  </a:ext>
                </a:extLst>
              </p:cNvPr>
              <p:cNvGrpSpPr/>
              <p:nvPr/>
            </p:nvGrpSpPr>
            <p:grpSpPr>
              <a:xfrm rot="10800000">
                <a:off x="5825851" y="6008041"/>
                <a:ext cx="242005" cy="46723"/>
                <a:chOff x="7979724" y="3580291"/>
                <a:chExt cx="242005" cy="43678"/>
              </a:xfrm>
            </p:grpSpPr>
            <p:sp>
              <p:nvSpPr>
                <p:cNvPr id="1453" name="Oval 1452">
                  <a:extLst>
                    <a:ext uri="{FF2B5EF4-FFF2-40B4-BE49-F238E27FC236}">
                      <a16:creationId xmlns:a16="http://schemas.microsoft.com/office/drawing/2014/main" id="{5124C063-3AA5-1E6E-DFC7-6861C18C22D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4" name="Oval 1453">
                  <a:extLst>
                    <a:ext uri="{FF2B5EF4-FFF2-40B4-BE49-F238E27FC236}">
                      <a16:creationId xmlns:a16="http://schemas.microsoft.com/office/drawing/2014/main" id="{F4A97897-3C81-8446-621A-E4A71E709BD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5" name="Oval 1454">
                  <a:extLst>
                    <a:ext uri="{FF2B5EF4-FFF2-40B4-BE49-F238E27FC236}">
                      <a16:creationId xmlns:a16="http://schemas.microsoft.com/office/drawing/2014/main" id="{03B3E060-46B3-A244-9254-A2249F88488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6" name="Oval 1455">
                  <a:extLst>
                    <a:ext uri="{FF2B5EF4-FFF2-40B4-BE49-F238E27FC236}">
                      <a16:creationId xmlns:a16="http://schemas.microsoft.com/office/drawing/2014/main" id="{16CD9C3C-60C1-9392-69E6-ECC365FF815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7" name="Oval 1456">
                  <a:extLst>
                    <a:ext uri="{FF2B5EF4-FFF2-40B4-BE49-F238E27FC236}">
                      <a16:creationId xmlns:a16="http://schemas.microsoft.com/office/drawing/2014/main" id="{52D4D669-80F9-83A5-B740-AAB374C3721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8" name="Oval 1457">
                  <a:extLst>
                    <a:ext uri="{FF2B5EF4-FFF2-40B4-BE49-F238E27FC236}">
                      <a16:creationId xmlns:a16="http://schemas.microsoft.com/office/drawing/2014/main" id="{1112B4F5-969B-2832-1B05-D0F211D0C4D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9" name="Oval 1458">
                  <a:extLst>
                    <a:ext uri="{FF2B5EF4-FFF2-40B4-BE49-F238E27FC236}">
                      <a16:creationId xmlns:a16="http://schemas.microsoft.com/office/drawing/2014/main" id="{E84026BF-43D5-0DAA-6532-C0F72527FA1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0" name="Oval 1459">
                  <a:extLst>
                    <a:ext uri="{FF2B5EF4-FFF2-40B4-BE49-F238E27FC236}">
                      <a16:creationId xmlns:a16="http://schemas.microsoft.com/office/drawing/2014/main" id="{F344A3C7-9FCB-6089-B23E-9F9C67B4944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0" name="Group 1389">
                <a:extLst>
                  <a:ext uri="{FF2B5EF4-FFF2-40B4-BE49-F238E27FC236}">
                    <a16:creationId xmlns:a16="http://schemas.microsoft.com/office/drawing/2014/main" id="{29F6D291-19B2-C117-7A56-6C43CA769E3C}"/>
                  </a:ext>
                </a:extLst>
              </p:cNvPr>
              <p:cNvGrpSpPr/>
              <p:nvPr/>
            </p:nvGrpSpPr>
            <p:grpSpPr>
              <a:xfrm>
                <a:off x="5754694" y="6008857"/>
                <a:ext cx="242005" cy="43678"/>
                <a:chOff x="7979724" y="3580291"/>
                <a:chExt cx="242005" cy="43678"/>
              </a:xfrm>
            </p:grpSpPr>
            <p:sp>
              <p:nvSpPr>
                <p:cNvPr id="1445" name="Oval 1444">
                  <a:extLst>
                    <a:ext uri="{FF2B5EF4-FFF2-40B4-BE49-F238E27FC236}">
                      <a16:creationId xmlns:a16="http://schemas.microsoft.com/office/drawing/2014/main" id="{C9FAD9C0-0730-C3DF-4CEB-9077DB68E98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6" name="Oval 1445">
                  <a:extLst>
                    <a:ext uri="{FF2B5EF4-FFF2-40B4-BE49-F238E27FC236}">
                      <a16:creationId xmlns:a16="http://schemas.microsoft.com/office/drawing/2014/main" id="{AC0EBD72-4F5B-8431-8818-A9757F0E016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7" name="Oval 1446">
                  <a:extLst>
                    <a:ext uri="{FF2B5EF4-FFF2-40B4-BE49-F238E27FC236}">
                      <a16:creationId xmlns:a16="http://schemas.microsoft.com/office/drawing/2014/main" id="{2B15E28A-8773-75BE-C141-41C4D9B0F5D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8" name="Oval 1447">
                  <a:extLst>
                    <a:ext uri="{FF2B5EF4-FFF2-40B4-BE49-F238E27FC236}">
                      <a16:creationId xmlns:a16="http://schemas.microsoft.com/office/drawing/2014/main" id="{9337071B-AAEF-FB6D-E605-9BB5DA22E75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9" name="Oval 1448">
                  <a:extLst>
                    <a:ext uri="{FF2B5EF4-FFF2-40B4-BE49-F238E27FC236}">
                      <a16:creationId xmlns:a16="http://schemas.microsoft.com/office/drawing/2014/main" id="{42081DCF-8471-1373-79D1-09A6B7B84E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0" name="Oval 1449">
                  <a:extLst>
                    <a:ext uri="{FF2B5EF4-FFF2-40B4-BE49-F238E27FC236}">
                      <a16:creationId xmlns:a16="http://schemas.microsoft.com/office/drawing/2014/main" id="{9AE2B807-B5FE-3BA4-120C-FE4373EA524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1" name="Oval 1450">
                  <a:extLst>
                    <a:ext uri="{FF2B5EF4-FFF2-40B4-BE49-F238E27FC236}">
                      <a16:creationId xmlns:a16="http://schemas.microsoft.com/office/drawing/2014/main" id="{C3AC017B-9AE7-0579-7852-8033270203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2" name="Oval 1451">
                  <a:extLst>
                    <a:ext uri="{FF2B5EF4-FFF2-40B4-BE49-F238E27FC236}">
                      <a16:creationId xmlns:a16="http://schemas.microsoft.com/office/drawing/2014/main" id="{562C3A0B-2A1F-606A-4786-D501BFA1960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1" name="Group 1390">
                <a:extLst>
                  <a:ext uri="{FF2B5EF4-FFF2-40B4-BE49-F238E27FC236}">
                    <a16:creationId xmlns:a16="http://schemas.microsoft.com/office/drawing/2014/main" id="{7C23AEA2-92D8-FF21-6852-273BCD9E7047}"/>
                  </a:ext>
                </a:extLst>
              </p:cNvPr>
              <p:cNvGrpSpPr/>
              <p:nvPr/>
            </p:nvGrpSpPr>
            <p:grpSpPr>
              <a:xfrm rot="10800000">
                <a:off x="6066894" y="6011217"/>
                <a:ext cx="242005" cy="46723"/>
                <a:chOff x="7979724" y="3580291"/>
                <a:chExt cx="242005" cy="43678"/>
              </a:xfrm>
            </p:grpSpPr>
            <p:sp>
              <p:nvSpPr>
                <p:cNvPr id="1437" name="Oval 1436">
                  <a:extLst>
                    <a:ext uri="{FF2B5EF4-FFF2-40B4-BE49-F238E27FC236}">
                      <a16:creationId xmlns:a16="http://schemas.microsoft.com/office/drawing/2014/main" id="{47DE9D34-69E7-6A6E-771D-5E146514935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8" name="Oval 1437">
                  <a:extLst>
                    <a:ext uri="{FF2B5EF4-FFF2-40B4-BE49-F238E27FC236}">
                      <a16:creationId xmlns:a16="http://schemas.microsoft.com/office/drawing/2014/main" id="{16E15C98-CCB8-2D1C-17BA-227FA3277AE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9" name="Oval 1438">
                  <a:extLst>
                    <a:ext uri="{FF2B5EF4-FFF2-40B4-BE49-F238E27FC236}">
                      <a16:creationId xmlns:a16="http://schemas.microsoft.com/office/drawing/2014/main" id="{D844A940-4FB7-6642-9BC5-D660C981DA0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0" name="Oval 1439">
                  <a:extLst>
                    <a:ext uri="{FF2B5EF4-FFF2-40B4-BE49-F238E27FC236}">
                      <a16:creationId xmlns:a16="http://schemas.microsoft.com/office/drawing/2014/main" id="{4510C6D1-6D96-538C-C0CC-C4D47A302CE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1" name="Oval 1440">
                  <a:extLst>
                    <a:ext uri="{FF2B5EF4-FFF2-40B4-BE49-F238E27FC236}">
                      <a16:creationId xmlns:a16="http://schemas.microsoft.com/office/drawing/2014/main" id="{6CCD24C6-CA3F-F03F-B8CA-9162ADB1AA3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2" name="Oval 1441">
                  <a:extLst>
                    <a:ext uri="{FF2B5EF4-FFF2-40B4-BE49-F238E27FC236}">
                      <a16:creationId xmlns:a16="http://schemas.microsoft.com/office/drawing/2014/main" id="{6B439A30-4133-BC72-92D2-F4BBD382D44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3" name="Oval 1442">
                  <a:extLst>
                    <a:ext uri="{FF2B5EF4-FFF2-40B4-BE49-F238E27FC236}">
                      <a16:creationId xmlns:a16="http://schemas.microsoft.com/office/drawing/2014/main" id="{0786F179-F715-6A5F-8A3A-F83B4B6CCDE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4" name="Oval 1443">
                  <a:extLst>
                    <a:ext uri="{FF2B5EF4-FFF2-40B4-BE49-F238E27FC236}">
                      <a16:creationId xmlns:a16="http://schemas.microsoft.com/office/drawing/2014/main" id="{C44D58B7-35AC-4059-D61D-4F0D461ABD9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2" name="Group 1391">
                <a:extLst>
                  <a:ext uri="{FF2B5EF4-FFF2-40B4-BE49-F238E27FC236}">
                    <a16:creationId xmlns:a16="http://schemas.microsoft.com/office/drawing/2014/main" id="{084FCDB0-4A17-4E22-2B27-9312B04EE056}"/>
                  </a:ext>
                </a:extLst>
              </p:cNvPr>
              <p:cNvGrpSpPr/>
              <p:nvPr/>
            </p:nvGrpSpPr>
            <p:grpSpPr>
              <a:xfrm rot="11689693">
                <a:off x="5995737" y="6012033"/>
                <a:ext cx="242005" cy="43678"/>
                <a:chOff x="7979724" y="3580291"/>
                <a:chExt cx="242005" cy="43678"/>
              </a:xfrm>
            </p:grpSpPr>
            <p:sp>
              <p:nvSpPr>
                <p:cNvPr id="1429" name="Oval 1428">
                  <a:extLst>
                    <a:ext uri="{FF2B5EF4-FFF2-40B4-BE49-F238E27FC236}">
                      <a16:creationId xmlns:a16="http://schemas.microsoft.com/office/drawing/2014/main" id="{CB82AB6C-FA2D-A791-1451-948D82F6FA2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0" name="Oval 1429">
                  <a:extLst>
                    <a:ext uri="{FF2B5EF4-FFF2-40B4-BE49-F238E27FC236}">
                      <a16:creationId xmlns:a16="http://schemas.microsoft.com/office/drawing/2014/main" id="{86BDC1B3-C329-B36F-10CD-1FCFACAFF51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Oval 1430">
                  <a:extLst>
                    <a:ext uri="{FF2B5EF4-FFF2-40B4-BE49-F238E27FC236}">
                      <a16:creationId xmlns:a16="http://schemas.microsoft.com/office/drawing/2014/main" id="{10FA4E61-A641-C2EE-ADFA-EF948EE643F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Oval 1431">
                  <a:extLst>
                    <a:ext uri="{FF2B5EF4-FFF2-40B4-BE49-F238E27FC236}">
                      <a16:creationId xmlns:a16="http://schemas.microsoft.com/office/drawing/2014/main" id="{41277493-1CB2-188C-4AE0-A9B0A378569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Oval 1432">
                  <a:extLst>
                    <a:ext uri="{FF2B5EF4-FFF2-40B4-BE49-F238E27FC236}">
                      <a16:creationId xmlns:a16="http://schemas.microsoft.com/office/drawing/2014/main" id="{D83BF62B-ED5F-AD83-B228-C1C09E3CE17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Oval 1433">
                  <a:extLst>
                    <a:ext uri="{FF2B5EF4-FFF2-40B4-BE49-F238E27FC236}">
                      <a16:creationId xmlns:a16="http://schemas.microsoft.com/office/drawing/2014/main" id="{2EFA1976-F78C-1050-BBFB-0D68EA448C3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 name="Oval 1434">
                  <a:extLst>
                    <a:ext uri="{FF2B5EF4-FFF2-40B4-BE49-F238E27FC236}">
                      <a16:creationId xmlns:a16="http://schemas.microsoft.com/office/drawing/2014/main" id="{19CCD36A-4D43-CFF9-BA32-4BE60975D0A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6" name="Oval 1435">
                  <a:extLst>
                    <a:ext uri="{FF2B5EF4-FFF2-40B4-BE49-F238E27FC236}">
                      <a16:creationId xmlns:a16="http://schemas.microsoft.com/office/drawing/2014/main" id="{0A4B4654-FFE7-6A3A-0FC1-70D2630993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3" name="Group 1392">
                <a:extLst>
                  <a:ext uri="{FF2B5EF4-FFF2-40B4-BE49-F238E27FC236}">
                    <a16:creationId xmlns:a16="http://schemas.microsoft.com/office/drawing/2014/main" id="{351AEDD3-240F-8C67-AF59-A994B04359CC}"/>
                  </a:ext>
                </a:extLst>
              </p:cNvPr>
              <p:cNvGrpSpPr/>
              <p:nvPr/>
            </p:nvGrpSpPr>
            <p:grpSpPr>
              <a:xfrm rot="21292958">
                <a:off x="6243191" y="6012057"/>
                <a:ext cx="242005" cy="46723"/>
                <a:chOff x="7979724" y="3580291"/>
                <a:chExt cx="242005" cy="43678"/>
              </a:xfrm>
            </p:grpSpPr>
            <p:sp>
              <p:nvSpPr>
                <p:cNvPr id="1421" name="Oval 1420">
                  <a:extLst>
                    <a:ext uri="{FF2B5EF4-FFF2-40B4-BE49-F238E27FC236}">
                      <a16:creationId xmlns:a16="http://schemas.microsoft.com/office/drawing/2014/main" id="{948C4850-A89B-57F5-0D8D-A6CFB80AACC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Oval 1421">
                  <a:extLst>
                    <a:ext uri="{FF2B5EF4-FFF2-40B4-BE49-F238E27FC236}">
                      <a16:creationId xmlns:a16="http://schemas.microsoft.com/office/drawing/2014/main" id="{08DD727F-398C-F840-C662-5FFA89F2B23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Oval 1422">
                  <a:extLst>
                    <a:ext uri="{FF2B5EF4-FFF2-40B4-BE49-F238E27FC236}">
                      <a16:creationId xmlns:a16="http://schemas.microsoft.com/office/drawing/2014/main" id="{0557BD82-A55E-7F88-5C3D-9BA2DD9C2ED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Oval 1423">
                  <a:extLst>
                    <a:ext uri="{FF2B5EF4-FFF2-40B4-BE49-F238E27FC236}">
                      <a16:creationId xmlns:a16="http://schemas.microsoft.com/office/drawing/2014/main" id="{8196B45C-E713-16DB-55E5-8E06A113F87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Oval 1424">
                  <a:extLst>
                    <a:ext uri="{FF2B5EF4-FFF2-40B4-BE49-F238E27FC236}">
                      <a16:creationId xmlns:a16="http://schemas.microsoft.com/office/drawing/2014/main" id="{81809617-6E94-526C-B84A-E87123997D1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Oval 1425">
                  <a:extLst>
                    <a:ext uri="{FF2B5EF4-FFF2-40B4-BE49-F238E27FC236}">
                      <a16:creationId xmlns:a16="http://schemas.microsoft.com/office/drawing/2014/main" id="{26285C3A-4354-EE5E-99A4-87B7CD76054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Oval 1426">
                  <a:extLst>
                    <a:ext uri="{FF2B5EF4-FFF2-40B4-BE49-F238E27FC236}">
                      <a16:creationId xmlns:a16="http://schemas.microsoft.com/office/drawing/2014/main" id="{2CB6DC6D-8830-753F-8566-0AE1A3C91D0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8" name="Oval 1427">
                  <a:extLst>
                    <a:ext uri="{FF2B5EF4-FFF2-40B4-BE49-F238E27FC236}">
                      <a16:creationId xmlns:a16="http://schemas.microsoft.com/office/drawing/2014/main" id="{F164CEA4-E929-F209-A291-1C8D58F110B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4" name="Group 1393">
                <a:extLst>
                  <a:ext uri="{FF2B5EF4-FFF2-40B4-BE49-F238E27FC236}">
                    <a16:creationId xmlns:a16="http://schemas.microsoft.com/office/drawing/2014/main" id="{4104933D-C51F-0EB9-FE1D-5196E8933E08}"/>
                  </a:ext>
                </a:extLst>
              </p:cNvPr>
              <p:cNvGrpSpPr/>
              <p:nvPr/>
            </p:nvGrpSpPr>
            <p:grpSpPr>
              <a:xfrm>
                <a:off x="6172034" y="6012873"/>
                <a:ext cx="242005" cy="43678"/>
                <a:chOff x="7979724" y="3580291"/>
                <a:chExt cx="242005" cy="43678"/>
              </a:xfrm>
            </p:grpSpPr>
            <p:sp>
              <p:nvSpPr>
                <p:cNvPr id="1413" name="Oval 1412">
                  <a:extLst>
                    <a:ext uri="{FF2B5EF4-FFF2-40B4-BE49-F238E27FC236}">
                      <a16:creationId xmlns:a16="http://schemas.microsoft.com/office/drawing/2014/main" id="{4B0703C8-01C4-7BB0-E062-62010ED6C9E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Oval 1413">
                  <a:extLst>
                    <a:ext uri="{FF2B5EF4-FFF2-40B4-BE49-F238E27FC236}">
                      <a16:creationId xmlns:a16="http://schemas.microsoft.com/office/drawing/2014/main" id="{D9B59CC3-3AF2-5576-6079-1477AD8ACAF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Oval 1414">
                  <a:extLst>
                    <a:ext uri="{FF2B5EF4-FFF2-40B4-BE49-F238E27FC236}">
                      <a16:creationId xmlns:a16="http://schemas.microsoft.com/office/drawing/2014/main" id="{22600CED-31E9-CA30-1971-158C3D068766}"/>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Oval 1415">
                  <a:extLst>
                    <a:ext uri="{FF2B5EF4-FFF2-40B4-BE49-F238E27FC236}">
                      <a16:creationId xmlns:a16="http://schemas.microsoft.com/office/drawing/2014/main" id="{56E80545-3F92-F173-50C1-DA829434C97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Oval 1416">
                  <a:extLst>
                    <a:ext uri="{FF2B5EF4-FFF2-40B4-BE49-F238E27FC236}">
                      <a16:creationId xmlns:a16="http://schemas.microsoft.com/office/drawing/2014/main" id="{9D63A09F-4DFC-E5E7-7147-39BE62C0CAA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Oval 1417">
                  <a:extLst>
                    <a:ext uri="{FF2B5EF4-FFF2-40B4-BE49-F238E27FC236}">
                      <a16:creationId xmlns:a16="http://schemas.microsoft.com/office/drawing/2014/main" id="{A5BA8D37-4AC8-4EB9-1E00-AB5FF9AEE56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9" name="Oval 1418">
                  <a:extLst>
                    <a:ext uri="{FF2B5EF4-FFF2-40B4-BE49-F238E27FC236}">
                      <a16:creationId xmlns:a16="http://schemas.microsoft.com/office/drawing/2014/main" id="{8436AB5F-4487-A97F-FE2C-CE1FA93B4AC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Oval 1419">
                  <a:extLst>
                    <a:ext uri="{FF2B5EF4-FFF2-40B4-BE49-F238E27FC236}">
                      <a16:creationId xmlns:a16="http://schemas.microsoft.com/office/drawing/2014/main" id="{FD711279-CCA4-070D-88DD-A3B021972C5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5" name="Group 1394">
                <a:extLst>
                  <a:ext uri="{FF2B5EF4-FFF2-40B4-BE49-F238E27FC236}">
                    <a16:creationId xmlns:a16="http://schemas.microsoft.com/office/drawing/2014/main" id="{2B278432-A357-F7DA-D28D-85B2EF680716}"/>
                  </a:ext>
                </a:extLst>
              </p:cNvPr>
              <p:cNvGrpSpPr/>
              <p:nvPr/>
            </p:nvGrpSpPr>
            <p:grpSpPr>
              <a:xfrm rot="10800000">
                <a:off x="6484234" y="6015233"/>
                <a:ext cx="242005" cy="46723"/>
                <a:chOff x="7979724" y="3580291"/>
                <a:chExt cx="242005" cy="43678"/>
              </a:xfrm>
            </p:grpSpPr>
            <p:sp>
              <p:nvSpPr>
                <p:cNvPr id="1405" name="Oval 1404">
                  <a:extLst>
                    <a:ext uri="{FF2B5EF4-FFF2-40B4-BE49-F238E27FC236}">
                      <a16:creationId xmlns:a16="http://schemas.microsoft.com/office/drawing/2014/main" id="{AFD6965C-6A73-045D-65AC-6BFC77F5379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6" name="Oval 1405">
                  <a:extLst>
                    <a:ext uri="{FF2B5EF4-FFF2-40B4-BE49-F238E27FC236}">
                      <a16:creationId xmlns:a16="http://schemas.microsoft.com/office/drawing/2014/main" id="{1ECCD466-0E3E-B038-13D6-9540F74809A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7" name="Oval 1406">
                  <a:extLst>
                    <a:ext uri="{FF2B5EF4-FFF2-40B4-BE49-F238E27FC236}">
                      <a16:creationId xmlns:a16="http://schemas.microsoft.com/office/drawing/2014/main" id="{2942B884-30B7-45EE-E1CC-BDA6D13CB0D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Oval 1407">
                  <a:extLst>
                    <a:ext uri="{FF2B5EF4-FFF2-40B4-BE49-F238E27FC236}">
                      <a16:creationId xmlns:a16="http://schemas.microsoft.com/office/drawing/2014/main" id="{1F11125E-8F6C-9C23-0152-03D6D5E1FBF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Oval 1408">
                  <a:extLst>
                    <a:ext uri="{FF2B5EF4-FFF2-40B4-BE49-F238E27FC236}">
                      <a16:creationId xmlns:a16="http://schemas.microsoft.com/office/drawing/2014/main" id="{24A058EB-8045-27E4-CCF5-E0EACCEB74E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Oval 1409">
                  <a:extLst>
                    <a:ext uri="{FF2B5EF4-FFF2-40B4-BE49-F238E27FC236}">
                      <a16:creationId xmlns:a16="http://schemas.microsoft.com/office/drawing/2014/main" id="{4C663472-FE3C-20CB-FB44-0DC9462515A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1" name="Oval 1410">
                  <a:extLst>
                    <a:ext uri="{FF2B5EF4-FFF2-40B4-BE49-F238E27FC236}">
                      <a16:creationId xmlns:a16="http://schemas.microsoft.com/office/drawing/2014/main" id="{A3CCD487-7E29-7DE2-6E7E-BCCB2F34FA9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Oval 1411">
                  <a:extLst>
                    <a:ext uri="{FF2B5EF4-FFF2-40B4-BE49-F238E27FC236}">
                      <a16:creationId xmlns:a16="http://schemas.microsoft.com/office/drawing/2014/main" id="{63AA8006-8134-05FF-E5C6-4A1760AEB59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6" name="Group 1395">
                <a:extLst>
                  <a:ext uri="{FF2B5EF4-FFF2-40B4-BE49-F238E27FC236}">
                    <a16:creationId xmlns:a16="http://schemas.microsoft.com/office/drawing/2014/main" id="{73FE52CE-B536-791F-23B9-11D3B0E70571}"/>
                  </a:ext>
                </a:extLst>
              </p:cNvPr>
              <p:cNvGrpSpPr/>
              <p:nvPr/>
            </p:nvGrpSpPr>
            <p:grpSpPr>
              <a:xfrm>
                <a:off x="6413077" y="6016049"/>
                <a:ext cx="242005" cy="43678"/>
                <a:chOff x="7979724" y="3580291"/>
                <a:chExt cx="242005" cy="43678"/>
              </a:xfrm>
            </p:grpSpPr>
            <p:sp>
              <p:nvSpPr>
                <p:cNvPr id="1397" name="Oval 1396">
                  <a:extLst>
                    <a:ext uri="{FF2B5EF4-FFF2-40B4-BE49-F238E27FC236}">
                      <a16:creationId xmlns:a16="http://schemas.microsoft.com/office/drawing/2014/main" id="{ACBD668B-25BE-B1DA-3F18-677BA03D3C6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8" name="Oval 1397">
                  <a:extLst>
                    <a:ext uri="{FF2B5EF4-FFF2-40B4-BE49-F238E27FC236}">
                      <a16:creationId xmlns:a16="http://schemas.microsoft.com/office/drawing/2014/main" id="{D1A22795-3EAC-92FD-3256-AA6F0A770D4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9" name="Oval 1398">
                  <a:extLst>
                    <a:ext uri="{FF2B5EF4-FFF2-40B4-BE49-F238E27FC236}">
                      <a16:creationId xmlns:a16="http://schemas.microsoft.com/office/drawing/2014/main" id="{A76192E8-D214-6308-81B4-A74383240C7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0" name="Oval 1399">
                  <a:extLst>
                    <a:ext uri="{FF2B5EF4-FFF2-40B4-BE49-F238E27FC236}">
                      <a16:creationId xmlns:a16="http://schemas.microsoft.com/office/drawing/2014/main" id="{E611207F-FAF8-A9DE-24BE-E40E3CC79EB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1" name="Oval 1400">
                  <a:extLst>
                    <a:ext uri="{FF2B5EF4-FFF2-40B4-BE49-F238E27FC236}">
                      <a16:creationId xmlns:a16="http://schemas.microsoft.com/office/drawing/2014/main" id="{95CF0DFD-3388-70A8-E8E8-0840B27BDC2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2" name="Oval 1401">
                  <a:extLst>
                    <a:ext uri="{FF2B5EF4-FFF2-40B4-BE49-F238E27FC236}">
                      <a16:creationId xmlns:a16="http://schemas.microsoft.com/office/drawing/2014/main" id="{5A24EF45-BB23-59E7-2B1F-2E46C4D62E4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3" name="Oval 1402">
                  <a:extLst>
                    <a:ext uri="{FF2B5EF4-FFF2-40B4-BE49-F238E27FC236}">
                      <a16:creationId xmlns:a16="http://schemas.microsoft.com/office/drawing/2014/main" id="{E1B9334E-26B6-6A98-AD7D-41D24AEC212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4" name="Oval 1403">
                  <a:extLst>
                    <a:ext uri="{FF2B5EF4-FFF2-40B4-BE49-F238E27FC236}">
                      <a16:creationId xmlns:a16="http://schemas.microsoft.com/office/drawing/2014/main" id="{156C4300-0C1A-AF2C-31CD-0A9FD21D76F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27" name="Group 1026">
              <a:extLst>
                <a:ext uri="{FF2B5EF4-FFF2-40B4-BE49-F238E27FC236}">
                  <a16:creationId xmlns:a16="http://schemas.microsoft.com/office/drawing/2014/main" id="{941B85FA-ED6B-DE03-6F21-213C25504A1C}"/>
                </a:ext>
              </a:extLst>
            </p:cNvPr>
            <p:cNvGrpSpPr/>
            <p:nvPr/>
          </p:nvGrpSpPr>
          <p:grpSpPr>
            <a:xfrm rot="1379869">
              <a:off x="7723037" y="2612981"/>
              <a:ext cx="242005" cy="43678"/>
              <a:chOff x="7979724" y="3580291"/>
              <a:chExt cx="242005" cy="43678"/>
            </a:xfrm>
          </p:grpSpPr>
          <p:sp>
            <p:nvSpPr>
              <p:cNvPr id="1381" name="Oval 1380">
                <a:extLst>
                  <a:ext uri="{FF2B5EF4-FFF2-40B4-BE49-F238E27FC236}">
                    <a16:creationId xmlns:a16="http://schemas.microsoft.com/office/drawing/2014/main" id="{567C55DC-5382-4C70-B1A4-17E7C16064B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2" name="Oval 1381">
                <a:extLst>
                  <a:ext uri="{FF2B5EF4-FFF2-40B4-BE49-F238E27FC236}">
                    <a16:creationId xmlns:a16="http://schemas.microsoft.com/office/drawing/2014/main" id="{8D611531-2EDA-3B3B-9AB8-DCAA7BB53BB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3" name="Oval 1382">
                <a:extLst>
                  <a:ext uri="{FF2B5EF4-FFF2-40B4-BE49-F238E27FC236}">
                    <a16:creationId xmlns:a16="http://schemas.microsoft.com/office/drawing/2014/main" id="{71E5E959-03C4-50DA-B92A-72970C21B25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4" name="Oval 1383">
                <a:extLst>
                  <a:ext uri="{FF2B5EF4-FFF2-40B4-BE49-F238E27FC236}">
                    <a16:creationId xmlns:a16="http://schemas.microsoft.com/office/drawing/2014/main" id="{99FC938C-2A6E-F427-EBD5-4BD1D62FAF9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5" name="Oval 1384">
                <a:extLst>
                  <a:ext uri="{FF2B5EF4-FFF2-40B4-BE49-F238E27FC236}">
                    <a16:creationId xmlns:a16="http://schemas.microsoft.com/office/drawing/2014/main" id="{052BEFF8-3D16-986C-229B-73FC13B87EA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6" name="Oval 1385">
                <a:extLst>
                  <a:ext uri="{FF2B5EF4-FFF2-40B4-BE49-F238E27FC236}">
                    <a16:creationId xmlns:a16="http://schemas.microsoft.com/office/drawing/2014/main" id="{A702FA6F-8386-724A-CD0B-AE32A927576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7" name="Oval 1386">
                <a:extLst>
                  <a:ext uri="{FF2B5EF4-FFF2-40B4-BE49-F238E27FC236}">
                    <a16:creationId xmlns:a16="http://schemas.microsoft.com/office/drawing/2014/main" id="{D65126D4-ADB4-CA15-BB3B-F396C798311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8" name="Oval 1387">
                <a:extLst>
                  <a:ext uri="{FF2B5EF4-FFF2-40B4-BE49-F238E27FC236}">
                    <a16:creationId xmlns:a16="http://schemas.microsoft.com/office/drawing/2014/main" id="{33A98741-69A3-91F4-56D7-ED335D462B6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8" name="Group 1027">
              <a:extLst>
                <a:ext uri="{FF2B5EF4-FFF2-40B4-BE49-F238E27FC236}">
                  <a16:creationId xmlns:a16="http://schemas.microsoft.com/office/drawing/2014/main" id="{2BA736E5-26EB-693B-1FC2-EB4B3EA02658}"/>
                </a:ext>
              </a:extLst>
            </p:cNvPr>
            <p:cNvGrpSpPr/>
            <p:nvPr/>
          </p:nvGrpSpPr>
          <p:grpSpPr>
            <a:xfrm rot="569977">
              <a:off x="8954643" y="2588471"/>
              <a:ext cx="242005" cy="43678"/>
              <a:chOff x="7979724" y="3580291"/>
              <a:chExt cx="242005" cy="43678"/>
            </a:xfrm>
          </p:grpSpPr>
          <p:sp>
            <p:nvSpPr>
              <p:cNvPr id="1373" name="Oval 1372">
                <a:extLst>
                  <a:ext uri="{FF2B5EF4-FFF2-40B4-BE49-F238E27FC236}">
                    <a16:creationId xmlns:a16="http://schemas.microsoft.com/office/drawing/2014/main" id="{48CF226C-D262-C3B3-4BCE-E886C35546C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4" name="Oval 1373">
                <a:extLst>
                  <a:ext uri="{FF2B5EF4-FFF2-40B4-BE49-F238E27FC236}">
                    <a16:creationId xmlns:a16="http://schemas.microsoft.com/office/drawing/2014/main" id="{C5562E80-D81C-B76F-848B-C6BEAC1A4EE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5" name="Oval 1374">
                <a:extLst>
                  <a:ext uri="{FF2B5EF4-FFF2-40B4-BE49-F238E27FC236}">
                    <a16:creationId xmlns:a16="http://schemas.microsoft.com/office/drawing/2014/main" id="{44DA9222-AE90-1736-B19A-6DAF13EF817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6" name="Oval 1375">
                <a:extLst>
                  <a:ext uri="{FF2B5EF4-FFF2-40B4-BE49-F238E27FC236}">
                    <a16:creationId xmlns:a16="http://schemas.microsoft.com/office/drawing/2014/main" id="{15674201-2279-3725-6343-DD3B673B0BC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7" name="Oval 1376">
                <a:extLst>
                  <a:ext uri="{FF2B5EF4-FFF2-40B4-BE49-F238E27FC236}">
                    <a16:creationId xmlns:a16="http://schemas.microsoft.com/office/drawing/2014/main" id="{62920AE1-DDE2-6D7C-1655-59DE5914F0E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8" name="Oval 1377">
                <a:extLst>
                  <a:ext uri="{FF2B5EF4-FFF2-40B4-BE49-F238E27FC236}">
                    <a16:creationId xmlns:a16="http://schemas.microsoft.com/office/drawing/2014/main" id="{4A4BB085-E701-8F64-0147-8BDCCBA2DBB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9" name="Oval 1378">
                <a:extLst>
                  <a:ext uri="{FF2B5EF4-FFF2-40B4-BE49-F238E27FC236}">
                    <a16:creationId xmlns:a16="http://schemas.microsoft.com/office/drawing/2014/main" id="{902A3A02-F058-41AC-F248-728B2070882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Oval 1379">
                <a:extLst>
                  <a:ext uri="{FF2B5EF4-FFF2-40B4-BE49-F238E27FC236}">
                    <a16:creationId xmlns:a16="http://schemas.microsoft.com/office/drawing/2014/main" id="{5281645B-D52D-6730-10BC-EAF69D27EC7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9" name="Group 1028">
              <a:extLst>
                <a:ext uri="{FF2B5EF4-FFF2-40B4-BE49-F238E27FC236}">
                  <a16:creationId xmlns:a16="http://schemas.microsoft.com/office/drawing/2014/main" id="{BF632B4B-A8FF-E941-AC5B-82311B76E583}"/>
                </a:ext>
              </a:extLst>
            </p:cNvPr>
            <p:cNvGrpSpPr/>
            <p:nvPr/>
          </p:nvGrpSpPr>
          <p:grpSpPr>
            <a:xfrm rot="1379869">
              <a:off x="7792610" y="2676901"/>
              <a:ext cx="242005" cy="43678"/>
              <a:chOff x="7979724" y="3580291"/>
              <a:chExt cx="242005" cy="43678"/>
            </a:xfrm>
          </p:grpSpPr>
          <p:sp>
            <p:nvSpPr>
              <p:cNvPr id="1365" name="Oval 1364">
                <a:extLst>
                  <a:ext uri="{FF2B5EF4-FFF2-40B4-BE49-F238E27FC236}">
                    <a16:creationId xmlns:a16="http://schemas.microsoft.com/office/drawing/2014/main" id="{F974FFFC-5BC8-7327-02D1-472727688885}"/>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6" name="Oval 1365">
                <a:extLst>
                  <a:ext uri="{FF2B5EF4-FFF2-40B4-BE49-F238E27FC236}">
                    <a16:creationId xmlns:a16="http://schemas.microsoft.com/office/drawing/2014/main" id="{02473D4F-F003-6B27-976D-21EA7CB313B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7" name="Oval 1366">
                <a:extLst>
                  <a:ext uri="{FF2B5EF4-FFF2-40B4-BE49-F238E27FC236}">
                    <a16:creationId xmlns:a16="http://schemas.microsoft.com/office/drawing/2014/main" id="{3F6B0A59-EE17-9C87-1968-39327B205B9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8" name="Oval 1367">
                <a:extLst>
                  <a:ext uri="{FF2B5EF4-FFF2-40B4-BE49-F238E27FC236}">
                    <a16:creationId xmlns:a16="http://schemas.microsoft.com/office/drawing/2014/main" id="{792A50D2-0213-F941-EFF2-D6A8091C0C5A}"/>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9" name="Oval 1368">
                <a:extLst>
                  <a:ext uri="{FF2B5EF4-FFF2-40B4-BE49-F238E27FC236}">
                    <a16:creationId xmlns:a16="http://schemas.microsoft.com/office/drawing/2014/main" id="{10720A62-0125-9530-307E-36BC0244A8C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0" name="Oval 1369">
                <a:extLst>
                  <a:ext uri="{FF2B5EF4-FFF2-40B4-BE49-F238E27FC236}">
                    <a16:creationId xmlns:a16="http://schemas.microsoft.com/office/drawing/2014/main" id="{51ABB982-36A5-3DF7-74A8-41C3DEA0DC8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1" name="Oval 1370">
                <a:extLst>
                  <a:ext uri="{FF2B5EF4-FFF2-40B4-BE49-F238E27FC236}">
                    <a16:creationId xmlns:a16="http://schemas.microsoft.com/office/drawing/2014/main" id="{85EDCF2E-DC17-77F1-B0AE-3CFE4CC57DE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2" name="Oval 1371">
                <a:extLst>
                  <a:ext uri="{FF2B5EF4-FFF2-40B4-BE49-F238E27FC236}">
                    <a16:creationId xmlns:a16="http://schemas.microsoft.com/office/drawing/2014/main" id="{699BD6CA-2495-4F9B-05B9-BF7C3B64C5B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0" name="Group 1029">
              <a:extLst>
                <a:ext uri="{FF2B5EF4-FFF2-40B4-BE49-F238E27FC236}">
                  <a16:creationId xmlns:a16="http://schemas.microsoft.com/office/drawing/2014/main" id="{95376402-3ECB-77D3-CE74-AC683E29BBC2}"/>
                </a:ext>
              </a:extLst>
            </p:cNvPr>
            <p:cNvGrpSpPr/>
            <p:nvPr/>
          </p:nvGrpSpPr>
          <p:grpSpPr>
            <a:xfrm rot="10800000">
              <a:off x="8022388" y="2721099"/>
              <a:ext cx="242005" cy="46723"/>
              <a:chOff x="7979724" y="3580291"/>
              <a:chExt cx="242005" cy="43678"/>
            </a:xfrm>
          </p:grpSpPr>
          <p:sp>
            <p:nvSpPr>
              <p:cNvPr id="1357" name="Oval 1356">
                <a:extLst>
                  <a:ext uri="{FF2B5EF4-FFF2-40B4-BE49-F238E27FC236}">
                    <a16:creationId xmlns:a16="http://schemas.microsoft.com/office/drawing/2014/main" id="{B035A4D3-E1E1-C4B6-5E41-1F58D2854F1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8" name="Oval 1357">
                <a:extLst>
                  <a:ext uri="{FF2B5EF4-FFF2-40B4-BE49-F238E27FC236}">
                    <a16:creationId xmlns:a16="http://schemas.microsoft.com/office/drawing/2014/main" id="{6A7F6364-B090-AD18-A22D-3DD946000CB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Oval 1358">
                <a:extLst>
                  <a:ext uri="{FF2B5EF4-FFF2-40B4-BE49-F238E27FC236}">
                    <a16:creationId xmlns:a16="http://schemas.microsoft.com/office/drawing/2014/main" id="{B4FD58CC-14D3-563F-CBC5-6FA42232EC6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Oval 1359">
                <a:extLst>
                  <a:ext uri="{FF2B5EF4-FFF2-40B4-BE49-F238E27FC236}">
                    <a16:creationId xmlns:a16="http://schemas.microsoft.com/office/drawing/2014/main" id="{A67FFAE3-3765-E2BB-7C38-D12D52071D7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Oval 1360">
                <a:extLst>
                  <a:ext uri="{FF2B5EF4-FFF2-40B4-BE49-F238E27FC236}">
                    <a16:creationId xmlns:a16="http://schemas.microsoft.com/office/drawing/2014/main" id="{FD413764-3EC1-B8DD-0821-CB1B63764DB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2" name="Oval 1361">
                <a:extLst>
                  <a:ext uri="{FF2B5EF4-FFF2-40B4-BE49-F238E27FC236}">
                    <a16:creationId xmlns:a16="http://schemas.microsoft.com/office/drawing/2014/main" id="{992E8DA8-81CC-B973-BD3E-F0491222131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Oval 1362">
                <a:extLst>
                  <a:ext uri="{FF2B5EF4-FFF2-40B4-BE49-F238E27FC236}">
                    <a16:creationId xmlns:a16="http://schemas.microsoft.com/office/drawing/2014/main" id="{FD4613C7-53F2-E05B-33B4-D91B6C845AA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4" name="Oval 1363">
                <a:extLst>
                  <a:ext uri="{FF2B5EF4-FFF2-40B4-BE49-F238E27FC236}">
                    <a16:creationId xmlns:a16="http://schemas.microsoft.com/office/drawing/2014/main" id="{14359754-2058-2A67-1681-CC586EF4403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1" name="Group 1030">
              <a:extLst>
                <a:ext uri="{FF2B5EF4-FFF2-40B4-BE49-F238E27FC236}">
                  <a16:creationId xmlns:a16="http://schemas.microsoft.com/office/drawing/2014/main" id="{04025DCD-1676-FA08-90B7-EEEBA052A78B}"/>
                </a:ext>
              </a:extLst>
            </p:cNvPr>
            <p:cNvGrpSpPr/>
            <p:nvPr/>
          </p:nvGrpSpPr>
          <p:grpSpPr>
            <a:xfrm>
              <a:off x="7951231" y="2721915"/>
              <a:ext cx="242005" cy="43678"/>
              <a:chOff x="7979724" y="3580291"/>
              <a:chExt cx="242005" cy="43678"/>
            </a:xfrm>
          </p:grpSpPr>
          <p:sp>
            <p:nvSpPr>
              <p:cNvPr id="1349" name="Oval 1348">
                <a:extLst>
                  <a:ext uri="{FF2B5EF4-FFF2-40B4-BE49-F238E27FC236}">
                    <a16:creationId xmlns:a16="http://schemas.microsoft.com/office/drawing/2014/main" id="{B090D44B-35C8-2BCE-6EAB-EF12A4DB82A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0" name="Oval 1349">
                <a:extLst>
                  <a:ext uri="{FF2B5EF4-FFF2-40B4-BE49-F238E27FC236}">
                    <a16:creationId xmlns:a16="http://schemas.microsoft.com/office/drawing/2014/main" id="{11FD163A-0858-EA72-C8D4-11DEAE2488C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1" name="Oval 1350">
                <a:extLst>
                  <a:ext uri="{FF2B5EF4-FFF2-40B4-BE49-F238E27FC236}">
                    <a16:creationId xmlns:a16="http://schemas.microsoft.com/office/drawing/2014/main" id="{136048ED-A948-CEF5-632E-0D0AB62B752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2" name="Oval 1351">
                <a:extLst>
                  <a:ext uri="{FF2B5EF4-FFF2-40B4-BE49-F238E27FC236}">
                    <a16:creationId xmlns:a16="http://schemas.microsoft.com/office/drawing/2014/main" id="{BECEBFB3-534C-598D-4248-E3660EE0FB0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3" name="Oval 1352">
                <a:extLst>
                  <a:ext uri="{FF2B5EF4-FFF2-40B4-BE49-F238E27FC236}">
                    <a16:creationId xmlns:a16="http://schemas.microsoft.com/office/drawing/2014/main" id="{6241B5FA-8FC3-362F-0F04-23B63D00B3C1}"/>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4" name="Oval 1353">
                <a:extLst>
                  <a:ext uri="{FF2B5EF4-FFF2-40B4-BE49-F238E27FC236}">
                    <a16:creationId xmlns:a16="http://schemas.microsoft.com/office/drawing/2014/main" id="{F1C38D9E-4F84-4F21-054E-99CF24EA4F4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Oval 1354">
                <a:extLst>
                  <a:ext uri="{FF2B5EF4-FFF2-40B4-BE49-F238E27FC236}">
                    <a16:creationId xmlns:a16="http://schemas.microsoft.com/office/drawing/2014/main" id="{95BFA400-2964-C79F-6FEA-3CB2AE8587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6" name="Oval 1355">
                <a:extLst>
                  <a:ext uri="{FF2B5EF4-FFF2-40B4-BE49-F238E27FC236}">
                    <a16:creationId xmlns:a16="http://schemas.microsoft.com/office/drawing/2014/main" id="{4D8B2011-2BD5-73B7-7B8D-286075BDDD4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2" name="Group 1031">
              <a:extLst>
                <a:ext uri="{FF2B5EF4-FFF2-40B4-BE49-F238E27FC236}">
                  <a16:creationId xmlns:a16="http://schemas.microsoft.com/office/drawing/2014/main" id="{55FF639C-42F8-09BC-A383-EB35C557311D}"/>
                </a:ext>
              </a:extLst>
            </p:cNvPr>
            <p:cNvGrpSpPr/>
            <p:nvPr/>
          </p:nvGrpSpPr>
          <p:grpSpPr>
            <a:xfrm rot="10800000">
              <a:off x="7362057" y="2387571"/>
              <a:ext cx="242005" cy="46723"/>
              <a:chOff x="7979724" y="3580291"/>
              <a:chExt cx="242005" cy="43678"/>
            </a:xfrm>
          </p:grpSpPr>
          <p:sp>
            <p:nvSpPr>
              <p:cNvPr id="1341" name="Oval 1340">
                <a:extLst>
                  <a:ext uri="{FF2B5EF4-FFF2-40B4-BE49-F238E27FC236}">
                    <a16:creationId xmlns:a16="http://schemas.microsoft.com/office/drawing/2014/main" id="{0CA9FCED-E2A7-FED7-411C-D35F18232DC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2" name="Oval 1341">
                <a:extLst>
                  <a:ext uri="{FF2B5EF4-FFF2-40B4-BE49-F238E27FC236}">
                    <a16:creationId xmlns:a16="http://schemas.microsoft.com/office/drawing/2014/main" id="{E0BDEAA5-0FAA-477C-B64F-54E0FEBA3A2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3" name="Oval 1342">
                <a:extLst>
                  <a:ext uri="{FF2B5EF4-FFF2-40B4-BE49-F238E27FC236}">
                    <a16:creationId xmlns:a16="http://schemas.microsoft.com/office/drawing/2014/main" id="{972186A6-54F6-A1DB-E38A-CC0744842D3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4" name="Oval 1343">
                <a:extLst>
                  <a:ext uri="{FF2B5EF4-FFF2-40B4-BE49-F238E27FC236}">
                    <a16:creationId xmlns:a16="http://schemas.microsoft.com/office/drawing/2014/main" id="{18EB1763-9C2A-1E2C-E12D-986D84D4DC7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5" name="Oval 1344">
                <a:extLst>
                  <a:ext uri="{FF2B5EF4-FFF2-40B4-BE49-F238E27FC236}">
                    <a16:creationId xmlns:a16="http://schemas.microsoft.com/office/drawing/2014/main" id="{4E5019F7-5AF3-1E5E-52D7-9414CF34018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6" name="Oval 1345">
                <a:extLst>
                  <a:ext uri="{FF2B5EF4-FFF2-40B4-BE49-F238E27FC236}">
                    <a16:creationId xmlns:a16="http://schemas.microsoft.com/office/drawing/2014/main" id="{1F8532CD-84F8-8C80-61FB-0B38E30D0E0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7" name="Oval 1346">
                <a:extLst>
                  <a:ext uri="{FF2B5EF4-FFF2-40B4-BE49-F238E27FC236}">
                    <a16:creationId xmlns:a16="http://schemas.microsoft.com/office/drawing/2014/main" id="{3FFC87EE-3CAD-5474-8710-020200ECA26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8" name="Oval 1347">
                <a:extLst>
                  <a:ext uri="{FF2B5EF4-FFF2-40B4-BE49-F238E27FC236}">
                    <a16:creationId xmlns:a16="http://schemas.microsoft.com/office/drawing/2014/main" id="{921929B7-018B-6D91-8B3D-802430C6CD2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3" name="Group 1032">
              <a:extLst>
                <a:ext uri="{FF2B5EF4-FFF2-40B4-BE49-F238E27FC236}">
                  <a16:creationId xmlns:a16="http://schemas.microsoft.com/office/drawing/2014/main" id="{B273128B-73C4-AC5D-11CC-1E585CCA6F22}"/>
                </a:ext>
              </a:extLst>
            </p:cNvPr>
            <p:cNvGrpSpPr/>
            <p:nvPr/>
          </p:nvGrpSpPr>
          <p:grpSpPr>
            <a:xfrm>
              <a:off x="7290900" y="2388387"/>
              <a:ext cx="242005" cy="43678"/>
              <a:chOff x="7979724" y="3580291"/>
              <a:chExt cx="242005" cy="43678"/>
            </a:xfrm>
          </p:grpSpPr>
          <p:sp>
            <p:nvSpPr>
              <p:cNvPr id="1333" name="Oval 1332">
                <a:extLst>
                  <a:ext uri="{FF2B5EF4-FFF2-40B4-BE49-F238E27FC236}">
                    <a16:creationId xmlns:a16="http://schemas.microsoft.com/office/drawing/2014/main" id="{60506D0E-4924-2184-E573-0F23C7A0FFA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 name="Oval 1333">
                <a:extLst>
                  <a:ext uri="{FF2B5EF4-FFF2-40B4-BE49-F238E27FC236}">
                    <a16:creationId xmlns:a16="http://schemas.microsoft.com/office/drawing/2014/main" id="{23CAF46F-2A37-DCBA-811C-1370E06DE18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5" name="Oval 1334">
                <a:extLst>
                  <a:ext uri="{FF2B5EF4-FFF2-40B4-BE49-F238E27FC236}">
                    <a16:creationId xmlns:a16="http://schemas.microsoft.com/office/drawing/2014/main" id="{E8CE43CD-4AA8-C944-E40A-990D2DFB900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6" name="Oval 1335">
                <a:extLst>
                  <a:ext uri="{FF2B5EF4-FFF2-40B4-BE49-F238E27FC236}">
                    <a16:creationId xmlns:a16="http://schemas.microsoft.com/office/drawing/2014/main" id="{4020320E-0CAD-F493-F551-747D81BB3A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7" name="Oval 1336">
                <a:extLst>
                  <a:ext uri="{FF2B5EF4-FFF2-40B4-BE49-F238E27FC236}">
                    <a16:creationId xmlns:a16="http://schemas.microsoft.com/office/drawing/2014/main" id="{57D3CB70-312D-F262-9871-B5DA7340104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8" name="Oval 1337">
                <a:extLst>
                  <a:ext uri="{FF2B5EF4-FFF2-40B4-BE49-F238E27FC236}">
                    <a16:creationId xmlns:a16="http://schemas.microsoft.com/office/drawing/2014/main" id="{11C8608A-DEBA-3DDB-D2DB-65C51F08E6A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9" name="Oval 1338">
                <a:extLst>
                  <a:ext uri="{FF2B5EF4-FFF2-40B4-BE49-F238E27FC236}">
                    <a16:creationId xmlns:a16="http://schemas.microsoft.com/office/drawing/2014/main" id="{C2FDB1F3-3A07-D072-504D-9ADD8203958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0" name="Oval 1339">
                <a:extLst>
                  <a:ext uri="{FF2B5EF4-FFF2-40B4-BE49-F238E27FC236}">
                    <a16:creationId xmlns:a16="http://schemas.microsoft.com/office/drawing/2014/main" id="{4653B9BF-EF5E-0D5A-6D69-B60DCF1CA2B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4" name="Group 1033">
              <a:extLst>
                <a:ext uri="{FF2B5EF4-FFF2-40B4-BE49-F238E27FC236}">
                  <a16:creationId xmlns:a16="http://schemas.microsoft.com/office/drawing/2014/main" id="{D8A78984-56F9-5D7A-C269-B8D4B92B1699}"/>
                </a:ext>
              </a:extLst>
            </p:cNvPr>
            <p:cNvGrpSpPr/>
            <p:nvPr/>
          </p:nvGrpSpPr>
          <p:grpSpPr>
            <a:xfrm rot="10800000">
              <a:off x="7763312" y="2389780"/>
              <a:ext cx="242005" cy="46723"/>
              <a:chOff x="7979724" y="3580291"/>
              <a:chExt cx="242005" cy="43678"/>
            </a:xfrm>
          </p:grpSpPr>
          <p:sp>
            <p:nvSpPr>
              <p:cNvPr id="1325" name="Oval 1324">
                <a:extLst>
                  <a:ext uri="{FF2B5EF4-FFF2-40B4-BE49-F238E27FC236}">
                    <a16:creationId xmlns:a16="http://schemas.microsoft.com/office/drawing/2014/main" id="{48CC86F9-084C-FA67-F3F1-9AA68E34568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6" name="Oval 1325">
                <a:extLst>
                  <a:ext uri="{FF2B5EF4-FFF2-40B4-BE49-F238E27FC236}">
                    <a16:creationId xmlns:a16="http://schemas.microsoft.com/office/drawing/2014/main" id="{BC06D966-226E-519B-15F2-A256D395DAB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7" name="Oval 1326">
                <a:extLst>
                  <a:ext uri="{FF2B5EF4-FFF2-40B4-BE49-F238E27FC236}">
                    <a16:creationId xmlns:a16="http://schemas.microsoft.com/office/drawing/2014/main" id="{1D61928C-4390-C70C-5A40-9D8834119E8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8" name="Oval 1327">
                <a:extLst>
                  <a:ext uri="{FF2B5EF4-FFF2-40B4-BE49-F238E27FC236}">
                    <a16:creationId xmlns:a16="http://schemas.microsoft.com/office/drawing/2014/main" id="{0B044469-CB49-A533-6124-DB360CA2C83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9" name="Oval 1328">
                <a:extLst>
                  <a:ext uri="{FF2B5EF4-FFF2-40B4-BE49-F238E27FC236}">
                    <a16:creationId xmlns:a16="http://schemas.microsoft.com/office/drawing/2014/main" id="{B9709DE4-1884-A145-9750-483AFB16C91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0" name="Oval 1329">
                <a:extLst>
                  <a:ext uri="{FF2B5EF4-FFF2-40B4-BE49-F238E27FC236}">
                    <a16:creationId xmlns:a16="http://schemas.microsoft.com/office/drawing/2014/main" id="{66A0D44C-3E81-AB3B-5D53-09C663544EC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1" name="Oval 1330">
                <a:extLst>
                  <a:ext uri="{FF2B5EF4-FFF2-40B4-BE49-F238E27FC236}">
                    <a16:creationId xmlns:a16="http://schemas.microsoft.com/office/drawing/2014/main" id="{156B8465-25AC-A5EB-A370-29687F1CEA5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2" name="Oval 1331">
                <a:extLst>
                  <a:ext uri="{FF2B5EF4-FFF2-40B4-BE49-F238E27FC236}">
                    <a16:creationId xmlns:a16="http://schemas.microsoft.com/office/drawing/2014/main" id="{61758EED-283E-69C5-7A1B-28FF67F5CD7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5" name="Group 1034">
              <a:extLst>
                <a:ext uri="{FF2B5EF4-FFF2-40B4-BE49-F238E27FC236}">
                  <a16:creationId xmlns:a16="http://schemas.microsoft.com/office/drawing/2014/main" id="{203EE512-7160-EB63-E516-034547890F44}"/>
                </a:ext>
              </a:extLst>
            </p:cNvPr>
            <p:cNvGrpSpPr/>
            <p:nvPr/>
          </p:nvGrpSpPr>
          <p:grpSpPr>
            <a:xfrm>
              <a:off x="7692155" y="2390596"/>
              <a:ext cx="242005" cy="43678"/>
              <a:chOff x="7979724" y="3580291"/>
              <a:chExt cx="242005" cy="43678"/>
            </a:xfrm>
          </p:grpSpPr>
          <p:sp>
            <p:nvSpPr>
              <p:cNvPr id="1317" name="Oval 1316">
                <a:extLst>
                  <a:ext uri="{FF2B5EF4-FFF2-40B4-BE49-F238E27FC236}">
                    <a16:creationId xmlns:a16="http://schemas.microsoft.com/office/drawing/2014/main" id="{13EBDC9E-4B43-9CDC-E8B5-F3DD2EB400F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8" name="Oval 1317">
                <a:extLst>
                  <a:ext uri="{FF2B5EF4-FFF2-40B4-BE49-F238E27FC236}">
                    <a16:creationId xmlns:a16="http://schemas.microsoft.com/office/drawing/2014/main" id="{C01600CC-1B36-EC5D-86EE-361473F13E15}"/>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9" name="Oval 1318">
                <a:extLst>
                  <a:ext uri="{FF2B5EF4-FFF2-40B4-BE49-F238E27FC236}">
                    <a16:creationId xmlns:a16="http://schemas.microsoft.com/office/drawing/2014/main" id="{91526802-1E88-E852-249B-CA98D811C4E3}"/>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0" name="Oval 1319">
                <a:extLst>
                  <a:ext uri="{FF2B5EF4-FFF2-40B4-BE49-F238E27FC236}">
                    <a16:creationId xmlns:a16="http://schemas.microsoft.com/office/drawing/2014/main" id="{4DEF97E0-25F1-00DD-5687-69306EF4D94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1" name="Oval 1320">
                <a:extLst>
                  <a:ext uri="{FF2B5EF4-FFF2-40B4-BE49-F238E27FC236}">
                    <a16:creationId xmlns:a16="http://schemas.microsoft.com/office/drawing/2014/main" id="{793B749C-4092-67BA-998E-27460A5BC1A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3" name="Oval 1322">
                <a:extLst>
                  <a:ext uri="{FF2B5EF4-FFF2-40B4-BE49-F238E27FC236}">
                    <a16:creationId xmlns:a16="http://schemas.microsoft.com/office/drawing/2014/main" id="{34DDDFD7-457E-71EA-6158-543E2C4AAF6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4" name="Oval 1323">
                <a:extLst>
                  <a:ext uri="{FF2B5EF4-FFF2-40B4-BE49-F238E27FC236}">
                    <a16:creationId xmlns:a16="http://schemas.microsoft.com/office/drawing/2014/main" id="{51040B2E-7F65-AE9E-6393-FEBE3BB8443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6" name="Group 1035">
              <a:extLst>
                <a:ext uri="{FF2B5EF4-FFF2-40B4-BE49-F238E27FC236}">
                  <a16:creationId xmlns:a16="http://schemas.microsoft.com/office/drawing/2014/main" id="{4194495D-30DC-3380-AF88-8ACE2E801780}"/>
                </a:ext>
              </a:extLst>
            </p:cNvPr>
            <p:cNvGrpSpPr/>
            <p:nvPr/>
          </p:nvGrpSpPr>
          <p:grpSpPr>
            <a:xfrm rot="10800000">
              <a:off x="8157402" y="2393619"/>
              <a:ext cx="242005" cy="46723"/>
              <a:chOff x="7979724" y="3580291"/>
              <a:chExt cx="242005" cy="43678"/>
            </a:xfrm>
          </p:grpSpPr>
          <p:sp>
            <p:nvSpPr>
              <p:cNvPr id="1309" name="Oval 1308">
                <a:extLst>
                  <a:ext uri="{FF2B5EF4-FFF2-40B4-BE49-F238E27FC236}">
                    <a16:creationId xmlns:a16="http://schemas.microsoft.com/office/drawing/2014/main" id="{DEB46182-6241-3DDC-4A56-879F56DFC4D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0" name="Oval 1309">
                <a:extLst>
                  <a:ext uri="{FF2B5EF4-FFF2-40B4-BE49-F238E27FC236}">
                    <a16:creationId xmlns:a16="http://schemas.microsoft.com/office/drawing/2014/main" id="{C9980A8C-6AFA-3A6B-1ACC-C52CC775837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1" name="Oval 1310">
                <a:extLst>
                  <a:ext uri="{FF2B5EF4-FFF2-40B4-BE49-F238E27FC236}">
                    <a16:creationId xmlns:a16="http://schemas.microsoft.com/office/drawing/2014/main" id="{DA09436A-D7AE-B227-3B5C-F0714EAE390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2" name="Oval 1311">
                <a:extLst>
                  <a:ext uri="{FF2B5EF4-FFF2-40B4-BE49-F238E27FC236}">
                    <a16:creationId xmlns:a16="http://schemas.microsoft.com/office/drawing/2014/main" id="{A84BFC88-F7EB-EC94-D470-CBAE887A8F8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3" name="Oval 1312">
                <a:extLst>
                  <a:ext uri="{FF2B5EF4-FFF2-40B4-BE49-F238E27FC236}">
                    <a16:creationId xmlns:a16="http://schemas.microsoft.com/office/drawing/2014/main" id="{0ECD99D0-C50A-CB9F-1990-2A0201B6D02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4" name="Oval 1313">
                <a:extLst>
                  <a:ext uri="{FF2B5EF4-FFF2-40B4-BE49-F238E27FC236}">
                    <a16:creationId xmlns:a16="http://schemas.microsoft.com/office/drawing/2014/main" id="{D082F3E1-E97B-AA33-3446-5E8EC1F88C0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5" name="Oval 1314">
                <a:extLst>
                  <a:ext uri="{FF2B5EF4-FFF2-40B4-BE49-F238E27FC236}">
                    <a16:creationId xmlns:a16="http://schemas.microsoft.com/office/drawing/2014/main" id="{95098F8A-15E0-B10A-EB21-63C327665A7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6" name="Oval 1315">
                <a:extLst>
                  <a:ext uri="{FF2B5EF4-FFF2-40B4-BE49-F238E27FC236}">
                    <a16:creationId xmlns:a16="http://schemas.microsoft.com/office/drawing/2014/main" id="{303C9C25-45A4-ECFB-4F49-3A0075BEF109}"/>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7" name="Group 1036">
              <a:extLst>
                <a:ext uri="{FF2B5EF4-FFF2-40B4-BE49-F238E27FC236}">
                  <a16:creationId xmlns:a16="http://schemas.microsoft.com/office/drawing/2014/main" id="{50BA20D9-D8B8-AF78-BAD7-A32AD9A1605C}"/>
                </a:ext>
              </a:extLst>
            </p:cNvPr>
            <p:cNvGrpSpPr/>
            <p:nvPr/>
          </p:nvGrpSpPr>
          <p:grpSpPr>
            <a:xfrm>
              <a:off x="8086245" y="2394435"/>
              <a:ext cx="242005" cy="43678"/>
              <a:chOff x="7979724" y="3580291"/>
              <a:chExt cx="242005" cy="43678"/>
            </a:xfrm>
          </p:grpSpPr>
          <p:sp>
            <p:nvSpPr>
              <p:cNvPr id="1301" name="Oval 1300">
                <a:extLst>
                  <a:ext uri="{FF2B5EF4-FFF2-40B4-BE49-F238E27FC236}">
                    <a16:creationId xmlns:a16="http://schemas.microsoft.com/office/drawing/2014/main" id="{11E89E6A-314F-9562-B544-7977748AEDA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2" name="Oval 1301">
                <a:extLst>
                  <a:ext uri="{FF2B5EF4-FFF2-40B4-BE49-F238E27FC236}">
                    <a16:creationId xmlns:a16="http://schemas.microsoft.com/office/drawing/2014/main" id="{5E560E50-A311-EE6D-68E9-5D397317F81E}"/>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3" name="Oval 1302">
                <a:extLst>
                  <a:ext uri="{FF2B5EF4-FFF2-40B4-BE49-F238E27FC236}">
                    <a16:creationId xmlns:a16="http://schemas.microsoft.com/office/drawing/2014/main" id="{D00B398F-BAED-8962-3DC8-658446C938D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4" name="Oval 1303">
                <a:extLst>
                  <a:ext uri="{FF2B5EF4-FFF2-40B4-BE49-F238E27FC236}">
                    <a16:creationId xmlns:a16="http://schemas.microsoft.com/office/drawing/2014/main" id="{656BB12F-355D-9984-2875-A925AFF502F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5" name="Oval 1304">
                <a:extLst>
                  <a:ext uri="{FF2B5EF4-FFF2-40B4-BE49-F238E27FC236}">
                    <a16:creationId xmlns:a16="http://schemas.microsoft.com/office/drawing/2014/main" id="{99740198-37FA-2064-CA48-782CBDB9A776}"/>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6" name="Oval 1305">
                <a:extLst>
                  <a:ext uri="{FF2B5EF4-FFF2-40B4-BE49-F238E27FC236}">
                    <a16:creationId xmlns:a16="http://schemas.microsoft.com/office/drawing/2014/main" id="{4834D863-BCB5-92A1-FEB1-CA0F8AD09E83}"/>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7" name="Oval 1306">
                <a:extLst>
                  <a:ext uri="{FF2B5EF4-FFF2-40B4-BE49-F238E27FC236}">
                    <a16:creationId xmlns:a16="http://schemas.microsoft.com/office/drawing/2014/main" id="{DC0E62C5-C6A9-C242-1D24-7B84756E4A1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8" name="Oval 1307">
                <a:extLst>
                  <a:ext uri="{FF2B5EF4-FFF2-40B4-BE49-F238E27FC236}">
                    <a16:creationId xmlns:a16="http://schemas.microsoft.com/office/drawing/2014/main" id="{57E4DE24-723E-0A6B-6FD7-DA39BEBC1AC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8" name="Group 1037">
              <a:extLst>
                <a:ext uri="{FF2B5EF4-FFF2-40B4-BE49-F238E27FC236}">
                  <a16:creationId xmlns:a16="http://schemas.microsoft.com/office/drawing/2014/main" id="{5AAF3289-5FD0-716F-882F-831CCC74530D}"/>
                </a:ext>
              </a:extLst>
            </p:cNvPr>
            <p:cNvGrpSpPr/>
            <p:nvPr/>
          </p:nvGrpSpPr>
          <p:grpSpPr>
            <a:xfrm rot="10800000">
              <a:off x="8265463" y="2567223"/>
              <a:ext cx="242005" cy="46723"/>
              <a:chOff x="7979724" y="3580291"/>
              <a:chExt cx="242005" cy="43678"/>
            </a:xfrm>
          </p:grpSpPr>
          <p:sp>
            <p:nvSpPr>
              <p:cNvPr id="1293" name="Oval 1292">
                <a:extLst>
                  <a:ext uri="{FF2B5EF4-FFF2-40B4-BE49-F238E27FC236}">
                    <a16:creationId xmlns:a16="http://schemas.microsoft.com/office/drawing/2014/main" id="{6E6BDCAF-AAC5-799D-4377-0567BD12EDC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4" name="Oval 1293">
                <a:extLst>
                  <a:ext uri="{FF2B5EF4-FFF2-40B4-BE49-F238E27FC236}">
                    <a16:creationId xmlns:a16="http://schemas.microsoft.com/office/drawing/2014/main" id="{2414DC6A-19C3-3E52-9788-29BC6494A9C1}"/>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5" name="Oval 1294">
                <a:extLst>
                  <a:ext uri="{FF2B5EF4-FFF2-40B4-BE49-F238E27FC236}">
                    <a16:creationId xmlns:a16="http://schemas.microsoft.com/office/drawing/2014/main" id="{4605CB85-EBB9-56A9-9B43-7E9E94EC38B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6" name="Oval 1295">
                <a:extLst>
                  <a:ext uri="{FF2B5EF4-FFF2-40B4-BE49-F238E27FC236}">
                    <a16:creationId xmlns:a16="http://schemas.microsoft.com/office/drawing/2014/main" id="{71DC60CA-8E6C-E8D0-B370-8D7B9AA1B8C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7" name="Oval 1296">
                <a:extLst>
                  <a:ext uri="{FF2B5EF4-FFF2-40B4-BE49-F238E27FC236}">
                    <a16:creationId xmlns:a16="http://schemas.microsoft.com/office/drawing/2014/main" id="{74D8B840-E35A-89A7-8F0C-B27FCC653D2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8" name="Oval 1297">
                <a:extLst>
                  <a:ext uri="{FF2B5EF4-FFF2-40B4-BE49-F238E27FC236}">
                    <a16:creationId xmlns:a16="http://schemas.microsoft.com/office/drawing/2014/main" id="{6D7A7CFA-7CEE-8314-B31C-03CF76066277}"/>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9" name="Oval 1298">
                <a:extLst>
                  <a:ext uri="{FF2B5EF4-FFF2-40B4-BE49-F238E27FC236}">
                    <a16:creationId xmlns:a16="http://schemas.microsoft.com/office/drawing/2014/main" id="{C009D923-CA41-5E0C-522C-7C6A8CC36A6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0" name="Oval 1299">
                <a:extLst>
                  <a:ext uri="{FF2B5EF4-FFF2-40B4-BE49-F238E27FC236}">
                    <a16:creationId xmlns:a16="http://schemas.microsoft.com/office/drawing/2014/main" id="{A8634571-9BFD-18A2-3E9A-650754B3F6D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9" name="Group 1038">
              <a:extLst>
                <a:ext uri="{FF2B5EF4-FFF2-40B4-BE49-F238E27FC236}">
                  <a16:creationId xmlns:a16="http://schemas.microsoft.com/office/drawing/2014/main" id="{F15532CB-F6C8-A13F-CBAF-6EA2E2738EFB}"/>
                </a:ext>
              </a:extLst>
            </p:cNvPr>
            <p:cNvGrpSpPr/>
            <p:nvPr/>
          </p:nvGrpSpPr>
          <p:grpSpPr>
            <a:xfrm>
              <a:off x="8194306" y="2568039"/>
              <a:ext cx="242005" cy="43678"/>
              <a:chOff x="7979724" y="3580291"/>
              <a:chExt cx="242005" cy="43678"/>
            </a:xfrm>
          </p:grpSpPr>
          <p:sp>
            <p:nvSpPr>
              <p:cNvPr id="1285" name="Oval 1284">
                <a:extLst>
                  <a:ext uri="{FF2B5EF4-FFF2-40B4-BE49-F238E27FC236}">
                    <a16:creationId xmlns:a16="http://schemas.microsoft.com/office/drawing/2014/main" id="{5B92407F-B7D7-D0B3-274E-FD2A5110117D}"/>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6" name="Oval 1285">
                <a:extLst>
                  <a:ext uri="{FF2B5EF4-FFF2-40B4-BE49-F238E27FC236}">
                    <a16:creationId xmlns:a16="http://schemas.microsoft.com/office/drawing/2014/main" id="{7AFC0E85-44EF-4F3D-2ED6-A19F1DC3279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7" name="Oval 1286">
                <a:extLst>
                  <a:ext uri="{FF2B5EF4-FFF2-40B4-BE49-F238E27FC236}">
                    <a16:creationId xmlns:a16="http://schemas.microsoft.com/office/drawing/2014/main" id="{82BDE620-0B26-547B-833F-C434ADDE620D}"/>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8" name="Oval 1287">
                <a:extLst>
                  <a:ext uri="{FF2B5EF4-FFF2-40B4-BE49-F238E27FC236}">
                    <a16:creationId xmlns:a16="http://schemas.microsoft.com/office/drawing/2014/main" id="{39F5C16E-AEA2-B3E8-C66F-8EFC5875C582}"/>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9" name="Oval 1288">
                <a:extLst>
                  <a:ext uri="{FF2B5EF4-FFF2-40B4-BE49-F238E27FC236}">
                    <a16:creationId xmlns:a16="http://schemas.microsoft.com/office/drawing/2014/main" id="{903EC3B9-223E-A5B5-6A23-849E0F41F7F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0" name="Oval 1289">
                <a:extLst>
                  <a:ext uri="{FF2B5EF4-FFF2-40B4-BE49-F238E27FC236}">
                    <a16:creationId xmlns:a16="http://schemas.microsoft.com/office/drawing/2014/main" id="{DCB536F7-412F-3C07-2DCA-FB4B823024F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1" name="Oval 1290">
                <a:extLst>
                  <a:ext uri="{FF2B5EF4-FFF2-40B4-BE49-F238E27FC236}">
                    <a16:creationId xmlns:a16="http://schemas.microsoft.com/office/drawing/2014/main" id="{3EF96728-7D74-862E-4E34-9204C2E4F0D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2" name="Oval 1291">
                <a:extLst>
                  <a:ext uri="{FF2B5EF4-FFF2-40B4-BE49-F238E27FC236}">
                    <a16:creationId xmlns:a16="http://schemas.microsoft.com/office/drawing/2014/main" id="{0B458297-C257-2DA9-6C9B-45107A81EB70}"/>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0" name="Group 1039">
              <a:extLst>
                <a:ext uri="{FF2B5EF4-FFF2-40B4-BE49-F238E27FC236}">
                  <a16:creationId xmlns:a16="http://schemas.microsoft.com/office/drawing/2014/main" id="{0F0EAD21-4937-52E9-47E1-664FBC379DF8}"/>
                </a:ext>
              </a:extLst>
            </p:cNvPr>
            <p:cNvGrpSpPr/>
            <p:nvPr/>
          </p:nvGrpSpPr>
          <p:grpSpPr>
            <a:xfrm rot="10800000">
              <a:off x="7808283" y="2554879"/>
              <a:ext cx="242005" cy="46723"/>
              <a:chOff x="7979724" y="3580291"/>
              <a:chExt cx="242005" cy="43678"/>
            </a:xfrm>
          </p:grpSpPr>
          <p:sp>
            <p:nvSpPr>
              <p:cNvPr id="1277" name="Oval 1276">
                <a:extLst>
                  <a:ext uri="{FF2B5EF4-FFF2-40B4-BE49-F238E27FC236}">
                    <a16:creationId xmlns:a16="http://schemas.microsoft.com/office/drawing/2014/main" id="{0003B255-6194-5EA5-C0E0-383B996A6B6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Oval 1277">
                <a:extLst>
                  <a:ext uri="{FF2B5EF4-FFF2-40B4-BE49-F238E27FC236}">
                    <a16:creationId xmlns:a16="http://schemas.microsoft.com/office/drawing/2014/main" id="{61610CD2-023D-E1A2-C32F-580DDAA406D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Oval 1278">
                <a:extLst>
                  <a:ext uri="{FF2B5EF4-FFF2-40B4-BE49-F238E27FC236}">
                    <a16:creationId xmlns:a16="http://schemas.microsoft.com/office/drawing/2014/main" id="{BB3879CA-E9D2-2B73-0E4E-7FF74412D47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0" name="Oval 1279">
                <a:extLst>
                  <a:ext uri="{FF2B5EF4-FFF2-40B4-BE49-F238E27FC236}">
                    <a16:creationId xmlns:a16="http://schemas.microsoft.com/office/drawing/2014/main" id="{BDEEACC9-15B7-C6BD-B75E-1FA88CFD4C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1" name="Oval 1280">
                <a:extLst>
                  <a:ext uri="{FF2B5EF4-FFF2-40B4-BE49-F238E27FC236}">
                    <a16:creationId xmlns:a16="http://schemas.microsoft.com/office/drawing/2014/main" id="{5B62B22A-5407-6680-4261-87E3F2F28DB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2" name="Oval 1281">
                <a:extLst>
                  <a:ext uri="{FF2B5EF4-FFF2-40B4-BE49-F238E27FC236}">
                    <a16:creationId xmlns:a16="http://schemas.microsoft.com/office/drawing/2014/main" id="{BB87D966-0FAE-51A0-FEB3-72013D8C2B9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3" name="Oval 1282">
                <a:extLst>
                  <a:ext uri="{FF2B5EF4-FFF2-40B4-BE49-F238E27FC236}">
                    <a16:creationId xmlns:a16="http://schemas.microsoft.com/office/drawing/2014/main" id="{38C66285-A03E-8E33-8B38-1B024F035FCF}"/>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4" name="Oval 1283">
                <a:extLst>
                  <a:ext uri="{FF2B5EF4-FFF2-40B4-BE49-F238E27FC236}">
                    <a16:creationId xmlns:a16="http://schemas.microsoft.com/office/drawing/2014/main" id="{BBE4092C-46DF-28EA-96DC-27D95ED093C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1" name="Group 1040">
              <a:extLst>
                <a:ext uri="{FF2B5EF4-FFF2-40B4-BE49-F238E27FC236}">
                  <a16:creationId xmlns:a16="http://schemas.microsoft.com/office/drawing/2014/main" id="{C7BFBCB3-F77C-76DF-E47D-7CF199626371}"/>
                </a:ext>
              </a:extLst>
            </p:cNvPr>
            <p:cNvGrpSpPr/>
            <p:nvPr/>
          </p:nvGrpSpPr>
          <p:grpSpPr>
            <a:xfrm>
              <a:off x="7737126" y="2555695"/>
              <a:ext cx="242005" cy="43678"/>
              <a:chOff x="7979724" y="3580291"/>
              <a:chExt cx="242005" cy="43678"/>
            </a:xfrm>
          </p:grpSpPr>
          <p:sp>
            <p:nvSpPr>
              <p:cNvPr id="1269" name="Oval 1268">
                <a:extLst>
                  <a:ext uri="{FF2B5EF4-FFF2-40B4-BE49-F238E27FC236}">
                    <a16:creationId xmlns:a16="http://schemas.microsoft.com/office/drawing/2014/main" id="{2F626C43-7848-27DE-433A-CB40AC6F7490}"/>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Oval 1269">
                <a:extLst>
                  <a:ext uri="{FF2B5EF4-FFF2-40B4-BE49-F238E27FC236}">
                    <a16:creationId xmlns:a16="http://schemas.microsoft.com/office/drawing/2014/main" id="{277E86B2-2ADE-58B0-1FBD-4F3A0D06B1C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Oval 1270">
                <a:extLst>
                  <a:ext uri="{FF2B5EF4-FFF2-40B4-BE49-F238E27FC236}">
                    <a16:creationId xmlns:a16="http://schemas.microsoft.com/office/drawing/2014/main" id="{27DADD96-50D4-14D4-8DED-BD528FA95B9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Oval 1271">
                <a:extLst>
                  <a:ext uri="{FF2B5EF4-FFF2-40B4-BE49-F238E27FC236}">
                    <a16:creationId xmlns:a16="http://schemas.microsoft.com/office/drawing/2014/main" id="{8DCF155F-D37C-9136-ED61-0DCD62B6B42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Oval 1272">
                <a:extLst>
                  <a:ext uri="{FF2B5EF4-FFF2-40B4-BE49-F238E27FC236}">
                    <a16:creationId xmlns:a16="http://schemas.microsoft.com/office/drawing/2014/main" id="{04B92D69-FE26-9FBD-55A5-2794874E4A3B}"/>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Oval 1273">
                <a:extLst>
                  <a:ext uri="{FF2B5EF4-FFF2-40B4-BE49-F238E27FC236}">
                    <a16:creationId xmlns:a16="http://schemas.microsoft.com/office/drawing/2014/main" id="{2ABD6ADD-0389-CADE-8AA3-D378F3202BA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Oval 1274">
                <a:extLst>
                  <a:ext uri="{FF2B5EF4-FFF2-40B4-BE49-F238E27FC236}">
                    <a16:creationId xmlns:a16="http://schemas.microsoft.com/office/drawing/2014/main" id="{92ED195B-19C6-1085-2FC0-1C55B1C1952A}"/>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Oval 1275">
                <a:extLst>
                  <a:ext uri="{FF2B5EF4-FFF2-40B4-BE49-F238E27FC236}">
                    <a16:creationId xmlns:a16="http://schemas.microsoft.com/office/drawing/2014/main" id="{E5AC5EF0-42FB-3D2D-D26F-56B93C9BD47E}"/>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2" name="Group 1041">
              <a:extLst>
                <a:ext uri="{FF2B5EF4-FFF2-40B4-BE49-F238E27FC236}">
                  <a16:creationId xmlns:a16="http://schemas.microsoft.com/office/drawing/2014/main" id="{D2F2C674-FC55-A0A2-989C-AF72B2704937}"/>
                </a:ext>
              </a:extLst>
            </p:cNvPr>
            <p:cNvGrpSpPr/>
            <p:nvPr/>
          </p:nvGrpSpPr>
          <p:grpSpPr>
            <a:xfrm rot="10800000">
              <a:off x="6986642" y="2392214"/>
              <a:ext cx="141852" cy="84147"/>
              <a:chOff x="7979724" y="3580291"/>
              <a:chExt cx="242005" cy="43678"/>
            </a:xfrm>
          </p:grpSpPr>
          <p:sp>
            <p:nvSpPr>
              <p:cNvPr id="1261" name="Oval 1260">
                <a:extLst>
                  <a:ext uri="{FF2B5EF4-FFF2-40B4-BE49-F238E27FC236}">
                    <a16:creationId xmlns:a16="http://schemas.microsoft.com/office/drawing/2014/main" id="{EA5376F7-B180-A215-C83B-3A8BE39FDAF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2" name="Oval 1261">
                <a:extLst>
                  <a:ext uri="{FF2B5EF4-FFF2-40B4-BE49-F238E27FC236}">
                    <a16:creationId xmlns:a16="http://schemas.microsoft.com/office/drawing/2014/main" id="{D8E4EBF3-912F-97B9-BFC5-9651EE88863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3" name="Oval 1262">
                <a:extLst>
                  <a:ext uri="{FF2B5EF4-FFF2-40B4-BE49-F238E27FC236}">
                    <a16:creationId xmlns:a16="http://schemas.microsoft.com/office/drawing/2014/main" id="{38FBFD83-6175-2F93-65B2-DF42508BAF0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4" name="Oval 1263">
                <a:extLst>
                  <a:ext uri="{FF2B5EF4-FFF2-40B4-BE49-F238E27FC236}">
                    <a16:creationId xmlns:a16="http://schemas.microsoft.com/office/drawing/2014/main" id="{CC92A46A-5800-E8EE-6A8D-CDB75D711080}"/>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5" name="Oval 1264">
                <a:extLst>
                  <a:ext uri="{FF2B5EF4-FFF2-40B4-BE49-F238E27FC236}">
                    <a16:creationId xmlns:a16="http://schemas.microsoft.com/office/drawing/2014/main" id="{72DE30F2-5C4A-22C2-BB82-F2EE54B7F66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Oval 1265">
                <a:extLst>
                  <a:ext uri="{FF2B5EF4-FFF2-40B4-BE49-F238E27FC236}">
                    <a16:creationId xmlns:a16="http://schemas.microsoft.com/office/drawing/2014/main" id="{AE110B66-3880-CFB9-814B-6C4C4B01986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Oval 1266">
                <a:extLst>
                  <a:ext uri="{FF2B5EF4-FFF2-40B4-BE49-F238E27FC236}">
                    <a16:creationId xmlns:a16="http://schemas.microsoft.com/office/drawing/2014/main" id="{25776288-8AEE-7624-1313-00500550895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Oval 1267">
                <a:extLst>
                  <a:ext uri="{FF2B5EF4-FFF2-40B4-BE49-F238E27FC236}">
                    <a16:creationId xmlns:a16="http://schemas.microsoft.com/office/drawing/2014/main" id="{B523FF92-A9E3-D255-CBDC-69BEDC3BFEA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3" name="Group 1042">
              <a:extLst>
                <a:ext uri="{FF2B5EF4-FFF2-40B4-BE49-F238E27FC236}">
                  <a16:creationId xmlns:a16="http://schemas.microsoft.com/office/drawing/2014/main" id="{66373348-D166-5BD6-2484-77ABFEE760F9}"/>
                </a:ext>
              </a:extLst>
            </p:cNvPr>
            <p:cNvGrpSpPr/>
            <p:nvPr/>
          </p:nvGrpSpPr>
          <p:grpSpPr>
            <a:xfrm rot="10800000">
              <a:off x="7005009" y="2774977"/>
              <a:ext cx="242005" cy="82555"/>
              <a:chOff x="7979724" y="3580291"/>
              <a:chExt cx="242005" cy="43678"/>
            </a:xfrm>
          </p:grpSpPr>
          <p:sp>
            <p:nvSpPr>
              <p:cNvPr id="1253" name="Oval 1252">
                <a:extLst>
                  <a:ext uri="{FF2B5EF4-FFF2-40B4-BE49-F238E27FC236}">
                    <a16:creationId xmlns:a16="http://schemas.microsoft.com/office/drawing/2014/main" id="{3B9E6685-C801-EAD0-3080-869FFA94DEB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4" name="Oval 1253">
                <a:extLst>
                  <a:ext uri="{FF2B5EF4-FFF2-40B4-BE49-F238E27FC236}">
                    <a16:creationId xmlns:a16="http://schemas.microsoft.com/office/drawing/2014/main" id="{474214DB-D76F-C0E8-8317-5270006E5C1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5" name="Oval 1254">
                <a:extLst>
                  <a:ext uri="{FF2B5EF4-FFF2-40B4-BE49-F238E27FC236}">
                    <a16:creationId xmlns:a16="http://schemas.microsoft.com/office/drawing/2014/main" id="{3FA13319-CA7E-D2D5-A8BA-BD8DC189622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6" name="Oval 1255">
                <a:extLst>
                  <a:ext uri="{FF2B5EF4-FFF2-40B4-BE49-F238E27FC236}">
                    <a16:creationId xmlns:a16="http://schemas.microsoft.com/office/drawing/2014/main" id="{CEDBFF24-2C17-3BB5-9423-DD647DFF9B1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7" name="Oval 1256">
                <a:extLst>
                  <a:ext uri="{FF2B5EF4-FFF2-40B4-BE49-F238E27FC236}">
                    <a16:creationId xmlns:a16="http://schemas.microsoft.com/office/drawing/2014/main" id="{1C8E53B8-5A8B-5629-3E20-B4AD0080E60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8" name="Oval 1257">
                <a:extLst>
                  <a:ext uri="{FF2B5EF4-FFF2-40B4-BE49-F238E27FC236}">
                    <a16:creationId xmlns:a16="http://schemas.microsoft.com/office/drawing/2014/main" id="{7896F561-7366-E41D-ACB5-6DEF69B7F409}"/>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9" name="Oval 1258">
                <a:extLst>
                  <a:ext uri="{FF2B5EF4-FFF2-40B4-BE49-F238E27FC236}">
                    <a16:creationId xmlns:a16="http://schemas.microsoft.com/office/drawing/2014/main" id="{0AB761C7-447E-287E-A990-346A1C12DAF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0" name="Oval 1259">
                <a:extLst>
                  <a:ext uri="{FF2B5EF4-FFF2-40B4-BE49-F238E27FC236}">
                    <a16:creationId xmlns:a16="http://schemas.microsoft.com/office/drawing/2014/main" id="{2CD6D864-8093-1A4D-5683-650A49279E6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4" name="Group 1043">
              <a:extLst>
                <a:ext uri="{FF2B5EF4-FFF2-40B4-BE49-F238E27FC236}">
                  <a16:creationId xmlns:a16="http://schemas.microsoft.com/office/drawing/2014/main" id="{BA560C0B-39EF-34D1-9432-7DEE19AF1D58}"/>
                </a:ext>
              </a:extLst>
            </p:cNvPr>
            <p:cNvGrpSpPr/>
            <p:nvPr/>
          </p:nvGrpSpPr>
          <p:grpSpPr>
            <a:xfrm>
              <a:off x="6933853" y="2775793"/>
              <a:ext cx="242005" cy="77175"/>
              <a:chOff x="7979724" y="3580291"/>
              <a:chExt cx="242005" cy="43678"/>
            </a:xfrm>
          </p:grpSpPr>
          <p:sp>
            <p:nvSpPr>
              <p:cNvPr id="1245" name="Oval 1244">
                <a:extLst>
                  <a:ext uri="{FF2B5EF4-FFF2-40B4-BE49-F238E27FC236}">
                    <a16:creationId xmlns:a16="http://schemas.microsoft.com/office/drawing/2014/main" id="{09C97D7A-CE9F-0D28-5471-69897BDB6B63}"/>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6" name="Oval 1245">
                <a:extLst>
                  <a:ext uri="{FF2B5EF4-FFF2-40B4-BE49-F238E27FC236}">
                    <a16:creationId xmlns:a16="http://schemas.microsoft.com/office/drawing/2014/main" id="{7C584796-5B49-3A63-2F94-A15752B95A8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7" name="Oval 1246">
                <a:extLst>
                  <a:ext uri="{FF2B5EF4-FFF2-40B4-BE49-F238E27FC236}">
                    <a16:creationId xmlns:a16="http://schemas.microsoft.com/office/drawing/2014/main" id="{AA3B9052-DE5C-CBA7-2A62-CDE5ABA98B2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8" name="Oval 1247">
                <a:extLst>
                  <a:ext uri="{FF2B5EF4-FFF2-40B4-BE49-F238E27FC236}">
                    <a16:creationId xmlns:a16="http://schemas.microsoft.com/office/drawing/2014/main" id="{7A87D72C-57CE-2EA4-B8DC-414E1D494DF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9" name="Oval 1248">
                <a:extLst>
                  <a:ext uri="{FF2B5EF4-FFF2-40B4-BE49-F238E27FC236}">
                    <a16:creationId xmlns:a16="http://schemas.microsoft.com/office/drawing/2014/main" id="{853D8984-AA02-ECA9-ACA1-8E7D763510F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0" name="Oval 1249">
                <a:extLst>
                  <a:ext uri="{FF2B5EF4-FFF2-40B4-BE49-F238E27FC236}">
                    <a16:creationId xmlns:a16="http://schemas.microsoft.com/office/drawing/2014/main" id="{AA6F0CC8-8B2C-6F4D-AD30-B65BF51A5EC0}"/>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1" name="Oval 1250">
                <a:extLst>
                  <a:ext uri="{FF2B5EF4-FFF2-40B4-BE49-F238E27FC236}">
                    <a16:creationId xmlns:a16="http://schemas.microsoft.com/office/drawing/2014/main" id="{0939913F-4F52-0031-55E5-2B0A8299C6D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2" name="Oval 1251">
                <a:extLst>
                  <a:ext uri="{FF2B5EF4-FFF2-40B4-BE49-F238E27FC236}">
                    <a16:creationId xmlns:a16="http://schemas.microsoft.com/office/drawing/2014/main" id="{2A656D59-85A1-CC79-F692-AB23F644830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5" name="Group 1044">
              <a:extLst>
                <a:ext uri="{FF2B5EF4-FFF2-40B4-BE49-F238E27FC236}">
                  <a16:creationId xmlns:a16="http://schemas.microsoft.com/office/drawing/2014/main" id="{C3088D56-DBE7-A88C-A809-1D0FACE75D08}"/>
                </a:ext>
              </a:extLst>
            </p:cNvPr>
            <p:cNvGrpSpPr/>
            <p:nvPr/>
          </p:nvGrpSpPr>
          <p:grpSpPr>
            <a:xfrm rot="10800000">
              <a:off x="7598597" y="2198987"/>
              <a:ext cx="242005" cy="46723"/>
              <a:chOff x="7979724" y="3580291"/>
              <a:chExt cx="242005" cy="43678"/>
            </a:xfrm>
          </p:grpSpPr>
          <p:sp>
            <p:nvSpPr>
              <p:cNvPr id="1237" name="Oval 1236">
                <a:extLst>
                  <a:ext uri="{FF2B5EF4-FFF2-40B4-BE49-F238E27FC236}">
                    <a16:creationId xmlns:a16="http://schemas.microsoft.com/office/drawing/2014/main" id="{28F8F626-62C6-7A9B-58D9-92B18282750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8" name="Oval 1237">
                <a:extLst>
                  <a:ext uri="{FF2B5EF4-FFF2-40B4-BE49-F238E27FC236}">
                    <a16:creationId xmlns:a16="http://schemas.microsoft.com/office/drawing/2014/main" id="{938E9C1C-695E-5C33-CAF9-2AB47739BD98}"/>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9" name="Oval 1238">
                <a:extLst>
                  <a:ext uri="{FF2B5EF4-FFF2-40B4-BE49-F238E27FC236}">
                    <a16:creationId xmlns:a16="http://schemas.microsoft.com/office/drawing/2014/main" id="{69D88CE6-DD0C-3403-5FD3-01722630BA75}"/>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0" name="Oval 1239">
                <a:extLst>
                  <a:ext uri="{FF2B5EF4-FFF2-40B4-BE49-F238E27FC236}">
                    <a16:creationId xmlns:a16="http://schemas.microsoft.com/office/drawing/2014/main" id="{4F070F3C-A8AB-E302-B194-057743C8FD44}"/>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1" name="Oval 1240">
                <a:extLst>
                  <a:ext uri="{FF2B5EF4-FFF2-40B4-BE49-F238E27FC236}">
                    <a16:creationId xmlns:a16="http://schemas.microsoft.com/office/drawing/2014/main" id="{5499E577-29DA-01FE-C1B2-78C11881414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2" name="Oval 1241">
                <a:extLst>
                  <a:ext uri="{FF2B5EF4-FFF2-40B4-BE49-F238E27FC236}">
                    <a16:creationId xmlns:a16="http://schemas.microsoft.com/office/drawing/2014/main" id="{0B965639-7324-E406-0B54-2765EFE84B1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3" name="Oval 1242">
                <a:extLst>
                  <a:ext uri="{FF2B5EF4-FFF2-40B4-BE49-F238E27FC236}">
                    <a16:creationId xmlns:a16="http://schemas.microsoft.com/office/drawing/2014/main" id="{1D19F9DB-FDB3-C820-6855-B13AC39E632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4" name="Oval 1243">
                <a:extLst>
                  <a:ext uri="{FF2B5EF4-FFF2-40B4-BE49-F238E27FC236}">
                    <a16:creationId xmlns:a16="http://schemas.microsoft.com/office/drawing/2014/main" id="{F74BE871-7A33-37BF-0B05-33903BFCEED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6" name="Group 1045">
              <a:extLst>
                <a:ext uri="{FF2B5EF4-FFF2-40B4-BE49-F238E27FC236}">
                  <a16:creationId xmlns:a16="http://schemas.microsoft.com/office/drawing/2014/main" id="{31E0910D-01AA-131A-FDC7-A41C67D4C772}"/>
                </a:ext>
              </a:extLst>
            </p:cNvPr>
            <p:cNvGrpSpPr/>
            <p:nvPr/>
          </p:nvGrpSpPr>
          <p:grpSpPr>
            <a:xfrm>
              <a:off x="7527440" y="2199803"/>
              <a:ext cx="242005" cy="43678"/>
              <a:chOff x="7979724" y="3580291"/>
              <a:chExt cx="242005" cy="43678"/>
            </a:xfrm>
          </p:grpSpPr>
          <p:sp>
            <p:nvSpPr>
              <p:cNvPr id="1229" name="Oval 1228">
                <a:extLst>
                  <a:ext uri="{FF2B5EF4-FFF2-40B4-BE49-F238E27FC236}">
                    <a16:creationId xmlns:a16="http://schemas.microsoft.com/office/drawing/2014/main" id="{BA15424C-50A1-186A-A013-B3A39A52CC6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0" name="Oval 1229">
                <a:extLst>
                  <a:ext uri="{FF2B5EF4-FFF2-40B4-BE49-F238E27FC236}">
                    <a16:creationId xmlns:a16="http://schemas.microsoft.com/office/drawing/2014/main" id="{238E95E5-AA93-2107-93B4-1E4DD6F71E5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 name="Oval 1230">
                <a:extLst>
                  <a:ext uri="{FF2B5EF4-FFF2-40B4-BE49-F238E27FC236}">
                    <a16:creationId xmlns:a16="http://schemas.microsoft.com/office/drawing/2014/main" id="{6D393272-7969-9C64-60E4-9E7D40BA41E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2" name="Oval 1231">
                <a:extLst>
                  <a:ext uri="{FF2B5EF4-FFF2-40B4-BE49-F238E27FC236}">
                    <a16:creationId xmlns:a16="http://schemas.microsoft.com/office/drawing/2014/main" id="{D07BC4A9-64EE-CB11-E990-54B880097035}"/>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3" name="Oval 1232">
                <a:extLst>
                  <a:ext uri="{FF2B5EF4-FFF2-40B4-BE49-F238E27FC236}">
                    <a16:creationId xmlns:a16="http://schemas.microsoft.com/office/drawing/2014/main" id="{BAB74599-D579-4BAB-4449-6A56B524F1B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4" name="Oval 1233">
                <a:extLst>
                  <a:ext uri="{FF2B5EF4-FFF2-40B4-BE49-F238E27FC236}">
                    <a16:creationId xmlns:a16="http://schemas.microsoft.com/office/drawing/2014/main" id="{2708F539-BC25-DE1E-8078-606AF2AE9E1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5" name="Oval 1234">
                <a:extLst>
                  <a:ext uri="{FF2B5EF4-FFF2-40B4-BE49-F238E27FC236}">
                    <a16:creationId xmlns:a16="http://schemas.microsoft.com/office/drawing/2014/main" id="{5B3E838A-66C3-FF74-4938-9CDE2763F8D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6" name="Oval 1235">
                <a:extLst>
                  <a:ext uri="{FF2B5EF4-FFF2-40B4-BE49-F238E27FC236}">
                    <a16:creationId xmlns:a16="http://schemas.microsoft.com/office/drawing/2014/main" id="{A8932446-5E87-4371-0357-7058984CF5E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7" name="Group 1046">
              <a:extLst>
                <a:ext uri="{FF2B5EF4-FFF2-40B4-BE49-F238E27FC236}">
                  <a16:creationId xmlns:a16="http://schemas.microsoft.com/office/drawing/2014/main" id="{2BF8F618-CED4-69F6-CE55-2F37BD18BE6B}"/>
                </a:ext>
              </a:extLst>
            </p:cNvPr>
            <p:cNvGrpSpPr/>
            <p:nvPr/>
          </p:nvGrpSpPr>
          <p:grpSpPr>
            <a:xfrm rot="13181925">
              <a:off x="7169556" y="2846327"/>
              <a:ext cx="242005" cy="46723"/>
              <a:chOff x="7979724" y="3580291"/>
              <a:chExt cx="242005" cy="43678"/>
            </a:xfrm>
          </p:grpSpPr>
          <p:sp>
            <p:nvSpPr>
              <p:cNvPr id="1221" name="Oval 1220">
                <a:extLst>
                  <a:ext uri="{FF2B5EF4-FFF2-40B4-BE49-F238E27FC236}">
                    <a16:creationId xmlns:a16="http://schemas.microsoft.com/office/drawing/2014/main" id="{FDC3B7B6-8145-D931-45E5-FB16796B0D6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2" name="Oval 1221">
                <a:extLst>
                  <a:ext uri="{FF2B5EF4-FFF2-40B4-BE49-F238E27FC236}">
                    <a16:creationId xmlns:a16="http://schemas.microsoft.com/office/drawing/2014/main" id="{1F23351E-FA8A-3A77-1DAB-871040979E0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3" name="Oval 1222">
                <a:extLst>
                  <a:ext uri="{FF2B5EF4-FFF2-40B4-BE49-F238E27FC236}">
                    <a16:creationId xmlns:a16="http://schemas.microsoft.com/office/drawing/2014/main" id="{601ABE84-60CD-82BB-8FE3-67AF19F0A22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4" name="Oval 1223">
                <a:extLst>
                  <a:ext uri="{FF2B5EF4-FFF2-40B4-BE49-F238E27FC236}">
                    <a16:creationId xmlns:a16="http://schemas.microsoft.com/office/drawing/2014/main" id="{CF45732C-FE32-8882-059A-055DDD78BB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5" name="Oval 1224">
                <a:extLst>
                  <a:ext uri="{FF2B5EF4-FFF2-40B4-BE49-F238E27FC236}">
                    <a16:creationId xmlns:a16="http://schemas.microsoft.com/office/drawing/2014/main" id="{744739DD-B4D0-8F54-EA8A-BAB6B90D493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6" name="Oval 1225">
                <a:extLst>
                  <a:ext uri="{FF2B5EF4-FFF2-40B4-BE49-F238E27FC236}">
                    <a16:creationId xmlns:a16="http://schemas.microsoft.com/office/drawing/2014/main" id="{266E3E6A-C190-9B40-0219-6AA3F3D45B4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7" name="Oval 1226">
                <a:extLst>
                  <a:ext uri="{FF2B5EF4-FFF2-40B4-BE49-F238E27FC236}">
                    <a16:creationId xmlns:a16="http://schemas.microsoft.com/office/drawing/2014/main" id="{62D1AD4A-8477-43DA-0B1E-F2DBB26A7DE6}"/>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8" name="Oval 1227">
                <a:extLst>
                  <a:ext uri="{FF2B5EF4-FFF2-40B4-BE49-F238E27FC236}">
                    <a16:creationId xmlns:a16="http://schemas.microsoft.com/office/drawing/2014/main" id="{E88FDF77-DFF6-9EF0-AEF6-A52F18F8D94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8" name="Group 1047">
              <a:extLst>
                <a:ext uri="{FF2B5EF4-FFF2-40B4-BE49-F238E27FC236}">
                  <a16:creationId xmlns:a16="http://schemas.microsoft.com/office/drawing/2014/main" id="{D35EDB59-E5E6-C6B1-8267-30EA7BB4C345}"/>
                </a:ext>
              </a:extLst>
            </p:cNvPr>
            <p:cNvGrpSpPr/>
            <p:nvPr/>
          </p:nvGrpSpPr>
          <p:grpSpPr>
            <a:xfrm rot="13181925">
              <a:off x="7400392" y="2167959"/>
              <a:ext cx="174914" cy="54480"/>
              <a:chOff x="7979724" y="3580291"/>
              <a:chExt cx="242005" cy="43678"/>
            </a:xfrm>
          </p:grpSpPr>
          <p:sp>
            <p:nvSpPr>
              <p:cNvPr id="1213" name="Oval 1212">
                <a:extLst>
                  <a:ext uri="{FF2B5EF4-FFF2-40B4-BE49-F238E27FC236}">
                    <a16:creationId xmlns:a16="http://schemas.microsoft.com/office/drawing/2014/main" id="{2BDBD786-D240-2E0C-BB1C-819F3553659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4" name="Oval 1213">
                <a:extLst>
                  <a:ext uri="{FF2B5EF4-FFF2-40B4-BE49-F238E27FC236}">
                    <a16:creationId xmlns:a16="http://schemas.microsoft.com/office/drawing/2014/main" id="{371713C4-3266-52D0-43A1-D334D43AF062}"/>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5" name="Oval 1214">
                <a:extLst>
                  <a:ext uri="{FF2B5EF4-FFF2-40B4-BE49-F238E27FC236}">
                    <a16:creationId xmlns:a16="http://schemas.microsoft.com/office/drawing/2014/main" id="{1B439A51-5016-15E0-EB5F-96B0AD76D7F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6" name="Oval 1215">
                <a:extLst>
                  <a:ext uri="{FF2B5EF4-FFF2-40B4-BE49-F238E27FC236}">
                    <a16:creationId xmlns:a16="http://schemas.microsoft.com/office/drawing/2014/main" id="{84541B0D-146F-1F4E-2C0E-D3F56735E1F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7" name="Oval 1216">
                <a:extLst>
                  <a:ext uri="{FF2B5EF4-FFF2-40B4-BE49-F238E27FC236}">
                    <a16:creationId xmlns:a16="http://schemas.microsoft.com/office/drawing/2014/main" id="{8F42E7BF-9286-FE12-1E7C-8F23FD4E9F75}"/>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8" name="Oval 1217">
                <a:extLst>
                  <a:ext uri="{FF2B5EF4-FFF2-40B4-BE49-F238E27FC236}">
                    <a16:creationId xmlns:a16="http://schemas.microsoft.com/office/drawing/2014/main" id="{2DD562B1-DED5-1219-3B77-533AEC9BB5D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9" name="Oval 1218">
                <a:extLst>
                  <a:ext uri="{FF2B5EF4-FFF2-40B4-BE49-F238E27FC236}">
                    <a16:creationId xmlns:a16="http://schemas.microsoft.com/office/drawing/2014/main" id="{22EB4728-9D5A-1F60-205E-7B97C6046DEC}"/>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0" name="Oval 1219">
                <a:extLst>
                  <a:ext uri="{FF2B5EF4-FFF2-40B4-BE49-F238E27FC236}">
                    <a16:creationId xmlns:a16="http://schemas.microsoft.com/office/drawing/2014/main" id="{BC9F4932-B2CA-032A-FFCF-53C07314B92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9" name="Group 1048">
              <a:extLst>
                <a:ext uri="{FF2B5EF4-FFF2-40B4-BE49-F238E27FC236}">
                  <a16:creationId xmlns:a16="http://schemas.microsoft.com/office/drawing/2014/main" id="{41749463-4C5E-9E37-12BF-448D9A7F74F3}"/>
                </a:ext>
              </a:extLst>
            </p:cNvPr>
            <p:cNvGrpSpPr/>
            <p:nvPr/>
          </p:nvGrpSpPr>
          <p:grpSpPr>
            <a:xfrm rot="8224268">
              <a:off x="6847232" y="2814695"/>
              <a:ext cx="142815" cy="80456"/>
              <a:chOff x="7979724" y="3580291"/>
              <a:chExt cx="242005" cy="43678"/>
            </a:xfrm>
          </p:grpSpPr>
          <p:sp>
            <p:nvSpPr>
              <p:cNvPr id="1205" name="Oval 1204">
                <a:extLst>
                  <a:ext uri="{FF2B5EF4-FFF2-40B4-BE49-F238E27FC236}">
                    <a16:creationId xmlns:a16="http://schemas.microsoft.com/office/drawing/2014/main" id="{FE4C25DA-6E87-9F63-E811-0AAF1A7B981E}"/>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6" name="Oval 1205">
                <a:extLst>
                  <a:ext uri="{FF2B5EF4-FFF2-40B4-BE49-F238E27FC236}">
                    <a16:creationId xmlns:a16="http://schemas.microsoft.com/office/drawing/2014/main" id="{1407F0D2-6028-901F-98FC-1E4E22A1637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7" name="Oval 1206">
                <a:extLst>
                  <a:ext uri="{FF2B5EF4-FFF2-40B4-BE49-F238E27FC236}">
                    <a16:creationId xmlns:a16="http://schemas.microsoft.com/office/drawing/2014/main" id="{4D0DFD52-6C67-4E12-41C6-6D2134E98D07}"/>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8" name="Oval 1207">
                <a:extLst>
                  <a:ext uri="{FF2B5EF4-FFF2-40B4-BE49-F238E27FC236}">
                    <a16:creationId xmlns:a16="http://schemas.microsoft.com/office/drawing/2014/main" id="{7AC6B24A-CB43-574E-DDA7-844243E9AE1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9" name="Oval 1208">
                <a:extLst>
                  <a:ext uri="{FF2B5EF4-FFF2-40B4-BE49-F238E27FC236}">
                    <a16:creationId xmlns:a16="http://schemas.microsoft.com/office/drawing/2014/main" id="{CDEEDA54-4BEB-6B1B-4822-885EE8B476CF}"/>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0" name="Oval 1209">
                <a:extLst>
                  <a:ext uri="{FF2B5EF4-FFF2-40B4-BE49-F238E27FC236}">
                    <a16:creationId xmlns:a16="http://schemas.microsoft.com/office/drawing/2014/main" id="{DBDE7815-C0B9-F2F7-93AC-6D2B8474905B}"/>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1" name="Oval 1210">
                <a:extLst>
                  <a:ext uri="{FF2B5EF4-FFF2-40B4-BE49-F238E27FC236}">
                    <a16:creationId xmlns:a16="http://schemas.microsoft.com/office/drawing/2014/main" id="{6F07C363-D6D1-8CD1-A9F0-2D02E2EA179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2" name="Oval 1211">
                <a:extLst>
                  <a:ext uri="{FF2B5EF4-FFF2-40B4-BE49-F238E27FC236}">
                    <a16:creationId xmlns:a16="http://schemas.microsoft.com/office/drawing/2014/main" id="{36696F96-E54A-AA0F-01DA-D997702002AA}"/>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0" name="Group 1049">
              <a:extLst>
                <a:ext uri="{FF2B5EF4-FFF2-40B4-BE49-F238E27FC236}">
                  <a16:creationId xmlns:a16="http://schemas.microsoft.com/office/drawing/2014/main" id="{D4473CE0-246B-0C75-8435-7D16637745D0}"/>
                </a:ext>
              </a:extLst>
            </p:cNvPr>
            <p:cNvGrpSpPr/>
            <p:nvPr/>
          </p:nvGrpSpPr>
          <p:grpSpPr>
            <a:xfrm rot="8224268">
              <a:off x="7835043" y="2146268"/>
              <a:ext cx="142815" cy="80456"/>
              <a:chOff x="7979724" y="3580291"/>
              <a:chExt cx="242005" cy="43678"/>
            </a:xfrm>
          </p:grpSpPr>
          <p:sp>
            <p:nvSpPr>
              <p:cNvPr id="1197" name="Oval 1196">
                <a:extLst>
                  <a:ext uri="{FF2B5EF4-FFF2-40B4-BE49-F238E27FC236}">
                    <a16:creationId xmlns:a16="http://schemas.microsoft.com/office/drawing/2014/main" id="{CB363298-4364-D543-CE10-788570FDB69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Oval 1197">
                <a:extLst>
                  <a:ext uri="{FF2B5EF4-FFF2-40B4-BE49-F238E27FC236}">
                    <a16:creationId xmlns:a16="http://schemas.microsoft.com/office/drawing/2014/main" id="{9EA63C76-C863-35C1-9EED-87549BBDD65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Oval 1198">
                <a:extLst>
                  <a:ext uri="{FF2B5EF4-FFF2-40B4-BE49-F238E27FC236}">
                    <a16:creationId xmlns:a16="http://schemas.microsoft.com/office/drawing/2014/main" id="{0E778DA8-2C4F-4782-A495-60322B8FE3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0" name="Oval 1199">
                <a:extLst>
                  <a:ext uri="{FF2B5EF4-FFF2-40B4-BE49-F238E27FC236}">
                    <a16:creationId xmlns:a16="http://schemas.microsoft.com/office/drawing/2014/main" id="{176DE40A-9B00-E4A7-83AF-152FA261523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1" name="Oval 1200">
                <a:extLst>
                  <a:ext uri="{FF2B5EF4-FFF2-40B4-BE49-F238E27FC236}">
                    <a16:creationId xmlns:a16="http://schemas.microsoft.com/office/drawing/2014/main" id="{67650E36-90FC-4628-7572-3E5CA63B3B9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2" name="Oval 1201">
                <a:extLst>
                  <a:ext uri="{FF2B5EF4-FFF2-40B4-BE49-F238E27FC236}">
                    <a16:creationId xmlns:a16="http://schemas.microsoft.com/office/drawing/2014/main" id="{0C76A305-D0DE-BEE0-9823-C3E9AAD7462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3" name="Oval 1202">
                <a:extLst>
                  <a:ext uri="{FF2B5EF4-FFF2-40B4-BE49-F238E27FC236}">
                    <a16:creationId xmlns:a16="http://schemas.microsoft.com/office/drawing/2014/main" id="{1310D70A-22C7-59A3-3EC6-6E5AB23C7A4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4" name="Oval 1203">
                <a:extLst>
                  <a:ext uri="{FF2B5EF4-FFF2-40B4-BE49-F238E27FC236}">
                    <a16:creationId xmlns:a16="http://schemas.microsoft.com/office/drawing/2014/main" id="{1FF6B601-6B91-F44D-6475-DBECF8DC024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1" name="Group 1050">
              <a:extLst>
                <a:ext uri="{FF2B5EF4-FFF2-40B4-BE49-F238E27FC236}">
                  <a16:creationId xmlns:a16="http://schemas.microsoft.com/office/drawing/2014/main" id="{EFF2E18F-D3A4-197D-F7B0-1A73CB647A52}"/>
                </a:ext>
              </a:extLst>
            </p:cNvPr>
            <p:cNvGrpSpPr/>
            <p:nvPr/>
          </p:nvGrpSpPr>
          <p:grpSpPr>
            <a:xfrm>
              <a:off x="7249468" y="2774020"/>
              <a:ext cx="971545" cy="53915"/>
              <a:chOff x="5754694" y="6008041"/>
              <a:chExt cx="971545" cy="53915"/>
            </a:xfrm>
          </p:grpSpPr>
          <p:grpSp>
            <p:nvGrpSpPr>
              <p:cNvPr id="1125" name="Group 1124">
                <a:extLst>
                  <a:ext uri="{FF2B5EF4-FFF2-40B4-BE49-F238E27FC236}">
                    <a16:creationId xmlns:a16="http://schemas.microsoft.com/office/drawing/2014/main" id="{121C2CB0-3211-5732-5805-57809B6C211A}"/>
                  </a:ext>
                </a:extLst>
              </p:cNvPr>
              <p:cNvGrpSpPr/>
              <p:nvPr/>
            </p:nvGrpSpPr>
            <p:grpSpPr>
              <a:xfrm rot="10800000">
                <a:off x="5825851" y="6008041"/>
                <a:ext cx="242005" cy="46723"/>
                <a:chOff x="7979724" y="3580291"/>
                <a:chExt cx="242005" cy="43678"/>
              </a:xfrm>
            </p:grpSpPr>
            <p:sp>
              <p:nvSpPr>
                <p:cNvPr id="1189" name="Oval 1188">
                  <a:extLst>
                    <a:ext uri="{FF2B5EF4-FFF2-40B4-BE49-F238E27FC236}">
                      <a16:creationId xmlns:a16="http://schemas.microsoft.com/office/drawing/2014/main" id="{49CC6122-D2EB-48CB-28CF-DFCCEEA874F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Oval 1189">
                  <a:extLst>
                    <a:ext uri="{FF2B5EF4-FFF2-40B4-BE49-F238E27FC236}">
                      <a16:creationId xmlns:a16="http://schemas.microsoft.com/office/drawing/2014/main" id="{87C7FCF8-BE4F-C24D-F107-73228DFA32B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Oval 1190">
                  <a:extLst>
                    <a:ext uri="{FF2B5EF4-FFF2-40B4-BE49-F238E27FC236}">
                      <a16:creationId xmlns:a16="http://schemas.microsoft.com/office/drawing/2014/main" id="{1BA25D63-D8E3-19D2-B1F6-C8E5AE08607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2" name="Oval 1191">
                  <a:extLst>
                    <a:ext uri="{FF2B5EF4-FFF2-40B4-BE49-F238E27FC236}">
                      <a16:creationId xmlns:a16="http://schemas.microsoft.com/office/drawing/2014/main" id="{70C44E45-9B8F-97FA-7D6F-B753A342F5D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Oval 1192">
                  <a:extLst>
                    <a:ext uri="{FF2B5EF4-FFF2-40B4-BE49-F238E27FC236}">
                      <a16:creationId xmlns:a16="http://schemas.microsoft.com/office/drawing/2014/main" id="{CCCBF329-CF1C-D8AB-2C5E-53C51257839A}"/>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Oval 1193">
                  <a:extLst>
                    <a:ext uri="{FF2B5EF4-FFF2-40B4-BE49-F238E27FC236}">
                      <a16:creationId xmlns:a16="http://schemas.microsoft.com/office/drawing/2014/main" id="{8371F8ED-8090-C2E3-6896-207A585B3CD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Oval 1194">
                  <a:extLst>
                    <a:ext uri="{FF2B5EF4-FFF2-40B4-BE49-F238E27FC236}">
                      <a16:creationId xmlns:a16="http://schemas.microsoft.com/office/drawing/2014/main" id="{EF75C7F6-6E1C-8199-17F7-5966CEF8B89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Oval 1195">
                  <a:extLst>
                    <a:ext uri="{FF2B5EF4-FFF2-40B4-BE49-F238E27FC236}">
                      <a16:creationId xmlns:a16="http://schemas.microsoft.com/office/drawing/2014/main" id="{EC57C482-A361-11CE-0346-FB222771193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6" name="Group 1125">
                <a:extLst>
                  <a:ext uri="{FF2B5EF4-FFF2-40B4-BE49-F238E27FC236}">
                    <a16:creationId xmlns:a16="http://schemas.microsoft.com/office/drawing/2014/main" id="{A831A43C-2A93-D1BF-9B87-AC0B88E65C37}"/>
                  </a:ext>
                </a:extLst>
              </p:cNvPr>
              <p:cNvGrpSpPr/>
              <p:nvPr/>
            </p:nvGrpSpPr>
            <p:grpSpPr>
              <a:xfrm>
                <a:off x="5754694" y="6008857"/>
                <a:ext cx="242005" cy="43678"/>
                <a:chOff x="7979724" y="3580291"/>
                <a:chExt cx="242005" cy="43678"/>
              </a:xfrm>
            </p:grpSpPr>
            <p:sp>
              <p:nvSpPr>
                <p:cNvPr id="1181" name="Oval 1180">
                  <a:extLst>
                    <a:ext uri="{FF2B5EF4-FFF2-40B4-BE49-F238E27FC236}">
                      <a16:creationId xmlns:a16="http://schemas.microsoft.com/office/drawing/2014/main" id="{C5CB2ADE-A841-05A6-6A39-EED072C89E7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Oval 1181">
                  <a:extLst>
                    <a:ext uri="{FF2B5EF4-FFF2-40B4-BE49-F238E27FC236}">
                      <a16:creationId xmlns:a16="http://schemas.microsoft.com/office/drawing/2014/main" id="{6EEC2D27-5BAA-83D1-85AB-4EFFFDDC7946}"/>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3" name="Oval 1182">
                  <a:extLst>
                    <a:ext uri="{FF2B5EF4-FFF2-40B4-BE49-F238E27FC236}">
                      <a16:creationId xmlns:a16="http://schemas.microsoft.com/office/drawing/2014/main" id="{1244B7BA-1400-987E-2048-5A02ED244C60}"/>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Oval 1183">
                  <a:extLst>
                    <a:ext uri="{FF2B5EF4-FFF2-40B4-BE49-F238E27FC236}">
                      <a16:creationId xmlns:a16="http://schemas.microsoft.com/office/drawing/2014/main" id="{8015921F-E624-C7D2-7880-E3F80B3D1268}"/>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Oval 1184">
                  <a:extLst>
                    <a:ext uri="{FF2B5EF4-FFF2-40B4-BE49-F238E27FC236}">
                      <a16:creationId xmlns:a16="http://schemas.microsoft.com/office/drawing/2014/main" id="{8709F8F5-9503-25C7-E86F-6B90BBE0A2E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Oval 1185">
                  <a:extLst>
                    <a:ext uri="{FF2B5EF4-FFF2-40B4-BE49-F238E27FC236}">
                      <a16:creationId xmlns:a16="http://schemas.microsoft.com/office/drawing/2014/main" id="{FDDDC996-60A2-AE03-5C3A-DDF185AC3C7E}"/>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Oval 1186">
                  <a:extLst>
                    <a:ext uri="{FF2B5EF4-FFF2-40B4-BE49-F238E27FC236}">
                      <a16:creationId xmlns:a16="http://schemas.microsoft.com/office/drawing/2014/main" id="{7CCC7769-527A-C4BA-1276-0629A69757C2}"/>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Oval 1187">
                  <a:extLst>
                    <a:ext uri="{FF2B5EF4-FFF2-40B4-BE49-F238E27FC236}">
                      <a16:creationId xmlns:a16="http://schemas.microsoft.com/office/drawing/2014/main" id="{4A8CEE81-9071-5D97-8D7A-EA3236134E0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7" name="Group 1126">
                <a:extLst>
                  <a:ext uri="{FF2B5EF4-FFF2-40B4-BE49-F238E27FC236}">
                    <a16:creationId xmlns:a16="http://schemas.microsoft.com/office/drawing/2014/main" id="{A5D45EBB-D3BE-F582-803E-E76354633DCD}"/>
                  </a:ext>
                </a:extLst>
              </p:cNvPr>
              <p:cNvGrpSpPr/>
              <p:nvPr/>
            </p:nvGrpSpPr>
            <p:grpSpPr>
              <a:xfrm rot="10800000">
                <a:off x="6066894" y="6011217"/>
                <a:ext cx="242005" cy="46723"/>
                <a:chOff x="7979724" y="3580291"/>
                <a:chExt cx="242005" cy="43678"/>
              </a:xfrm>
            </p:grpSpPr>
            <p:sp>
              <p:nvSpPr>
                <p:cNvPr id="1173" name="Oval 1172">
                  <a:extLst>
                    <a:ext uri="{FF2B5EF4-FFF2-40B4-BE49-F238E27FC236}">
                      <a16:creationId xmlns:a16="http://schemas.microsoft.com/office/drawing/2014/main" id="{048BEADF-A511-5D44-2182-D04A47D54534}"/>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Oval 1173">
                  <a:extLst>
                    <a:ext uri="{FF2B5EF4-FFF2-40B4-BE49-F238E27FC236}">
                      <a16:creationId xmlns:a16="http://schemas.microsoft.com/office/drawing/2014/main" id="{3BF24EE4-2DB4-D78B-4115-FC09F1B108AF}"/>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Oval 1174">
                  <a:extLst>
                    <a:ext uri="{FF2B5EF4-FFF2-40B4-BE49-F238E27FC236}">
                      <a16:creationId xmlns:a16="http://schemas.microsoft.com/office/drawing/2014/main" id="{BC933D4B-D08F-BD8D-3933-C5ADF8D0B62A}"/>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Oval 1175">
                  <a:extLst>
                    <a:ext uri="{FF2B5EF4-FFF2-40B4-BE49-F238E27FC236}">
                      <a16:creationId xmlns:a16="http://schemas.microsoft.com/office/drawing/2014/main" id="{B7E83996-45F2-393D-1C7C-7B35CCC3057F}"/>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Oval 1176">
                  <a:extLst>
                    <a:ext uri="{FF2B5EF4-FFF2-40B4-BE49-F238E27FC236}">
                      <a16:creationId xmlns:a16="http://schemas.microsoft.com/office/drawing/2014/main" id="{3B3A9081-7E51-73E7-BE92-6445EF662798}"/>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Oval 1177">
                  <a:extLst>
                    <a:ext uri="{FF2B5EF4-FFF2-40B4-BE49-F238E27FC236}">
                      <a16:creationId xmlns:a16="http://schemas.microsoft.com/office/drawing/2014/main" id="{D59F5DE0-3853-DD2C-E39A-D6989157D1D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Oval 1178">
                  <a:extLst>
                    <a:ext uri="{FF2B5EF4-FFF2-40B4-BE49-F238E27FC236}">
                      <a16:creationId xmlns:a16="http://schemas.microsoft.com/office/drawing/2014/main" id="{893BCE22-6C0B-3135-E310-85176332F677}"/>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Oval 1179">
                  <a:extLst>
                    <a:ext uri="{FF2B5EF4-FFF2-40B4-BE49-F238E27FC236}">
                      <a16:creationId xmlns:a16="http://schemas.microsoft.com/office/drawing/2014/main" id="{D8AF586D-677F-EA4C-1DAF-4B140FCC68A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8" name="Group 1127">
                <a:extLst>
                  <a:ext uri="{FF2B5EF4-FFF2-40B4-BE49-F238E27FC236}">
                    <a16:creationId xmlns:a16="http://schemas.microsoft.com/office/drawing/2014/main" id="{91240D00-73D0-23D2-4C4A-4C9BE444F26A}"/>
                  </a:ext>
                </a:extLst>
              </p:cNvPr>
              <p:cNvGrpSpPr/>
              <p:nvPr/>
            </p:nvGrpSpPr>
            <p:grpSpPr>
              <a:xfrm rot="11689693">
                <a:off x="5995737" y="6012033"/>
                <a:ext cx="242005" cy="43678"/>
                <a:chOff x="7979724" y="3580291"/>
                <a:chExt cx="242005" cy="43678"/>
              </a:xfrm>
            </p:grpSpPr>
            <p:sp>
              <p:nvSpPr>
                <p:cNvPr id="1165" name="Oval 1164">
                  <a:extLst>
                    <a:ext uri="{FF2B5EF4-FFF2-40B4-BE49-F238E27FC236}">
                      <a16:creationId xmlns:a16="http://schemas.microsoft.com/office/drawing/2014/main" id="{5404DFA9-0D76-9BC6-6130-87880DBD99C6}"/>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Oval 1165">
                  <a:extLst>
                    <a:ext uri="{FF2B5EF4-FFF2-40B4-BE49-F238E27FC236}">
                      <a16:creationId xmlns:a16="http://schemas.microsoft.com/office/drawing/2014/main" id="{CB6ABB17-49BD-F50C-66BD-F88409D020F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Oval 1166">
                  <a:extLst>
                    <a:ext uri="{FF2B5EF4-FFF2-40B4-BE49-F238E27FC236}">
                      <a16:creationId xmlns:a16="http://schemas.microsoft.com/office/drawing/2014/main" id="{92DCC72A-073C-B0D2-90BB-D4B24EAB4AF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8" name="Oval 1167">
                  <a:extLst>
                    <a:ext uri="{FF2B5EF4-FFF2-40B4-BE49-F238E27FC236}">
                      <a16:creationId xmlns:a16="http://schemas.microsoft.com/office/drawing/2014/main" id="{6C9A7108-51DF-F2CE-6EAE-472DAEFF657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Oval 1168">
                  <a:extLst>
                    <a:ext uri="{FF2B5EF4-FFF2-40B4-BE49-F238E27FC236}">
                      <a16:creationId xmlns:a16="http://schemas.microsoft.com/office/drawing/2014/main" id="{77813311-FE60-5F3B-D81B-0CB504131234}"/>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Oval 1169">
                  <a:extLst>
                    <a:ext uri="{FF2B5EF4-FFF2-40B4-BE49-F238E27FC236}">
                      <a16:creationId xmlns:a16="http://schemas.microsoft.com/office/drawing/2014/main" id="{8D9F368F-CBEC-A168-9E39-07A71E272B34}"/>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Oval 1170">
                  <a:extLst>
                    <a:ext uri="{FF2B5EF4-FFF2-40B4-BE49-F238E27FC236}">
                      <a16:creationId xmlns:a16="http://schemas.microsoft.com/office/drawing/2014/main" id="{7F346A7F-3CB8-8985-EE20-438122F31D4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Oval 1171">
                  <a:extLst>
                    <a:ext uri="{FF2B5EF4-FFF2-40B4-BE49-F238E27FC236}">
                      <a16:creationId xmlns:a16="http://schemas.microsoft.com/office/drawing/2014/main" id="{FC3CF7FD-2121-51BC-CE9D-B9A502C73786}"/>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9" name="Group 1128">
                <a:extLst>
                  <a:ext uri="{FF2B5EF4-FFF2-40B4-BE49-F238E27FC236}">
                    <a16:creationId xmlns:a16="http://schemas.microsoft.com/office/drawing/2014/main" id="{EE64156C-C647-F753-6275-CD5DF8C568C5}"/>
                  </a:ext>
                </a:extLst>
              </p:cNvPr>
              <p:cNvGrpSpPr/>
              <p:nvPr/>
            </p:nvGrpSpPr>
            <p:grpSpPr>
              <a:xfrm rot="21292958">
                <a:off x="6243191" y="6012057"/>
                <a:ext cx="242005" cy="46723"/>
                <a:chOff x="7979724" y="3580291"/>
                <a:chExt cx="242005" cy="43678"/>
              </a:xfrm>
            </p:grpSpPr>
            <p:sp>
              <p:nvSpPr>
                <p:cNvPr id="1157" name="Oval 1156">
                  <a:extLst>
                    <a:ext uri="{FF2B5EF4-FFF2-40B4-BE49-F238E27FC236}">
                      <a16:creationId xmlns:a16="http://schemas.microsoft.com/office/drawing/2014/main" id="{AB1C1F2C-68C3-D3DF-3215-3D32B6D5F4E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Oval 1157">
                  <a:extLst>
                    <a:ext uri="{FF2B5EF4-FFF2-40B4-BE49-F238E27FC236}">
                      <a16:creationId xmlns:a16="http://schemas.microsoft.com/office/drawing/2014/main" id="{B46D07CB-CBAD-057B-24EE-4F86ACDAD83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Oval 1158">
                  <a:extLst>
                    <a:ext uri="{FF2B5EF4-FFF2-40B4-BE49-F238E27FC236}">
                      <a16:creationId xmlns:a16="http://schemas.microsoft.com/office/drawing/2014/main" id="{4EA63A0E-5A2B-0FE9-B78F-FFA0B612CDB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Oval 1159">
                  <a:extLst>
                    <a:ext uri="{FF2B5EF4-FFF2-40B4-BE49-F238E27FC236}">
                      <a16:creationId xmlns:a16="http://schemas.microsoft.com/office/drawing/2014/main" id="{656AF302-D11A-9FD6-F45E-E4C71BEA935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Oval 1160">
                  <a:extLst>
                    <a:ext uri="{FF2B5EF4-FFF2-40B4-BE49-F238E27FC236}">
                      <a16:creationId xmlns:a16="http://schemas.microsoft.com/office/drawing/2014/main" id="{FFED92F5-111C-217F-43DC-21E50B05E7D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Oval 1161">
                  <a:extLst>
                    <a:ext uri="{FF2B5EF4-FFF2-40B4-BE49-F238E27FC236}">
                      <a16:creationId xmlns:a16="http://schemas.microsoft.com/office/drawing/2014/main" id="{1FB5A2E9-A4A6-34F7-3A21-8B3B419D854F}"/>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Oval 1162">
                  <a:extLst>
                    <a:ext uri="{FF2B5EF4-FFF2-40B4-BE49-F238E27FC236}">
                      <a16:creationId xmlns:a16="http://schemas.microsoft.com/office/drawing/2014/main" id="{E28475B6-8129-A181-0C95-801D233DDC68}"/>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Oval 1163">
                  <a:extLst>
                    <a:ext uri="{FF2B5EF4-FFF2-40B4-BE49-F238E27FC236}">
                      <a16:creationId xmlns:a16="http://schemas.microsoft.com/office/drawing/2014/main" id="{BECBDF32-D411-48A5-88F3-161BEC79494D}"/>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0" name="Group 1129">
                <a:extLst>
                  <a:ext uri="{FF2B5EF4-FFF2-40B4-BE49-F238E27FC236}">
                    <a16:creationId xmlns:a16="http://schemas.microsoft.com/office/drawing/2014/main" id="{07C8CE4B-364D-AEDF-F61B-780EF014C089}"/>
                  </a:ext>
                </a:extLst>
              </p:cNvPr>
              <p:cNvGrpSpPr/>
              <p:nvPr/>
            </p:nvGrpSpPr>
            <p:grpSpPr>
              <a:xfrm>
                <a:off x="6172034" y="6012873"/>
                <a:ext cx="242005" cy="43678"/>
                <a:chOff x="7979724" y="3580291"/>
                <a:chExt cx="242005" cy="43678"/>
              </a:xfrm>
            </p:grpSpPr>
            <p:sp>
              <p:nvSpPr>
                <p:cNvPr id="1149" name="Oval 1148">
                  <a:extLst>
                    <a:ext uri="{FF2B5EF4-FFF2-40B4-BE49-F238E27FC236}">
                      <a16:creationId xmlns:a16="http://schemas.microsoft.com/office/drawing/2014/main" id="{8E978D78-2AA7-08EC-41B8-8F651EACA52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0" name="Oval 1149">
                  <a:extLst>
                    <a:ext uri="{FF2B5EF4-FFF2-40B4-BE49-F238E27FC236}">
                      <a16:creationId xmlns:a16="http://schemas.microsoft.com/office/drawing/2014/main" id="{43D7BA31-E452-549C-725E-D7F8D668CFC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1" name="Oval 1150">
                  <a:extLst>
                    <a:ext uri="{FF2B5EF4-FFF2-40B4-BE49-F238E27FC236}">
                      <a16:creationId xmlns:a16="http://schemas.microsoft.com/office/drawing/2014/main" id="{98920884-25E1-E1C4-F252-8605F716C75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Oval 1151">
                  <a:extLst>
                    <a:ext uri="{FF2B5EF4-FFF2-40B4-BE49-F238E27FC236}">
                      <a16:creationId xmlns:a16="http://schemas.microsoft.com/office/drawing/2014/main" id="{F2E53EA5-8F3D-4E33-9C1A-9E06F5A6C0A6}"/>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3" name="Oval 1152">
                  <a:extLst>
                    <a:ext uri="{FF2B5EF4-FFF2-40B4-BE49-F238E27FC236}">
                      <a16:creationId xmlns:a16="http://schemas.microsoft.com/office/drawing/2014/main" id="{D8A4654D-2115-4515-98EF-CFA9FB2CDDBC}"/>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4" name="Oval 1153">
                  <a:extLst>
                    <a:ext uri="{FF2B5EF4-FFF2-40B4-BE49-F238E27FC236}">
                      <a16:creationId xmlns:a16="http://schemas.microsoft.com/office/drawing/2014/main" id="{91EA3F1B-591A-F8AA-CA3C-A836BC0E34F2}"/>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Oval 1154">
                  <a:extLst>
                    <a:ext uri="{FF2B5EF4-FFF2-40B4-BE49-F238E27FC236}">
                      <a16:creationId xmlns:a16="http://schemas.microsoft.com/office/drawing/2014/main" id="{64897609-EEDD-0FAD-EB78-6B328140F50E}"/>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Oval 1155">
                  <a:extLst>
                    <a:ext uri="{FF2B5EF4-FFF2-40B4-BE49-F238E27FC236}">
                      <a16:creationId xmlns:a16="http://schemas.microsoft.com/office/drawing/2014/main" id="{3886191A-FACC-3371-A443-42C994FF685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1" name="Group 1130">
                <a:extLst>
                  <a:ext uri="{FF2B5EF4-FFF2-40B4-BE49-F238E27FC236}">
                    <a16:creationId xmlns:a16="http://schemas.microsoft.com/office/drawing/2014/main" id="{E3206016-C59A-CCD0-58BA-2FAE43F79D2F}"/>
                  </a:ext>
                </a:extLst>
              </p:cNvPr>
              <p:cNvGrpSpPr/>
              <p:nvPr/>
            </p:nvGrpSpPr>
            <p:grpSpPr>
              <a:xfrm rot="10800000">
                <a:off x="6484234" y="6015233"/>
                <a:ext cx="242005" cy="46723"/>
                <a:chOff x="7979724" y="3580291"/>
                <a:chExt cx="242005" cy="43678"/>
              </a:xfrm>
            </p:grpSpPr>
            <p:sp>
              <p:nvSpPr>
                <p:cNvPr id="1141" name="Oval 1140">
                  <a:extLst>
                    <a:ext uri="{FF2B5EF4-FFF2-40B4-BE49-F238E27FC236}">
                      <a16:creationId xmlns:a16="http://schemas.microsoft.com/office/drawing/2014/main" id="{BDB629CE-C7F0-EF0E-CC2D-E92DDC810E52}"/>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Oval 1141">
                  <a:extLst>
                    <a:ext uri="{FF2B5EF4-FFF2-40B4-BE49-F238E27FC236}">
                      <a16:creationId xmlns:a16="http://schemas.microsoft.com/office/drawing/2014/main" id="{083EEFDE-5DFE-F3A0-74EC-4B27DCC93974}"/>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Oval 1142">
                  <a:extLst>
                    <a:ext uri="{FF2B5EF4-FFF2-40B4-BE49-F238E27FC236}">
                      <a16:creationId xmlns:a16="http://schemas.microsoft.com/office/drawing/2014/main" id="{10B1BE7C-0CF6-E9C6-D9D3-84465B93227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Oval 1143">
                  <a:extLst>
                    <a:ext uri="{FF2B5EF4-FFF2-40B4-BE49-F238E27FC236}">
                      <a16:creationId xmlns:a16="http://schemas.microsoft.com/office/drawing/2014/main" id="{7ECB4D9E-D323-4467-57E3-F97F928EE54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5" name="Oval 1144">
                  <a:extLst>
                    <a:ext uri="{FF2B5EF4-FFF2-40B4-BE49-F238E27FC236}">
                      <a16:creationId xmlns:a16="http://schemas.microsoft.com/office/drawing/2014/main" id="{2A2B1542-3E09-E8C6-4E69-64C9A6BD1C8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6" name="Oval 1145">
                  <a:extLst>
                    <a:ext uri="{FF2B5EF4-FFF2-40B4-BE49-F238E27FC236}">
                      <a16:creationId xmlns:a16="http://schemas.microsoft.com/office/drawing/2014/main" id="{8F11AE1E-614E-11E1-A970-86371874594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7" name="Oval 1146">
                  <a:extLst>
                    <a:ext uri="{FF2B5EF4-FFF2-40B4-BE49-F238E27FC236}">
                      <a16:creationId xmlns:a16="http://schemas.microsoft.com/office/drawing/2014/main" id="{C634E4A6-1FA2-F9BE-FA84-B6D98B303E5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8" name="Oval 1147">
                  <a:extLst>
                    <a:ext uri="{FF2B5EF4-FFF2-40B4-BE49-F238E27FC236}">
                      <a16:creationId xmlns:a16="http://schemas.microsoft.com/office/drawing/2014/main" id="{09C0479E-43EB-74C2-FDF1-2B249D2669D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32" name="Group 1131">
                <a:extLst>
                  <a:ext uri="{FF2B5EF4-FFF2-40B4-BE49-F238E27FC236}">
                    <a16:creationId xmlns:a16="http://schemas.microsoft.com/office/drawing/2014/main" id="{793FE8A3-4CE0-D136-6F8A-DAECFCB19E0E}"/>
                  </a:ext>
                </a:extLst>
              </p:cNvPr>
              <p:cNvGrpSpPr/>
              <p:nvPr/>
            </p:nvGrpSpPr>
            <p:grpSpPr>
              <a:xfrm>
                <a:off x="6413077" y="6016049"/>
                <a:ext cx="242005" cy="43678"/>
                <a:chOff x="7979724" y="3580291"/>
                <a:chExt cx="242005" cy="43678"/>
              </a:xfrm>
            </p:grpSpPr>
            <p:sp>
              <p:nvSpPr>
                <p:cNvPr id="1133" name="Oval 1132">
                  <a:extLst>
                    <a:ext uri="{FF2B5EF4-FFF2-40B4-BE49-F238E27FC236}">
                      <a16:creationId xmlns:a16="http://schemas.microsoft.com/office/drawing/2014/main" id="{7BD8A3C6-75D5-3003-9855-68E3A0FBCD91}"/>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Oval 1133">
                  <a:extLst>
                    <a:ext uri="{FF2B5EF4-FFF2-40B4-BE49-F238E27FC236}">
                      <a16:creationId xmlns:a16="http://schemas.microsoft.com/office/drawing/2014/main" id="{CC8C54AE-5A25-6FAA-F96A-9710526DA7B0}"/>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Oval 1134">
                  <a:extLst>
                    <a:ext uri="{FF2B5EF4-FFF2-40B4-BE49-F238E27FC236}">
                      <a16:creationId xmlns:a16="http://schemas.microsoft.com/office/drawing/2014/main" id="{6FEBF0F6-5410-5E80-BBB3-CDD17866A219}"/>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Oval 1135">
                  <a:extLst>
                    <a:ext uri="{FF2B5EF4-FFF2-40B4-BE49-F238E27FC236}">
                      <a16:creationId xmlns:a16="http://schemas.microsoft.com/office/drawing/2014/main" id="{894FE463-9107-8916-4285-BBCFAF67EB1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Oval 1136">
                  <a:extLst>
                    <a:ext uri="{FF2B5EF4-FFF2-40B4-BE49-F238E27FC236}">
                      <a16:creationId xmlns:a16="http://schemas.microsoft.com/office/drawing/2014/main" id="{F85C577D-7362-A4B1-B192-E8485E808609}"/>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Oval 1137">
                  <a:extLst>
                    <a:ext uri="{FF2B5EF4-FFF2-40B4-BE49-F238E27FC236}">
                      <a16:creationId xmlns:a16="http://schemas.microsoft.com/office/drawing/2014/main" id="{75529148-5BF9-2129-0782-1BACBA9BD15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Oval 1138">
                  <a:extLst>
                    <a:ext uri="{FF2B5EF4-FFF2-40B4-BE49-F238E27FC236}">
                      <a16:creationId xmlns:a16="http://schemas.microsoft.com/office/drawing/2014/main" id="{97336D18-1FB9-F2EA-5112-287944894F3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Oval 1139">
                  <a:extLst>
                    <a:ext uri="{FF2B5EF4-FFF2-40B4-BE49-F238E27FC236}">
                      <a16:creationId xmlns:a16="http://schemas.microsoft.com/office/drawing/2014/main" id="{A1061CD0-9776-4885-FEFF-7F570CEE6652}"/>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52" name="Group 1051">
              <a:extLst>
                <a:ext uri="{FF2B5EF4-FFF2-40B4-BE49-F238E27FC236}">
                  <a16:creationId xmlns:a16="http://schemas.microsoft.com/office/drawing/2014/main" id="{8515348C-FEDB-21E2-D728-E4C44650ACCC}"/>
                </a:ext>
              </a:extLst>
            </p:cNvPr>
            <p:cNvGrpSpPr/>
            <p:nvPr/>
          </p:nvGrpSpPr>
          <p:grpSpPr>
            <a:xfrm>
              <a:off x="6568714" y="2756366"/>
              <a:ext cx="971545" cy="53915"/>
              <a:chOff x="5754694" y="6008041"/>
              <a:chExt cx="971545" cy="53915"/>
            </a:xfrm>
          </p:grpSpPr>
          <p:grpSp>
            <p:nvGrpSpPr>
              <p:cNvPr id="1053" name="Group 1052">
                <a:extLst>
                  <a:ext uri="{FF2B5EF4-FFF2-40B4-BE49-F238E27FC236}">
                    <a16:creationId xmlns:a16="http://schemas.microsoft.com/office/drawing/2014/main" id="{567BCC1D-6D0C-80F9-C9A1-34B4FD7ADF35}"/>
                  </a:ext>
                </a:extLst>
              </p:cNvPr>
              <p:cNvGrpSpPr/>
              <p:nvPr/>
            </p:nvGrpSpPr>
            <p:grpSpPr>
              <a:xfrm rot="10800000">
                <a:off x="5825851" y="6008041"/>
                <a:ext cx="242005" cy="46723"/>
                <a:chOff x="7979724" y="3580291"/>
                <a:chExt cx="242005" cy="43678"/>
              </a:xfrm>
            </p:grpSpPr>
            <p:sp>
              <p:nvSpPr>
                <p:cNvPr id="1117" name="Oval 1116">
                  <a:extLst>
                    <a:ext uri="{FF2B5EF4-FFF2-40B4-BE49-F238E27FC236}">
                      <a16:creationId xmlns:a16="http://schemas.microsoft.com/office/drawing/2014/main" id="{F1820D9E-3C5E-EA36-43B8-DE8C11DA35D7}"/>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8" name="Oval 1117">
                  <a:extLst>
                    <a:ext uri="{FF2B5EF4-FFF2-40B4-BE49-F238E27FC236}">
                      <a16:creationId xmlns:a16="http://schemas.microsoft.com/office/drawing/2014/main" id="{755388E1-7169-901C-883F-6091C118EB5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Oval 1118">
                  <a:extLst>
                    <a:ext uri="{FF2B5EF4-FFF2-40B4-BE49-F238E27FC236}">
                      <a16:creationId xmlns:a16="http://schemas.microsoft.com/office/drawing/2014/main" id="{D5CF6A93-D7FE-064B-B894-F6328D64004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Oval 1119">
                  <a:extLst>
                    <a:ext uri="{FF2B5EF4-FFF2-40B4-BE49-F238E27FC236}">
                      <a16:creationId xmlns:a16="http://schemas.microsoft.com/office/drawing/2014/main" id="{C5EA7ECB-4EB2-BDDB-AE96-5752B4FF9327}"/>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Oval 1120">
                  <a:extLst>
                    <a:ext uri="{FF2B5EF4-FFF2-40B4-BE49-F238E27FC236}">
                      <a16:creationId xmlns:a16="http://schemas.microsoft.com/office/drawing/2014/main" id="{8AA9BCF1-8A88-7522-1FAF-D41EFC41774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Oval 1121">
                  <a:extLst>
                    <a:ext uri="{FF2B5EF4-FFF2-40B4-BE49-F238E27FC236}">
                      <a16:creationId xmlns:a16="http://schemas.microsoft.com/office/drawing/2014/main" id="{ED3D3010-DB1A-210D-7DFC-ED0353365BE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Oval 1122">
                  <a:extLst>
                    <a:ext uri="{FF2B5EF4-FFF2-40B4-BE49-F238E27FC236}">
                      <a16:creationId xmlns:a16="http://schemas.microsoft.com/office/drawing/2014/main" id="{A5855348-757D-2C46-E798-4F3538959845}"/>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Oval 1123">
                  <a:extLst>
                    <a:ext uri="{FF2B5EF4-FFF2-40B4-BE49-F238E27FC236}">
                      <a16:creationId xmlns:a16="http://schemas.microsoft.com/office/drawing/2014/main" id="{1A8808EC-8796-D2F7-9B83-DA1B58CBE8C8}"/>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4" name="Group 1053">
                <a:extLst>
                  <a:ext uri="{FF2B5EF4-FFF2-40B4-BE49-F238E27FC236}">
                    <a16:creationId xmlns:a16="http://schemas.microsoft.com/office/drawing/2014/main" id="{D63D426F-AF61-550D-3FF9-9EA4AEC28D98}"/>
                  </a:ext>
                </a:extLst>
              </p:cNvPr>
              <p:cNvGrpSpPr/>
              <p:nvPr/>
            </p:nvGrpSpPr>
            <p:grpSpPr>
              <a:xfrm>
                <a:off x="5754694" y="6008857"/>
                <a:ext cx="242005" cy="43678"/>
                <a:chOff x="7979724" y="3580291"/>
                <a:chExt cx="242005" cy="43678"/>
              </a:xfrm>
            </p:grpSpPr>
            <p:sp>
              <p:nvSpPr>
                <p:cNvPr id="1109" name="Oval 1108">
                  <a:extLst>
                    <a:ext uri="{FF2B5EF4-FFF2-40B4-BE49-F238E27FC236}">
                      <a16:creationId xmlns:a16="http://schemas.microsoft.com/office/drawing/2014/main" id="{6D72EC09-3E28-CC95-F53D-37109CCFD88A}"/>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Oval 1109">
                  <a:extLst>
                    <a:ext uri="{FF2B5EF4-FFF2-40B4-BE49-F238E27FC236}">
                      <a16:creationId xmlns:a16="http://schemas.microsoft.com/office/drawing/2014/main" id="{371CFD1D-4C08-DD65-A579-C2EDE2DA501C}"/>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1" name="Oval 1110">
                  <a:extLst>
                    <a:ext uri="{FF2B5EF4-FFF2-40B4-BE49-F238E27FC236}">
                      <a16:creationId xmlns:a16="http://schemas.microsoft.com/office/drawing/2014/main" id="{7C3122E2-1286-CCBD-7C02-9BEF4B492E72}"/>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2" name="Oval 1111">
                  <a:extLst>
                    <a:ext uri="{FF2B5EF4-FFF2-40B4-BE49-F238E27FC236}">
                      <a16:creationId xmlns:a16="http://schemas.microsoft.com/office/drawing/2014/main" id="{2A918B0D-9CCD-DBB7-7543-E3C83FA5AAB9}"/>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Oval 1112">
                  <a:extLst>
                    <a:ext uri="{FF2B5EF4-FFF2-40B4-BE49-F238E27FC236}">
                      <a16:creationId xmlns:a16="http://schemas.microsoft.com/office/drawing/2014/main" id="{669A6583-AD35-42F2-74B9-B7D0D30F4530}"/>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4" name="Oval 1113">
                  <a:extLst>
                    <a:ext uri="{FF2B5EF4-FFF2-40B4-BE49-F238E27FC236}">
                      <a16:creationId xmlns:a16="http://schemas.microsoft.com/office/drawing/2014/main" id="{C54D7322-FC71-971D-0B16-26D47020F6E1}"/>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5" name="Oval 1114">
                  <a:extLst>
                    <a:ext uri="{FF2B5EF4-FFF2-40B4-BE49-F238E27FC236}">
                      <a16:creationId xmlns:a16="http://schemas.microsoft.com/office/drawing/2014/main" id="{925680DF-FD67-847F-2F9E-DEF9EAC0BA69}"/>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Oval 1115">
                  <a:extLst>
                    <a:ext uri="{FF2B5EF4-FFF2-40B4-BE49-F238E27FC236}">
                      <a16:creationId xmlns:a16="http://schemas.microsoft.com/office/drawing/2014/main" id="{7E57BA32-5718-F5AF-7592-657653424AB5}"/>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5" name="Group 1054">
                <a:extLst>
                  <a:ext uri="{FF2B5EF4-FFF2-40B4-BE49-F238E27FC236}">
                    <a16:creationId xmlns:a16="http://schemas.microsoft.com/office/drawing/2014/main" id="{AE455F08-E7C9-B36D-D30E-DD6332903F4A}"/>
                  </a:ext>
                </a:extLst>
              </p:cNvPr>
              <p:cNvGrpSpPr/>
              <p:nvPr/>
            </p:nvGrpSpPr>
            <p:grpSpPr>
              <a:xfrm rot="10800000">
                <a:off x="6066894" y="6011217"/>
                <a:ext cx="242005" cy="46723"/>
                <a:chOff x="7979724" y="3580291"/>
                <a:chExt cx="242005" cy="43678"/>
              </a:xfrm>
            </p:grpSpPr>
            <p:sp>
              <p:nvSpPr>
                <p:cNvPr id="1101" name="Oval 1100">
                  <a:extLst>
                    <a:ext uri="{FF2B5EF4-FFF2-40B4-BE49-F238E27FC236}">
                      <a16:creationId xmlns:a16="http://schemas.microsoft.com/office/drawing/2014/main" id="{084690CB-89F6-E8B4-721A-E6EA409CE75B}"/>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Oval 1101">
                  <a:extLst>
                    <a:ext uri="{FF2B5EF4-FFF2-40B4-BE49-F238E27FC236}">
                      <a16:creationId xmlns:a16="http://schemas.microsoft.com/office/drawing/2014/main" id="{293BC84D-0F3D-04FD-562D-9DC2CAA3826A}"/>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Oval 1102">
                  <a:extLst>
                    <a:ext uri="{FF2B5EF4-FFF2-40B4-BE49-F238E27FC236}">
                      <a16:creationId xmlns:a16="http://schemas.microsoft.com/office/drawing/2014/main" id="{398E504E-FDE1-759C-A585-7B297FED4384}"/>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Oval 1103">
                  <a:extLst>
                    <a:ext uri="{FF2B5EF4-FFF2-40B4-BE49-F238E27FC236}">
                      <a16:creationId xmlns:a16="http://schemas.microsoft.com/office/drawing/2014/main" id="{AE79FC51-F8A0-DC8B-92B1-54D0EC38131C}"/>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Oval 1104">
                  <a:extLst>
                    <a:ext uri="{FF2B5EF4-FFF2-40B4-BE49-F238E27FC236}">
                      <a16:creationId xmlns:a16="http://schemas.microsoft.com/office/drawing/2014/main" id="{655A3E7E-240F-9F1B-E029-01D85385318E}"/>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Oval 1105">
                  <a:extLst>
                    <a:ext uri="{FF2B5EF4-FFF2-40B4-BE49-F238E27FC236}">
                      <a16:creationId xmlns:a16="http://schemas.microsoft.com/office/drawing/2014/main" id="{0D3ED2E3-2A41-0540-8942-7F2799850875}"/>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Oval 1106">
                  <a:extLst>
                    <a:ext uri="{FF2B5EF4-FFF2-40B4-BE49-F238E27FC236}">
                      <a16:creationId xmlns:a16="http://schemas.microsoft.com/office/drawing/2014/main" id="{E5545198-50B3-C64C-66B8-CE2AAD7144A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Oval 1107">
                  <a:extLst>
                    <a:ext uri="{FF2B5EF4-FFF2-40B4-BE49-F238E27FC236}">
                      <a16:creationId xmlns:a16="http://schemas.microsoft.com/office/drawing/2014/main" id="{A3DAC0EF-E656-1E40-BE77-8D241129DE2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6" name="Group 1055">
                <a:extLst>
                  <a:ext uri="{FF2B5EF4-FFF2-40B4-BE49-F238E27FC236}">
                    <a16:creationId xmlns:a16="http://schemas.microsoft.com/office/drawing/2014/main" id="{7C546507-7A0C-07F2-63C5-5968BBBFCB94}"/>
                  </a:ext>
                </a:extLst>
              </p:cNvPr>
              <p:cNvGrpSpPr/>
              <p:nvPr/>
            </p:nvGrpSpPr>
            <p:grpSpPr>
              <a:xfrm rot="11689693">
                <a:off x="5995737" y="6012033"/>
                <a:ext cx="242005" cy="43678"/>
                <a:chOff x="7979724" y="3580291"/>
                <a:chExt cx="242005" cy="43678"/>
              </a:xfrm>
            </p:grpSpPr>
            <p:sp>
              <p:nvSpPr>
                <p:cNvPr id="1093" name="Oval 1092">
                  <a:extLst>
                    <a:ext uri="{FF2B5EF4-FFF2-40B4-BE49-F238E27FC236}">
                      <a16:creationId xmlns:a16="http://schemas.microsoft.com/office/drawing/2014/main" id="{591FF462-0489-45DC-2B52-FDFF0DCC21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Oval 1093">
                  <a:extLst>
                    <a:ext uri="{FF2B5EF4-FFF2-40B4-BE49-F238E27FC236}">
                      <a16:creationId xmlns:a16="http://schemas.microsoft.com/office/drawing/2014/main" id="{96E70E04-4208-C6F4-0392-5FD19C616683}"/>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Oval 1094">
                  <a:extLst>
                    <a:ext uri="{FF2B5EF4-FFF2-40B4-BE49-F238E27FC236}">
                      <a16:creationId xmlns:a16="http://schemas.microsoft.com/office/drawing/2014/main" id="{F700C01C-F523-CC22-8E13-CFDFAD160C7E}"/>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Oval 1095">
                  <a:extLst>
                    <a:ext uri="{FF2B5EF4-FFF2-40B4-BE49-F238E27FC236}">
                      <a16:creationId xmlns:a16="http://schemas.microsoft.com/office/drawing/2014/main" id="{786F4339-991A-7299-A031-5D5D92E6D8A1}"/>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Oval 1096">
                  <a:extLst>
                    <a:ext uri="{FF2B5EF4-FFF2-40B4-BE49-F238E27FC236}">
                      <a16:creationId xmlns:a16="http://schemas.microsoft.com/office/drawing/2014/main" id="{DFFCE96E-64E1-D067-4FDF-A47121FE330D}"/>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Oval 1097">
                  <a:extLst>
                    <a:ext uri="{FF2B5EF4-FFF2-40B4-BE49-F238E27FC236}">
                      <a16:creationId xmlns:a16="http://schemas.microsoft.com/office/drawing/2014/main" id="{024FA3F4-521D-49F9-5110-8420553E9D98}"/>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Oval 1098">
                  <a:extLst>
                    <a:ext uri="{FF2B5EF4-FFF2-40B4-BE49-F238E27FC236}">
                      <a16:creationId xmlns:a16="http://schemas.microsoft.com/office/drawing/2014/main" id="{F62D050D-4113-3A97-4B80-C07252B615D1}"/>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Oval 1099">
                  <a:extLst>
                    <a:ext uri="{FF2B5EF4-FFF2-40B4-BE49-F238E27FC236}">
                      <a16:creationId xmlns:a16="http://schemas.microsoft.com/office/drawing/2014/main" id="{821EBB8F-B4D3-4DA8-6733-AFF10359892C}"/>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7" name="Group 1056">
                <a:extLst>
                  <a:ext uri="{FF2B5EF4-FFF2-40B4-BE49-F238E27FC236}">
                    <a16:creationId xmlns:a16="http://schemas.microsoft.com/office/drawing/2014/main" id="{2C5AC064-6CAC-B9CE-937D-87EDAF05A454}"/>
                  </a:ext>
                </a:extLst>
              </p:cNvPr>
              <p:cNvGrpSpPr/>
              <p:nvPr/>
            </p:nvGrpSpPr>
            <p:grpSpPr>
              <a:xfrm rot="21292958">
                <a:off x="6243191" y="6012057"/>
                <a:ext cx="242005" cy="46723"/>
                <a:chOff x="7979724" y="3580291"/>
                <a:chExt cx="242005" cy="43678"/>
              </a:xfrm>
            </p:grpSpPr>
            <p:sp>
              <p:nvSpPr>
                <p:cNvPr id="1085" name="Oval 1084">
                  <a:extLst>
                    <a:ext uri="{FF2B5EF4-FFF2-40B4-BE49-F238E27FC236}">
                      <a16:creationId xmlns:a16="http://schemas.microsoft.com/office/drawing/2014/main" id="{8E1A74CD-B25E-42D5-4DF6-37559F333D8C}"/>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Oval 1085">
                  <a:extLst>
                    <a:ext uri="{FF2B5EF4-FFF2-40B4-BE49-F238E27FC236}">
                      <a16:creationId xmlns:a16="http://schemas.microsoft.com/office/drawing/2014/main" id="{022C951D-12B3-AF87-EC14-E3056517145B}"/>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Oval 1086">
                  <a:extLst>
                    <a:ext uri="{FF2B5EF4-FFF2-40B4-BE49-F238E27FC236}">
                      <a16:creationId xmlns:a16="http://schemas.microsoft.com/office/drawing/2014/main" id="{B801C68C-4FF3-FD0C-7091-E78850974FF1}"/>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Oval 1087">
                  <a:extLst>
                    <a:ext uri="{FF2B5EF4-FFF2-40B4-BE49-F238E27FC236}">
                      <a16:creationId xmlns:a16="http://schemas.microsoft.com/office/drawing/2014/main" id="{E198CA3B-ABF2-C827-DC1E-9D0737475F23}"/>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Oval 1088">
                  <a:extLst>
                    <a:ext uri="{FF2B5EF4-FFF2-40B4-BE49-F238E27FC236}">
                      <a16:creationId xmlns:a16="http://schemas.microsoft.com/office/drawing/2014/main" id="{CBC36109-317A-4B41-BF96-959430238BF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Oval 1089">
                  <a:extLst>
                    <a:ext uri="{FF2B5EF4-FFF2-40B4-BE49-F238E27FC236}">
                      <a16:creationId xmlns:a16="http://schemas.microsoft.com/office/drawing/2014/main" id="{1CCAF0AF-82E7-1F37-B449-3BAAC2D9D0C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Oval 1090">
                  <a:extLst>
                    <a:ext uri="{FF2B5EF4-FFF2-40B4-BE49-F238E27FC236}">
                      <a16:creationId xmlns:a16="http://schemas.microsoft.com/office/drawing/2014/main" id="{FC76CC3A-1214-2342-4884-87BA71CDC590}"/>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Oval 1091">
                  <a:extLst>
                    <a:ext uri="{FF2B5EF4-FFF2-40B4-BE49-F238E27FC236}">
                      <a16:creationId xmlns:a16="http://schemas.microsoft.com/office/drawing/2014/main" id="{74D5F9A9-D9BB-D5E2-DF45-95B13EC90961}"/>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8" name="Group 1057">
                <a:extLst>
                  <a:ext uri="{FF2B5EF4-FFF2-40B4-BE49-F238E27FC236}">
                    <a16:creationId xmlns:a16="http://schemas.microsoft.com/office/drawing/2014/main" id="{390ED379-00C4-0C66-DB61-32B968FF3C84}"/>
                  </a:ext>
                </a:extLst>
              </p:cNvPr>
              <p:cNvGrpSpPr/>
              <p:nvPr/>
            </p:nvGrpSpPr>
            <p:grpSpPr>
              <a:xfrm>
                <a:off x="6172034" y="6012873"/>
                <a:ext cx="242005" cy="43678"/>
                <a:chOff x="7979724" y="3580291"/>
                <a:chExt cx="242005" cy="43678"/>
              </a:xfrm>
            </p:grpSpPr>
            <p:sp>
              <p:nvSpPr>
                <p:cNvPr id="1077" name="Oval 1076">
                  <a:extLst>
                    <a:ext uri="{FF2B5EF4-FFF2-40B4-BE49-F238E27FC236}">
                      <a16:creationId xmlns:a16="http://schemas.microsoft.com/office/drawing/2014/main" id="{E554ACFA-A6AD-9043-DD88-E4AD0BF37B2F}"/>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Oval 1077">
                  <a:extLst>
                    <a:ext uri="{FF2B5EF4-FFF2-40B4-BE49-F238E27FC236}">
                      <a16:creationId xmlns:a16="http://schemas.microsoft.com/office/drawing/2014/main" id="{42252EA7-9928-CBE0-A1EE-2286AAD2F6F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Oval 1078">
                  <a:extLst>
                    <a:ext uri="{FF2B5EF4-FFF2-40B4-BE49-F238E27FC236}">
                      <a16:creationId xmlns:a16="http://schemas.microsoft.com/office/drawing/2014/main" id="{21E10F24-2D47-CFDF-C510-C3DFD6CBF4BC}"/>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Oval 1079">
                  <a:extLst>
                    <a:ext uri="{FF2B5EF4-FFF2-40B4-BE49-F238E27FC236}">
                      <a16:creationId xmlns:a16="http://schemas.microsoft.com/office/drawing/2014/main" id="{3B8624AC-27B9-7082-46B7-42EE5E6754BB}"/>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Oval 1080">
                  <a:extLst>
                    <a:ext uri="{FF2B5EF4-FFF2-40B4-BE49-F238E27FC236}">
                      <a16:creationId xmlns:a16="http://schemas.microsoft.com/office/drawing/2014/main" id="{E7103E84-7930-7353-D537-C243C703D5E7}"/>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Oval 1081">
                  <a:extLst>
                    <a:ext uri="{FF2B5EF4-FFF2-40B4-BE49-F238E27FC236}">
                      <a16:creationId xmlns:a16="http://schemas.microsoft.com/office/drawing/2014/main" id="{276A5487-B4D0-34A6-DED5-F69927D9813A}"/>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Oval 1082">
                  <a:extLst>
                    <a:ext uri="{FF2B5EF4-FFF2-40B4-BE49-F238E27FC236}">
                      <a16:creationId xmlns:a16="http://schemas.microsoft.com/office/drawing/2014/main" id="{6CB7692E-B9DC-1D6B-46F8-9AF47090ED9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Oval 1083">
                  <a:extLst>
                    <a:ext uri="{FF2B5EF4-FFF2-40B4-BE49-F238E27FC236}">
                      <a16:creationId xmlns:a16="http://schemas.microsoft.com/office/drawing/2014/main" id="{B49E0B51-739D-95A4-0926-AC86B78B691B}"/>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59" name="Group 1058">
                <a:extLst>
                  <a:ext uri="{FF2B5EF4-FFF2-40B4-BE49-F238E27FC236}">
                    <a16:creationId xmlns:a16="http://schemas.microsoft.com/office/drawing/2014/main" id="{4A685490-DA00-FB57-B289-A7FA7F20F2CC}"/>
                  </a:ext>
                </a:extLst>
              </p:cNvPr>
              <p:cNvGrpSpPr/>
              <p:nvPr/>
            </p:nvGrpSpPr>
            <p:grpSpPr>
              <a:xfrm rot="10800000">
                <a:off x="6484234" y="6015233"/>
                <a:ext cx="242005" cy="46723"/>
                <a:chOff x="7979724" y="3580291"/>
                <a:chExt cx="242005" cy="43678"/>
              </a:xfrm>
            </p:grpSpPr>
            <p:sp>
              <p:nvSpPr>
                <p:cNvPr id="1069" name="Oval 1068">
                  <a:extLst>
                    <a:ext uri="{FF2B5EF4-FFF2-40B4-BE49-F238E27FC236}">
                      <a16:creationId xmlns:a16="http://schemas.microsoft.com/office/drawing/2014/main" id="{D76CBE8B-7904-042E-DFB6-EB2F226266F9}"/>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Oval 1069">
                  <a:extLst>
                    <a:ext uri="{FF2B5EF4-FFF2-40B4-BE49-F238E27FC236}">
                      <a16:creationId xmlns:a16="http://schemas.microsoft.com/office/drawing/2014/main" id="{95FF5900-1CB5-74B5-C341-E0F4966533C9}"/>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Oval 1070">
                  <a:extLst>
                    <a:ext uri="{FF2B5EF4-FFF2-40B4-BE49-F238E27FC236}">
                      <a16:creationId xmlns:a16="http://schemas.microsoft.com/office/drawing/2014/main" id="{FA7A85BE-1621-0FA2-4BCE-FC30DC29091F}"/>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Oval 1071">
                  <a:extLst>
                    <a:ext uri="{FF2B5EF4-FFF2-40B4-BE49-F238E27FC236}">
                      <a16:creationId xmlns:a16="http://schemas.microsoft.com/office/drawing/2014/main" id="{024A3A1E-30B0-E7AE-4685-C46C5CC548DE}"/>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Oval 1072">
                  <a:extLst>
                    <a:ext uri="{FF2B5EF4-FFF2-40B4-BE49-F238E27FC236}">
                      <a16:creationId xmlns:a16="http://schemas.microsoft.com/office/drawing/2014/main" id="{8154DC9F-E0C8-1D68-B263-13EE4AF489D2}"/>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Oval 1073">
                  <a:extLst>
                    <a:ext uri="{FF2B5EF4-FFF2-40B4-BE49-F238E27FC236}">
                      <a16:creationId xmlns:a16="http://schemas.microsoft.com/office/drawing/2014/main" id="{8E68B0AC-1EEE-9BEB-1FEF-5BA32BD2564D}"/>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Oval 1074">
                  <a:extLst>
                    <a:ext uri="{FF2B5EF4-FFF2-40B4-BE49-F238E27FC236}">
                      <a16:creationId xmlns:a16="http://schemas.microsoft.com/office/drawing/2014/main" id="{5A2999B1-7307-B29A-48B0-AE61FE2F0CED}"/>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Oval 1075">
                  <a:extLst>
                    <a:ext uri="{FF2B5EF4-FFF2-40B4-BE49-F238E27FC236}">
                      <a16:creationId xmlns:a16="http://schemas.microsoft.com/office/drawing/2014/main" id="{4A225FE7-AAB9-9E2E-274E-76E446F5CB5F}"/>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60" name="Group 1059">
                <a:extLst>
                  <a:ext uri="{FF2B5EF4-FFF2-40B4-BE49-F238E27FC236}">
                    <a16:creationId xmlns:a16="http://schemas.microsoft.com/office/drawing/2014/main" id="{F78012EB-58FB-9D6A-E39D-8B82565517F7}"/>
                  </a:ext>
                </a:extLst>
              </p:cNvPr>
              <p:cNvGrpSpPr/>
              <p:nvPr/>
            </p:nvGrpSpPr>
            <p:grpSpPr>
              <a:xfrm>
                <a:off x="6413077" y="6016049"/>
                <a:ext cx="242005" cy="43678"/>
                <a:chOff x="7979724" y="3580291"/>
                <a:chExt cx="242005" cy="43678"/>
              </a:xfrm>
            </p:grpSpPr>
            <p:sp>
              <p:nvSpPr>
                <p:cNvPr id="1061" name="Oval 1060">
                  <a:extLst>
                    <a:ext uri="{FF2B5EF4-FFF2-40B4-BE49-F238E27FC236}">
                      <a16:creationId xmlns:a16="http://schemas.microsoft.com/office/drawing/2014/main" id="{C84C5D0E-8AFB-08B0-D447-8C8B523020E8}"/>
                    </a:ext>
                  </a:extLst>
                </p:cNvPr>
                <p:cNvSpPr/>
                <p:nvPr/>
              </p:nvSpPr>
              <p:spPr>
                <a:xfrm>
                  <a:off x="8032983" y="359396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Oval 1061">
                  <a:extLst>
                    <a:ext uri="{FF2B5EF4-FFF2-40B4-BE49-F238E27FC236}">
                      <a16:creationId xmlns:a16="http://schemas.microsoft.com/office/drawing/2014/main" id="{7BE51C0E-2C2D-3CFE-2FB8-ADD203E9B30D}"/>
                    </a:ext>
                  </a:extLst>
                </p:cNvPr>
                <p:cNvSpPr/>
                <p:nvPr/>
              </p:nvSpPr>
              <p:spPr>
                <a:xfrm>
                  <a:off x="8065308" y="3605047"/>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Oval 1062">
                  <a:extLst>
                    <a:ext uri="{FF2B5EF4-FFF2-40B4-BE49-F238E27FC236}">
                      <a16:creationId xmlns:a16="http://schemas.microsoft.com/office/drawing/2014/main" id="{8949E791-C790-7FA1-5A75-4E6E68BF96C8}"/>
                    </a:ext>
                  </a:extLst>
                </p:cNvPr>
                <p:cNvSpPr/>
                <p:nvPr/>
              </p:nvSpPr>
              <p:spPr>
                <a:xfrm>
                  <a:off x="8091728" y="360568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Oval 1063">
                  <a:extLst>
                    <a:ext uri="{FF2B5EF4-FFF2-40B4-BE49-F238E27FC236}">
                      <a16:creationId xmlns:a16="http://schemas.microsoft.com/office/drawing/2014/main" id="{74E92318-B216-2429-1F19-4F97CFFB39AD}"/>
                    </a:ext>
                  </a:extLst>
                </p:cNvPr>
                <p:cNvSpPr/>
                <p:nvPr/>
              </p:nvSpPr>
              <p:spPr>
                <a:xfrm>
                  <a:off x="7979724" y="3596183"/>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Oval 1064">
                  <a:extLst>
                    <a:ext uri="{FF2B5EF4-FFF2-40B4-BE49-F238E27FC236}">
                      <a16:creationId xmlns:a16="http://schemas.microsoft.com/office/drawing/2014/main" id="{73E97C3A-F404-9C33-0CAD-D2CC6F96B763}"/>
                    </a:ext>
                  </a:extLst>
                </p:cNvPr>
                <p:cNvSpPr/>
                <p:nvPr/>
              </p:nvSpPr>
              <p:spPr>
                <a:xfrm>
                  <a:off x="8012555" y="3580291"/>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Oval 1065">
                  <a:extLst>
                    <a:ext uri="{FF2B5EF4-FFF2-40B4-BE49-F238E27FC236}">
                      <a16:creationId xmlns:a16="http://schemas.microsoft.com/office/drawing/2014/main" id="{BA49DB5B-7EC5-6B20-CAD2-B2B0F2D9950C}"/>
                    </a:ext>
                  </a:extLst>
                </p:cNvPr>
                <p:cNvSpPr/>
                <p:nvPr/>
              </p:nvSpPr>
              <p:spPr>
                <a:xfrm>
                  <a:off x="8165829" y="3605046"/>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Oval 1066">
                  <a:extLst>
                    <a:ext uri="{FF2B5EF4-FFF2-40B4-BE49-F238E27FC236}">
                      <a16:creationId xmlns:a16="http://schemas.microsoft.com/office/drawing/2014/main" id="{52646D31-D7CA-C01B-41EA-3F37E67DE3B3}"/>
                    </a:ext>
                  </a:extLst>
                </p:cNvPr>
                <p:cNvSpPr/>
                <p:nvPr/>
              </p:nvSpPr>
              <p:spPr>
                <a:xfrm>
                  <a:off x="8203441" y="3598058"/>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Oval 1067">
                  <a:extLst>
                    <a:ext uri="{FF2B5EF4-FFF2-40B4-BE49-F238E27FC236}">
                      <a16:creationId xmlns:a16="http://schemas.microsoft.com/office/drawing/2014/main" id="{DB515F6D-71AA-67DD-590C-5D21F7573584}"/>
                    </a:ext>
                  </a:extLst>
                </p:cNvPr>
                <p:cNvSpPr/>
                <p:nvPr/>
              </p:nvSpPr>
              <p:spPr>
                <a:xfrm>
                  <a:off x="8138791" y="3601755"/>
                  <a:ext cx="18288" cy="1828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sp>
        <p:nvSpPr>
          <p:cNvPr id="15" name="TextBox 14">
            <a:extLst>
              <a:ext uri="{FF2B5EF4-FFF2-40B4-BE49-F238E27FC236}">
                <a16:creationId xmlns:a16="http://schemas.microsoft.com/office/drawing/2014/main" id="{5C2CC55B-F363-6D1F-2CC2-5E340B049954}"/>
              </a:ext>
            </a:extLst>
          </p:cNvPr>
          <p:cNvSpPr txBox="1"/>
          <p:nvPr/>
        </p:nvSpPr>
        <p:spPr>
          <a:xfrm>
            <a:off x="4528952" y="1968476"/>
            <a:ext cx="870751" cy="207749"/>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Raw data points</a:t>
            </a:r>
          </a:p>
        </p:txBody>
      </p:sp>
      <p:sp>
        <p:nvSpPr>
          <p:cNvPr id="16" name="TextBox 15">
            <a:extLst>
              <a:ext uri="{FF2B5EF4-FFF2-40B4-BE49-F238E27FC236}">
                <a16:creationId xmlns:a16="http://schemas.microsoft.com/office/drawing/2014/main" id="{DB264603-B320-89C4-3E4E-555CE0A8099A}"/>
              </a:ext>
            </a:extLst>
          </p:cNvPr>
          <p:cNvSpPr txBox="1"/>
          <p:nvPr/>
        </p:nvSpPr>
        <p:spPr>
          <a:xfrm>
            <a:off x="6100577" y="2828406"/>
            <a:ext cx="1181734" cy="323165"/>
          </a:xfrm>
          <a:prstGeom prst="rect">
            <a:avLst/>
          </a:prstGeom>
          <a:noFill/>
        </p:spPr>
        <p:txBody>
          <a:bodyPr wrap="none" rtlCol="0">
            <a:spAutoFit/>
          </a:bodyPr>
          <a:lstStyle/>
          <a:p>
            <a:pPr algn="l"/>
            <a:r>
              <a:rPr lang="en-US" sz="750" spc="0" baseline="0" dirty="0">
                <a:ln/>
                <a:solidFill>
                  <a:srgbClr val="000000"/>
                </a:solidFill>
                <a:latin typeface="Helvetica"/>
                <a:cs typeface="Helvetica"/>
                <a:sym typeface="Helvetica"/>
                <a:rtl val="0"/>
              </a:rPr>
              <a:t>Points associated</a:t>
            </a:r>
          </a:p>
          <a:p>
            <a:pPr algn="l"/>
            <a:r>
              <a:rPr lang="en-US" sz="750" dirty="0">
                <a:ln/>
                <a:solidFill>
                  <a:srgbClr val="000000"/>
                </a:solidFill>
                <a:latin typeface="Helvetica"/>
                <a:cs typeface="Helvetica"/>
                <a:sym typeface="Helvetica"/>
                <a:rtl val="0"/>
              </a:rPr>
              <a:t>With traces and objects</a:t>
            </a:r>
            <a:endParaRPr lang="en-US" sz="750" spc="0" baseline="0" dirty="0">
              <a:ln/>
              <a:solidFill>
                <a:srgbClr val="000000"/>
              </a:solidFill>
              <a:latin typeface="Helvetica"/>
              <a:cs typeface="Helvetica"/>
              <a:sym typeface="Helvetica"/>
              <a:rtl val="0"/>
            </a:endParaRPr>
          </a:p>
        </p:txBody>
      </p:sp>
      <p:sp>
        <p:nvSpPr>
          <p:cNvPr id="17" name="Freeform: Shape 16">
            <a:extLst>
              <a:ext uri="{FF2B5EF4-FFF2-40B4-BE49-F238E27FC236}">
                <a16:creationId xmlns:a16="http://schemas.microsoft.com/office/drawing/2014/main" id="{906618BA-6AB0-9232-2037-390941E394C0}"/>
              </a:ext>
            </a:extLst>
          </p:cNvPr>
          <p:cNvSpPr/>
          <p:nvPr/>
        </p:nvSpPr>
        <p:spPr>
          <a:xfrm>
            <a:off x="3179560" y="3292582"/>
            <a:ext cx="1917933" cy="1262"/>
          </a:xfrm>
          <a:custGeom>
            <a:avLst/>
            <a:gdLst>
              <a:gd name="connsiteX0" fmla="*/ 0 w 1917933"/>
              <a:gd name="connsiteY0" fmla="*/ 0 h 1262"/>
              <a:gd name="connsiteX1" fmla="*/ 1917934 w 1917933"/>
              <a:gd name="connsiteY1" fmla="*/ 1262 h 1262"/>
            </a:gdLst>
            <a:ahLst/>
            <a:cxnLst>
              <a:cxn ang="0">
                <a:pos x="connsiteX0" y="connsiteY0"/>
              </a:cxn>
              <a:cxn ang="0">
                <a:pos x="connsiteX1" y="connsiteY1"/>
              </a:cxn>
            </a:cxnLst>
            <a:rect l="l" t="t" r="r" b="b"/>
            <a:pathLst>
              <a:path w="1917933" h="1262">
                <a:moveTo>
                  <a:pt x="0" y="0"/>
                </a:moveTo>
                <a:lnTo>
                  <a:pt x="1917934" y="1262"/>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18" name="Freeform: Shape 17">
            <a:extLst>
              <a:ext uri="{FF2B5EF4-FFF2-40B4-BE49-F238E27FC236}">
                <a16:creationId xmlns:a16="http://schemas.microsoft.com/office/drawing/2014/main" id="{1CF97029-2583-3C90-9B7C-B9329095E41B}"/>
              </a:ext>
            </a:extLst>
          </p:cNvPr>
          <p:cNvSpPr/>
          <p:nvPr/>
        </p:nvSpPr>
        <p:spPr>
          <a:xfrm>
            <a:off x="3038192" y="3450990"/>
            <a:ext cx="959703" cy="10518"/>
          </a:xfrm>
          <a:custGeom>
            <a:avLst/>
            <a:gdLst>
              <a:gd name="connsiteX0" fmla="*/ 0 w 959703"/>
              <a:gd name="connsiteY0" fmla="*/ 0 h 10518"/>
              <a:gd name="connsiteX1" fmla="*/ 959703 w 959703"/>
              <a:gd name="connsiteY1" fmla="*/ 0 h 10518"/>
            </a:gdLst>
            <a:ahLst/>
            <a:cxnLst>
              <a:cxn ang="0">
                <a:pos x="connsiteX0" y="connsiteY0"/>
              </a:cxn>
              <a:cxn ang="0">
                <a:pos x="connsiteX1" y="connsiteY1"/>
              </a:cxn>
            </a:cxnLst>
            <a:rect l="l" t="t" r="r" b="b"/>
            <a:pathLst>
              <a:path w="959703" h="10518">
                <a:moveTo>
                  <a:pt x="0" y="0"/>
                </a:moveTo>
                <a:lnTo>
                  <a:pt x="959703" y="0"/>
                </a:lnTo>
              </a:path>
            </a:pathLst>
          </a:custGeom>
          <a:noFill/>
          <a:ln w="31544" cap="flat">
            <a:solidFill>
              <a:schemeClr val="bg1">
                <a:lumMod val="65000"/>
              </a:schemeClr>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5E6050D6-5182-D4C9-47A9-067E4535CEA7}"/>
              </a:ext>
            </a:extLst>
          </p:cNvPr>
          <p:cNvSpPr/>
          <p:nvPr/>
        </p:nvSpPr>
        <p:spPr>
          <a:xfrm>
            <a:off x="4338798" y="3623808"/>
            <a:ext cx="639311" cy="5995"/>
          </a:xfrm>
          <a:custGeom>
            <a:avLst/>
            <a:gdLst>
              <a:gd name="connsiteX0" fmla="*/ 0 w 639311"/>
              <a:gd name="connsiteY0" fmla="*/ 0 h 5995"/>
              <a:gd name="connsiteX1" fmla="*/ 639311 w 639311"/>
              <a:gd name="connsiteY1" fmla="*/ 5996 h 5995"/>
            </a:gdLst>
            <a:ahLst/>
            <a:cxnLst>
              <a:cxn ang="0">
                <a:pos x="connsiteX0" y="connsiteY0"/>
              </a:cxn>
              <a:cxn ang="0">
                <a:pos x="connsiteX1" y="connsiteY1"/>
              </a:cxn>
            </a:cxnLst>
            <a:rect l="l" t="t" r="r" b="b"/>
            <a:pathLst>
              <a:path w="639311" h="5995">
                <a:moveTo>
                  <a:pt x="0" y="0"/>
                </a:moveTo>
                <a:lnTo>
                  <a:pt x="639311" y="5996"/>
                </a:lnTo>
              </a:path>
            </a:pathLst>
          </a:custGeom>
          <a:noFill/>
          <a:ln w="31544" cap="flat">
            <a:solidFill>
              <a:schemeClr val="bg1">
                <a:lumMod val="65000"/>
              </a:schemeClr>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93325CE-11E2-651D-8334-0A59E65B1BEC}"/>
              </a:ext>
            </a:extLst>
          </p:cNvPr>
          <p:cNvSpPr/>
          <p:nvPr/>
        </p:nvSpPr>
        <p:spPr>
          <a:xfrm>
            <a:off x="3997895" y="3450990"/>
            <a:ext cx="349422" cy="172918"/>
          </a:xfrm>
          <a:custGeom>
            <a:avLst/>
            <a:gdLst>
              <a:gd name="connsiteX0" fmla="*/ 0 w 349422"/>
              <a:gd name="connsiteY0" fmla="*/ 0 h 172918"/>
              <a:gd name="connsiteX1" fmla="*/ 157671 w 349422"/>
              <a:gd name="connsiteY1" fmla="*/ 89407 h 172918"/>
              <a:gd name="connsiteX2" fmla="*/ 349423 w 349422"/>
              <a:gd name="connsiteY2" fmla="*/ 172502 h 172918"/>
            </a:gdLst>
            <a:ahLst/>
            <a:cxnLst>
              <a:cxn ang="0">
                <a:pos x="connsiteX0" y="connsiteY0"/>
              </a:cxn>
              <a:cxn ang="0">
                <a:pos x="connsiteX1" y="connsiteY1"/>
              </a:cxn>
              <a:cxn ang="0">
                <a:pos x="connsiteX2" y="connsiteY2"/>
              </a:cxn>
            </a:cxnLst>
            <a:rect l="l" t="t" r="r" b="b"/>
            <a:pathLst>
              <a:path w="349422" h="172918">
                <a:moveTo>
                  <a:pt x="0" y="0"/>
                </a:moveTo>
                <a:cubicBezTo>
                  <a:pt x="62479" y="0"/>
                  <a:pt x="115040" y="29799"/>
                  <a:pt x="157671" y="89407"/>
                </a:cubicBezTo>
                <a:cubicBezTo>
                  <a:pt x="200303" y="149015"/>
                  <a:pt x="264223" y="176710"/>
                  <a:pt x="349423" y="172502"/>
                </a:cubicBezTo>
              </a:path>
            </a:pathLst>
          </a:custGeom>
          <a:noFill/>
          <a:ln w="31544" cap="flat">
            <a:solidFill>
              <a:schemeClr val="bg1">
                <a:lumMod val="65000"/>
              </a:schemeClr>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FF73DF8-B2E2-C98A-823E-8A990DF9C695}"/>
              </a:ext>
            </a:extLst>
          </p:cNvPr>
          <p:cNvSpPr/>
          <p:nvPr/>
        </p:nvSpPr>
        <p:spPr>
          <a:xfrm>
            <a:off x="4095191" y="3458142"/>
            <a:ext cx="882918" cy="10518"/>
          </a:xfrm>
          <a:custGeom>
            <a:avLst/>
            <a:gdLst>
              <a:gd name="connsiteX0" fmla="*/ 0 w 882918"/>
              <a:gd name="connsiteY0" fmla="*/ 0 h 10518"/>
              <a:gd name="connsiteX1" fmla="*/ 882918 w 882918"/>
              <a:gd name="connsiteY1" fmla="*/ 0 h 10518"/>
            </a:gdLst>
            <a:ahLst/>
            <a:cxnLst>
              <a:cxn ang="0">
                <a:pos x="connsiteX0" y="connsiteY0"/>
              </a:cxn>
              <a:cxn ang="0">
                <a:pos x="connsiteX1" y="connsiteY1"/>
              </a:cxn>
            </a:cxnLst>
            <a:rect l="l" t="t" r="r" b="b"/>
            <a:pathLst>
              <a:path w="882918" h="10518">
                <a:moveTo>
                  <a:pt x="0" y="0"/>
                </a:moveTo>
                <a:lnTo>
                  <a:pt x="882918" y="0"/>
                </a:lnTo>
              </a:path>
            </a:pathLst>
          </a:custGeom>
          <a:noFill/>
          <a:ln w="31544" cap="flat">
            <a:solidFill>
              <a:schemeClr val="bg1">
                <a:lumMod val="65000"/>
              </a:schemeClr>
            </a:solidFill>
            <a:custDash>
              <a:ds d="675000" sp="675000"/>
            </a:custDash>
            <a:miter/>
          </a:ln>
        </p:spPr>
        <p:txBody>
          <a:bodyPr rtlCol="0" anchor="ctr"/>
          <a:lstStyle/>
          <a:p>
            <a:endParaRPr lang="en-US"/>
          </a:p>
        </p:txBody>
      </p:sp>
      <p:sp>
        <p:nvSpPr>
          <p:cNvPr id="22" name="Freeform: Shape 21">
            <a:extLst>
              <a:ext uri="{FF2B5EF4-FFF2-40B4-BE49-F238E27FC236}">
                <a16:creationId xmlns:a16="http://schemas.microsoft.com/office/drawing/2014/main" id="{A11A114C-4DBA-6932-F067-BB98044ABCB9}"/>
              </a:ext>
            </a:extLst>
          </p:cNvPr>
          <p:cNvSpPr/>
          <p:nvPr/>
        </p:nvSpPr>
        <p:spPr>
          <a:xfrm>
            <a:off x="4978109" y="3458142"/>
            <a:ext cx="895014" cy="10518"/>
          </a:xfrm>
          <a:custGeom>
            <a:avLst/>
            <a:gdLst>
              <a:gd name="connsiteX0" fmla="*/ 0 w 895014"/>
              <a:gd name="connsiteY0" fmla="*/ 0 h 10518"/>
              <a:gd name="connsiteX1" fmla="*/ 895015 w 895014"/>
              <a:gd name="connsiteY1" fmla="*/ 0 h 10518"/>
            </a:gdLst>
            <a:ahLst/>
            <a:cxnLst>
              <a:cxn ang="0">
                <a:pos x="connsiteX0" y="connsiteY0"/>
              </a:cxn>
              <a:cxn ang="0">
                <a:pos x="connsiteX1" y="connsiteY1"/>
              </a:cxn>
            </a:cxnLst>
            <a:rect l="l" t="t" r="r" b="b"/>
            <a:pathLst>
              <a:path w="895014" h="10518">
                <a:moveTo>
                  <a:pt x="0" y="0"/>
                </a:moveTo>
                <a:lnTo>
                  <a:pt x="895015" y="0"/>
                </a:lnTo>
              </a:path>
            </a:pathLst>
          </a:custGeom>
          <a:noFill/>
          <a:ln w="31544" cap="flat">
            <a:solidFill>
              <a:schemeClr val="bg1">
                <a:lumMod val="65000"/>
              </a:schemeClr>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2AE2EDF-0477-4013-E630-A14B5FFF5CE7}"/>
              </a:ext>
            </a:extLst>
          </p:cNvPr>
          <p:cNvSpPr/>
          <p:nvPr/>
        </p:nvSpPr>
        <p:spPr>
          <a:xfrm>
            <a:off x="5165653" y="3458352"/>
            <a:ext cx="645832" cy="45124"/>
          </a:xfrm>
          <a:custGeom>
            <a:avLst/>
            <a:gdLst>
              <a:gd name="connsiteX0" fmla="*/ 0 w 645832"/>
              <a:gd name="connsiteY0" fmla="*/ 0 h 45124"/>
              <a:gd name="connsiteX1" fmla="*/ 645833 w 645832"/>
              <a:gd name="connsiteY1" fmla="*/ 45124 h 45124"/>
            </a:gdLst>
            <a:ahLst/>
            <a:cxnLst>
              <a:cxn ang="0">
                <a:pos x="connsiteX0" y="connsiteY0"/>
              </a:cxn>
              <a:cxn ang="0">
                <a:pos x="connsiteX1" y="connsiteY1"/>
              </a:cxn>
            </a:cxnLst>
            <a:rect l="l" t="t" r="r" b="b"/>
            <a:pathLst>
              <a:path w="645832" h="45124">
                <a:moveTo>
                  <a:pt x="0" y="0"/>
                </a:moveTo>
                <a:lnTo>
                  <a:pt x="645833" y="45124"/>
                </a:lnTo>
              </a:path>
            </a:pathLst>
          </a:custGeom>
          <a:noFill/>
          <a:ln w="31544" cap="flat">
            <a:solidFill>
              <a:schemeClr val="bg1">
                <a:lumMod val="65000"/>
              </a:schemeClr>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1D2D9B55-BA7E-E697-BC70-2C287267852D}"/>
              </a:ext>
            </a:extLst>
          </p:cNvPr>
          <p:cNvSpPr/>
          <p:nvPr/>
        </p:nvSpPr>
        <p:spPr>
          <a:xfrm>
            <a:off x="4978109" y="3629803"/>
            <a:ext cx="692008" cy="38286"/>
          </a:xfrm>
          <a:custGeom>
            <a:avLst/>
            <a:gdLst>
              <a:gd name="connsiteX0" fmla="*/ 0 w 692008"/>
              <a:gd name="connsiteY0" fmla="*/ 0 h 38286"/>
              <a:gd name="connsiteX1" fmla="*/ 692009 w 692008"/>
              <a:gd name="connsiteY1" fmla="*/ 38287 h 38286"/>
            </a:gdLst>
            <a:ahLst/>
            <a:cxnLst>
              <a:cxn ang="0">
                <a:pos x="connsiteX0" y="connsiteY0"/>
              </a:cxn>
              <a:cxn ang="0">
                <a:pos x="connsiteX1" y="connsiteY1"/>
              </a:cxn>
            </a:cxnLst>
            <a:rect l="l" t="t" r="r" b="b"/>
            <a:pathLst>
              <a:path w="692008" h="38286">
                <a:moveTo>
                  <a:pt x="0" y="0"/>
                </a:moveTo>
                <a:lnTo>
                  <a:pt x="692009" y="38287"/>
                </a:lnTo>
              </a:path>
            </a:pathLst>
          </a:custGeom>
          <a:noFill/>
          <a:ln w="31544" cap="flat">
            <a:solidFill>
              <a:schemeClr val="bg1">
                <a:lumMod val="65000"/>
              </a:schemeClr>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670B0A3-CCEF-FE7D-5101-4921F433AEAD}"/>
              </a:ext>
            </a:extLst>
          </p:cNvPr>
          <p:cNvSpPr/>
          <p:nvPr/>
        </p:nvSpPr>
        <p:spPr>
          <a:xfrm>
            <a:off x="4747965" y="3366842"/>
            <a:ext cx="59008" cy="10518"/>
          </a:xfrm>
          <a:custGeom>
            <a:avLst/>
            <a:gdLst>
              <a:gd name="connsiteX0" fmla="*/ 0 w 59008"/>
              <a:gd name="connsiteY0" fmla="*/ 0 h 10518"/>
              <a:gd name="connsiteX1" fmla="*/ 59009 w 59008"/>
              <a:gd name="connsiteY1" fmla="*/ 0 h 10518"/>
            </a:gdLst>
            <a:ahLst/>
            <a:cxnLst>
              <a:cxn ang="0">
                <a:pos x="connsiteX0" y="connsiteY0"/>
              </a:cxn>
              <a:cxn ang="0">
                <a:pos x="connsiteX1" y="connsiteY1"/>
              </a:cxn>
            </a:cxnLst>
            <a:rect l="l" t="t" r="r" b="b"/>
            <a:pathLst>
              <a:path w="59008" h="10518">
                <a:moveTo>
                  <a:pt x="0" y="0"/>
                </a:moveTo>
                <a:lnTo>
                  <a:pt x="59009" y="0"/>
                </a:lnTo>
              </a:path>
            </a:pathLst>
          </a:custGeom>
          <a:noFill/>
          <a:ln w="10515" cap="flat">
            <a:solidFill>
              <a:schemeClr val="bg1">
                <a:lumMod val="65000"/>
              </a:schemeClr>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4297BD2-10D3-725B-81EA-1B9F751EB024}"/>
              </a:ext>
            </a:extLst>
          </p:cNvPr>
          <p:cNvSpPr/>
          <p:nvPr/>
        </p:nvSpPr>
        <p:spPr>
          <a:xfrm>
            <a:off x="4806974" y="3356324"/>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833CA3F-8778-899C-6715-498023E6C800}"/>
              </a:ext>
            </a:extLst>
          </p:cNvPr>
          <p:cNvSpPr/>
          <p:nvPr/>
        </p:nvSpPr>
        <p:spPr>
          <a:xfrm>
            <a:off x="4917418" y="3207698"/>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CC0059D-9DC5-53D9-5086-9D72FC03F3A6}"/>
              </a:ext>
            </a:extLst>
          </p:cNvPr>
          <p:cNvSpPr/>
          <p:nvPr/>
        </p:nvSpPr>
        <p:spPr>
          <a:xfrm>
            <a:off x="4976321" y="3197180"/>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356327C-485E-95B3-06E9-B648A6222373}"/>
              </a:ext>
            </a:extLst>
          </p:cNvPr>
          <p:cNvSpPr/>
          <p:nvPr/>
        </p:nvSpPr>
        <p:spPr>
          <a:xfrm>
            <a:off x="3672875" y="3365475"/>
            <a:ext cx="59008" cy="10518"/>
          </a:xfrm>
          <a:custGeom>
            <a:avLst/>
            <a:gdLst>
              <a:gd name="connsiteX0" fmla="*/ 0 w 59008"/>
              <a:gd name="connsiteY0" fmla="*/ 0 h 10518"/>
              <a:gd name="connsiteX1" fmla="*/ 59008 w 59008"/>
              <a:gd name="connsiteY1" fmla="*/ 0 h 10518"/>
            </a:gdLst>
            <a:ahLst/>
            <a:cxnLst>
              <a:cxn ang="0">
                <a:pos x="connsiteX0" y="connsiteY0"/>
              </a:cxn>
              <a:cxn ang="0">
                <a:pos x="connsiteX1" y="connsiteY1"/>
              </a:cxn>
            </a:cxnLst>
            <a:rect l="l" t="t" r="r" b="b"/>
            <a:pathLst>
              <a:path w="59008" h="10518">
                <a:moveTo>
                  <a:pt x="0" y="0"/>
                </a:moveTo>
                <a:lnTo>
                  <a:pt x="59008" y="0"/>
                </a:lnTo>
              </a:path>
            </a:pathLst>
          </a:custGeom>
          <a:noFill/>
          <a:ln w="10515" cap="flat">
            <a:solidFill>
              <a:schemeClr val="bg1">
                <a:lumMod val="65000"/>
              </a:schemeClr>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67D9CD0-208B-FA01-5CBF-889D7D7C6D0D}"/>
              </a:ext>
            </a:extLst>
          </p:cNvPr>
          <p:cNvSpPr/>
          <p:nvPr/>
        </p:nvSpPr>
        <p:spPr>
          <a:xfrm>
            <a:off x="3731883" y="3354956"/>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7C368A3-6B05-8476-08FE-491207E81CB3}"/>
              </a:ext>
            </a:extLst>
          </p:cNvPr>
          <p:cNvSpPr/>
          <p:nvPr/>
        </p:nvSpPr>
        <p:spPr>
          <a:xfrm>
            <a:off x="3816767" y="3206436"/>
            <a:ext cx="58903" cy="10518"/>
          </a:xfrm>
          <a:custGeom>
            <a:avLst/>
            <a:gdLst>
              <a:gd name="connsiteX0" fmla="*/ 0 w 58903"/>
              <a:gd name="connsiteY0" fmla="*/ 0 h 10518"/>
              <a:gd name="connsiteX1" fmla="*/ 58903 w 58903"/>
              <a:gd name="connsiteY1" fmla="*/ 0 h 10518"/>
            </a:gdLst>
            <a:ahLst/>
            <a:cxnLst>
              <a:cxn ang="0">
                <a:pos x="connsiteX0" y="connsiteY0"/>
              </a:cxn>
              <a:cxn ang="0">
                <a:pos x="connsiteX1" y="connsiteY1"/>
              </a:cxn>
            </a:cxnLst>
            <a:rect l="l" t="t" r="r" b="b"/>
            <a:pathLst>
              <a:path w="58903" h="10518">
                <a:moveTo>
                  <a:pt x="0" y="0"/>
                </a:moveTo>
                <a:lnTo>
                  <a:pt x="58903" y="0"/>
                </a:lnTo>
              </a:path>
            </a:pathLst>
          </a:custGeom>
          <a:noFill/>
          <a:ln w="10515" cap="flat">
            <a:solidFill>
              <a:schemeClr val="bg1">
                <a:lumMod val="65000"/>
              </a:schemeClr>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F8EB4C32-530D-F5CA-F9B4-A0D18389AAD0}"/>
              </a:ext>
            </a:extLst>
          </p:cNvPr>
          <p:cNvSpPr/>
          <p:nvPr/>
        </p:nvSpPr>
        <p:spPr>
          <a:xfrm>
            <a:off x="3875671" y="3195917"/>
            <a:ext cx="31555" cy="21036"/>
          </a:xfrm>
          <a:custGeom>
            <a:avLst/>
            <a:gdLst>
              <a:gd name="connsiteX0" fmla="*/ 31555 w 31555"/>
              <a:gd name="connsiteY0" fmla="*/ 10518 h 21036"/>
              <a:gd name="connsiteX1" fmla="*/ 0 w 31555"/>
              <a:gd name="connsiteY1" fmla="*/ 21037 h 21036"/>
              <a:gd name="connsiteX2" fmla="*/ 0 w 31555"/>
              <a:gd name="connsiteY2" fmla="*/ 0 h 21036"/>
            </a:gdLst>
            <a:ahLst/>
            <a:cxnLst>
              <a:cxn ang="0">
                <a:pos x="connsiteX0" y="connsiteY0"/>
              </a:cxn>
              <a:cxn ang="0">
                <a:pos x="connsiteX1" y="connsiteY1"/>
              </a:cxn>
              <a:cxn ang="0">
                <a:pos x="connsiteX2" y="connsiteY2"/>
              </a:cxn>
            </a:cxnLst>
            <a:rect l="l" t="t" r="r" b="b"/>
            <a:pathLst>
              <a:path w="31555" h="21036">
                <a:moveTo>
                  <a:pt x="31555" y="10518"/>
                </a:moveTo>
                <a:lnTo>
                  <a:pt x="0" y="21037"/>
                </a:lnTo>
                <a:lnTo>
                  <a:pt x="0" y="0"/>
                </a:lnTo>
                <a:close/>
              </a:path>
            </a:pathLst>
          </a:custGeom>
          <a:solidFill>
            <a:srgbClr val="FFFFFF"/>
          </a:solidFill>
          <a:ln w="10515" cap="flat">
            <a:solidFill>
              <a:schemeClr val="bg1">
                <a:lumMod val="65000"/>
              </a:schemeClr>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5DE9245A-B923-2A6B-527D-1CD107173015}"/>
              </a:ext>
            </a:extLst>
          </p:cNvPr>
          <p:cNvSpPr/>
          <p:nvPr/>
        </p:nvSpPr>
        <p:spPr>
          <a:xfrm>
            <a:off x="5140093" y="3292582"/>
            <a:ext cx="877974" cy="10518"/>
          </a:xfrm>
          <a:custGeom>
            <a:avLst/>
            <a:gdLst>
              <a:gd name="connsiteX0" fmla="*/ 0 w 877974"/>
              <a:gd name="connsiteY0" fmla="*/ 0 h 10518"/>
              <a:gd name="connsiteX1" fmla="*/ 877975 w 877974"/>
              <a:gd name="connsiteY1" fmla="*/ 0 h 10518"/>
            </a:gdLst>
            <a:ahLst/>
            <a:cxnLst>
              <a:cxn ang="0">
                <a:pos x="connsiteX0" y="connsiteY0"/>
              </a:cxn>
              <a:cxn ang="0">
                <a:pos x="connsiteX1" y="connsiteY1"/>
              </a:cxn>
            </a:cxnLst>
            <a:rect l="l" t="t" r="r" b="b"/>
            <a:pathLst>
              <a:path w="877974" h="10518">
                <a:moveTo>
                  <a:pt x="0" y="0"/>
                </a:moveTo>
                <a:lnTo>
                  <a:pt x="877975" y="0"/>
                </a:lnTo>
              </a:path>
            </a:pathLst>
          </a:custGeom>
          <a:noFill/>
          <a:ln w="31544" cap="flat">
            <a:solidFill>
              <a:schemeClr val="bg1">
                <a:lumMod val="65000"/>
              </a:schemeClr>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615F4E5-D94A-0B2B-3FE3-59A03937F05A}"/>
              </a:ext>
            </a:extLst>
          </p:cNvPr>
          <p:cNvSpPr/>
          <p:nvPr/>
        </p:nvSpPr>
        <p:spPr>
          <a:xfrm>
            <a:off x="3134751" y="3692914"/>
            <a:ext cx="464389" cy="84147"/>
          </a:xfrm>
          <a:custGeom>
            <a:avLst/>
            <a:gdLst>
              <a:gd name="connsiteX0" fmla="*/ 0 w 464389"/>
              <a:gd name="connsiteY0" fmla="*/ 73629 h 84147"/>
              <a:gd name="connsiteX1" fmla="*/ 72682 w 464389"/>
              <a:gd name="connsiteY1" fmla="*/ 0 h 84147"/>
              <a:gd name="connsiteX2" fmla="*/ 399175 w 464389"/>
              <a:gd name="connsiteY2" fmla="*/ 0 h 84147"/>
              <a:gd name="connsiteX3" fmla="*/ 464389 w 464389"/>
              <a:gd name="connsiteY3" fmla="*/ 84148 h 84147"/>
            </a:gdLst>
            <a:ahLst/>
            <a:cxnLst>
              <a:cxn ang="0">
                <a:pos x="connsiteX0" y="connsiteY0"/>
              </a:cxn>
              <a:cxn ang="0">
                <a:pos x="connsiteX1" y="connsiteY1"/>
              </a:cxn>
              <a:cxn ang="0">
                <a:pos x="connsiteX2" y="connsiteY2"/>
              </a:cxn>
              <a:cxn ang="0">
                <a:pos x="connsiteX3" y="connsiteY3"/>
              </a:cxn>
            </a:cxnLst>
            <a:rect l="l" t="t" r="r" b="b"/>
            <a:pathLst>
              <a:path w="464389" h="84147">
                <a:moveTo>
                  <a:pt x="0" y="73629"/>
                </a:moveTo>
                <a:lnTo>
                  <a:pt x="72682" y="0"/>
                </a:lnTo>
                <a:lnTo>
                  <a:pt x="399175" y="0"/>
                </a:lnTo>
                <a:lnTo>
                  <a:pt x="464389" y="84148"/>
                </a:lnTo>
              </a:path>
            </a:pathLst>
          </a:custGeom>
          <a:noFill/>
          <a:ln w="21030" cap="flat">
            <a:solidFill>
              <a:schemeClr val="bg1">
                <a:lumMod val="65000"/>
              </a:schemeClr>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5EE60E6-CDBA-B3AA-76EA-C5C92F4D46F2}"/>
              </a:ext>
            </a:extLst>
          </p:cNvPr>
          <p:cNvSpPr/>
          <p:nvPr/>
        </p:nvSpPr>
        <p:spPr>
          <a:xfrm>
            <a:off x="3724941" y="3030252"/>
            <a:ext cx="457973" cy="63847"/>
          </a:xfrm>
          <a:custGeom>
            <a:avLst/>
            <a:gdLst>
              <a:gd name="connsiteX0" fmla="*/ 0 w 457973"/>
              <a:gd name="connsiteY0" fmla="*/ 0 h 63847"/>
              <a:gd name="connsiteX1" fmla="*/ 66477 w 457973"/>
              <a:gd name="connsiteY1" fmla="*/ 63847 h 63847"/>
              <a:gd name="connsiteX2" fmla="*/ 392969 w 457973"/>
              <a:gd name="connsiteY2" fmla="*/ 63847 h 63847"/>
              <a:gd name="connsiteX3" fmla="*/ 457973 w 457973"/>
              <a:gd name="connsiteY3" fmla="*/ 0 h 63847"/>
            </a:gdLst>
            <a:ahLst/>
            <a:cxnLst>
              <a:cxn ang="0">
                <a:pos x="connsiteX0" y="connsiteY0"/>
              </a:cxn>
              <a:cxn ang="0">
                <a:pos x="connsiteX1" y="connsiteY1"/>
              </a:cxn>
              <a:cxn ang="0">
                <a:pos x="connsiteX2" y="connsiteY2"/>
              </a:cxn>
              <a:cxn ang="0">
                <a:pos x="connsiteX3" y="connsiteY3"/>
              </a:cxn>
            </a:cxnLst>
            <a:rect l="l" t="t" r="r" b="b"/>
            <a:pathLst>
              <a:path w="457973" h="63847">
                <a:moveTo>
                  <a:pt x="0" y="0"/>
                </a:moveTo>
                <a:lnTo>
                  <a:pt x="66477" y="63847"/>
                </a:lnTo>
                <a:lnTo>
                  <a:pt x="392969" y="63847"/>
                </a:lnTo>
                <a:lnTo>
                  <a:pt x="457973" y="0"/>
                </a:lnTo>
              </a:path>
            </a:pathLst>
          </a:custGeom>
          <a:noFill/>
          <a:ln w="21030" cap="flat">
            <a:solidFill>
              <a:schemeClr val="bg1">
                <a:lumMod val="65000"/>
              </a:schemeClr>
            </a:solidFill>
            <a:prstDash val="solid"/>
            <a:miter/>
          </a:ln>
        </p:spPr>
        <p:txBody>
          <a:bodyPr rtlCol="0" anchor="ctr"/>
          <a:lstStyle/>
          <a:p>
            <a:endParaRPr lang="en-US"/>
          </a:p>
        </p:txBody>
      </p:sp>
      <p:sp>
        <p:nvSpPr>
          <p:cNvPr id="36" name="Oval 35">
            <a:extLst>
              <a:ext uri="{FF2B5EF4-FFF2-40B4-BE49-F238E27FC236}">
                <a16:creationId xmlns:a16="http://schemas.microsoft.com/office/drawing/2014/main" id="{780351D8-5BCD-127F-34A2-2494CFDF44EA}"/>
              </a:ext>
            </a:extLst>
          </p:cNvPr>
          <p:cNvSpPr/>
          <p:nvPr/>
        </p:nvSpPr>
        <p:spPr>
          <a:xfrm rot="10800000">
            <a:off x="5812038" y="343141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56121B7-4A9F-B2AF-82A2-A2CBDA8A47C5}"/>
              </a:ext>
            </a:extLst>
          </p:cNvPr>
          <p:cNvSpPr/>
          <p:nvPr/>
        </p:nvSpPr>
        <p:spPr>
          <a:xfrm rot="10800000">
            <a:off x="5779713" y="34203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D150525-5774-568B-C221-DB120A30A47B}"/>
              </a:ext>
            </a:extLst>
          </p:cNvPr>
          <p:cNvSpPr/>
          <p:nvPr/>
        </p:nvSpPr>
        <p:spPr>
          <a:xfrm rot="10800000">
            <a:off x="5753293" y="34196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74A95509-CDEE-B1C3-6500-063AB795C837}"/>
              </a:ext>
            </a:extLst>
          </p:cNvPr>
          <p:cNvSpPr/>
          <p:nvPr/>
        </p:nvSpPr>
        <p:spPr>
          <a:xfrm rot="10800000">
            <a:off x="5865297" y="342919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F0D99DF-83E6-4F74-3EA9-C41D0AF09F1C}"/>
              </a:ext>
            </a:extLst>
          </p:cNvPr>
          <p:cNvSpPr/>
          <p:nvPr/>
        </p:nvSpPr>
        <p:spPr>
          <a:xfrm rot="10800000">
            <a:off x="5832466" y="344508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43FADFB1-8C1C-C5E8-26CA-AACEAB0B7F55}"/>
              </a:ext>
            </a:extLst>
          </p:cNvPr>
          <p:cNvSpPr/>
          <p:nvPr/>
        </p:nvSpPr>
        <p:spPr>
          <a:xfrm rot="10800000">
            <a:off x="5679192" y="342033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0FD1E19-5155-57C5-49E9-5506A6F9CB90}"/>
              </a:ext>
            </a:extLst>
          </p:cNvPr>
          <p:cNvSpPr/>
          <p:nvPr/>
        </p:nvSpPr>
        <p:spPr>
          <a:xfrm rot="10800000">
            <a:off x="5641580" y="342732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D772E9F-BBEA-76BB-8C37-616EE81809BF}"/>
              </a:ext>
            </a:extLst>
          </p:cNvPr>
          <p:cNvSpPr/>
          <p:nvPr/>
        </p:nvSpPr>
        <p:spPr>
          <a:xfrm rot="10800000">
            <a:off x="5706230" y="342362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9D800BF-CF73-D5A6-EA37-E5BE3E8A7107}"/>
              </a:ext>
            </a:extLst>
          </p:cNvPr>
          <p:cNvSpPr/>
          <p:nvPr/>
        </p:nvSpPr>
        <p:spPr>
          <a:xfrm rot="10800000">
            <a:off x="5329232" y="328458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5EC46F2-935D-8F46-76A1-DB6F67D5BEA6}"/>
              </a:ext>
            </a:extLst>
          </p:cNvPr>
          <p:cNvSpPr/>
          <p:nvPr/>
        </p:nvSpPr>
        <p:spPr>
          <a:xfrm rot="10800000">
            <a:off x="5296907" y="327350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425F9890-B5BE-A504-F981-DC9C94A6713F}"/>
              </a:ext>
            </a:extLst>
          </p:cNvPr>
          <p:cNvSpPr/>
          <p:nvPr/>
        </p:nvSpPr>
        <p:spPr>
          <a:xfrm rot="10800000">
            <a:off x="5270487" y="32728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07B91EE5-5036-B47D-FEBF-4E0E3EEFB621}"/>
              </a:ext>
            </a:extLst>
          </p:cNvPr>
          <p:cNvSpPr/>
          <p:nvPr/>
        </p:nvSpPr>
        <p:spPr>
          <a:xfrm rot="10800000">
            <a:off x="5382491" y="328237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C72B100-C56A-C0B3-07FC-4F7CEF9B123C}"/>
              </a:ext>
            </a:extLst>
          </p:cNvPr>
          <p:cNvSpPr/>
          <p:nvPr/>
        </p:nvSpPr>
        <p:spPr>
          <a:xfrm rot="10800000">
            <a:off x="5349660" y="329826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9D0A60E-D042-33E6-F1A5-8667E4E0A49F}"/>
              </a:ext>
            </a:extLst>
          </p:cNvPr>
          <p:cNvSpPr/>
          <p:nvPr/>
        </p:nvSpPr>
        <p:spPr>
          <a:xfrm rot="10800000">
            <a:off x="5196386" y="32735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4B78A31-4E05-4CB0-58F6-F01FE5ADED55}"/>
              </a:ext>
            </a:extLst>
          </p:cNvPr>
          <p:cNvSpPr/>
          <p:nvPr/>
        </p:nvSpPr>
        <p:spPr>
          <a:xfrm rot="10800000">
            <a:off x="5158774" y="32804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C88A7C28-F9E3-0A60-B62B-8AAB52106B18}"/>
              </a:ext>
            </a:extLst>
          </p:cNvPr>
          <p:cNvSpPr/>
          <p:nvPr/>
        </p:nvSpPr>
        <p:spPr>
          <a:xfrm rot="10800000">
            <a:off x="5223424" y="32767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22E8A5C0-CB4F-101E-3961-735B637DFF84}"/>
              </a:ext>
            </a:extLst>
          </p:cNvPr>
          <p:cNvSpPr/>
          <p:nvPr/>
        </p:nvSpPr>
        <p:spPr>
          <a:xfrm>
            <a:off x="5454459" y="32698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3796960-A3AB-F121-B8C3-C2AD3C5C2913}"/>
              </a:ext>
            </a:extLst>
          </p:cNvPr>
          <p:cNvSpPr/>
          <p:nvPr/>
        </p:nvSpPr>
        <p:spPr>
          <a:xfrm>
            <a:off x="5486784" y="32809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9BDEC82-7BB1-1627-DE21-B2F75BFF103C}"/>
              </a:ext>
            </a:extLst>
          </p:cNvPr>
          <p:cNvSpPr/>
          <p:nvPr/>
        </p:nvSpPr>
        <p:spPr>
          <a:xfrm>
            <a:off x="5513204" y="328154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D3A9058E-C2FD-62EE-D482-FC09545F5905}"/>
              </a:ext>
            </a:extLst>
          </p:cNvPr>
          <p:cNvSpPr/>
          <p:nvPr/>
        </p:nvSpPr>
        <p:spPr>
          <a:xfrm>
            <a:off x="5401200" y="32720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977E6988-50DE-A072-2A55-D4C5A7236148}"/>
              </a:ext>
            </a:extLst>
          </p:cNvPr>
          <p:cNvSpPr/>
          <p:nvPr/>
        </p:nvSpPr>
        <p:spPr>
          <a:xfrm>
            <a:off x="5434031" y="325615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2EC88970-8E07-CEDA-980A-2985DBE555DF}"/>
              </a:ext>
            </a:extLst>
          </p:cNvPr>
          <p:cNvSpPr/>
          <p:nvPr/>
        </p:nvSpPr>
        <p:spPr>
          <a:xfrm>
            <a:off x="5587305" y="328090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CDCCB99F-05D8-ABB5-F5D0-F1B61978F494}"/>
              </a:ext>
            </a:extLst>
          </p:cNvPr>
          <p:cNvSpPr/>
          <p:nvPr/>
        </p:nvSpPr>
        <p:spPr>
          <a:xfrm>
            <a:off x="5624917" y="32739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CF94AEA9-6AE5-14A4-91B0-84F50B8BDD1B}"/>
              </a:ext>
            </a:extLst>
          </p:cNvPr>
          <p:cNvSpPr/>
          <p:nvPr/>
        </p:nvSpPr>
        <p:spPr>
          <a:xfrm>
            <a:off x="5560267" y="327761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AE98F00A-2BB4-2B61-5A4F-AF650C4AC710}"/>
              </a:ext>
            </a:extLst>
          </p:cNvPr>
          <p:cNvSpPr/>
          <p:nvPr/>
        </p:nvSpPr>
        <p:spPr>
          <a:xfrm rot="10800000">
            <a:off x="5901790" y="327406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89BF6916-E1B5-4C4B-25CF-3734F4C8E97A}"/>
              </a:ext>
            </a:extLst>
          </p:cNvPr>
          <p:cNvSpPr/>
          <p:nvPr/>
        </p:nvSpPr>
        <p:spPr>
          <a:xfrm rot="10800000">
            <a:off x="5869465" y="32622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41480C6B-0A6D-A62E-205F-98256566259F}"/>
              </a:ext>
            </a:extLst>
          </p:cNvPr>
          <p:cNvSpPr/>
          <p:nvPr/>
        </p:nvSpPr>
        <p:spPr>
          <a:xfrm rot="10800000">
            <a:off x="5843045" y="32615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C81C5569-C701-CD16-7FDA-8C3628E14791}"/>
              </a:ext>
            </a:extLst>
          </p:cNvPr>
          <p:cNvSpPr/>
          <p:nvPr/>
        </p:nvSpPr>
        <p:spPr>
          <a:xfrm rot="10800000">
            <a:off x="5955049" y="32716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B03745D-85AE-D7E6-DD86-C12D1E596659}"/>
              </a:ext>
            </a:extLst>
          </p:cNvPr>
          <p:cNvSpPr/>
          <p:nvPr/>
        </p:nvSpPr>
        <p:spPr>
          <a:xfrm rot="10800000">
            <a:off x="5922218" y="32886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B63A420F-535E-08D9-1F12-E8DF76D0B666}"/>
              </a:ext>
            </a:extLst>
          </p:cNvPr>
          <p:cNvSpPr/>
          <p:nvPr/>
        </p:nvSpPr>
        <p:spPr>
          <a:xfrm rot="10800000">
            <a:off x="5768944" y="326221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8405F91C-3E54-10B6-449F-04EE6C6067C8}"/>
              </a:ext>
            </a:extLst>
          </p:cNvPr>
          <p:cNvSpPr/>
          <p:nvPr/>
        </p:nvSpPr>
        <p:spPr>
          <a:xfrm rot="10800000">
            <a:off x="5731332" y="326968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9C2969A4-B064-0F85-B8A7-1DA558831CDB}"/>
              </a:ext>
            </a:extLst>
          </p:cNvPr>
          <p:cNvSpPr/>
          <p:nvPr/>
        </p:nvSpPr>
        <p:spPr>
          <a:xfrm rot="10800000">
            <a:off x="5795982" y="32657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45E19135-64F7-D9A5-3360-F458D2C3F771}"/>
              </a:ext>
            </a:extLst>
          </p:cNvPr>
          <p:cNvSpPr/>
          <p:nvPr/>
        </p:nvSpPr>
        <p:spPr>
          <a:xfrm>
            <a:off x="5713434" y="327602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E3EC5DF-4222-D3A0-4DD9-7922A43048C5}"/>
              </a:ext>
            </a:extLst>
          </p:cNvPr>
          <p:cNvSpPr/>
          <p:nvPr/>
        </p:nvSpPr>
        <p:spPr>
          <a:xfrm>
            <a:off x="5745759" y="328710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B93F0B7-9745-9E3D-CF52-F71EFE39A0E3}"/>
              </a:ext>
            </a:extLst>
          </p:cNvPr>
          <p:cNvSpPr/>
          <p:nvPr/>
        </p:nvSpPr>
        <p:spPr>
          <a:xfrm>
            <a:off x="5772179" y="32877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4907B867-4369-4481-990C-6601BE277CAA}"/>
              </a:ext>
            </a:extLst>
          </p:cNvPr>
          <p:cNvSpPr/>
          <p:nvPr/>
        </p:nvSpPr>
        <p:spPr>
          <a:xfrm>
            <a:off x="5660175" y="327824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F20B1F3-7254-5B12-123A-DF1CC8F52FCE}"/>
              </a:ext>
            </a:extLst>
          </p:cNvPr>
          <p:cNvSpPr/>
          <p:nvPr/>
        </p:nvSpPr>
        <p:spPr>
          <a:xfrm>
            <a:off x="5693006" y="326234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4F268DD-DFA1-A8C8-8B0D-AB2382095524}"/>
              </a:ext>
            </a:extLst>
          </p:cNvPr>
          <p:cNvSpPr/>
          <p:nvPr/>
        </p:nvSpPr>
        <p:spPr>
          <a:xfrm>
            <a:off x="5846280" y="328710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5F69255A-DD74-3EE7-FFDB-0F2A59999FF6}"/>
              </a:ext>
            </a:extLst>
          </p:cNvPr>
          <p:cNvSpPr/>
          <p:nvPr/>
        </p:nvSpPr>
        <p:spPr>
          <a:xfrm>
            <a:off x="5883892" y="328011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361D23E9-22A9-12C6-A14F-A92EF0C86CD3}"/>
              </a:ext>
            </a:extLst>
          </p:cNvPr>
          <p:cNvSpPr/>
          <p:nvPr/>
        </p:nvSpPr>
        <p:spPr>
          <a:xfrm>
            <a:off x="5819242" y="328381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2BB6BACD-91C8-CEDC-BFB8-9B9B3855635F}"/>
              </a:ext>
            </a:extLst>
          </p:cNvPr>
          <p:cNvSpPr/>
          <p:nvPr/>
        </p:nvSpPr>
        <p:spPr>
          <a:xfrm rot="10800000">
            <a:off x="5028640" y="327826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30A64B16-8F94-DA03-CBE8-3709BD4168E0}"/>
              </a:ext>
            </a:extLst>
          </p:cNvPr>
          <p:cNvSpPr/>
          <p:nvPr/>
        </p:nvSpPr>
        <p:spPr>
          <a:xfrm rot="10800000">
            <a:off x="4996315" y="3266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73C74DC0-AB68-09D1-4ACE-32DE36007478}"/>
              </a:ext>
            </a:extLst>
          </p:cNvPr>
          <p:cNvSpPr/>
          <p:nvPr/>
        </p:nvSpPr>
        <p:spPr>
          <a:xfrm rot="10800000">
            <a:off x="4969895" y="32657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65688AFF-88DB-028A-7504-1BAADD051F3B}"/>
              </a:ext>
            </a:extLst>
          </p:cNvPr>
          <p:cNvSpPr/>
          <p:nvPr/>
        </p:nvSpPr>
        <p:spPr>
          <a:xfrm rot="10800000">
            <a:off x="5081899" y="32758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EB3E7539-2FE4-9B95-6564-C4AE4DE9A631}"/>
              </a:ext>
            </a:extLst>
          </p:cNvPr>
          <p:cNvSpPr/>
          <p:nvPr/>
        </p:nvSpPr>
        <p:spPr>
          <a:xfrm rot="10800000">
            <a:off x="5049068" y="32928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145FE5B-B93A-2852-64D3-8F907235A21D}"/>
              </a:ext>
            </a:extLst>
          </p:cNvPr>
          <p:cNvSpPr/>
          <p:nvPr/>
        </p:nvSpPr>
        <p:spPr>
          <a:xfrm rot="10800000">
            <a:off x="4895794" y="326641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B5A51E7-BB6B-7468-CA4A-558ADC947374}"/>
              </a:ext>
            </a:extLst>
          </p:cNvPr>
          <p:cNvSpPr/>
          <p:nvPr/>
        </p:nvSpPr>
        <p:spPr>
          <a:xfrm rot="10800000">
            <a:off x="4858182" y="327388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9AC1EE64-8DA0-FD5C-6D95-5B547EFD647E}"/>
              </a:ext>
            </a:extLst>
          </p:cNvPr>
          <p:cNvSpPr/>
          <p:nvPr/>
        </p:nvSpPr>
        <p:spPr>
          <a:xfrm rot="10800000">
            <a:off x="4922832" y="3269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52D20346-0E40-8BEE-5D55-9BF56534F6FB}"/>
              </a:ext>
            </a:extLst>
          </p:cNvPr>
          <p:cNvSpPr/>
          <p:nvPr/>
        </p:nvSpPr>
        <p:spPr>
          <a:xfrm>
            <a:off x="4840284" y="328022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9E55FEB7-7BEB-70D5-8F01-0295277D7757}"/>
              </a:ext>
            </a:extLst>
          </p:cNvPr>
          <p:cNvSpPr/>
          <p:nvPr/>
        </p:nvSpPr>
        <p:spPr>
          <a:xfrm>
            <a:off x="4872609" y="329130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434B4B46-8F17-AC42-3CBB-A4B0EF7A1878}"/>
              </a:ext>
            </a:extLst>
          </p:cNvPr>
          <p:cNvSpPr/>
          <p:nvPr/>
        </p:nvSpPr>
        <p:spPr>
          <a:xfrm>
            <a:off x="4899029" y="32919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88CF4EA1-7AC3-F471-AA03-7A407C57F05E}"/>
              </a:ext>
            </a:extLst>
          </p:cNvPr>
          <p:cNvSpPr/>
          <p:nvPr/>
        </p:nvSpPr>
        <p:spPr>
          <a:xfrm>
            <a:off x="4787025" y="328244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A9A0A35-0BAA-54AD-2854-58D7D6AB1D99}"/>
              </a:ext>
            </a:extLst>
          </p:cNvPr>
          <p:cNvSpPr/>
          <p:nvPr/>
        </p:nvSpPr>
        <p:spPr>
          <a:xfrm>
            <a:off x="4819856" y="326654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1647CA2A-F6F2-426B-2890-9BA7DA8B405A}"/>
              </a:ext>
            </a:extLst>
          </p:cNvPr>
          <p:cNvSpPr/>
          <p:nvPr/>
        </p:nvSpPr>
        <p:spPr>
          <a:xfrm>
            <a:off x="4973130" y="329130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B8A224CB-4F7A-2087-5EB8-07D7570B31A6}"/>
              </a:ext>
            </a:extLst>
          </p:cNvPr>
          <p:cNvSpPr/>
          <p:nvPr/>
        </p:nvSpPr>
        <p:spPr>
          <a:xfrm>
            <a:off x="5010742" y="328431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9BE2C8EE-411C-DBB8-07FB-326FFB5FFD22}"/>
              </a:ext>
            </a:extLst>
          </p:cNvPr>
          <p:cNvSpPr/>
          <p:nvPr/>
        </p:nvSpPr>
        <p:spPr>
          <a:xfrm>
            <a:off x="4946092" y="328801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2AF68BB6-762D-1422-5095-FA337DE622DF}"/>
              </a:ext>
            </a:extLst>
          </p:cNvPr>
          <p:cNvSpPr/>
          <p:nvPr/>
        </p:nvSpPr>
        <p:spPr>
          <a:xfrm rot="10800000">
            <a:off x="5333582" y="32608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0E31BBEE-2A85-B9E7-5DC5-4C66CD05F82D}"/>
              </a:ext>
            </a:extLst>
          </p:cNvPr>
          <p:cNvSpPr/>
          <p:nvPr/>
        </p:nvSpPr>
        <p:spPr>
          <a:xfrm rot="10800000">
            <a:off x="5301257" y="324896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7BD218A3-EA15-9513-CB9D-0933CE165819}"/>
              </a:ext>
            </a:extLst>
          </p:cNvPr>
          <p:cNvSpPr/>
          <p:nvPr/>
        </p:nvSpPr>
        <p:spPr>
          <a:xfrm rot="10800000">
            <a:off x="5274837" y="32482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DA87711B-D131-83E0-18C2-77E136B2A8D4}"/>
              </a:ext>
            </a:extLst>
          </p:cNvPr>
          <p:cNvSpPr/>
          <p:nvPr/>
        </p:nvSpPr>
        <p:spPr>
          <a:xfrm rot="10800000">
            <a:off x="5386841" y="325844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31A01150-66FD-2B36-A879-2FC15DA7FEBC}"/>
              </a:ext>
            </a:extLst>
          </p:cNvPr>
          <p:cNvSpPr/>
          <p:nvPr/>
        </p:nvSpPr>
        <p:spPr>
          <a:xfrm rot="10800000">
            <a:off x="5354010" y="327544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57C2F64F-0B92-52D7-3072-29992AA21AF0}"/>
              </a:ext>
            </a:extLst>
          </p:cNvPr>
          <p:cNvSpPr/>
          <p:nvPr/>
        </p:nvSpPr>
        <p:spPr>
          <a:xfrm rot="10800000">
            <a:off x="5200736" y="324896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6DCA749A-07B8-AC5B-9917-91A402518D48}"/>
              </a:ext>
            </a:extLst>
          </p:cNvPr>
          <p:cNvSpPr/>
          <p:nvPr/>
        </p:nvSpPr>
        <p:spPr>
          <a:xfrm rot="10800000">
            <a:off x="5163124" y="32564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36E1916-CE82-EA01-1ECB-1F98F9949846}"/>
              </a:ext>
            </a:extLst>
          </p:cNvPr>
          <p:cNvSpPr/>
          <p:nvPr/>
        </p:nvSpPr>
        <p:spPr>
          <a:xfrm rot="10800000">
            <a:off x="5227774" y="32524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EE9BAFD9-1C38-0E96-9F8D-524C1153C196}"/>
              </a:ext>
            </a:extLst>
          </p:cNvPr>
          <p:cNvSpPr/>
          <p:nvPr/>
        </p:nvSpPr>
        <p:spPr>
          <a:xfrm rot="10800000">
            <a:off x="5672911" y="35021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F175F6EC-8205-45DA-317F-4F0B6EBD9056}"/>
              </a:ext>
            </a:extLst>
          </p:cNvPr>
          <p:cNvSpPr/>
          <p:nvPr/>
        </p:nvSpPr>
        <p:spPr>
          <a:xfrm rot="10800000">
            <a:off x="5640586" y="349024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BA6327D4-6A42-A37C-A28D-22078DE3B6D8}"/>
              </a:ext>
            </a:extLst>
          </p:cNvPr>
          <p:cNvSpPr/>
          <p:nvPr/>
        </p:nvSpPr>
        <p:spPr>
          <a:xfrm rot="10800000">
            <a:off x="5614166" y="34895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9FAD7E76-7B54-EAE0-6531-BD41899E4A53}"/>
              </a:ext>
            </a:extLst>
          </p:cNvPr>
          <p:cNvSpPr/>
          <p:nvPr/>
        </p:nvSpPr>
        <p:spPr>
          <a:xfrm rot="10800000">
            <a:off x="5726170" y="34997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1D5675E0-9D8A-070C-F5E5-7D63CEEBD6E0}"/>
              </a:ext>
            </a:extLst>
          </p:cNvPr>
          <p:cNvSpPr/>
          <p:nvPr/>
        </p:nvSpPr>
        <p:spPr>
          <a:xfrm rot="10800000">
            <a:off x="5693339" y="35167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A0A803C8-E59C-E504-A29B-A34CBF3B2429}"/>
              </a:ext>
            </a:extLst>
          </p:cNvPr>
          <p:cNvSpPr/>
          <p:nvPr/>
        </p:nvSpPr>
        <p:spPr>
          <a:xfrm rot="10800000">
            <a:off x="5540065" y="349024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18F5305B-E07C-3671-7311-549CE8732B78}"/>
              </a:ext>
            </a:extLst>
          </p:cNvPr>
          <p:cNvSpPr/>
          <p:nvPr/>
        </p:nvSpPr>
        <p:spPr>
          <a:xfrm rot="10800000">
            <a:off x="5502453" y="349772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F05D230-297F-17CF-A135-ECA46C876540}"/>
              </a:ext>
            </a:extLst>
          </p:cNvPr>
          <p:cNvSpPr/>
          <p:nvPr/>
        </p:nvSpPr>
        <p:spPr>
          <a:xfrm rot="10800000">
            <a:off x="5567103" y="349377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651FE711-4E82-08ED-15CE-5C65563ADC13}"/>
              </a:ext>
            </a:extLst>
          </p:cNvPr>
          <p:cNvSpPr/>
          <p:nvPr/>
        </p:nvSpPr>
        <p:spPr>
          <a:xfrm rot="10800000">
            <a:off x="5612274" y="3445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AAA073B6-ACFF-F7E1-2C3E-B221D5C6DC39}"/>
              </a:ext>
            </a:extLst>
          </p:cNvPr>
          <p:cNvSpPr/>
          <p:nvPr/>
        </p:nvSpPr>
        <p:spPr>
          <a:xfrm rot="10800000">
            <a:off x="5579949" y="343340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75AF47C4-967B-A436-F4D3-55CF9E221AD0}"/>
              </a:ext>
            </a:extLst>
          </p:cNvPr>
          <p:cNvSpPr/>
          <p:nvPr/>
        </p:nvSpPr>
        <p:spPr>
          <a:xfrm rot="10800000">
            <a:off x="5553529" y="34327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16C2A575-BCAD-D925-7642-C73DABD477E0}"/>
              </a:ext>
            </a:extLst>
          </p:cNvPr>
          <p:cNvSpPr/>
          <p:nvPr/>
        </p:nvSpPr>
        <p:spPr>
          <a:xfrm rot="10800000">
            <a:off x="5665533" y="34428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65DB1474-8681-782F-0CD7-0B9B533CC6A9}"/>
              </a:ext>
            </a:extLst>
          </p:cNvPr>
          <p:cNvSpPr/>
          <p:nvPr/>
        </p:nvSpPr>
        <p:spPr>
          <a:xfrm rot="10800000">
            <a:off x="5632702" y="34598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5DBE15B1-A6EA-4CDD-4D57-2398E2B5B989}"/>
              </a:ext>
            </a:extLst>
          </p:cNvPr>
          <p:cNvSpPr/>
          <p:nvPr/>
        </p:nvSpPr>
        <p:spPr>
          <a:xfrm rot="10800000">
            <a:off x="5479428" y="343340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5B8C6250-06AD-439A-3940-B2BEE7F28065}"/>
              </a:ext>
            </a:extLst>
          </p:cNvPr>
          <p:cNvSpPr/>
          <p:nvPr/>
        </p:nvSpPr>
        <p:spPr>
          <a:xfrm rot="10800000">
            <a:off x="5441816" y="344088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9135ACE8-37B8-BB47-E288-4E61F6B2E3A8}"/>
              </a:ext>
            </a:extLst>
          </p:cNvPr>
          <p:cNvSpPr/>
          <p:nvPr/>
        </p:nvSpPr>
        <p:spPr>
          <a:xfrm rot="10800000">
            <a:off x="5506466" y="343693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64A093AE-8A41-DBC1-DF00-B7F9FB9A9715}"/>
              </a:ext>
            </a:extLst>
          </p:cNvPr>
          <p:cNvSpPr/>
          <p:nvPr/>
        </p:nvSpPr>
        <p:spPr>
          <a:xfrm rot="10800000">
            <a:off x="5545383" y="364054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BA6208-2FF9-6F1C-A854-134C7E81D516}"/>
              </a:ext>
            </a:extLst>
          </p:cNvPr>
          <p:cNvSpPr/>
          <p:nvPr/>
        </p:nvSpPr>
        <p:spPr>
          <a:xfrm rot="10800000">
            <a:off x="5513058" y="362868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BDD4FBF7-CCBA-540D-F71A-D9180E11D5CD}"/>
              </a:ext>
            </a:extLst>
          </p:cNvPr>
          <p:cNvSpPr/>
          <p:nvPr/>
        </p:nvSpPr>
        <p:spPr>
          <a:xfrm rot="10800000">
            <a:off x="5486638" y="36280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0AC47B59-5779-D0DB-641A-7F609B37BEC1}"/>
              </a:ext>
            </a:extLst>
          </p:cNvPr>
          <p:cNvSpPr/>
          <p:nvPr/>
        </p:nvSpPr>
        <p:spPr>
          <a:xfrm rot="10800000">
            <a:off x="5598642" y="36381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6F70CE27-9A15-32AB-9D7B-BD8619A755BD}"/>
              </a:ext>
            </a:extLst>
          </p:cNvPr>
          <p:cNvSpPr/>
          <p:nvPr/>
        </p:nvSpPr>
        <p:spPr>
          <a:xfrm rot="10800000">
            <a:off x="5565811" y="36551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58389928-3B0D-9888-1FBF-2FD5021E1884}"/>
              </a:ext>
            </a:extLst>
          </p:cNvPr>
          <p:cNvSpPr/>
          <p:nvPr/>
        </p:nvSpPr>
        <p:spPr>
          <a:xfrm rot="10800000">
            <a:off x="5412537" y="362869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829D6289-E2D0-BC2C-1E75-4A8D79ED41AC}"/>
              </a:ext>
            </a:extLst>
          </p:cNvPr>
          <p:cNvSpPr/>
          <p:nvPr/>
        </p:nvSpPr>
        <p:spPr>
          <a:xfrm rot="10800000">
            <a:off x="5374925" y="363616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B53B46B5-D2F7-1FD3-308F-055C6ECE75A4}"/>
              </a:ext>
            </a:extLst>
          </p:cNvPr>
          <p:cNvSpPr/>
          <p:nvPr/>
        </p:nvSpPr>
        <p:spPr>
          <a:xfrm rot="10800000">
            <a:off x="5439575" y="36322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4" name="Group 123">
            <a:extLst>
              <a:ext uri="{FF2B5EF4-FFF2-40B4-BE49-F238E27FC236}">
                <a16:creationId xmlns:a16="http://schemas.microsoft.com/office/drawing/2014/main" id="{4C28D02B-0430-32B8-95EA-AB31065FBF41}"/>
              </a:ext>
            </a:extLst>
          </p:cNvPr>
          <p:cNvGrpSpPr/>
          <p:nvPr/>
        </p:nvGrpSpPr>
        <p:grpSpPr>
          <a:xfrm rot="10800000">
            <a:off x="4497303" y="3606191"/>
            <a:ext cx="242005" cy="46723"/>
            <a:chOff x="7979724" y="3580291"/>
            <a:chExt cx="242005" cy="43678"/>
          </a:xfrm>
        </p:grpSpPr>
        <p:sp>
          <p:nvSpPr>
            <p:cNvPr id="983" name="Oval 982">
              <a:extLst>
                <a:ext uri="{FF2B5EF4-FFF2-40B4-BE49-F238E27FC236}">
                  <a16:creationId xmlns:a16="http://schemas.microsoft.com/office/drawing/2014/main" id="{71E8B6EE-8F9C-66A3-4983-6126249E1DE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4" name="Oval 983">
              <a:extLst>
                <a:ext uri="{FF2B5EF4-FFF2-40B4-BE49-F238E27FC236}">
                  <a16:creationId xmlns:a16="http://schemas.microsoft.com/office/drawing/2014/main" id="{FD2D1AFA-54C9-9936-2B4B-8B6C90751A7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Oval 984">
              <a:extLst>
                <a:ext uri="{FF2B5EF4-FFF2-40B4-BE49-F238E27FC236}">
                  <a16:creationId xmlns:a16="http://schemas.microsoft.com/office/drawing/2014/main" id="{52CEB9F1-FF8B-F8B0-7B17-7317F25865A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Oval 985">
              <a:extLst>
                <a:ext uri="{FF2B5EF4-FFF2-40B4-BE49-F238E27FC236}">
                  <a16:creationId xmlns:a16="http://schemas.microsoft.com/office/drawing/2014/main" id="{87CE3E0B-F1C8-4BF0-5D15-D4A9E11A4F7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Oval 986">
              <a:extLst>
                <a:ext uri="{FF2B5EF4-FFF2-40B4-BE49-F238E27FC236}">
                  <a16:creationId xmlns:a16="http://schemas.microsoft.com/office/drawing/2014/main" id="{990957C0-4202-ADDB-59C7-07D3203511B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Oval 987">
              <a:extLst>
                <a:ext uri="{FF2B5EF4-FFF2-40B4-BE49-F238E27FC236}">
                  <a16:creationId xmlns:a16="http://schemas.microsoft.com/office/drawing/2014/main" id="{D8591AF7-5444-FC06-A9DD-57B942D661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Oval 988">
              <a:extLst>
                <a:ext uri="{FF2B5EF4-FFF2-40B4-BE49-F238E27FC236}">
                  <a16:creationId xmlns:a16="http://schemas.microsoft.com/office/drawing/2014/main" id="{B8019363-C7C0-2DAC-8303-E56206DF193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Oval 989">
              <a:extLst>
                <a:ext uri="{FF2B5EF4-FFF2-40B4-BE49-F238E27FC236}">
                  <a16:creationId xmlns:a16="http://schemas.microsoft.com/office/drawing/2014/main" id="{6466A219-DA67-11D2-2804-417AE94037E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77E5288C-BC00-3C8F-7B23-1CE17C4CC941}"/>
              </a:ext>
            </a:extLst>
          </p:cNvPr>
          <p:cNvGrpSpPr/>
          <p:nvPr/>
        </p:nvGrpSpPr>
        <p:grpSpPr>
          <a:xfrm>
            <a:off x="4426146" y="3607007"/>
            <a:ext cx="242005" cy="43678"/>
            <a:chOff x="7979724" y="3580291"/>
            <a:chExt cx="242005" cy="43678"/>
          </a:xfrm>
        </p:grpSpPr>
        <p:sp>
          <p:nvSpPr>
            <p:cNvPr id="975" name="Oval 974">
              <a:extLst>
                <a:ext uri="{FF2B5EF4-FFF2-40B4-BE49-F238E27FC236}">
                  <a16:creationId xmlns:a16="http://schemas.microsoft.com/office/drawing/2014/main" id="{C9786255-3F8A-30C6-9833-E16F5C206E0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Oval 975">
              <a:extLst>
                <a:ext uri="{FF2B5EF4-FFF2-40B4-BE49-F238E27FC236}">
                  <a16:creationId xmlns:a16="http://schemas.microsoft.com/office/drawing/2014/main" id="{8BFF70B4-DC45-5278-15C3-55ECD7418AB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Oval 976">
              <a:extLst>
                <a:ext uri="{FF2B5EF4-FFF2-40B4-BE49-F238E27FC236}">
                  <a16:creationId xmlns:a16="http://schemas.microsoft.com/office/drawing/2014/main" id="{87A561B3-F70D-DBEF-5867-26EEBCB491F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Oval 977">
              <a:extLst>
                <a:ext uri="{FF2B5EF4-FFF2-40B4-BE49-F238E27FC236}">
                  <a16:creationId xmlns:a16="http://schemas.microsoft.com/office/drawing/2014/main" id="{E4602C8B-634D-AD2B-420E-D780F989A1E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Oval 978">
              <a:extLst>
                <a:ext uri="{FF2B5EF4-FFF2-40B4-BE49-F238E27FC236}">
                  <a16:creationId xmlns:a16="http://schemas.microsoft.com/office/drawing/2014/main" id="{3743A23A-8C50-E1F7-6DD4-92415610ACC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Oval 979">
              <a:extLst>
                <a:ext uri="{FF2B5EF4-FFF2-40B4-BE49-F238E27FC236}">
                  <a16:creationId xmlns:a16="http://schemas.microsoft.com/office/drawing/2014/main" id="{BBC8614E-867C-2F4B-9E85-A5A671AF99B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Oval 980">
              <a:extLst>
                <a:ext uri="{FF2B5EF4-FFF2-40B4-BE49-F238E27FC236}">
                  <a16:creationId xmlns:a16="http://schemas.microsoft.com/office/drawing/2014/main" id="{8387CD6D-591E-002A-1C2C-205B0551DD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Oval 981">
              <a:extLst>
                <a:ext uri="{FF2B5EF4-FFF2-40B4-BE49-F238E27FC236}">
                  <a16:creationId xmlns:a16="http://schemas.microsoft.com/office/drawing/2014/main" id="{C0C5E8BC-4084-1D89-924F-F8A09EABF1B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A92E5CE4-37F6-E3B0-7195-05C56A75ACFF}"/>
              </a:ext>
            </a:extLst>
          </p:cNvPr>
          <p:cNvGrpSpPr/>
          <p:nvPr/>
        </p:nvGrpSpPr>
        <p:grpSpPr>
          <a:xfrm rot="10800000">
            <a:off x="4738346" y="3609367"/>
            <a:ext cx="242005" cy="46723"/>
            <a:chOff x="7979724" y="3580291"/>
            <a:chExt cx="242005" cy="43678"/>
          </a:xfrm>
        </p:grpSpPr>
        <p:sp>
          <p:nvSpPr>
            <p:cNvPr id="967" name="Oval 966">
              <a:extLst>
                <a:ext uri="{FF2B5EF4-FFF2-40B4-BE49-F238E27FC236}">
                  <a16:creationId xmlns:a16="http://schemas.microsoft.com/office/drawing/2014/main" id="{E78E6DFC-E338-8020-9133-F2A025900C2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Oval 967">
              <a:extLst>
                <a:ext uri="{FF2B5EF4-FFF2-40B4-BE49-F238E27FC236}">
                  <a16:creationId xmlns:a16="http://schemas.microsoft.com/office/drawing/2014/main" id="{ABF073D3-7E2C-6112-4AA9-FF227D370D2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Oval 968">
              <a:extLst>
                <a:ext uri="{FF2B5EF4-FFF2-40B4-BE49-F238E27FC236}">
                  <a16:creationId xmlns:a16="http://schemas.microsoft.com/office/drawing/2014/main" id="{B47FF9CC-506E-7748-5D62-04BD3EBA19D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Oval 969">
              <a:extLst>
                <a:ext uri="{FF2B5EF4-FFF2-40B4-BE49-F238E27FC236}">
                  <a16:creationId xmlns:a16="http://schemas.microsoft.com/office/drawing/2014/main" id="{695D3488-B96D-A153-4DF0-17A39597AC2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Oval 970">
              <a:extLst>
                <a:ext uri="{FF2B5EF4-FFF2-40B4-BE49-F238E27FC236}">
                  <a16:creationId xmlns:a16="http://schemas.microsoft.com/office/drawing/2014/main" id="{0486F84D-1F88-7B68-3394-CBB90E89755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Oval 971">
              <a:extLst>
                <a:ext uri="{FF2B5EF4-FFF2-40B4-BE49-F238E27FC236}">
                  <a16:creationId xmlns:a16="http://schemas.microsoft.com/office/drawing/2014/main" id="{090FADDF-4627-4DAA-EA8F-D1ADAA742CE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Oval 972">
              <a:extLst>
                <a:ext uri="{FF2B5EF4-FFF2-40B4-BE49-F238E27FC236}">
                  <a16:creationId xmlns:a16="http://schemas.microsoft.com/office/drawing/2014/main" id="{F7EABAF6-02DA-6A53-03CB-829A1FB811E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Oval 973">
              <a:extLst>
                <a:ext uri="{FF2B5EF4-FFF2-40B4-BE49-F238E27FC236}">
                  <a16:creationId xmlns:a16="http://schemas.microsoft.com/office/drawing/2014/main" id="{9D17011C-F1BC-7DAB-AB7F-FFEA6E98291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1DC48FE2-FB91-78F0-FB37-67C8F656C9E7}"/>
              </a:ext>
            </a:extLst>
          </p:cNvPr>
          <p:cNvGrpSpPr/>
          <p:nvPr/>
        </p:nvGrpSpPr>
        <p:grpSpPr>
          <a:xfrm rot="11689693">
            <a:off x="4667189" y="3610183"/>
            <a:ext cx="242005" cy="43678"/>
            <a:chOff x="7979724" y="3580291"/>
            <a:chExt cx="242005" cy="43678"/>
          </a:xfrm>
        </p:grpSpPr>
        <p:sp>
          <p:nvSpPr>
            <p:cNvPr id="959" name="Oval 958">
              <a:extLst>
                <a:ext uri="{FF2B5EF4-FFF2-40B4-BE49-F238E27FC236}">
                  <a16:creationId xmlns:a16="http://schemas.microsoft.com/office/drawing/2014/main" id="{9071AA3D-558A-6F5A-5E0C-1DD40372E6A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Oval 959">
              <a:extLst>
                <a:ext uri="{FF2B5EF4-FFF2-40B4-BE49-F238E27FC236}">
                  <a16:creationId xmlns:a16="http://schemas.microsoft.com/office/drawing/2014/main" id="{653C9E82-43B3-BF82-C6D2-F9EA2A471AF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Oval 960">
              <a:extLst>
                <a:ext uri="{FF2B5EF4-FFF2-40B4-BE49-F238E27FC236}">
                  <a16:creationId xmlns:a16="http://schemas.microsoft.com/office/drawing/2014/main" id="{B836776E-9E7C-8227-682A-6CFB03069E6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Oval 961">
              <a:extLst>
                <a:ext uri="{FF2B5EF4-FFF2-40B4-BE49-F238E27FC236}">
                  <a16:creationId xmlns:a16="http://schemas.microsoft.com/office/drawing/2014/main" id="{FD842187-8575-B70A-F358-1657B19A1CF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Oval 962">
              <a:extLst>
                <a:ext uri="{FF2B5EF4-FFF2-40B4-BE49-F238E27FC236}">
                  <a16:creationId xmlns:a16="http://schemas.microsoft.com/office/drawing/2014/main" id="{ACDD5660-02E4-B755-410B-D27EA677FC3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Oval 963">
              <a:extLst>
                <a:ext uri="{FF2B5EF4-FFF2-40B4-BE49-F238E27FC236}">
                  <a16:creationId xmlns:a16="http://schemas.microsoft.com/office/drawing/2014/main" id="{31CAB154-182E-6837-BE6B-1EB8ACAD9D7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Oval 964">
              <a:extLst>
                <a:ext uri="{FF2B5EF4-FFF2-40B4-BE49-F238E27FC236}">
                  <a16:creationId xmlns:a16="http://schemas.microsoft.com/office/drawing/2014/main" id="{58274434-784B-DCF2-A9FE-6607F3B9AB0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Oval 965">
              <a:extLst>
                <a:ext uri="{FF2B5EF4-FFF2-40B4-BE49-F238E27FC236}">
                  <a16:creationId xmlns:a16="http://schemas.microsoft.com/office/drawing/2014/main" id="{7F74F5BE-ABEF-7848-2D15-ACA2083B1CD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 name="Group 127">
            <a:extLst>
              <a:ext uri="{FF2B5EF4-FFF2-40B4-BE49-F238E27FC236}">
                <a16:creationId xmlns:a16="http://schemas.microsoft.com/office/drawing/2014/main" id="{7BBA161D-57B9-324B-C4DB-A7D9114E8CFF}"/>
              </a:ext>
            </a:extLst>
          </p:cNvPr>
          <p:cNvGrpSpPr/>
          <p:nvPr/>
        </p:nvGrpSpPr>
        <p:grpSpPr>
          <a:xfrm rot="21292958">
            <a:off x="4914643" y="3610207"/>
            <a:ext cx="242005" cy="46723"/>
            <a:chOff x="7979724" y="3580291"/>
            <a:chExt cx="242005" cy="43678"/>
          </a:xfrm>
        </p:grpSpPr>
        <p:sp>
          <p:nvSpPr>
            <p:cNvPr id="951" name="Oval 950">
              <a:extLst>
                <a:ext uri="{FF2B5EF4-FFF2-40B4-BE49-F238E27FC236}">
                  <a16:creationId xmlns:a16="http://schemas.microsoft.com/office/drawing/2014/main" id="{F6FACC4D-53EC-ADF5-5CF5-9D016785AF7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2" name="Oval 951">
              <a:extLst>
                <a:ext uri="{FF2B5EF4-FFF2-40B4-BE49-F238E27FC236}">
                  <a16:creationId xmlns:a16="http://schemas.microsoft.com/office/drawing/2014/main" id="{832999C6-A11A-5CE5-7807-4AA87C63C5A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Oval 952">
              <a:extLst>
                <a:ext uri="{FF2B5EF4-FFF2-40B4-BE49-F238E27FC236}">
                  <a16:creationId xmlns:a16="http://schemas.microsoft.com/office/drawing/2014/main" id="{2267ABE6-7F86-3CF6-82B5-722ED2F068B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Oval 953">
              <a:extLst>
                <a:ext uri="{FF2B5EF4-FFF2-40B4-BE49-F238E27FC236}">
                  <a16:creationId xmlns:a16="http://schemas.microsoft.com/office/drawing/2014/main" id="{39B56F58-9617-B679-FB45-5569A33DB13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Oval 954">
              <a:extLst>
                <a:ext uri="{FF2B5EF4-FFF2-40B4-BE49-F238E27FC236}">
                  <a16:creationId xmlns:a16="http://schemas.microsoft.com/office/drawing/2014/main" id="{12AA0507-F86E-4DAA-257A-D4C16F0234F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Oval 955">
              <a:extLst>
                <a:ext uri="{FF2B5EF4-FFF2-40B4-BE49-F238E27FC236}">
                  <a16:creationId xmlns:a16="http://schemas.microsoft.com/office/drawing/2014/main" id="{969B7350-5AD3-CCE0-475F-DDB5140DCA5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Oval 956">
              <a:extLst>
                <a:ext uri="{FF2B5EF4-FFF2-40B4-BE49-F238E27FC236}">
                  <a16:creationId xmlns:a16="http://schemas.microsoft.com/office/drawing/2014/main" id="{88424E45-525C-CE79-4DC0-B35D3A27A20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Oval 957">
              <a:extLst>
                <a:ext uri="{FF2B5EF4-FFF2-40B4-BE49-F238E27FC236}">
                  <a16:creationId xmlns:a16="http://schemas.microsoft.com/office/drawing/2014/main" id="{6DABD6F4-97AF-7B13-2CF1-2A4CF53F2A4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Group 128">
            <a:extLst>
              <a:ext uri="{FF2B5EF4-FFF2-40B4-BE49-F238E27FC236}">
                <a16:creationId xmlns:a16="http://schemas.microsoft.com/office/drawing/2014/main" id="{0907460D-5A0A-C52D-8A63-BF61B68BFAAC}"/>
              </a:ext>
            </a:extLst>
          </p:cNvPr>
          <p:cNvGrpSpPr/>
          <p:nvPr/>
        </p:nvGrpSpPr>
        <p:grpSpPr>
          <a:xfrm>
            <a:off x="4843486" y="3611023"/>
            <a:ext cx="242005" cy="43678"/>
            <a:chOff x="7979724" y="3580291"/>
            <a:chExt cx="242005" cy="43678"/>
          </a:xfrm>
        </p:grpSpPr>
        <p:sp>
          <p:nvSpPr>
            <p:cNvPr id="943" name="Oval 942">
              <a:extLst>
                <a:ext uri="{FF2B5EF4-FFF2-40B4-BE49-F238E27FC236}">
                  <a16:creationId xmlns:a16="http://schemas.microsoft.com/office/drawing/2014/main" id="{FEBE5525-CD81-1EA6-2973-31DA90DA12D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Oval 943">
              <a:extLst>
                <a:ext uri="{FF2B5EF4-FFF2-40B4-BE49-F238E27FC236}">
                  <a16:creationId xmlns:a16="http://schemas.microsoft.com/office/drawing/2014/main" id="{FE6D4787-E468-DADE-1FF1-C0E92B23BFD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Oval 944">
              <a:extLst>
                <a:ext uri="{FF2B5EF4-FFF2-40B4-BE49-F238E27FC236}">
                  <a16:creationId xmlns:a16="http://schemas.microsoft.com/office/drawing/2014/main" id="{C1AD2661-C911-7FF0-F7EB-9D1CB0C852A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Oval 945">
              <a:extLst>
                <a:ext uri="{FF2B5EF4-FFF2-40B4-BE49-F238E27FC236}">
                  <a16:creationId xmlns:a16="http://schemas.microsoft.com/office/drawing/2014/main" id="{C721AEE4-9D80-029D-602F-7AAC4375EA2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Oval 946">
              <a:extLst>
                <a:ext uri="{FF2B5EF4-FFF2-40B4-BE49-F238E27FC236}">
                  <a16:creationId xmlns:a16="http://schemas.microsoft.com/office/drawing/2014/main" id="{146622B6-8CFB-2A97-798D-9CF1260EB1B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Oval 947">
              <a:extLst>
                <a:ext uri="{FF2B5EF4-FFF2-40B4-BE49-F238E27FC236}">
                  <a16:creationId xmlns:a16="http://schemas.microsoft.com/office/drawing/2014/main" id="{064C4001-503E-ED3B-F2EC-68B9F65F54A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Oval 948">
              <a:extLst>
                <a:ext uri="{FF2B5EF4-FFF2-40B4-BE49-F238E27FC236}">
                  <a16:creationId xmlns:a16="http://schemas.microsoft.com/office/drawing/2014/main" id="{AB26E797-81DB-BDF0-622E-A6A9BEEC6DA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Oval 949">
              <a:extLst>
                <a:ext uri="{FF2B5EF4-FFF2-40B4-BE49-F238E27FC236}">
                  <a16:creationId xmlns:a16="http://schemas.microsoft.com/office/drawing/2014/main" id="{9EAAD34F-6D9A-62F5-07DF-AB46EC20174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062E2294-D41A-13FF-2FBD-64D25EE13F2D}"/>
              </a:ext>
            </a:extLst>
          </p:cNvPr>
          <p:cNvGrpSpPr/>
          <p:nvPr/>
        </p:nvGrpSpPr>
        <p:grpSpPr>
          <a:xfrm rot="10800000">
            <a:off x="5155686" y="3613383"/>
            <a:ext cx="242005" cy="46723"/>
            <a:chOff x="7979724" y="3580291"/>
            <a:chExt cx="242005" cy="43678"/>
          </a:xfrm>
        </p:grpSpPr>
        <p:sp>
          <p:nvSpPr>
            <p:cNvPr id="935" name="Oval 934">
              <a:extLst>
                <a:ext uri="{FF2B5EF4-FFF2-40B4-BE49-F238E27FC236}">
                  <a16:creationId xmlns:a16="http://schemas.microsoft.com/office/drawing/2014/main" id="{D6543980-A739-8709-5C55-E3A9BBCEAFF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Oval 935">
              <a:extLst>
                <a:ext uri="{FF2B5EF4-FFF2-40B4-BE49-F238E27FC236}">
                  <a16:creationId xmlns:a16="http://schemas.microsoft.com/office/drawing/2014/main" id="{F1187194-FE37-E78B-03F3-60C091DADD4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Oval 936">
              <a:extLst>
                <a:ext uri="{FF2B5EF4-FFF2-40B4-BE49-F238E27FC236}">
                  <a16:creationId xmlns:a16="http://schemas.microsoft.com/office/drawing/2014/main" id="{5032F10C-9AD7-AD4B-428E-94F8770EFA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Oval 937">
              <a:extLst>
                <a:ext uri="{FF2B5EF4-FFF2-40B4-BE49-F238E27FC236}">
                  <a16:creationId xmlns:a16="http://schemas.microsoft.com/office/drawing/2014/main" id="{E0EDDCB9-3743-AEAD-4302-CAF733ACFC1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Oval 938">
              <a:extLst>
                <a:ext uri="{FF2B5EF4-FFF2-40B4-BE49-F238E27FC236}">
                  <a16:creationId xmlns:a16="http://schemas.microsoft.com/office/drawing/2014/main" id="{7D7E3939-8359-C7B9-D0D4-5BE557A12CA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Oval 939">
              <a:extLst>
                <a:ext uri="{FF2B5EF4-FFF2-40B4-BE49-F238E27FC236}">
                  <a16:creationId xmlns:a16="http://schemas.microsoft.com/office/drawing/2014/main" id="{9C1DD590-067E-B9CC-A9DE-A310EA1B374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Oval 940">
              <a:extLst>
                <a:ext uri="{FF2B5EF4-FFF2-40B4-BE49-F238E27FC236}">
                  <a16:creationId xmlns:a16="http://schemas.microsoft.com/office/drawing/2014/main" id="{A632F5AC-F70D-DFEF-514F-53392EA039B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Oval 941">
              <a:extLst>
                <a:ext uri="{FF2B5EF4-FFF2-40B4-BE49-F238E27FC236}">
                  <a16:creationId xmlns:a16="http://schemas.microsoft.com/office/drawing/2014/main" id="{193D2B10-196E-E2E7-F045-B0B668764AD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1" name="Group 130">
            <a:extLst>
              <a:ext uri="{FF2B5EF4-FFF2-40B4-BE49-F238E27FC236}">
                <a16:creationId xmlns:a16="http://schemas.microsoft.com/office/drawing/2014/main" id="{1158A53E-4B47-7BC5-3B17-0564D1AAA8AB}"/>
              </a:ext>
            </a:extLst>
          </p:cNvPr>
          <p:cNvGrpSpPr/>
          <p:nvPr/>
        </p:nvGrpSpPr>
        <p:grpSpPr>
          <a:xfrm>
            <a:off x="5084529" y="3614199"/>
            <a:ext cx="242005" cy="43678"/>
            <a:chOff x="7979724" y="3580291"/>
            <a:chExt cx="242005" cy="43678"/>
          </a:xfrm>
        </p:grpSpPr>
        <p:sp>
          <p:nvSpPr>
            <p:cNvPr id="927" name="Oval 926">
              <a:extLst>
                <a:ext uri="{FF2B5EF4-FFF2-40B4-BE49-F238E27FC236}">
                  <a16:creationId xmlns:a16="http://schemas.microsoft.com/office/drawing/2014/main" id="{DD3BCDD9-CDED-2313-F9FB-AD2E4B94E61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Oval 927">
              <a:extLst>
                <a:ext uri="{FF2B5EF4-FFF2-40B4-BE49-F238E27FC236}">
                  <a16:creationId xmlns:a16="http://schemas.microsoft.com/office/drawing/2014/main" id="{CC1C34E2-07F6-F25E-C442-4344CC51598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Oval 928">
              <a:extLst>
                <a:ext uri="{FF2B5EF4-FFF2-40B4-BE49-F238E27FC236}">
                  <a16:creationId xmlns:a16="http://schemas.microsoft.com/office/drawing/2014/main" id="{9A07B19A-B69C-0A37-0497-695EF780A8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Oval 929">
              <a:extLst>
                <a:ext uri="{FF2B5EF4-FFF2-40B4-BE49-F238E27FC236}">
                  <a16:creationId xmlns:a16="http://schemas.microsoft.com/office/drawing/2014/main" id="{D789CC5C-068C-BC44-E23B-46BFBEB0435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Oval 930">
              <a:extLst>
                <a:ext uri="{FF2B5EF4-FFF2-40B4-BE49-F238E27FC236}">
                  <a16:creationId xmlns:a16="http://schemas.microsoft.com/office/drawing/2014/main" id="{EE06C16C-0A73-D300-8CE5-888D0B036DF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Oval 931">
              <a:extLst>
                <a:ext uri="{FF2B5EF4-FFF2-40B4-BE49-F238E27FC236}">
                  <a16:creationId xmlns:a16="http://schemas.microsoft.com/office/drawing/2014/main" id="{A22DF067-57F4-A175-C0BD-0CE769CFC1F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Oval 932">
              <a:extLst>
                <a:ext uri="{FF2B5EF4-FFF2-40B4-BE49-F238E27FC236}">
                  <a16:creationId xmlns:a16="http://schemas.microsoft.com/office/drawing/2014/main" id="{0C73959E-E6C8-AB1B-1848-A517A5A8ACE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Oval 933">
              <a:extLst>
                <a:ext uri="{FF2B5EF4-FFF2-40B4-BE49-F238E27FC236}">
                  <a16:creationId xmlns:a16="http://schemas.microsoft.com/office/drawing/2014/main" id="{2AE29857-0CAD-385D-419D-BCC647A5960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 name="Group 131">
            <a:extLst>
              <a:ext uri="{FF2B5EF4-FFF2-40B4-BE49-F238E27FC236}">
                <a16:creationId xmlns:a16="http://schemas.microsoft.com/office/drawing/2014/main" id="{05E1FC5D-0DF4-66C9-8456-0CC953D77451}"/>
              </a:ext>
            </a:extLst>
          </p:cNvPr>
          <p:cNvGrpSpPr/>
          <p:nvPr/>
        </p:nvGrpSpPr>
        <p:grpSpPr>
          <a:xfrm rot="10800000">
            <a:off x="3479236" y="3120271"/>
            <a:ext cx="242005" cy="46723"/>
            <a:chOff x="7979724" y="3580291"/>
            <a:chExt cx="242005" cy="43678"/>
          </a:xfrm>
        </p:grpSpPr>
        <p:sp>
          <p:nvSpPr>
            <p:cNvPr id="919" name="Oval 918">
              <a:extLst>
                <a:ext uri="{FF2B5EF4-FFF2-40B4-BE49-F238E27FC236}">
                  <a16:creationId xmlns:a16="http://schemas.microsoft.com/office/drawing/2014/main" id="{5A2EF416-E5C7-BCCF-50D7-CCF03B16F45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Oval 919">
              <a:extLst>
                <a:ext uri="{FF2B5EF4-FFF2-40B4-BE49-F238E27FC236}">
                  <a16:creationId xmlns:a16="http://schemas.microsoft.com/office/drawing/2014/main" id="{6906A653-62E0-1A93-BE44-69CF72B0877D}"/>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Oval 920">
              <a:extLst>
                <a:ext uri="{FF2B5EF4-FFF2-40B4-BE49-F238E27FC236}">
                  <a16:creationId xmlns:a16="http://schemas.microsoft.com/office/drawing/2014/main" id="{582F0C35-985C-9CAC-FD26-61FEFC7357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Oval 921">
              <a:extLst>
                <a:ext uri="{FF2B5EF4-FFF2-40B4-BE49-F238E27FC236}">
                  <a16:creationId xmlns:a16="http://schemas.microsoft.com/office/drawing/2014/main" id="{9108B534-4008-20D5-D778-2E3F11FB4C2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Oval 922">
              <a:extLst>
                <a:ext uri="{FF2B5EF4-FFF2-40B4-BE49-F238E27FC236}">
                  <a16:creationId xmlns:a16="http://schemas.microsoft.com/office/drawing/2014/main" id="{46BDCD1A-C51A-28F2-D6D2-0DB502DD6F9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Oval 923">
              <a:extLst>
                <a:ext uri="{FF2B5EF4-FFF2-40B4-BE49-F238E27FC236}">
                  <a16:creationId xmlns:a16="http://schemas.microsoft.com/office/drawing/2014/main" id="{09E6CA56-E638-192B-B7E7-3C5E04D4CD9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Oval 924">
              <a:extLst>
                <a:ext uri="{FF2B5EF4-FFF2-40B4-BE49-F238E27FC236}">
                  <a16:creationId xmlns:a16="http://schemas.microsoft.com/office/drawing/2014/main" id="{A4BBDB54-6A68-C9B5-CD94-3CF2B1D1696B}"/>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Oval 925">
              <a:extLst>
                <a:ext uri="{FF2B5EF4-FFF2-40B4-BE49-F238E27FC236}">
                  <a16:creationId xmlns:a16="http://schemas.microsoft.com/office/drawing/2014/main" id="{EE89A847-4AB4-DB23-D9DF-5D4A7567F9E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3" name="Group 132">
            <a:extLst>
              <a:ext uri="{FF2B5EF4-FFF2-40B4-BE49-F238E27FC236}">
                <a16:creationId xmlns:a16="http://schemas.microsoft.com/office/drawing/2014/main" id="{67C10C38-5EBD-754F-82D1-983760EA6D23}"/>
              </a:ext>
            </a:extLst>
          </p:cNvPr>
          <p:cNvGrpSpPr/>
          <p:nvPr/>
        </p:nvGrpSpPr>
        <p:grpSpPr>
          <a:xfrm>
            <a:off x="3408079" y="3121087"/>
            <a:ext cx="242005" cy="43678"/>
            <a:chOff x="7979724" y="3580291"/>
            <a:chExt cx="242005" cy="43678"/>
          </a:xfrm>
        </p:grpSpPr>
        <p:sp>
          <p:nvSpPr>
            <p:cNvPr id="911" name="Oval 910">
              <a:extLst>
                <a:ext uri="{FF2B5EF4-FFF2-40B4-BE49-F238E27FC236}">
                  <a16:creationId xmlns:a16="http://schemas.microsoft.com/office/drawing/2014/main" id="{6B03EC69-792D-718A-6513-34E522488AA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Oval 911">
              <a:extLst>
                <a:ext uri="{FF2B5EF4-FFF2-40B4-BE49-F238E27FC236}">
                  <a16:creationId xmlns:a16="http://schemas.microsoft.com/office/drawing/2014/main" id="{97297DB4-DB56-66D1-61B1-972083DA8D4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Oval 912">
              <a:extLst>
                <a:ext uri="{FF2B5EF4-FFF2-40B4-BE49-F238E27FC236}">
                  <a16:creationId xmlns:a16="http://schemas.microsoft.com/office/drawing/2014/main" id="{6357181F-686D-D0B4-2787-453872E1F4C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4" name="Oval 913">
              <a:extLst>
                <a:ext uri="{FF2B5EF4-FFF2-40B4-BE49-F238E27FC236}">
                  <a16:creationId xmlns:a16="http://schemas.microsoft.com/office/drawing/2014/main" id="{630CEB63-F31F-B5D5-6ABE-4AE985EB5E8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Oval 914">
              <a:extLst>
                <a:ext uri="{FF2B5EF4-FFF2-40B4-BE49-F238E27FC236}">
                  <a16:creationId xmlns:a16="http://schemas.microsoft.com/office/drawing/2014/main" id="{599F81D0-A3B0-A76B-5120-A047BB53CA0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Oval 915">
              <a:extLst>
                <a:ext uri="{FF2B5EF4-FFF2-40B4-BE49-F238E27FC236}">
                  <a16:creationId xmlns:a16="http://schemas.microsoft.com/office/drawing/2014/main" id="{2904C5A2-50A0-C174-9442-A0698469F62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Oval 916">
              <a:extLst>
                <a:ext uri="{FF2B5EF4-FFF2-40B4-BE49-F238E27FC236}">
                  <a16:creationId xmlns:a16="http://schemas.microsoft.com/office/drawing/2014/main" id="{F4CDC42A-6242-2E4E-C3C4-FFC8EB6714E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Oval 917">
              <a:extLst>
                <a:ext uri="{FF2B5EF4-FFF2-40B4-BE49-F238E27FC236}">
                  <a16:creationId xmlns:a16="http://schemas.microsoft.com/office/drawing/2014/main" id="{1F5BE0F8-B238-99E9-41FE-127444685E3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4" name="Group 133">
            <a:extLst>
              <a:ext uri="{FF2B5EF4-FFF2-40B4-BE49-F238E27FC236}">
                <a16:creationId xmlns:a16="http://schemas.microsoft.com/office/drawing/2014/main" id="{56F0B37B-CD1F-AD06-80A7-B337A10A7270}"/>
              </a:ext>
            </a:extLst>
          </p:cNvPr>
          <p:cNvGrpSpPr/>
          <p:nvPr/>
        </p:nvGrpSpPr>
        <p:grpSpPr>
          <a:xfrm rot="10800000">
            <a:off x="3720279" y="3123447"/>
            <a:ext cx="242005" cy="46723"/>
            <a:chOff x="7979724" y="3580291"/>
            <a:chExt cx="242005" cy="43678"/>
          </a:xfrm>
        </p:grpSpPr>
        <p:sp>
          <p:nvSpPr>
            <p:cNvPr id="903" name="Oval 902">
              <a:extLst>
                <a:ext uri="{FF2B5EF4-FFF2-40B4-BE49-F238E27FC236}">
                  <a16:creationId xmlns:a16="http://schemas.microsoft.com/office/drawing/2014/main" id="{E7878257-C128-A0EC-A53A-392664D17B25}"/>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Oval 903">
              <a:extLst>
                <a:ext uri="{FF2B5EF4-FFF2-40B4-BE49-F238E27FC236}">
                  <a16:creationId xmlns:a16="http://schemas.microsoft.com/office/drawing/2014/main" id="{56CC4B76-5465-AB3E-A376-C73B58A63B9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Oval 904">
              <a:extLst>
                <a:ext uri="{FF2B5EF4-FFF2-40B4-BE49-F238E27FC236}">
                  <a16:creationId xmlns:a16="http://schemas.microsoft.com/office/drawing/2014/main" id="{F69333B9-A121-310D-7BC0-BDD9631D0BA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Oval 905">
              <a:extLst>
                <a:ext uri="{FF2B5EF4-FFF2-40B4-BE49-F238E27FC236}">
                  <a16:creationId xmlns:a16="http://schemas.microsoft.com/office/drawing/2014/main" id="{79A834A0-AEE6-EEF1-A262-1DD6982D53B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Oval 906">
              <a:extLst>
                <a:ext uri="{FF2B5EF4-FFF2-40B4-BE49-F238E27FC236}">
                  <a16:creationId xmlns:a16="http://schemas.microsoft.com/office/drawing/2014/main" id="{A910941D-F770-D990-7966-D225F515745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Oval 907">
              <a:extLst>
                <a:ext uri="{FF2B5EF4-FFF2-40B4-BE49-F238E27FC236}">
                  <a16:creationId xmlns:a16="http://schemas.microsoft.com/office/drawing/2014/main" id="{8E876DEB-1E78-67C9-F9B3-4884D91857D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Oval 908">
              <a:extLst>
                <a:ext uri="{FF2B5EF4-FFF2-40B4-BE49-F238E27FC236}">
                  <a16:creationId xmlns:a16="http://schemas.microsoft.com/office/drawing/2014/main" id="{739E440C-5475-0EDC-22D7-C001AE94A67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Oval 909">
              <a:extLst>
                <a:ext uri="{FF2B5EF4-FFF2-40B4-BE49-F238E27FC236}">
                  <a16:creationId xmlns:a16="http://schemas.microsoft.com/office/drawing/2014/main" id="{668A13C9-924A-A9AE-47A7-1EB1464761E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5" name="Group 134">
            <a:extLst>
              <a:ext uri="{FF2B5EF4-FFF2-40B4-BE49-F238E27FC236}">
                <a16:creationId xmlns:a16="http://schemas.microsoft.com/office/drawing/2014/main" id="{C643B3F0-AA65-5B1E-87BD-6E7A4B67FCD5}"/>
              </a:ext>
            </a:extLst>
          </p:cNvPr>
          <p:cNvGrpSpPr/>
          <p:nvPr/>
        </p:nvGrpSpPr>
        <p:grpSpPr>
          <a:xfrm rot="11689693">
            <a:off x="3649122" y="3124263"/>
            <a:ext cx="242005" cy="43678"/>
            <a:chOff x="7979724" y="3580291"/>
            <a:chExt cx="242005" cy="43678"/>
          </a:xfrm>
        </p:grpSpPr>
        <p:sp>
          <p:nvSpPr>
            <p:cNvPr id="895" name="Oval 894">
              <a:extLst>
                <a:ext uri="{FF2B5EF4-FFF2-40B4-BE49-F238E27FC236}">
                  <a16:creationId xmlns:a16="http://schemas.microsoft.com/office/drawing/2014/main" id="{F32EDDF6-6B22-AE31-BFF3-BD6F2E34066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Oval 895">
              <a:extLst>
                <a:ext uri="{FF2B5EF4-FFF2-40B4-BE49-F238E27FC236}">
                  <a16:creationId xmlns:a16="http://schemas.microsoft.com/office/drawing/2014/main" id="{8B0C0026-98E8-2121-D86C-74F3D606C9F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Oval 896">
              <a:extLst>
                <a:ext uri="{FF2B5EF4-FFF2-40B4-BE49-F238E27FC236}">
                  <a16:creationId xmlns:a16="http://schemas.microsoft.com/office/drawing/2014/main" id="{250AA526-4EB9-B22C-B6F2-2993202D6B8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Oval 897">
              <a:extLst>
                <a:ext uri="{FF2B5EF4-FFF2-40B4-BE49-F238E27FC236}">
                  <a16:creationId xmlns:a16="http://schemas.microsoft.com/office/drawing/2014/main" id="{7118C751-970D-1DE3-B86A-021D29BC91D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Oval 898">
              <a:extLst>
                <a:ext uri="{FF2B5EF4-FFF2-40B4-BE49-F238E27FC236}">
                  <a16:creationId xmlns:a16="http://schemas.microsoft.com/office/drawing/2014/main" id="{E2858CE7-CA62-69CD-45F3-DD53DC2FCF0E}"/>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Oval 899">
              <a:extLst>
                <a:ext uri="{FF2B5EF4-FFF2-40B4-BE49-F238E27FC236}">
                  <a16:creationId xmlns:a16="http://schemas.microsoft.com/office/drawing/2014/main" id="{DA4B2EFC-7BB6-9C14-AB53-C605493B858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Oval 900">
              <a:extLst>
                <a:ext uri="{FF2B5EF4-FFF2-40B4-BE49-F238E27FC236}">
                  <a16:creationId xmlns:a16="http://schemas.microsoft.com/office/drawing/2014/main" id="{F8E5EFEA-ECE6-0AD6-8D0E-202DE5192CB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Oval 901">
              <a:extLst>
                <a:ext uri="{FF2B5EF4-FFF2-40B4-BE49-F238E27FC236}">
                  <a16:creationId xmlns:a16="http://schemas.microsoft.com/office/drawing/2014/main" id="{0B75F0D0-B9E9-B0F5-BBDB-4D588F05D1F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 135">
            <a:extLst>
              <a:ext uri="{FF2B5EF4-FFF2-40B4-BE49-F238E27FC236}">
                <a16:creationId xmlns:a16="http://schemas.microsoft.com/office/drawing/2014/main" id="{7CA2F1B5-6C9F-F0A4-6FE7-8A00C3834EA6}"/>
              </a:ext>
            </a:extLst>
          </p:cNvPr>
          <p:cNvGrpSpPr/>
          <p:nvPr/>
        </p:nvGrpSpPr>
        <p:grpSpPr>
          <a:xfrm rot="21292958">
            <a:off x="3896576" y="3124287"/>
            <a:ext cx="242005" cy="46723"/>
            <a:chOff x="7979724" y="3580291"/>
            <a:chExt cx="242005" cy="43678"/>
          </a:xfrm>
        </p:grpSpPr>
        <p:sp>
          <p:nvSpPr>
            <p:cNvPr id="887" name="Oval 886">
              <a:extLst>
                <a:ext uri="{FF2B5EF4-FFF2-40B4-BE49-F238E27FC236}">
                  <a16:creationId xmlns:a16="http://schemas.microsoft.com/office/drawing/2014/main" id="{A4B6F43D-684F-9B4B-C800-B3A0BBFB904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Oval 887">
              <a:extLst>
                <a:ext uri="{FF2B5EF4-FFF2-40B4-BE49-F238E27FC236}">
                  <a16:creationId xmlns:a16="http://schemas.microsoft.com/office/drawing/2014/main" id="{0BAF530D-3D51-C2D3-260B-66A75F3DF33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Oval 888">
              <a:extLst>
                <a:ext uri="{FF2B5EF4-FFF2-40B4-BE49-F238E27FC236}">
                  <a16:creationId xmlns:a16="http://schemas.microsoft.com/office/drawing/2014/main" id="{30DDD458-29C5-41E6-BE4E-23262457F86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Oval 889">
              <a:extLst>
                <a:ext uri="{FF2B5EF4-FFF2-40B4-BE49-F238E27FC236}">
                  <a16:creationId xmlns:a16="http://schemas.microsoft.com/office/drawing/2014/main" id="{1F475AFE-AE87-32E0-47B3-8FC263C953A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Oval 890">
              <a:extLst>
                <a:ext uri="{FF2B5EF4-FFF2-40B4-BE49-F238E27FC236}">
                  <a16:creationId xmlns:a16="http://schemas.microsoft.com/office/drawing/2014/main" id="{1E83180D-8500-7F80-E88D-86AEAF0A9DF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Oval 891">
              <a:extLst>
                <a:ext uri="{FF2B5EF4-FFF2-40B4-BE49-F238E27FC236}">
                  <a16:creationId xmlns:a16="http://schemas.microsoft.com/office/drawing/2014/main" id="{FC104D8B-1152-9F53-706B-E8E392DB1B9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Oval 892">
              <a:extLst>
                <a:ext uri="{FF2B5EF4-FFF2-40B4-BE49-F238E27FC236}">
                  <a16:creationId xmlns:a16="http://schemas.microsoft.com/office/drawing/2014/main" id="{5D00C886-5789-F515-5C8D-BAB01333200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Oval 893">
              <a:extLst>
                <a:ext uri="{FF2B5EF4-FFF2-40B4-BE49-F238E27FC236}">
                  <a16:creationId xmlns:a16="http://schemas.microsoft.com/office/drawing/2014/main" id="{EA8361EC-8C7E-4814-A02F-D7007E8C684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55CBAF8E-E9DD-73D4-E337-6410D7BD5DBC}"/>
              </a:ext>
            </a:extLst>
          </p:cNvPr>
          <p:cNvGrpSpPr/>
          <p:nvPr/>
        </p:nvGrpSpPr>
        <p:grpSpPr>
          <a:xfrm>
            <a:off x="3825419" y="3125103"/>
            <a:ext cx="242005" cy="43678"/>
            <a:chOff x="7979724" y="3580291"/>
            <a:chExt cx="242005" cy="43678"/>
          </a:xfrm>
        </p:grpSpPr>
        <p:sp>
          <p:nvSpPr>
            <p:cNvPr id="879" name="Oval 878">
              <a:extLst>
                <a:ext uri="{FF2B5EF4-FFF2-40B4-BE49-F238E27FC236}">
                  <a16:creationId xmlns:a16="http://schemas.microsoft.com/office/drawing/2014/main" id="{53DEC11C-57C9-08BB-8C78-1DC84D7C57B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Oval 879">
              <a:extLst>
                <a:ext uri="{FF2B5EF4-FFF2-40B4-BE49-F238E27FC236}">
                  <a16:creationId xmlns:a16="http://schemas.microsoft.com/office/drawing/2014/main" id="{9759587C-2286-DAA2-C281-772DB06DE20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Oval 880">
              <a:extLst>
                <a:ext uri="{FF2B5EF4-FFF2-40B4-BE49-F238E27FC236}">
                  <a16:creationId xmlns:a16="http://schemas.microsoft.com/office/drawing/2014/main" id="{3F1403A2-4A32-1506-77FC-37E6498BCD7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Oval 881">
              <a:extLst>
                <a:ext uri="{FF2B5EF4-FFF2-40B4-BE49-F238E27FC236}">
                  <a16:creationId xmlns:a16="http://schemas.microsoft.com/office/drawing/2014/main" id="{AE764945-D2E3-0DAE-1BF6-D970602B27E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Oval 882">
              <a:extLst>
                <a:ext uri="{FF2B5EF4-FFF2-40B4-BE49-F238E27FC236}">
                  <a16:creationId xmlns:a16="http://schemas.microsoft.com/office/drawing/2014/main" id="{F225E190-83EA-F3EE-B8A1-B3DBBFF378B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Oval 883">
              <a:extLst>
                <a:ext uri="{FF2B5EF4-FFF2-40B4-BE49-F238E27FC236}">
                  <a16:creationId xmlns:a16="http://schemas.microsoft.com/office/drawing/2014/main" id="{63655EB6-3FC9-9048-05D3-C26845498DF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Oval 884">
              <a:extLst>
                <a:ext uri="{FF2B5EF4-FFF2-40B4-BE49-F238E27FC236}">
                  <a16:creationId xmlns:a16="http://schemas.microsoft.com/office/drawing/2014/main" id="{0E60394E-9C77-F867-A946-70BF016FD6C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Oval 885">
              <a:extLst>
                <a:ext uri="{FF2B5EF4-FFF2-40B4-BE49-F238E27FC236}">
                  <a16:creationId xmlns:a16="http://schemas.microsoft.com/office/drawing/2014/main" id="{A21C7694-1EBB-752B-C2A7-DBA2D19D10C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8" name="Group 137">
            <a:extLst>
              <a:ext uri="{FF2B5EF4-FFF2-40B4-BE49-F238E27FC236}">
                <a16:creationId xmlns:a16="http://schemas.microsoft.com/office/drawing/2014/main" id="{8C64FE19-EAE3-FD35-9E21-CF4F3DECCB74}"/>
              </a:ext>
            </a:extLst>
          </p:cNvPr>
          <p:cNvGrpSpPr/>
          <p:nvPr/>
        </p:nvGrpSpPr>
        <p:grpSpPr>
          <a:xfrm rot="10800000">
            <a:off x="4137619" y="3127463"/>
            <a:ext cx="242005" cy="46723"/>
            <a:chOff x="7979724" y="3580291"/>
            <a:chExt cx="242005" cy="43678"/>
          </a:xfrm>
        </p:grpSpPr>
        <p:sp>
          <p:nvSpPr>
            <p:cNvPr id="871" name="Oval 870">
              <a:extLst>
                <a:ext uri="{FF2B5EF4-FFF2-40B4-BE49-F238E27FC236}">
                  <a16:creationId xmlns:a16="http://schemas.microsoft.com/office/drawing/2014/main" id="{36A14E9E-6CE8-7AD1-7374-BF282B9265DB}"/>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Oval 871">
              <a:extLst>
                <a:ext uri="{FF2B5EF4-FFF2-40B4-BE49-F238E27FC236}">
                  <a16:creationId xmlns:a16="http://schemas.microsoft.com/office/drawing/2014/main" id="{434B0CE7-F4A0-54F0-F528-E0A522D17E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Oval 872">
              <a:extLst>
                <a:ext uri="{FF2B5EF4-FFF2-40B4-BE49-F238E27FC236}">
                  <a16:creationId xmlns:a16="http://schemas.microsoft.com/office/drawing/2014/main" id="{5666CFCF-FF73-6873-4B93-3FFD19552E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Oval 873">
              <a:extLst>
                <a:ext uri="{FF2B5EF4-FFF2-40B4-BE49-F238E27FC236}">
                  <a16:creationId xmlns:a16="http://schemas.microsoft.com/office/drawing/2014/main" id="{9F14861E-CF6E-2551-8C91-0A79FD2381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Oval 874">
              <a:extLst>
                <a:ext uri="{FF2B5EF4-FFF2-40B4-BE49-F238E27FC236}">
                  <a16:creationId xmlns:a16="http://schemas.microsoft.com/office/drawing/2014/main" id="{05D0AC10-8CDD-37AD-0679-BB97BFDEFCB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Oval 875">
              <a:extLst>
                <a:ext uri="{FF2B5EF4-FFF2-40B4-BE49-F238E27FC236}">
                  <a16:creationId xmlns:a16="http://schemas.microsoft.com/office/drawing/2014/main" id="{A5C1A03C-1080-11A2-CFCD-993DEA7A377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Oval 876">
              <a:extLst>
                <a:ext uri="{FF2B5EF4-FFF2-40B4-BE49-F238E27FC236}">
                  <a16:creationId xmlns:a16="http://schemas.microsoft.com/office/drawing/2014/main" id="{A383932B-194F-DA83-6234-14ED52C204F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Oval 877">
              <a:extLst>
                <a:ext uri="{FF2B5EF4-FFF2-40B4-BE49-F238E27FC236}">
                  <a16:creationId xmlns:a16="http://schemas.microsoft.com/office/drawing/2014/main" id="{1606867C-E456-099E-2136-C26144FB6A9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 name="Group 138">
            <a:extLst>
              <a:ext uri="{FF2B5EF4-FFF2-40B4-BE49-F238E27FC236}">
                <a16:creationId xmlns:a16="http://schemas.microsoft.com/office/drawing/2014/main" id="{3D47190C-4B9F-51D9-894F-143234890F25}"/>
              </a:ext>
            </a:extLst>
          </p:cNvPr>
          <p:cNvGrpSpPr/>
          <p:nvPr/>
        </p:nvGrpSpPr>
        <p:grpSpPr>
          <a:xfrm>
            <a:off x="4066462" y="3128279"/>
            <a:ext cx="242005" cy="43678"/>
            <a:chOff x="7979724" y="3580291"/>
            <a:chExt cx="242005" cy="43678"/>
          </a:xfrm>
        </p:grpSpPr>
        <p:sp>
          <p:nvSpPr>
            <p:cNvPr id="863" name="Oval 862">
              <a:extLst>
                <a:ext uri="{FF2B5EF4-FFF2-40B4-BE49-F238E27FC236}">
                  <a16:creationId xmlns:a16="http://schemas.microsoft.com/office/drawing/2014/main" id="{34293B81-6832-4C6D-60B2-D61B3D2CEFC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Oval 863">
              <a:extLst>
                <a:ext uri="{FF2B5EF4-FFF2-40B4-BE49-F238E27FC236}">
                  <a16:creationId xmlns:a16="http://schemas.microsoft.com/office/drawing/2014/main" id="{C6DECEBB-AA7B-E614-1C4E-64FBDCEB672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Oval 864">
              <a:extLst>
                <a:ext uri="{FF2B5EF4-FFF2-40B4-BE49-F238E27FC236}">
                  <a16:creationId xmlns:a16="http://schemas.microsoft.com/office/drawing/2014/main" id="{C9943288-71E9-EEDD-186F-31546C33725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Oval 865">
              <a:extLst>
                <a:ext uri="{FF2B5EF4-FFF2-40B4-BE49-F238E27FC236}">
                  <a16:creationId xmlns:a16="http://schemas.microsoft.com/office/drawing/2014/main" id="{2DC5BCC9-F9A3-25A7-1A64-871C851DFD3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Oval 866">
              <a:extLst>
                <a:ext uri="{FF2B5EF4-FFF2-40B4-BE49-F238E27FC236}">
                  <a16:creationId xmlns:a16="http://schemas.microsoft.com/office/drawing/2014/main" id="{7F91E747-0E13-00F2-149D-0A764F3AB43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Oval 867">
              <a:extLst>
                <a:ext uri="{FF2B5EF4-FFF2-40B4-BE49-F238E27FC236}">
                  <a16:creationId xmlns:a16="http://schemas.microsoft.com/office/drawing/2014/main" id="{26F35543-9134-DD02-2BC4-F12B7500AA8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Oval 868">
              <a:extLst>
                <a:ext uri="{FF2B5EF4-FFF2-40B4-BE49-F238E27FC236}">
                  <a16:creationId xmlns:a16="http://schemas.microsoft.com/office/drawing/2014/main" id="{7D384662-C3F7-F4C1-68F5-A1CD797AA78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Oval 869">
              <a:extLst>
                <a:ext uri="{FF2B5EF4-FFF2-40B4-BE49-F238E27FC236}">
                  <a16:creationId xmlns:a16="http://schemas.microsoft.com/office/drawing/2014/main" id="{06163740-A5B6-EAED-EEE1-33C65DE21E4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0" name="Group 139">
            <a:extLst>
              <a:ext uri="{FF2B5EF4-FFF2-40B4-BE49-F238E27FC236}">
                <a16:creationId xmlns:a16="http://schemas.microsoft.com/office/drawing/2014/main" id="{E4CFF966-E29F-1082-A6C1-9C80D18F8E91}"/>
              </a:ext>
            </a:extLst>
          </p:cNvPr>
          <p:cNvGrpSpPr/>
          <p:nvPr/>
        </p:nvGrpSpPr>
        <p:grpSpPr>
          <a:xfrm rot="10800000">
            <a:off x="3142461" y="3412413"/>
            <a:ext cx="242005" cy="46723"/>
            <a:chOff x="7979724" y="3580291"/>
            <a:chExt cx="242005" cy="43678"/>
          </a:xfrm>
        </p:grpSpPr>
        <p:sp>
          <p:nvSpPr>
            <p:cNvPr id="855" name="Oval 854">
              <a:extLst>
                <a:ext uri="{FF2B5EF4-FFF2-40B4-BE49-F238E27FC236}">
                  <a16:creationId xmlns:a16="http://schemas.microsoft.com/office/drawing/2014/main" id="{3F076205-7302-DBBA-833E-79C323DAA4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Oval 855">
              <a:extLst>
                <a:ext uri="{FF2B5EF4-FFF2-40B4-BE49-F238E27FC236}">
                  <a16:creationId xmlns:a16="http://schemas.microsoft.com/office/drawing/2014/main" id="{73463D94-C010-B04E-E4C4-744A5FD0376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Oval 856">
              <a:extLst>
                <a:ext uri="{FF2B5EF4-FFF2-40B4-BE49-F238E27FC236}">
                  <a16:creationId xmlns:a16="http://schemas.microsoft.com/office/drawing/2014/main" id="{B9672ED0-EFBD-B922-05A5-A8715BAE6AC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Oval 857">
              <a:extLst>
                <a:ext uri="{FF2B5EF4-FFF2-40B4-BE49-F238E27FC236}">
                  <a16:creationId xmlns:a16="http://schemas.microsoft.com/office/drawing/2014/main" id="{8D13C522-8149-E5DA-D811-1690FD07B8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Oval 858">
              <a:extLst>
                <a:ext uri="{FF2B5EF4-FFF2-40B4-BE49-F238E27FC236}">
                  <a16:creationId xmlns:a16="http://schemas.microsoft.com/office/drawing/2014/main" id="{C9FD299B-12CF-D259-2BF8-31B064043C7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Oval 859">
              <a:extLst>
                <a:ext uri="{FF2B5EF4-FFF2-40B4-BE49-F238E27FC236}">
                  <a16:creationId xmlns:a16="http://schemas.microsoft.com/office/drawing/2014/main" id="{2AF89CA3-D3AC-2F3B-DF3E-C256B7D1755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Oval 860">
              <a:extLst>
                <a:ext uri="{FF2B5EF4-FFF2-40B4-BE49-F238E27FC236}">
                  <a16:creationId xmlns:a16="http://schemas.microsoft.com/office/drawing/2014/main" id="{B55C00D6-14F2-D1B1-ADB4-8E73221C0BF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Oval 861">
              <a:extLst>
                <a:ext uri="{FF2B5EF4-FFF2-40B4-BE49-F238E27FC236}">
                  <a16:creationId xmlns:a16="http://schemas.microsoft.com/office/drawing/2014/main" id="{0A796F42-9A53-88D9-8E08-BDE8562B2E5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1" name="Group 140">
            <a:extLst>
              <a:ext uri="{FF2B5EF4-FFF2-40B4-BE49-F238E27FC236}">
                <a16:creationId xmlns:a16="http://schemas.microsoft.com/office/drawing/2014/main" id="{9865BE8A-19E4-1A01-1E61-4F718F419CA3}"/>
              </a:ext>
            </a:extLst>
          </p:cNvPr>
          <p:cNvGrpSpPr/>
          <p:nvPr/>
        </p:nvGrpSpPr>
        <p:grpSpPr>
          <a:xfrm>
            <a:off x="3071304" y="3413229"/>
            <a:ext cx="242005" cy="43678"/>
            <a:chOff x="7979724" y="3580291"/>
            <a:chExt cx="242005" cy="43678"/>
          </a:xfrm>
        </p:grpSpPr>
        <p:sp>
          <p:nvSpPr>
            <p:cNvPr id="847" name="Oval 846">
              <a:extLst>
                <a:ext uri="{FF2B5EF4-FFF2-40B4-BE49-F238E27FC236}">
                  <a16:creationId xmlns:a16="http://schemas.microsoft.com/office/drawing/2014/main" id="{55DC7858-CCF5-716A-0ACB-9C6ED5BCFF2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Oval 847">
              <a:extLst>
                <a:ext uri="{FF2B5EF4-FFF2-40B4-BE49-F238E27FC236}">
                  <a16:creationId xmlns:a16="http://schemas.microsoft.com/office/drawing/2014/main" id="{C85A2D0C-CF96-CAA6-0DE5-4BC33031C68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Oval 848">
              <a:extLst>
                <a:ext uri="{FF2B5EF4-FFF2-40B4-BE49-F238E27FC236}">
                  <a16:creationId xmlns:a16="http://schemas.microsoft.com/office/drawing/2014/main" id="{77B8E38F-125E-3BC2-A2BA-D7C2F87219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Oval 849">
              <a:extLst>
                <a:ext uri="{FF2B5EF4-FFF2-40B4-BE49-F238E27FC236}">
                  <a16:creationId xmlns:a16="http://schemas.microsoft.com/office/drawing/2014/main" id="{746E19D8-D574-2812-797D-87E019E31972}"/>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Oval 850">
              <a:extLst>
                <a:ext uri="{FF2B5EF4-FFF2-40B4-BE49-F238E27FC236}">
                  <a16:creationId xmlns:a16="http://schemas.microsoft.com/office/drawing/2014/main" id="{1A054C41-CDE4-F2B6-EDE3-BBB91D3BE13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Oval 851">
              <a:extLst>
                <a:ext uri="{FF2B5EF4-FFF2-40B4-BE49-F238E27FC236}">
                  <a16:creationId xmlns:a16="http://schemas.microsoft.com/office/drawing/2014/main" id="{2C59010B-0F64-3620-B5B1-CD8C9288A77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3" name="Oval 852">
              <a:extLst>
                <a:ext uri="{FF2B5EF4-FFF2-40B4-BE49-F238E27FC236}">
                  <a16:creationId xmlns:a16="http://schemas.microsoft.com/office/drawing/2014/main" id="{E2430C3E-96FD-48A0-CB43-2354AE9AC54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4" name="Oval 853">
              <a:extLst>
                <a:ext uri="{FF2B5EF4-FFF2-40B4-BE49-F238E27FC236}">
                  <a16:creationId xmlns:a16="http://schemas.microsoft.com/office/drawing/2014/main" id="{AB7520F4-E4CD-A0E5-1D41-DA8B27F956A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2" name="Group 141">
            <a:extLst>
              <a:ext uri="{FF2B5EF4-FFF2-40B4-BE49-F238E27FC236}">
                <a16:creationId xmlns:a16="http://schemas.microsoft.com/office/drawing/2014/main" id="{67A7DFAE-D154-3686-8300-C753FFF54647}"/>
              </a:ext>
            </a:extLst>
          </p:cNvPr>
          <p:cNvGrpSpPr/>
          <p:nvPr/>
        </p:nvGrpSpPr>
        <p:grpSpPr>
          <a:xfrm rot="10800000">
            <a:off x="3383504" y="3415589"/>
            <a:ext cx="242005" cy="46723"/>
            <a:chOff x="7979724" y="3580291"/>
            <a:chExt cx="242005" cy="43678"/>
          </a:xfrm>
        </p:grpSpPr>
        <p:sp>
          <p:nvSpPr>
            <p:cNvPr id="839" name="Oval 838">
              <a:extLst>
                <a:ext uri="{FF2B5EF4-FFF2-40B4-BE49-F238E27FC236}">
                  <a16:creationId xmlns:a16="http://schemas.microsoft.com/office/drawing/2014/main" id="{8FDB924A-3A00-0C59-EDBB-D37D662D866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Oval 839">
              <a:extLst>
                <a:ext uri="{FF2B5EF4-FFF2-40B4-BE49-F238E27FC236}">
                  <a16:creationId xmlns:a16="http://schemas.microsoft.com/office/drawing/2014/main" id="{487892DC-2D4F-7403-CC18-037922CB5AD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Oval 840">
              <a:extLst>
                <a:ext uri="{FF2B5EF4-FFF2-40B4-BE49-F238E27FC236}">
                  <a16:creationId xmlns:a16="http://schemas.microsoft.com/office/drawing/2014/main" id="{823E08C1-75E8-F9E7-F4C6-CDD18610F5D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Oval 841">
              <a:extLst>
                <a:ext uri="{FF2B5EF4-FFF2-40B4-BE49-F238E27FC236}">
                  <a16:creationId xmlns:a16="http://schemas.microsoft.com/office/drawing/2014/main" id="{55276022-A3C4-F002-00BA-2DEBF7E2D5E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Oval 842">
              <a:extLst>
                <a:ext uri="{FF2B5EF4-FFF2-40B4-BE49-F238E27FC236}">
                  <a16:creationId xmlns:a16="http://schemas.microsoft.com/office/drawing/2014/main" id="{D314FFDA-428F-FC68-894E-1FAFA890E9F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Oval 843">
              <a:extLst>
                <a:ext uri="{FF2B5EF4-FFF2-40B4-BE49-F238E27FC236}">
                  <a16:creationId xmlns:a16="http://schemas.microsoft.com/office/drawing/2014/main" id="{8EEFB3BB-0B59-303F-B574-DAE97521BF1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Oval 844">
              <a:extLst>
                <a:ext uri="{FF2B5EF4-FFF2-40B4-BE49-F238E27FC236}">
                  <a16:creationId xmlns:a16="http://schemas.microsoft.com/office/drawing/2014/main" id="{49DF7503-279C-8AFC-53A2-D13CBEAB47D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Oval 845">
              <a:extLst>
                <a:ext uri="{FF2B5EF4-FFF2-40B4-BE49-F238E27FC236}">
                  <a16:creationId xmlns:a16="http://schemas.microsoft.com/office/drawing/2014/main" id="{680E70A9-DAD2-7416-B1E7-95B9CAC56F9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3" name="Group 142">
            <a:extLst>
              <a:ext uri="{FF2B5EF4-FFF2-40B4-BE49-F238E27FC236}">
                <a16:creationId xmlns:a16="http://schemas.microsoft.com/office/drawing/2014/main" id="{9B8A5A37-3682-5D26-F487-D12D8E60FCC3}"/>
              </a:ext>
            </a:extLst>
          </p:cNvPr>
          <p:cNvGrpSpPr/>
          <p:nvPr/>
        </p:nvGrpSpPr>
        <p:grpSpPr>
          <a:xfrm rot="11689693">
            <a:off x="3312347" y="3416405"/>
            <a:ext cx="242005" cy="43678"/>
            <a:chOff x="7979724" y="3580291"/>
            <a:chExt cx="242005" cy="43678"/>
          </a:xfrm>
        </p:grpSpPr>
        <p:sp>
          <p:nvSpPr>
            <p:cNvPr id="831" name="Oval 830">
              <a:extLst>
                <a:ext uri="{FF2B5EF4-FFF2-40B4-BE49-F238E27FC236}">
                  <a16:creationId xmlns:a16="http://schemas.microsoft.com/office/drawing/2014/main" id="{61081518-4557-C3D7-8665-FD52C0FE7AC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Oval 831">
              <a:extLst>
                <a:ext uri="{FF2B5EF4-FFF2-40B4-BE49-F238E27FC236}">
                  <a16:creationId xmlns:a16="http://schemas.microsoft.com/office/drawing/2014/main" id="{24575A76-BFA4-474E-0064-17D3C58B409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Oval 832">
              <a:extLst>
                <a:ext uri="{FF2B5EF4-FFF2-40B4-BE49-F238E27FC236}">
                  <a16:creationId xmlns:a16="http://schemas.microsoft.com/office/drawing/2014/main" id="{C1F2D7DB-D491-FB19-538C-BBFA8D74ADE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Oval 833">
              <a:extLst>
                <a:ext uri="{FF2B5EF4-FFF2-40B4-BE49-F238E27FC236}">
                  <a16:creationId xmlns:a16="http://schemas.microsoft.com/office/drawing/2014/main" id="{BF983613-E8F1-C00C-4D40-EE6E5F0C8E85}"/>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Oval 834">
              <a:extLst>
                <a:ext uri="{FF2B5EF4-FFF2-40B4-BE49-F238E27FC236}">
                  <a16:creationId xmlns:a16="http://schemas.microsoft.com/office/drawing/2014/main" id="{A91776A7-2656-1988-6452-A2FA559EF77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Oval 835">
              <a:extLst>
                <a:ext uri="{FF2B5EF4-FFF2-40B4-BE49-F238E27FC236}">
                  <a16:creationId xmlns:a16="http://schemas.microsoft.com/office/drawing/2014/main" id="{943E6194-B606-D82A-DA9D-70F048ADCA6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Oval 836">
              <a:extLst>
                <a:ext uri="{FF2B5EF4-FFF2-40B4-BE49-F238E27FC236}">
                  <a16:creationId xmlns:a16="http://schemas.microsoft.com/office/drawing/2014/main" id="{46009B33-A6EB-870C-DF65-C76CCBF4A7E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Oval 837">
              <a:extLst>
                <a:ext uri="{FF2B5EF4-FFF2-40B4-BE49-F238E27FC236}">
                  <a16:creationId xmlns:a16="http://schemas.microsoft.com/office/drawing/2014/main" id="{D2F61451-B04D-2964-25DD-FAA8024D1F6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a:extLst>
              <a:ext uri="{FF2B5EF4-FFF2-40B4-BE49-F238E27FC236}">
                <a16:creationId xmlns:a16="http://schemas.microsoft.com/office/drawing/2014/main" id="{AE43BAA2-7AFB-58EF-43DD-EA6FA70173B5}"/>
              </a:ext>
            </a:extLst>
          </p:cNvPr>
          <p:cNvGrpSpPr/>
          <p:nvPr/>
        </p:nvGrpSpPr>
        <p:grpSpPr>
          <a:xfrm rot="21292958">
            <a:off x="3559801" y="3416429"/>
            <a:ext cx="242005" cy="46723"/>
            <a:chOff x="7979724" y="3580291"/>
            <a:chExt cx="242005" cy="43678"/>
          </a:xfrm>
        </p:grpSpPr>
        <p:sp>
          <p:nvSpPr>
            <p:cNvPr id="823" name="Oval 822">
              <a:extLst>
                <a:ext uri="{FF2B5EF4-FFF2-40B4-BE49-F238E27FC236}">
                  <a16:creationId xmlns:a16="http://schemas.microsoft.com/office/drawing/2014/main" id="{05FFA615-686A-C228-7C6A-45CAF99CF91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Oval 823">
              <a:extLst>
                <a:ext uri="{FF2B5EF4-FFF2-40B4-BE49-F238E27FC236}">
                  <a16:creationId xmlns:a16="http://schemas.microsoft.com/office/drawing/2014/main" id="{48FF65A0-F9DE-D293-3F4A-3EC8AAE4FFB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Oval 824">
              <a:extLst>
                <a:ext uri="{FF2B5EF4-FFF2-40B4-BE49-F238E27FC236}">
                  <a16:creationId xmlns:a16="http://schemas.microsoft.com/office/drawing/2014/main" id="{BC2ADCEA-5E56-77A5-599A-FE69AA2AD9D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Oval 825">
              <a:extLst>
                <a:ext uri="{FF2B5EF4-FFF2-40B4-BE49-F238E27FC236}">
                  <a16:creationId xmlns:a16="http://schemas.microsoft.com/office/drawing/2014/main" id="{791CB0AC-23B1-AC3B-B681-F56328A44CA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Oval 826">
              <a:extLst>
                <a:ext uri="{FF2B5EF4-FFF2-40B4-BE49-F238E27FC236}">
                  <a16:creationId xmlns:a16="http://schemas.microsoft.com/office/drawing/2014/main" id="{C6D49872-01FD-4E65-2DF8-AD357F43EA6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Oval 827">
              <a:extLst>
                <a:ext uri="{FF2B5EF4-FFF2-40B4-BE49-F238E27FC236}">
                  <a16:creationId xmlns:a16="http://schemas.microsoft.com/office/drawing/2014/main" id="{3F297F8D-A1A8-6248-EF97-AC9A192A6FA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Oval 828">
              <a:extLst>
                <a:ext uri="{FF2B5EF4-FFF2-40B4-BE49-F238E27FC236}">
                  <a16:creationId xmlns:a16="http://schemas.microsoft.com/office/drawing/2014/main" id="{B6E6BDE8-03D3-CB51-D38F-6C6842ACAC14}"/>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Oval 829">
              <a:extLst>
                <a:ext uri="{FF2B5EF4-FFF2-40B4-BE49-F238E27FC236}">
                  <a16:creationId xmlns:a16="http://schemas.microsoft.com/office/drawing/2014/main" id="{69992197-42B5-4BF7-99D0-53464B97BB1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5" name="Group 144">
            <a:extLst>
              <a:ext uri="{FF2B5EF4-FFF2-40B4-BE49-F238E27FC236}">
                <a16:creationId xmlns:a16="http://schemas.microsoft.com/office/drawing/2014/main" id="{195817A8-3AF7-A625-D000-DC614BB71C6B}"/>
              </a:ext>
            </a:extLst>
          </p:cNvPr>
          <p:cNvGrpSpPr/>
          <p:nvPr/>
        </p:nvGrpSpPr>
        <p:grpSpPr>
          <a:xfrm>
            <a:off x="3488644" y="3417245"/>
            <a:ext cx="242005" cy="43678"/>
            <a:chOff x="7979724" y="3580291"/>
            <a:chExt cx="242005" cy="43678"/>
          </a:xfrm>
        </p:grpSpPr>
        <p:sp>
          <p:nvSpPr>
            <p:cNvPr id="815" name="Oval 814">
              <a:extLst>
                <a:ext uri="{FF2B5EF4-FFF2-40B4-BE49-F238E27FC236}">
                  <a16:creationId xmlns:a16="http://schemas.microsoft.com/office/drawing/2014/main" id="{801E5630-A170-B92B-F5C2-0723E7797E2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Oval 815">
              <a:extLst>
                <a:ext uri="{FF2B5EF4-FFF2-40B4-BE49-F238E27FC236}">
                  <a16:creationId xmlns:a16="http://schemas.microsoft.com/office/drawing/2014/main" id="{02AED629-ECC3-65EB-3C32-984F9CDAFE0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Oval 816">
              <a:extLst>
                <a:ext uri="{FF2B5EF4-FFF2-40B4-BE49-F238E27FC236}">
                  <a16:creationId xmlns:a16="http://schemas.microsoft.com/office/drawing/2014/main" id="{8DB66109-EDDF-3489-8427-8F39D7B9229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Oval 817">
              <a:extLst>
                <a:ext uri="{FF2B5EF4-FFF2-40B4-BE49-F238E27FC236}">
                  <a16:creationId xmlns:a16="http://schemas.microsoft.com/office/drawing/2014/main" id="{5EF93D4D-6BD0-B9C6-4F25-E75CAC9CF77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Oval 818">
              <a:extLst>
                <a:ext uri="{FF2B5EF4-FFF2-40B4-BE49-F238E27FC236}">
                  <a16:creationId xmlns:a16="http://schemas.microsoft.com/office/drawing/2014/main" id="{D1D53AD5-57C1-8E8F-491F-A8C27B4B04D5}"/>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Oval 819">
              <a:extLst>
                <a:ext uri="{FF2B5EF4-FFF2-40B4-BE49-F238E27FC236}">
                  <a16:creationId xmlns:a16="http://schemas.microsoft.com/office/drawing/2014/main" id="{83816970-1FD3-BC54-B9C9-75C1E5A958F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Oval 820">
              <a:extLst>
                <a:ext uri="{FF2B5EF4-FFF2-40B4-BE49-F238E27FC236}">
                  <a16:creationId xmlns:a16="http://schemas.microsoft.com/office/drawing/2014/main" id="{1B3A280F-17B0-1AA5-E3B3-474F348371C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Oval 821">
              <a:extLst>
                <a:ext uri="{FF2B5EF4-FFF2-40B4-BE49-F238E27FC236}">
                  <a16:creationId xmlns:a16="http://schemas.microsoft.com/office/drawing/2014/main" id="{1990D30D-83E8-4E50-A1AB-E4AC9109276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6" name="Group 145">
            <a:extLst>
              <a:ext uri="{FF2B5EF4-FFF2-40B4-BE49-F238E27FC236}">
                <a16:creationId xmlns:a16="http://schemas.microsoft.com/office/drawing/2014/main" id="{6B77196D-3128-6E5D-24BF-A9F164F23FAF}"/>
              </a:ext>
            </a:extLst>
          </p:cNvPr>
          <p:cNvGrpSpPr/>
          <p:nvPr/>
        </p:nvGrpSpPr>
        <p:grpSpPr>
          <a:xfrm rot="10800000">
            <a:off x="3800844" y="3419605"/>
            <a:ext cx="242005" cy="46723"/>
            <a:chOff x="7979724" y="3580291"/>
            <a:chExt cx="242005" cy="43678"/>
          </a:xfrm>
        </p:grpSpPr>
        <p:sp>
          <p:nvSpPr>
            <p:cNvPr id="807" name="Oval 806">
              <a:extLst>
                <a:ext uri="{FF2B5EF4-FFF2-40B4-BE49-F238E27FC236}">
                  <a16:creationId xmlns:a16="http://schemas.microsoft.com/office/drawing/2014/main" id="{C0446101-2734-1F5A-36E6-AD2DD08E2AD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Oval 807">
              <a:extLst>
                <a:ext uri="{FF2B5EF4-FFF2-40B4-BE49-F238E27FC236}">
                  <a16:creationId xmlns:a16="http://schemas.microsoft.com/office/drawing/2014/main" id="{4C4B3052-436B-8B8B-24CD-C2AA24E9FE4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Oval 808">
              <a:extLst>
                <a:ext uri="{FF2B5EF4-FFF2-40B4-BE49-F238E27FC236}">
                  <a16:creationId xmlns:a16="http://schemas.microsoft.com/office/drawing/2014/main" id="{7A142175-94A5-2AC2-945C-4786AF65B07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Oval 809">
              <a:extLst>
                <a:ext uri="{FF2B5EF4-FFF2-40B4-BE49-F238E27FC236}">
                  <a16:creationId xmlns:a16="http://schemas.microsoft.com/office/drawing/2014/main" id="{544772D0-9EE8-E10B-CB1B-4F46C3C8269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Oval 810">
              <a:extLst>
                <a:ext uri="{FF2B5EF4-FFF2-40B4-BE49-F238E27FC236}">
                  <a16:creationId xmlns:a16="http://schemas.microsoft.com/office/drawing/2014/main" id="{C9A7A9BF-8DC7-6C4F-EBF8-7BE9D7877C4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Oval 811">
              <a:extLst>
                <a:ext uri="{FF2B5EF4-FFF2-40B4-BE49-F238E27FC236}">
                  <a16:creationId xmlns:a16="http://schemas.microsoft.com/office/drawing/2014/main" id="{1BC8F79E-F7EA-4E73-DDBC-FFB43D001C3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Oval 812">
              <a:extLst>
                <a:ext uri="{FF2B5EF4-FFF2-40B4-BE49-F238E27FC236}">
                  <a16:creationId xmlns:a16="http://schemas.microsoft.com/office/drawing/2014/main" id="{7EEE2843-7D59-5002-CE74-BB126650D6D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Oval 813">
              <a:extLst>
                <a:ext uri="{FF2B5EF4-FFF2-40B4-BE49-F238E27FC236}">
                  <a16:creationId xmlns:a16="http://schemas.microsoft.com/office/drawing/2014/main" id="{4BEDCB81-3F12-695D-4915-70E60CB2408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7" name="Group 146">
            <a:extLst>
              <a:ext uri="{FF2B5EF4-FFF2-40B4-BE49-F238E27FC236}">
                <a16:creationId xmlns:a16="http://schemas.microsoft.com/office/drawing/2014/main" id="{43B91E47-40FE-3A3E-DCA7-DFAC256AC0C8}"/>
              </a:ext>
            </a:extLst>
          </p:cNvPr>
          <p:cNvGrpSpPr/>
          <p:nvPr/>
        </p:nvGrpSpPr>
        <p:grpSpPr>
          <a:xfrm>
            <a:off x="3729687" y="3420421"/>
            <a:ext cx="242005" cy="43678"/>
            <a:chOff x="7979724" y="3580291"/>
            <a:chExt cx="242005" cy="43678"/>
          </a:xfrm>
        </p:grpSpPr>
        <p:sp>
          <p:nvSpPr>
            <p:cNvPr id="799" name="Oval 798">
              <a:extLst>
                <a:ext uri="{FF2B5EF4-FFF2-40B4-BE49-F238E27FC236}">
                  <a16:creationId xmlns:a16="http://schemas.microsoft.com/office/drawing/2014/main" id="{58093742-720F-E24A-7191-C4B0FD1A0D9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Oval 799">
              <a:extLst>
                <a:ext uri="{FF2B5EF4-FFF2-40B4-BE49-F238E27FC236}">
                  <a16:creationId xmlns:a16="http://schemas.microsoft.com/office/drawing/2014/main" id="{28A354EB-0DAB-13D8-F111-F49F17B7510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Oval 800">
              <a:extLst>
                <a:ext uri="{FF2B5EF4-FFF2-40B4-BE49-F238E27FC236}">
                  <a16:creationId xmlns:a16="http://schemas.microsoft.com/office/drawing/2014/main" id="{0077B0BB-B3ED-B2CA-E6B5-92577638DE6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Oval 801">
              <a:extLst>
                <a:ext uri="{FF2B5EF4-FFF2-40B4-BE49-F238E27FC236}">
                  <a16:creationId xmlns:a16="http://schemas.microsoft.com/office/drawing/2014/main" id="{7DA8CDB3-6F2B-0D58-6A31-DE0869F404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Oval 802">
              <a:extLst>
                <a:ext uri="{FF2B5EF4-FFF2-40B4-BE49-F238E27FC236}">
                  <a16:creationId xmlns:a16="http://schemas.microsoft.com/office/drawing/2014/main" id="{388D6C86-12F3-4295-13DF-753D8BB171A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Oval 803">
              <a:extLst>
                <a:ext uri="{FF2B5EF4-FFF2-40B4-BE49-F238E27FC236}">
                  <a16:creationId xmlns:a16="http://schemas.microsoft.com/office/drawing/2014/main" id="{9F55CF85-EB95-F0C1-53D1-75E6D558FF5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Oval 804">
              <a:extLst>
                <a:ext uri="{FF2B5EF4-FFF2-40B4-BE49-F238E27FC236}">
                  <a16:creationId xmlns:a16="http://schemas.microsoft.com/office/drawing/2014/main" id="{B8FB751D-18FF-26A1-02A5-A2225DD561F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Oval 805">
              <a:extLst>
                <a:ext uri="{FF2B5EF4-FFF2-40B4-BE49-F238E27FC236}">
                  <a16:creationId xmlns:a16="http://schemas.microsoft.com/office/drawing/2014/main" id="{0D81CB9D-77E2-9E40-0CC9-806A62FCEA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8" name="Group 147">
            <a:extLst>
              <a:ext uri="{FF2B5EF4-FFF2-40B4-BE49-F238E27FC236}">
                <a16:creationId xmlns:a16="http://schemas.microsoft.com/office/drawing/2014/main" id="{EC135008-C5C8-B7CB-37B6-5D174C09C085}"/>
              </a:ext>
            </a:extLst>
          </p:cNvPr>
          <p:cNvGrpSpPr/>
          <p:nvPr/>
        </p:nvGrpSpPr>
        <p:grpSpPr>
          <a:xfrm rot="10800000">
            <a:off x="4341164" y="3129832"/>
            <a:ext cx="242005" cy="46723"/>
            <a:chOff x="7979724" y="3580291"/>
            <a:chExt cx="242005" cy="43678"/>
          </a:xfrm>
        </p:grpSpPr>
        <p:sp>
          <p:nvSpPr>
            <p:cNvPr id="791" name="Oval 790">
              <a:extLst>
                <a:ext uri="{FF2B5EF4-FFF2-40B4-BE49-F238E27FC236}">
                  <a16:creationId xmlns:a16="http://schemas.microsoft.com/office/drawing/2014/main" id="{92B76C70-65A8-892D-829E-B7F37E83696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Oval 791">
              <a:extLst>
                <a:ext uri="{FF2B5EF4-FFF2-40B4-BE49-F238E27FC236}">
                  <a16:creationId xmlns:a16="http://schemas.microsoft.com/office/drawing/2014/main" id="{E93A1D3A-8D7C-21C6-FA57-B08E523414F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Oval 792">
              <a:extLst>
                <a:ext uri="{FF2B5EF4-FFF2-40B4-BE49-F238E27FC236}">
                  <a16:creationId xmlns:a16="http://schemas.microsoft.com/office/drawing/2014/main" id="{3B623D7A-067B-9ED0-DAA0-4DE3032233C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Oval 793">
              <a:extLst>
                <a:ext uri="{FF2B5EF4-FFF2-40B4-BE49-F238E27FC236}">
                  <a16:creationId xmlns:a16="http://schemas.microsoft.com/office/drawing/2014/main" id="{95C94E5E-8FE5-C295-951F-84F6412DA1B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Oval 794">
              <a:extLst>
                <a:ext uri="{FF2B5EF4-FFF2-40B4-BE49-F238E27FC236}">
                  <a16:creationId xmlns:a16="http://schemas.microsoft.com/office/drawing/2014/main" id="{378541A4-7783-CC8A-DF23-C143EC061E0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Oval 795">
              <a:extLst>
                <a:ext uri="{FF2B5EF4-FFF2-40B4-BE49-F238E27FC236}">
                  <a16:creationId xmlns:a16="http://schemas.microsoft.com/office/drawing/2014/main" id="{D5F6562E-823E-71C0-3B19-31852BFDACC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Oval 796">
              <a:extLst>
                <a:ext uri="{FF2B5EF4-FFF2-40B4-BE49-F238E27FC236}">
                  <a16:creationId xmlns:a16="http://schemas.microsoft.com/office/drawing/2014/main" id="{19C33733-EFBA-95FB-33B8-A74D9242371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Oval 797">
              <a:extLst>
                <a:ext uri="{FF2B5EF4-FFF2-40B4-BE49-F238E27FC236}">
                  <a16:creationId xmlns:a16="http://schemas.microsoft.com/office/drawing/2014/main" id="{F65DA0C9-67BD-8EE4-7F4A-EE93E641947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a:extLst>
              <a:ext uri="{FF2B5EF4-FFF2-40B4-BE49-F238E27FC236}">
                <a16:creationId xmlns:a16="http://schemas.microsoft.com/office/drawing/2014/main" id="{E489827E-1845-29D8-3437-2EE2050E5A57}"/>
              </a:ext>
            </a:extLst>
          </p:cNvPr>
          <p:cNvGrpSpPr/>
          <p:nvPr/>
        </p:nvGrpSpPr>
        <p:grpSpPr>
          <a:xfrm>
            <a:off x="4270007" y="3130648"/>
            <a:ext cx="242005" cy="43678"/>
            <a:chOff x="7979724" y="3580291"/>
            <a:chExt cx="242005" cy="43678"/>
          </a:xfrm>
        </p:grpSpPr>
        <p:sp>
          <p:nvSpPr>
            <p:cNvPr id="783" name="Oval 782">
              <a:extLst>
                <a:ext uri="{FF2B5EF4-FFF2-40B4-BE49-F238E27FC236}">
                  <a16:creationId xmlns:a16="http://schemas.microsoft.com/office/drawing/2014/main" id="{E61C2B46-E40A-9893-646E-648715A4763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Oval 783">
              <a:extLst>
                <a:ext uri="{FF2B5EF4-FFF2-40B4-BE49-F238E27FC236}">
                  <a16:creationId xmlns:a16="http://schemas.microsoft.com/office/drawing/2014/main" id="{763A13F5-65CC-BA8D-D113-90810415BA9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Oval 784">
              <a:extLst>
                <a:ext uri="{FF2B5EF4-FFF2-40B4-BE49-F238E27FC236}">
                  <a16:creationId xmlns:a16="http://schemas.microsoft.com/office/drawing/2014/main" id="{8A63812A-C827-9589-120E-0E07E02287E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Oval 785">
              <a:extLst>
                <a:ext uri="{FF2B5EF4-FFF2-40B4-BE49-F238E27FC236}">
                  <a16:creationId xmlns:a16="http://schemas.microsoft.com/office/drawing/2014/main" id="{A5789ED0-1AD2-98DC-C012-642D0170891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Oval 786">
              <a:extLst>
                <a:ext uri="{FF2B5EF4-FFF2-40B4-BE49-F238E27FC236}">
                  <a16:creationId xmlns:a16="http://schemas.microsoft.com/office/drawing/2014/main" id="{3F484587-6966-3AFB-D671-0729D187EC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Oval 787">
              <a:extLst>
                <a:ext uri="{FF2B5EF4-FFF2-40B4-BE49-F238E27FC236}">
                  <a16:creationId xmlns:a16="http://schemas.microsoft.com/office/drawing/2014/main" id="{08E5C30D-D08C-6E5A-3864-892F0D15FF8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Oval 788">
              <a:extLst>
                <a:ext uri="{FF2B5EF4-FFF2-40B4-BE49-F238E27FC236}">
                  <a16:creationId xmlns:a16="http://schemas.microsoft.com/office/drawing/2014/main" id="{9AFA031D-F4F1-1614-DA05-E48798C8044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Oval 789">
              <a:extLst>
                <a:ext uri="{FF2B5EF4-FFF2-40B4-BE49-F238E27FC236}">
                  <a16:creationId xmlns:a16="http://schemas.microsoft.com/office/drawing/2014/main" id="{6FF0B273-C922-D64F-21C5-6FC093E1A13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0" name="Group 149">
            <a:extLst>
              <a:ext uri="{FF2B5EF4-FFF2-40B4-BE49-F238E27FC236}">
                <a16:creationId xmlns:a16="http://schemas.microsoft.com/office/drawing/2014/main" id="{D19A64A6-7CD5-5BFC-25FA-03248047339C}"/>
              </a:ext>
            </a:extLst>
          </p:cNvPr>
          <p:cNvGrpSpPr/>
          <p:nvPr/>
        </p:nvGrpSpPr>
        <p:grpSpPr>
          <a:xfrm rot="10800000">
            <a:off x="4582207" y="3133008"/>
            <a:ext cx="242005" cy="46723"/>
            <a:chOff x="7979724" y="3580291"/>
            <a:chExt cx="242005" cy="43678"/>
          </a:xfrm>
        </p:grpSpPr>
        <p:sp>
          <p:nvSpPr>
            <p:cNvPr id="775" name="Oval 774">
              <a:extLst>
                <a:ext uri="{FF2B5EF4-FFF2-40B4-BE49-F238E27FC236}">
                  <a16:creationId xmlns:a16="http://schemas.microsoft.com/office/drawing/2014/main" id="{96E3537C-372E-D354-5BC0-4894BCC25A1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Oval 775">
              <a:extLst>
                <a:ext uri="{FF2B5EF4-FFF2-40B4-BE49-F238E27FC236}">
                  <a16:creationId xmlns:a16="http://schemas.microsoft.com/office/drawing/2014/main" id="{98D6A5F5-26F2-0F28-9B45-BB0D1FADBCA3}"/>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Oval 776">
              <a:extLst>
                <a:ext uri="{FF2B5EF4-FFF2-40B4-BE49-F238E27FC236}">
                  <a16:creationId xmlns:a16="http://schemas.microsoft.com/office/drawing/2014/main" id="{DEEA23F4-16AE-D644-9077-881AC3E045D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Oval 777">
              <a:extLst>
                <a:ext uri="{FF2B5EF4-FFF2-40B4-BE49-F238E27FC236}">
                  <a16:creationId xmlns:a16="http://schemas.microsoft.com/office/drawing/2014/main" id="{A6717364-4D63-3843-E3C3-2177A257EB1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Oval 778">
              <a:extLst>
                <a:ext uri="{FF2B5EF4-FFF2-40B4-BE49-F238E27FC236}">
                  <a16:creationId xmlns:a16="http://schemas.microsoft.com/office/drawing/2014/main" id="{9E0CA988-9254-A8ED-45EE-D3AD862D0D4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Oval 779">
              <a:extLst>
                <a:ext uri="{FF2B5EF4-FFF2-40B4-BE49-F238E27FC236}">
                  <a16:creationId xmlns:a16="http://schemas.microsoft.com/office/drawing/2014/main" id="{B5115E00-D33B-3BDD-F79C-F818B8A64DB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Oval 780">
              <a:extLst>
                <a:ext uri="{FF2B5EF4-FFF2-40B4-BE49-F238E27FC236}">
                  <a16:creationId xmlns:a16="http://schemas.microsoft.com/office/drawing/2014/main" id="{B2B3CFCC-64B5-7B52-A9B7-A4D847E52FF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Oval 781">
              <a:extLst>
                <a:ext uri="{FF2B5EF4-FFF2-40B4-BE49-F238E27FC236}">
                  <a16:creationId xmlns:a16="http://schemas.microsoft.com/office/drawing/2014/main" id="{678D4AB7-B30E-06A7-7253-0EB0341362EC}"/>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1" name="Group 150">
            <a:extLst>
              <a:ext uri="{FF2B5EF4-FFF2-40B4-BE49-F238E27FC236}">
                <a16:creationId xmlns:a16="http://schemas.microsoft.com/office/drawing/2014/main" id="{2CC6BEC8-7BB9-0199-D4DA-5583A8D116EF}"/>
              </a:ext>
            </a:extLst>
          </p:cNvPr>
          <p:cNvGrpSpPr/>
          <p:nvPr/>
        </p:nvGrpSpPr>
        <p:grpSpPr>
          <a:xfrm rot="11689693">
            <a:off x="4511050" y="3133824"/>
            <a:ext cx="242005" cy="43678"/>
            <a:chOff x="7979724" y="3580291"/>
            <a:chExt cx="242005" cy="43678"/>
          </a:xfrm>
        </p:grpSpPr>
        <p:sp>
          <p:nvSpPr>
            <p:cNvPr id="767" name="Oval 766">
              <a:extLst>
                <a:ext uri="{FF2B5EF4-FFF2-40B4-BE49-F238E27FC236}">
                  <a16:creationId xmlns:a16="http://schemas.microsoft.com/office/drawing/2014/main" id="{4CF7F4F4-160E-9C6A-2C12-03653BB2405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Oval 767">
              <a:extLst>
                <a:ext uri="{FF2B5EF4-FFF2-40B4-BE49-F238E27FC236}">
                  <a16:creationId xmlns:a16="http://schemas.microsoft.com/office/drawing/2014/main" id="{BC476871-2302-B1AB-4100-88CF0CD2DED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Oval 768">
              <a:extLst>
                <a:ext uri="{FF2B5EF4-FFF2-40B4-BE49-F238E27FC236}">
                  <a16:creationId xmlns:a16="http://schemas.microsoft.com/office/drawing/2014/main" id="{461F1CC7-535D-9007-12B5-4E2E306DDF1E}"/>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Oval 769">
              <a:extLst>
                <a:ext uri="{FF2B5EF4-FFF2-40B4-BE49-F238E27FC236}">
                  <a16:creationId xmlns:a16="http://schemas.microsoft.com/office/drawing/2014/main" id="{549A068E-1A94-6773-F082-1EBFD29830F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Oval 770">
              <a:extLst>
                <a:ext uri="{FF2B5EF4-FFF2-40B4-BE49-F238E27FC236}">
                  <a16:creationId xmlns:a16="http://schemas.microsoft.com/office/drawing/2014/main" id="{1E0818E5-B0B6-2A3D-7CFC-8D3613AC3F0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Oval 771">
              <a:extLst>
                <a:ext uri="{FF2B5EF4-FFF2-40B4-BE49-F238E27FC236}">
                  <a16:creationId xmlns:a16="http://schemas.microsoft.com/office/drawing/2014/main" id="{8F9EAD04-19C2-273A-66B0-800B5D2F321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Oval 772">
              <a:extLst>
                <a:ext uri="{FF2B5EF4-FFF2-40B4-BE49-F238E27FC236}">
                  <a16:creationId xmlns:a16="http://schemas.microsoft.com/office/drawing/2014/main" id="{5B43E142-062C-1D2C-58D7-F52974A113B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Oval 773">
              <a:extLst>
                <a:ext uri="{FF2B5EF4-FFF2-40B4-BE49-F238E27FC236}">
                  <a16:creationId xmlns:a16="http://schemas.microsoft.com/office/drawing/2014/main" id="{EA17F57A-499A-A25A-49B0-E24C9AF81AC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2" name="Group 151">
            <a:extLst>
              <a:ext uri="{FF2B5EF4-FFF2-40B4-BE49-F238E27FC236}">
                <a16:creationId xmlns:a16="http://schemas.microsoft.com/office/drawing/2014/main" id="{FB5D22A9-BA85-8134-A3DF-05672EE505AF}"/>
              </a:ext>
            </a:extLst>
          </p:cNvPr>
          <p:cNvGrpSpPr/>
          <p:nvPr/>
        </p:nvGrpSpPr>
        <p:grpSpPr>
          <a:xfrm rot="21292958">
            <a:off x="4758504" y="3133848"/>
            <a:ext cx="242005" cy="46723"/>
            <a:chOff x="7979724" y="3580291"/>
            <a:chExt cx="242005" cy="43678"/>
          </a:xfrm>
        </p:grpSpPr>
        <p:sp>
          <p:nvSpPr>
            <p:cNvPr id="759" name="Oval 758">
              <a:extLst>
                <a:ext uri="{FF2B5EF4-FFF2-40B4-BE49-F238E27FC236}">
                  <a16:creationId xmlns:a16="http://schemas.microsoft.com/office/drawing/2014/main" id="{B0E4AD3A-FA4C-732E-7C7A-EB4701522D3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Oval 759">
              <a:extLst>
                <a:ext uri="{FF2B5EF4-FFF2-40B4-BE49-F238E27FC236}">
                  <a16:creationId xmlns:a16="http://schemas.microsoft.com/office/drawing/2014/main" id="{5B170ED3-5600-9E00-B8ED-F574EE4D419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Oval 760">
              <a:extLst>
                <a:ext uri="{FF2B5EF4-FFF2-40B4-BE49-F238E27FC236}">
                  <a16:creationId xmlns:a16="http://schemas.microsoft.com/office/drawing/2014/main" id="{FE048416-C839-72BD-8739-7B7AEF629EB8}"/>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Oval 761">
              <a:extLst>
                <a:ext uri="{FF2B5EF4-FFF2-40B4-BE49-F238E27FC236}">
                  <a16:creationId xmlns:a16="http://schemas.microsoft.com/office/drawing/2014/main" id="{D511F3FC-D2ED-835F-E459-BB5690B56C2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3" name="Oval 762">
              <a:extLst>
                <a:ext uri="{FF2B5EF4-FFF2-40B4-BE49-F238E27FC236}">
                  <a16:creationId xmlns:a16="http://schemas.microsoft.com/office/drawing/2014/main" id="{55F61407-E490-64EE-D10D-AAD60BE81DC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Oval 763">
              <a:extLst>
                <a:ext uri="{FF2B5EF4-FFF2-40B4-BE49-F238E27FC236}">
                  <a16:creationId xmlns:a16="http://schemas.microsoft.com/office/drawing/2014/main" id="{57CB0334-7CD6-5D4A-53CF-A1AE34F8372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Oval 764">
              <a:extLst>
                <a:ext uri="{FF2B5EF4-FFF2-40B4-BE49-F238E27FC236}">
                  <a16:creationId xmlns:a16="http://schemas.microsoft.com/office/drawing/2014/main" id="{DB56157F-6EE6-CDE2-E268-24C1B3786BB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Oval 765">
              <a:extLst>
                <a:ext uri="{FF2B5EF4-FFF2-40B4-BE49-F238E27FC236}">
                  <a16:creationId xmlns:a16="http://schemas.microsoft.com/office/drawing/2014/main" id="{DA9D1183-3E16-D8DF-D135-4318DFC187A5}"/>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3" name="Group 152">
            <a:extLst>
              <a:ext uri="{FF2B5EF4-FFF2-40B4-BE49-F238E27FC236}">
                <a16:creationId xmlns:a16="http://schemas.microsoft.com/office/drawing/2014/main" id="{743B5D2E-32FF-67E8-2F6D-E9FCBA3ACACC}"/>
              </a:ext>
            </a:extLst>
          </p:cNvPr>
          <p:cNvGrpSpPr/>
          <p:nvPr/>
        </p:nvGrpSpPr>
        <p:grpSpPr>
          <a:xfrm>
            <a:off x="4687347" y="3134664"/>
            <a:ext cx="242005" cy="43678"/>
            <a:chOff x="7979724" y="3580291"/>
            <a:chExt cx="242005" cy="43678"/>
          </a:xfrm>
        </p:grpSpPr>
        <p:sp>
          <p:nvSpPr>
            <p:cNvPr id="751" name="Oval 750">
              <a:extLst>
                <a:ext uri="{FF2B5EF4-FFF2-40B4-BE49-F238E27FC236}">
                  <a16:creationId xmlns:a16="http://schemas.microsoft.com/office/drawing/2014/main" id="{C128820C-A714-1857-821E-798A7C46A91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Oval 751">
              <a:extLst>
                <a:ext uri="{FF2B5EF4-FFF2-40B4-BE49-F238E27FC236}">
                  <a16:creationId xmlns:a16="http://schemas.microsoft.com/office/drawing/2014/main" id="{D9D8D2A5-4842-D53E-87BC-222DE46A10E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Oval 752">
              <a:extLst>
                <a:ext uri="{FF2B5EF4-FFF2-40B4-BE49-F238E27FC236}">
                  <a16:creationId xmlns:a16="http://schemas.microsoft.com/office/drawing/2014/main" id="{3A3D93A5-99A1-3A8F-7D60-784F279CD20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Oval 753">
              <a:extLst>
                <a:ext uri="{FF2B5EF4-FFF2-40B4-BE49-F238E27FC236}">
                  <a16:creationId xmlns:a16="http://schemas.microsoft.com/office/drawing/2014/main" id="{A1494AD0-392A-8B02-8BD4-F9D0A741741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Oval 754">
              <a:extLst>
                <a:ext uri="{FF2B5EF4-FFF2-40B4-BE49-F238E27FC236}">
                  <a16:creationId xmlns:a16="http://schemas.microsoft.com/office/drawing/2014/main" id="{8D763DC7-FC18-FD4A-1F9A-FC93A47A532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Oval 755">
              <a:extLst>
                <a:ext uri="{FF2B5EF4-FFF2-40B4-BE49-F238E27FC236}">
                  <a16:creationId xmlns:a16="http://schemas.microsoft.com/office/drawing/2014/main" id="{0EFED529-B934-0E93-1720-DB21E7948E4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Oval 756">
              <a:extLst>
                <a:ext uri="{FF2B5EF4-FFF2-40B4-BE49-F238E27FC236}">
                  <a16:creationId xmlns:a16="http://schemas.microsoft.com/office/drawing/2014/main" id="{D888DC99-EFC1-A324-F8CD-DAFB9D0C4B7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Oval 757">
              <a:extLst>
                <a:ext uri="{FF2B5EF4-FFF2-40B4-BE49-F238E27FC236}">
                  <a16:creationId xmlns:a16="http://schemas.microsoft.com/office/drawing/2014/main" id="{D9B440B2-A170-6622-6A1B-347BB77BC8A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153">
            <a:extLst>
              <a:ext uri="{FF2B5EF4-FFF2-40B4-BE49-F238E27FC236}">
                <a16:creationId xmlns:a16="http://schemas.microsoft.com/office/drawing/2014/main" id="{87893392-4462-9E75-E34D-A3D0236F9D0B}"/>
              </a:ext>
            </a:extLst>
          </p:cNvPr>
          <p:cNvGrpSpPr/>
          <p:nvPr/>
        </p:nvGrpSpPr>
        <p:grpSpPr>
          <a:xfrm rot="10800000">
            <a:off x="4999547" y="3137024"/>
            <a:ext cx="242005" cy="46723"/>
            <a:chOff x="7979724" y="3580291"/>
            <a:chExt cx="242005" cy="43678"/>
          </a:xfrm>
        </p:grpSpPr>
        <p:sp>
          <p:nvSpPr>
            <p:cNvPr id="743" name="Oval 742">
              <a:extLst>
                <a:ext uri="{FF2B5EF4-FFF2-40B4-BE49-F238E27FC236}">
                  <a16:creationId xmlns:a16="http://schemas.microsoft.com/office/drawing/2014/main" id="{1BBDA79D-5E4C-F2C2-53F4-001E464B5F4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Oval 743">
              <a:extLst>
                <a:ext uri="{FF2B5EF4-FFF2-40B4-BE49-F238E27FC236}">
                  <a16:creationId xmlns:a16="http://schemas.microsoft.com/office/drawing/2014/main" id="{926DA95E-1B31-0AC6-6CE8-603C91D71A51}"/>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Oval 744">
              <a:extLst>
                <a:ext uri="{FF2B5EF4-FFF2-40B4-BE49-F238E27FC236}">
                  <a16:creationId xmlns:a16="http://schemas.microsoft.com/office/drawing/2014/main" id="{E2DC72F5-6788-E44E-74BC-9E105ED6CF9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Oval 745">
              <a:extLst>
                <a:ext uri="{FF2B5EF4-FFF2-40B4-BE49-F238E27FC236}">
                  <a16:creationId xmlns:a16="http://schemas.microsoft.com/office/drawing/2014/main" id="{2B2C3685-A968-020C-D42F-88A3357C5C4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Oval 746">
              <a:extLst>
                <a:ext uri="{FF2B5EF4-FFF2-40B4-BE49-F238E27FC236}">
                  <a16:creationId xmlns:a16="http://schemas.microsoft.com/office/drawing/2014/main" id="{187BEED6-6FAA-2394-844A-D7EFBBA4C09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Oval 747">
              <a:extLst>
                <a:ext uri="{FF2B5EF4-FFF2-40B4-BE49-F238E27FC236}">
                  <a16:creationId xmlns:a16="http://schemas.microsoft.com/office/drawing/2014/main" id="{2D4722AF-3C0E-529F-6A46-72E6643F7FD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Oval 748">
              <a:extLst>
                <a:ext uri="{FF2B5EF4-FFF2-40B4-BE49-F238E27FC236}">
                  <a16:creationId xmlns:a16="http://schemas.microsoft.com/office/drawing/2014/main" id="{BDE4A20F-4568-F17D-0DD5-6DFC5B67E82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Oval 749">
              <a:extLst>
                <a:ext uri="{FF2B5EF4-FFF2-40B4-BE49-F238E27FC236}">
                  <a16:creationId xmlns:a16="http://schemas.microsoft.com/office/drawing/2014/main" id="{263C5423-E383-CE18-FAB0-3E3C64D8F41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5" name="Group 154">
            <a:extLst>
              <a:ext uri="{FF2B5EF4-FFF2-40B4-BE49-F238E27FC236}">
                <a16:creationId xmlns:a16="http://schemas.microsoft.com/office/drawing/2014/main" id="{47AA85BA-0941-F754-F479-8470B4AA3B2F}"/>
              </a:ext>
            </a:extLst>
          </p:cNvPr>
          <p:cNvGrpSpPr/>
          <p:nvPr/>
        </p:nvGrpSpPr>
        <p:grpSpPr>
          <a:xfrm>
            <a:off x="4928390" y="3137840"/>
            <a:ext cx="242005" cy="43678"/>
            <a:chOff x="7979724" y="3580291"/>
            <a:chExt cx="242005" cy="43678"/>
          </a:xfrm>
        </p:grpSpPr>
        <p:sp>
          <p:nvSpPr>
            <p:cNvPr id="735" name="Oval 734">
              <a:extLst>
                <a:ext uri="{FF2B5EF4-FFF2-40B4-BE49-F238E27FC236}">
                  <a16:creationId xmlns:a16="http://schemas.microsoft.com/office/drawing/2014/main" id="{0AA6BAB9-E25C-2CFE-0937-CE9351B6E0B0}"/>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Oval 735">
              <a:extLst>
                <a:ext uri="{FF2B5EF4-FFF2-40B4-BE49-F238E27FC236}">
                  <a16:creationId xmlns:a16="http://schemas.microsoft.com/office/drawing/2014/main" id="{BB956399-8A17-BF20-7D33-2BE3826EEDF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Oval 736">
              <a:extLst>
                <a:ext uri="{FF2B5EF4-FFF2-40B4-BE49-F238E27FC236}">
                  <a16:creationId xmlns:a16="http://schemas.microsoft.com/office/drawing/2014/main" id="{4BD06376-6378-6B2D-8CD8-229B15B7A45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Oval 737">
              <a:extLst>
                <a:ext uri="{FF2B5EF4-FFF2-40B4-BE49-F238E27FC236}">
                  <a16:creationId xmlns:a16="http://schemas.microsoft.com/office/drawing/2014/main" id="{55B1BA53-8B97-51E7-CFBF-9DD0F610B31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Oval 738">
              <a:extLst>
                <a:ext uri="{FF2B5EF4-FFF2-40B4-BE49-F238E27FC236}">
                  <a16:creationId xmlns:a16="http://schemas.microsoft.com/office/drawing/2014/main" id="{CB1A1A22-DEC9-759B-DE1F-3FED446823D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Oval 739">
              <a:extLst>
                <a:ext uri="{FF2B5EF4-FFF2-40B4-BE49-F238E27FC236}">
                  <a16:creationId xmlns:a16="http://schemas.microsoft.com/office/drawing/2014/main" id="{A66C986A-78A9-8E4C-3F22-6786438EED3E}"/>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Oval 740">
              <a:extLst>
                <a:ext uri="{FF2B5EF4-FFF2-40B4-BE49-F238E27FC236}">
                  <a16:creationId xmlns:a16="http://schemas.microsoft.com/office/drawing/2014/main" id="{38853E43-4717-3A4C-A7AB-FA9AB0C4ADA2}"/>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Oval 741">
              <a:extLst>
                <a:ext uri="{FF2B5EF4-FFF2-40B4-BE49-F238E27FC236}">
                  <a16:creationId xmlns:a16="http://schemas.microsoft.com/office/drawing/2014/main" id="{A9D487C9-3F96-F83C-9188-98B2E4D337E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6" name="Group 155">
            <a:extLst>
              <a:ext uri="{FF2B5EF4-FFF2-40B4-BE49-F238E27FC236}">
                <a16:creationId xmlns:a16="http://schemas.microsoft.com/office/drawing/2014/main" id="{6B54CB08-6488-2CB3-6643-770F689B8EDA}"/>
              </a:ext>
            </a:extLst>
          </p:cNvPr>
          <p:cNvGrpSpPr/>
          <p:nvPr/>
        </p:nvGrpSpPr>
        <p:grpSpPr>
          <a:xfrm rot="10800000">
            <a:off x="5231837" y="3116780"/>
            <a:ext cx="242005" cy="46723"/>
            <a:chOff x="7979724" y="3580291"/>
            <a:chExt cx="242005" cy="43678"/>
          </a:xfrm>
        </p:grpSpPr>
        <p:sp>
          <p:nvSpPr>
            <p:cNvPr id="727" name="Oval 726">
              <a:extLst>
                <a:ext uri="{FF2B5EF4-FFF2-40B4-BE49-F238E27FC236}">
                  <a16:creationId xmlns:a16="http://schemas.microsoft.com/office/drawing/2014/main" id="{2B3042BF-BAF3-CF5E-0919-7A2D646BD52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Oval 727">
              <a:extLst>
                <a:ext uri="{FF2B5EF4-FFF2-40B4-BE49-F238E27FC236}">
                  <a16:creationId xmlns:a16="http://schemas.microsoft.com/office/drawing/2014/main" id="{DD82D171-8510-F6CD-8AD0-F719A2C95AD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Oval 728">
              <a:extLst>
                <a:ext uri="{FF2B5EF4-FFF2-40B4-BE49-F238E27FC236}">
                  <a16:creationId xmlns:a16="http://schemas.microsoft.com/office/drawing/2014/main" id="{CF582CBB-E4FE-6C8A-DF6C-B84DAA4D2BB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Oval 729">
              <a:extLst>
                <a:ext uri="{FF2B5EF4-FFF2-40B4-BE49-F238E27FC236}">
                  <a16:creationId xmlns:a16="http://schemas.microsoft.com/office/drawing/2014/main" id="{7A976C8B-76F7-7887-9466-675F122C916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Oval 730">
              <a:extLst>
                <a:ext uri="{FF2B5EF4-FFF2-40B4-BE49-F238E27FC236}">
                  <a16:creationId xmlns:a16="http://schemas.microsoft.com/office/drawing/2014/main" id="{FDB28E6C-3F69-FC31-0097-870C162B9562}"/>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Oval 731">
              <a:extLst>
                <a:ext uri="{FF2B5EF4-FFF2-40B4-BE49-F238E27FC236}">
                  <a16:creationId xmlns:a16="http://schemas.microsoft.com/office/drawing/2014/main" id="{7EC91A38-200C-5A8C-7AA3-814C5EC4AD8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Oval 732">
              <a:extLst>
                <a:ext uri="{FF2B5EF4-FFF2-40B4-BE49-F238E27FC236}">
                  <a16:creationId xmlns:a16="http://schemas.microsoft.com/office/drawing/2014/main" id="{E986EF15-7D24-0435-AD1C-9B3A48E7B891}"/>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Oval 733">
              <a:extLst>
                <a:ext uri="{FF2B5EF4-FFF2-40B4-BE49-F238E27FC236}">
                  <a16:creationId xmlns:a16="http://schemas.microsoft.com/office/drawing/2014/main" id="{C4A5CFB3-4FA9-0184-1FDC-AD23E476038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7" name="Group 156">
            <a:extLst>
              <a:ext uri="{FF2B5EF4-FFF2-40B4-BE49-F238E27FC236}">
                <a16:creationId xmlns:a16="http://schemas.microsoft.com/office/drawing/2014/main" id="{389A48CF-6D34-DFAD-A8F2-498F89C88E36}"/>
              </a:ext>
            </a:extLst>
          </p:cNvPr>
          <p:cNvGrpSpPr/>
          <p:nvPr/>
        </p:nvGrpSpPr>
        <p:grpSpPr>
          <a:xfrm>
            <a:off x="5160680" y="3117596"/>
            <a:ext cx="242005" cy="43678"/>
            <a:chOff x="7979724" y="3580291"/>
            <a:chExt cx="242005" cy="43678"/>
          </a:xfrm>
        </p:grpSpPr>
        <p:sp>
          <p:nvSpPr>
            <p:cNvPr id="719" name="Oval 718">
              <a:extLst>
                <a:ext uri="{FF2B5EF4-FFF2-40B4-BE49-F238E27FC236}">
                  <a16:creationId xmlns:a16="http://schemas.microsoft.com/office/drawing/2014/main" id="{10D787E9-0A59-3254-1FFA-08A7B52E7DB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Oval 719">
              <a:extLst>
                <a:ext uri="{FF2B5EF4-FFF2-40B4-BE49-F238E27FC236}">
                  <a16:creationId xmlns:a16="http://schemas.microsoft.com/office/drawing/2014/main" id="{8F87248C-005A-C59A-B4CD-864F0582805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Oval 720">
              <a:extLst>
                <a:ext uri="{FF2B5EF4-FFF2-40B4-BE49-F238E27FC236}">
                  <a16:creationId xmlns:a16="http://schemas.microsoft.com/office/drawing/2014/main" id="{9ADA5335-8A79-3779-7798-1859350050F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Oval 721">
              <a:extLst>
                <a:ext uri="{FF2B5EF4-FFF2-40B4-BE49-F238E27FC236}">
                  <a16:creationId xmlns:a16="http://schemas.microsoft.com/office/drawing/2014/main" id="{5937BB38-889F-6919-45DA-10FA0131396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Oval 722">
              <a:extLst>
                <a:ext uri="{FF2B5EF4-FFF2-40B4-BE49-F238E27FC236}">
                  <a16:creationId xmlns:a16="http://schemas.microsoft.com/office/drawing/2014/main" id="{C3A78D56-03CA-8A5F-27FE-2BB3D916AA3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Oval 723">
              <a:extLst>
                <a:ext uri="{FF2B5EF4-FFF2-40B4-BE49-F238E27FC236}">
                  <a16:creationId xmlns:a16="http://schemas.microsoft.com/office/drawing/2014/main" id="{8813F792-31E3-4330-AE77-0C2BDBF864A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Oval 724">
              <a:extLst>
                <a:ext uri="{FF2B5EF4-FFF2-40B4-BE49-F238E27FC236}">
                  <a16:creationId xmlns:a16="http://schemas.microsoft.com/office/drawing/2014/main" id="{9ED3B319-9591-D497-B8BA-2CFFC5DB76D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Oval 725">
              <a:extLst>
                <a:ext uri="{FF2B5EF4-FFF2-40B4-BE49-F238E27FC236}">
                  <a16:creationId xmlns:a16="http://schemas.microsoft.com/office/drawing/2014/main" id="{0D5ECC7C-CA4A-5808-54B0-60A86881220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8" name="Group 157">
            <a:extLst>
              <a:ext uri="{FF2B5EF4-FFF2-40B4-BE49-F238E27FC236}">
                <a16:creationId xmlns:a16="http://schemas.microsoft.com/office/drawing/2014/main" id="{FE6A6B43-1E97-8743-A3F6-CAC47B58149F}"/>
              </a:ext>
            </a:extLst>
          </p:cNvPr>
          <p:cNvGrpSpPr/>
          <p:nvPr/>
        </p:nvGrpSpPr>
        <p:grpSpPr>
          <a:xfrm rot="10800000">
            <a:off x="5472880" y="3119956"/>
            <a:ext cx="242005" cy="46723"/>
            <a:chOff x="7979724" y="3580291"/>
            <a:chExt cx="242005" cy="43678"/>
          </a:xfrm>
        </p:grpSpPr>
        <p:sp>
          <p:nvSpPr>
            <p:cNvPr id="711" name="Oval 710">
              <a:extLst>
                <a:ext uri="{FF2B5EF4-FFF2-40B4-BE49-F238E27FC236}">
                  <a16:creationId xmlns:a16="http://schemas.microsoft.com/office/drawing/2014/main" id="{15FCD446-86FA-7756-2781-3DAF60E0815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Oval 711">
              <a:extLst>
                <a:ext uri="{FF2B5EF4-FFF2-40B4-BE49-F238E27FC236}">
                  <a16:creationId xmlns:a16="http://schemas.microsoft.com/office/drawing/2014/main" id="{3B270065-F993-8DAA-BA44-70F759A7121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Oval 712">
              <a:extLst>
                <a:ext uri="{FF2B5EF4-FFF2-40B4-BE49-F238E27FC236}">
                  <a16:creationId xmlns:a16="http://schemas.microsoft.com/office/drawing/2014/main" id="{634D3890-7256-27DE-5C87-42EE75DB0E9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Oval 713">
              <a:extLst>
                <a:ext uri="{FF2B5EF4-FFF2-40B4-BE49-F238E27FC236}">
                  <a16:creationId xmlns:a16="http://schemas.microsoft.com/office/drawing/2014/main" id="{796999C7-8CA0-6E2C-6EB6-555545E9B3A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Oval 714">
              <a:extLst>
                <a:ext uri="{FF2B5EF4-FFF2-40B4-BE49-F238E27FC236}">
                  <a16:creationId xmlns:a16="http://schemas.microsoft.com/office/drawing/2014/main" id="{9DFF0933-1AB7-86AE-0631-B066072072F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Oval 715">
              <a:extLst>
                <a:ext uri="{FF2B5EF4-FFF2-40B4-BE49-F238E27FC236}">
                  <a16:creationId xmlns:a16="http://schemas.microsoft.com/office/drawing/2014/main" id="{387845F6-B5F0-2C59-1408-1B9485CCAED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Oval 716">
              <a:extLst>
                <a:ext uri="{FF2B5EF4-FFF2-40B4-BE49-F238E27FC236}">
                  <a16:creationId xmlns:a16="http://schemas.microsoft.com/office/drawing/2014/main" id="{7EC8850D-D7BE-6ED1-84C9-0F6F7D40A09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Oval 717">
              <a:extLst>
                <a:ext uri="{FF2B5EF4-FFF2-40B4-BE49-F238E27FC236}">
                  <a16:creationId xmlns:a16="http://schemas.microsoft.com/office/drawing/2014/main" id="{5AB7906D-E704-5210-191B-F7A0CD5E15E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9" name="Group 158">
            <a:extLst>
              <a:ext uri="{FF2B5EF4-FFF2-40B4-BE49-F238E27FC236}">
                <a16:creationId xmlns:a16="http://schemas.microsoft.com/office/drawing/2014/main" id="{654D012D-85E3-0CED-EA1E-6E9E29734A0F}"/>
              </a:ext>
            </a:extLst>
          </p:cNvPr>
          <p:cNvGrpSpPr/>
          <p:nvPr/>
        </p:nvGrpSpPr>
        <p:grpSpPr>
          <a:xfrm rot="11689693">
            <a:off x="5401723" y="3120772"/>
            <a:ext cx="242005" cy="43678"/>
            <a:chOff x="7979724" y="3580291"/>
            <a:chExt cx="242005" cy="43678"/>
          </a:xfrm>
        </p:grpSpPr>
        <p:sp>
          <p:nvSpPr>
            <p:cNvPr id="703" name="Oval 702">
              <a:extLst>
                <a:ext uri="{FF2B5EF4-FFF2-40B4-BE49-F238E27FC236}">
                  <a16:creationId xmlns:a16="http://schemas.microsoft.com/office/drawing/2014/main" id="{8B21BA41-161B-C8CD-A524-FC933FB8733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Oval 703">
              <a:extLst>
                <a:ext uri="{FF2B5EF4-FFF2-40B4-BE49-F238E27FC236}">
                  <a16:creationId xmlns:a16="http://schemas.microsoft.com/office/drawing/2014/main" id="{9A27456B-954C-B1F7-5CD3-20C26D66124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Oval 704">
              <a:extLst>
                <a:ext uri="{FF2B5EF4-FFF2-40B4-BE49-F238E27FC236}">
                  <a16:creationId xmlns:a16="http://schemas.microsoft.com/office/drawing/2014/main" id="{CA6A3B8F-40BB-7A9E-0D92-8FC2DAD4FF6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Oval 705">
              <a:extLst>
                <a:ext uri="{FF2B5EF4-FFF2-40B4-BE49-F238E27FC236}">
                  <a16:creationId xmlns:a16="http://schemas.microsoft.com/office/drawing/2014/main" id="{B486FC18-7155-2FE2-E63F-8060E6471F5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Oval 706">
              <a:extLst>
                <a:ext uri="{FF2B5EF4-FFF2-40B4-BE49-F238E27FC236}">
                  <a16:creationId xmlns:a16="http://schemas.microsoft.com/office/drawing/2014/main" id="{5882AA42-46ED-30E1-95FC-5E5C4623860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Oval 707">
              <a:extLst>
                <a:ext uri="{FF2B5EF4-FFF2-40B4-BE49-F238E27FC236}">
                  <a16:creationId xmlns:a16="http://schemas.microsoft.com/office/drawing/2014/main" id="{05DE6453-CD69-0CE6-0A8D-3C20D033995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Oval 708">
              <a:extLst>
                <a:ext uri="{FF2B5EF4-FFF2-40B4-BE49-F238E27FC236}">
                  <a16:creationId xmlns:a16="http://schemas.microsoft.com/office/drawing/2014/main" id="{45FF88D6-7676-894E-C45B-84E7F60D97F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Oval 709">
              <a:extLst>
                <a:ext uri="{FF2B5EF4-FFF2-40B4-BE49-F238E27FC236}">
                  <a16:creationId xmlns:a16="http://schemas.microsoft.com/office/drawing/2014/main" id="{CE81631E-D0FA-2B74-81E1-161C503D4D3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0" name="Group 159">
            <a:extLst>
              <a:ext uri="{FF2B5EF4-FFF2-40B4-BE49-F238E27FC236}">
                <a16:creationId xmlns:a16="http://schemas.microsoft.com/office/drawing/2014/main" id="{BDEC1F3E-CFF8-406C-E818-E413B7E32776}"/>
              </a:ext>
            </a:extLst>
          </p:cNvPr>
          <p:cNvGrpSpPr/>
          <p:nvPr/>
        </p:nvGrpSpPr>
        <p:grpSpPr>
          <a:xfrm rot="21292958">
            <a:off x="5649177" y="3120796"/>
            <a:ext cx="242005" cy="46723"/>
            <a:chOff x="7979724" y="3580291"/>
            <a:chExt cx="242005" cy="43678"/>
          </a:xfrm>
        </p:grpSpPr>
        <p:sp>
          <p:nvSpPr>
            <p:cNvPr id="695" name="Oval 694">
              <a:extLst>
                <a:ext uri="{FF2B5EF4-FFF2-40B4-BE49-F238E27FC236}">
                  <a16:creationId xmlns:a16="http://schemas.microsoft.com/office/drawing/2014/main" id="{D4DA0243-334F-14D8-247F-539508E1943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Oval 695">
              <a:extLst>
                <a:ext uri="{FF2B5EF4-FFF2-40B4-BE49-F238E27FC236}">
                  <a16:creationId xmlns:a16="http://schemas.microsoft.com/office/drawing/2014/main" id="{4A969754-6961-2D8C-1E45-8DC1CC5C161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Oval 696">
              <a:extLst>
                <a:ext uri="{FF2B5EF4-FFF2-40B4-BE49-F238E27FC236}">
                  <a16:creationId xmlns:a16="http://schemas.microsoft.com/office/drawing/2014/main" id="{9E1E092C-061B-18AF-C0F2-7194BA5D92C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Oval 697">
              <a:extLst>
                <a:ext uri="{FF2B5EF4-FFF2-40B4-BE49-F238E27FC236}">
                  <a16:creationId xmlns:a16="http://schemas.microsoft.com/office/drawing/2014/main" id="{22961A67-E951-CE6E-2B4D-C6868C43977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Oval 698">
              <a:extLst>
                <a:ext uri="{FF2B5EF4-FFF2-40B4-BE49-F238E27FC236}">
                  <a16:creationId xmlns:a16="http://schemas.microsoft.com/office/drawing/2014/main" id="{D3D72091-A3A2-F455-F05E-25BC872AC08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Oval 699">
              <a:extLst>
                <a:ext uri="{FF2B5EF4-FFF2-40B4-BE49-F238E27FC236}">
                  <a16:creationId xmlns:a16="http://schemas.microsoft.com/office/drawing/2014/main" id="{51B9DD8E-8BC2-ECD6-FEB3-DD75CD91E83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Oval 700">
              <a:extLst>
                <a:ext uri="{FF2B5EF4-FFF2-40B4-BE49-F238E27FC236}">
                  <a16:creationId xmlns:a16="http://schemas.microsoft.com/office/drawing/2014/main" id="{FBDCCAAE-A119-5477-7F5C-D37729D62D3C}"/>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Oval 701">
              <a:extLst>
                <a:ext uri="{FF2B5EF4-FFF2-40B4-BE49-F238E27FC236}">
                  <a16:creationId xmlns:a16="http://schemas.microsoft.com/office/drawing/2014/main" id="{D02C0287-1FD4-77EF-D92B-12F42D1297F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1" name="Group 160">
            <a:extLst>
              <a:ext uri="{FF2B5EF4-FFF2-40B4-BE49-F238E27FC236}">
                <a16:creationId xmlns:a16="http://schemas.microsoft.com/office/drawing/2014/main" id="{A221FA46-B1E0-6283-80F7-757ABFA50440}"/>
              </a:ext>
            </a:extLst>
          </p:cNvPr>
          <p:cNvGrpSpPr/>
          <p:nvPr/>
        </p:nvGrpSpPr>
        <p:grpSpPr>
          <a:xfrm>
            <a:off x="5578020" y="3121612"/>
            <a:ext cx="242005" cy="43678"/>
            <a:chOff x="7979724" y="3580291"/>
            <a:chExt cx="242005" cy="43678"/>
          </a:xfrm>
        </p:grpSpPr>
        <p:sp>
          <p:nvSpPr>
            <p:cNvPr id="687" name="Oval 686">
              <a:extLst>
                <a:ext uri="{FF2B5EF4-FFF2-40B4-BE49-F238E27FC236}">
                  <a16:creationId xmlns:a16="http://schemas.microsoft.com/office/drawing/2014/main" id="{5231524A-9A3F-CFEE-90DB-886A719099A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Oval 687">
              <a:extLst>
                <a:ext uri="{FF2B5EF4-FFF2-40B4-BE49-F238E27FC236}">
                  <a16:creationId xmlns:a16="http://schemas.microsoft.com/office/drawing/2014/main" id="{7C2726E9-1C7D-7F2F-6D2C-7B39EA6905B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Oval 688">
              <a:extLst>
                <a:ext uri="{FF2B5EF4-FFF2-40B4-BE49-F238E27FC236}">
                  <a16:creationId xmlns:a16="http://schemas.microsoft.com/office/drawing/2014/main" id="{ED897D2C-EE64-E299-050F-DC47339182D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Oval 689">
              <a:extLst>
                <a:ext uri="{FF2B5EF4-FFF2-40B4-BE49-F238E27FC236}">
                  <a16:creationId xmlns:a16="http://schemas.microsoft.com/office/drawing/2014/main" id="{5B00DBE7-E38A-CDC1-369B-96D508196EC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Oval 690">
              <a:extLst>
                <a:ext uri="{FF2B5EF4-FFF2-40B4-BE49-F238E27FC236}">
                  <a16:creationId xmlns:a16="http://schemas.microsoft.com/office/drawing/2014/main" id="{6D0AEFF3-418B-531D-0356-F64D82C6D33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Oval 691">
              <a:extLst>
                <a:ext uri="{FF2B5EF4-FFF2-40B4-BE49-F238E27FC236}">
                  <a16:creationId xmlns:a16="http://schemas.microsoft.com/office/drawing/2014/main" id="{88C167BB-0609-431F-5973-4C924E4708E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Oval 692">
              <a:extLst>
                <a:ext uri="{FF2B5EF4-FFF2-40B4-BE49-F238E27FC236}">
                  <a16:creationId xmlns:a16="http://schemas.microsoft.com/office/drawing/2014/main" id="{EE532A82-80B2-C3BC-9370-F29B2214856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Oval 693">
              <a:extLst>
                <a:ext uri="{FF2B5EF4-FFF2-40B4-BE49-F238E27FC236}">
                  <a16:creationId xmlns:a16="http://schemas.microsoft.com/office/drawing/2014/main" id="{66A3460C-AB95-6C1C-C177-09F7E7C514C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2" name="Group 161">
            <a:extLst>
              <a:ext uri="{FF2B5EF4-FFF2-40B4-BE49-F238E27FC236}">
                <a16:creationId xmlns:a16="http://schemas.microsoft.com/office/drawing/2014/main" id="{4C9346E9-8C12-2504-F5E7-93E4765511FD}"/>
              </a:ext>
            </a:extLst>
          </p:cNvPr>
          <p:cNvGrpSpPr/>
          <p:nvPr/>
        </p:nvGrpSpPr>
        <p:grpSpPr>
          <a:xfrm rot="10800000">
            <a:off x="5890220" y="3123972"/>
            <a:ext cx="242005" cy="46723"/>
            <a:chOff x="7979724" y="3580291"/>
            <a:chExt cx="242005" cy="43678"/>
          </a:xfrm>
        </p:grpSpPr>
        <p:sp>
          <p:nvSpPr>
            <p:cNvPr id="679" name="Oval 678">
              <a:extLst>
                <a:ext uri="{FF2B5EF4-FFF2-40B4-BE49-F238E27FC236}">
                  <a16:creationId xmlns:a16="http://schemas.microsoft.com/office/drawing/2014/main" id="{C3D6D253-F645-C0D6-E5B5-9BB8F68C40B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Oval 679">
              <a:extLst>
                <a:ext uri="{FF2B5EF4-FFF2-40B4-BE49-F238E27FC236}">
                  <a16:creationId xmlns:a16="http://schemas.microsoft.com/office/drawing/2014/main" id="{8CA36DED-6BEC-66A1-F4B0-595E6BBD8704}"/>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Oval 680">
              <a:extLst>
                <a:ext uri="{FF2B5EF4-FFF2-40B4-BE49-F238E27FC236}">
                  <a16:creationId xmlns:a16="http://schemas.microsoft.com/office/drawing/2014/main" id="{3D7641F6-5EA8-181C-F786-422074CCF002}"/>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Oval 681">
              <a:extLst>
                <a:ext uri="{FF2B5EF4-FFF2-40B4-BE49-F238E27FC236}">
                  <a16:creationId xmlns:a16="http://schemas.microsoft.com/office/drawing/2014/main" id="{068F079C-6896-4C2A-0B69-426CAE5D5201}"/>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Oval 682">
              <a:extLst>
                <a:ext uri="{FF2B5EF4-FFF2-40B4-BE49-F238E27FC236}">
                  <a16:creationId xmlns:a16="http://schemas.microsoft.com/office/drawing/2014/main" id="{2CAD992F-C9CF-4F2A-8DB7-523DFE03A99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Oval 683">
              <a:extLst>
                <a:ext uri="{FF2B5EF4-FFF2-40B4-BE49-F238E27FC236}">
                  <a16:creationId xmlns:a16="http://schemas.microsoft.com/office/drawing/2014/main" id="{BEFE995B-7546-026D-E678-BC7D4C61427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Oval 684">
              <a:extLst>
                <a:ext uri="{FF2B5EF4-FFF2-40B4-BE49-F238E27FC236}">
                  <a16:creationId xmlns:a16="http://schemas.microsoft.com/office/drawing/2014/main" id="{841ED51C-4150-CD87-280A-289615471F7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Oval 685">
              <a:extLst>
                <a:ext uri="{FF2B5EF4-FFF2-40B4-BE49-F238E27FC236}">
                  <a16:creationId xmlns:a16="http://schemas.microsoft.com/office/drawing/2014/main" id="{F2016A6B-98C3-BE9B-2433-03DB01F4652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3" name="Group 162">
            <a:extLst>
              <a:ext uri="{FF2B5EF4-FFF2-40B4-BE49-F238E27FC236}">
                <a16:creationId xmlns:a16="http://schemas.microsoft.com/office/drawing/2014/main" id="{E21F3BBB-F6BE-1FB9-A41C-9313CDCE3EBD}"/>
              </a:ext>
            </a:extLst>
          </p:cNvPr>
          <p:cNvGrpSpPr/>
          <p:nvPr/>
        </p:nvGrpSpPr>
        <p:grpSpPr>
          <a:xfrm>
            <a:off x="5819063" y="3124788"/>
            <a:ext cx="242005" cy="43678"/>
            <a:chOff x="7979724" y="3580291"/>
            <a:chExt cx="242005" cy="43678"/>
          </a:xfrm>
        </p:grpSpPr>
        <p:sp>
          <p:nvSpPr>
            <p:cNvPr id="671" name="Oval 670">
              <a:extLst>
                <a:ext uri="{FF2B5EF4-FFF2-40B4-BE49-F238E27FC236}">
                  <a16:creationId xmlns:a16="http://schemas.microsoft.com/office/drawing/2014/main" id="{8CD82771-AD4F-975E-05E4-DBD70901100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Oval 671">
              <a:extLst>
                <a:ext uri="{FF2B5EF4-FFF2-40B4-BE49-F238E27FC236}">
                  <a16:creationId xmlns:a16="http://schemas.microsoft.com/office/drawing/2014/main" id="{DC0D46DC-D3CE-A23A-BDFD-6F37F7B0D946}"/>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Oval 672">
              <a:extLst>
                <a:ext uri="{FF2B5EF4-FFF2-40B4-BE49-F238E27FC236}">
                  <a16:creationId xmlns:a16="http://schemas.microsoft.com/office/drawing/2014/main" id="{A6A58202-6B59-992A-E73A-5AEADAD170C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Oval 673">
              <a:extLst>
                <a:ext uri="{FF2B5EF4-FFF2-40B4-BE49-F238E27FC236}">
                  <a16:creationId xmlns:a16="http://schemas.microsoft.com/office/drawing/2014/main" id="{FDFC12FB-1E82-86AB-517B-8FCF69FA652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Oval 674">
              <a:extLst>
                <a:ext uri="{FF2B5EF4-FFF2-40B4-BE49-F238E27FC236}">
                  <a16:creationId xmlns:a16="http://schemas.microsoft.com/office/drawing/2014/main" id="{4E6A6564-CFA7-DC0C-1EC7-7F11B2B6EE2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Oval 675">
              <a:extLst>
                <a:ext uri="{FF2B5EF4-FFF2-40B4-BE49-F238E27FC236}">
                  <a16:creationId xmlns:a16="http://schemas.microsoft.com/office/drawing/2014/main" id="{8ECB05EB-83B7-4BF7-5FC9-47A3543B1A3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Oval 676">
              <a:extLst>
                <a:ext uri="{FF2B5EF4-FFF2-40B4-BE49-F238E27FC236}">
                  <a16:creationId xmlns:a16="http://schemas.microsoft.com/office/drawing/2014/main" id="{154B4E4B-C2EB-1D36-010A-56C206C032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Oval 677">
              <a:extLst>
                <a:ext uri="{FF2B5EF4-FFF2-40B4-BE49-F238E27FC236}">
                  <a16:creationId xmlns:a16="http://schemas.microsoft.com/office/drawing/2014/main" id="{317C069B-625F-CC15-8B8C-57778720013E}"/>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4" name="Group 163">
            <a:extLst>
              <a:ext uri="{FF2B5EF4-FFF2-40B4-BE49-F238E27FC236}">
                <a16:creationId xmlns:a16="http://schemas.microsoft.com/office/drawing/2014/main" id="{EA043EBE-0CFF-DB29-E907-50902A5AF518}"/>
              </a:ext>
            </a:extLst>
          </p:cNvPr>
          <p:cNvGrpSpPr/>
          <p:nvPr/>
        </p:nvGrpSpPr>
        <p:grpSpPr>
          <a:xfrm rot="10800000">
            <a:off x="4969076" y="3405850"/>
            <a:ext cx="242005" cy="46723"/>
            <a:chOff x="7979724" y="3580291"/>
            <a:chExt cx="242005" cy="43678"/>
          </a:xfrm>
        </p:grpSpPr>
        <p:sp>
          <p:nvSpPr>
            <p:cNvPr id="663" name="Oval 662">
              <a:extLst>
                <a:ext uri="{FF2B5EF4-FFF2-40B4-BE49-F238E27FC236}">
                  <a16:creationId xmlns:a16="http://schemas.microsoft.com/office/drawing/2014/main" id="{C3D8AD0F-B404-56E7-F8BD-FC55CB9EB69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Oval 663">
              <a:extLst>
                <a:ext uri="{FF2B5EF4-FFF2-40B4-BE49-F238E27FC236}">
                  <a16:creationId xmlns:a16="http://schemas.microsoft.com/office/drawing/2014/main" id="{4631BEFB-1F61-6C7D-51DA-F0A29D56CFA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Oval 664">
              <a:extLst>
                <a:ext uri="{FF2B5EF4-FFF2-40B4-BE49-F238E27FC236}">
                  <a16:creationId xmlns:a16="http://schemas.microsoft.com/office/drawing/2014/main" id="{3DF35C58-B8A0-AFEA-21E0-52BA509A1AF9}"/>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Oval 665">
              <a:extLst>
                <a:ext uri="{FF2B5EF4-FFF2-40B4-BE49-F238E27FC236}">
                  <a16:creationId xmlns:a16="http://schemas.microsoft.com/office/drawing/2014/main" id="{66122E5F-88CD-AD75-1370-9DE788AA981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Oval 666">
              <a:extLst>
                <a:ext uri="{FF2B5EF4-FFF2-40B4-BE49-F238E27FC236}">
                  <a16:creationId xmlns:a16="http://schemas.microsoft.com/office/drawing/2014/main" id="{CBCD4C21-D0BA-839B-0E94-887F5A184D7A}"/>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Oval 667">
              <a:extLst>
                <a:ext uri="{FF2B5EF4-FFF2-40B4-BE49-F238E27FC236}">
                  <a16:creationId xmlns:a16="http://schemas.microsoft.com/office/drawing/2014/main" id="{2945628C-71CA-3325-7442-D8FF910C375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Oval 668">
              <a:extLst>
                <a:ext uri="{FF2B5EF4-FFF2-40B4-BE49-F238E27FC236}">
                  <a16:creationId xmlns:a16="http://schemas.microsoft.com/office/drawing/2014/main" id="{D72E5CC3-812A-171A-5800-1DB4FEF7F30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Oval 669">
              <a:extLst>
                <a:ext uri="{FF2B5EF4-FFF2-40B4-BE49-F238E27FC236}">
                  <a16:creationId xmlns:a16="http://schemas.microsoft.com/office/drawing/2014/main" id="{D6FCEF5E-E86E-E40B-3FCE-8ED7D52FA381}"/>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5" name="Group 164">
            <a:extLst>
              <a:ext uri="{FF2B5EF4-FFF2-40B4-BE49-F238E27FC236}">
                <a16:creationId xmlns:a16="http://schemas.microsoft.com/office/drawing/2014/main" id="{A3C4861C-6E38-5FF1-5289-CD97A63DA64D}"/>
              </a:ext>
            </a:extLst>
          </p:cNvPr>
          <p:cNvGrpSpPr/>
          <p:nvPr/>
        </p:nvGrpSpPr>
        <p:grpSpPr>
          <a:xfrm>
            <a:off x="4897919" y="3406666"/>
            <a:ext cx="242005" cy="43678"/>
            <a:chOff x="7979724" y="3580291"/>
            <a:chExt cx="242005" cy="43678"/>
          </a:xfrm>
        </p:grpSpPr>
        <p:sp>
          <p:nvSpPr>
            <p:cNvPr id="655" name="Oval 654">
              <a:extLst>
                <a:ext uri="{FF2B5EF4-FFF2-40B4-BE49-F238E27FC236}">
                  <a16:creationId xmlns:a16="http://schemas.microsoft.com/office/drawing/2014/main" id="{EC4A4623-212E-5DAE-C3DC-E2DC0CF93E2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Oval 655">
              <a:extLst>
                <a:ext uri="{FF2B5EF4-FFF2-40B4-BE49-F238E27FC236}">
                  <a16:creationId xmlns:a16="http://schemas.microsoft.com/office/drawing/2014/main" id="{C1E744B4-E441-DFBF-8E00-A46B1D0844F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Oval 656">
              <a:extLst>
                <a:ext uri="{FF2B5EF4-FFF2-40B4-BE49-F238E27FC236}">
                  <a16:creationId xmlns:a16="http://schemas.microsoft.com/office/drawing/2014/main" id="{A163DC2D-2C14-3496-6776-1F7D223FB70A}"/>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Oval 657">
              <a:extLst>
                <a:ext uri="{FF2B5EF4-FFF2-40B4-BE49-F238E27FC236}">
                  <a16:creationId xmlns:a16="http://schemas.microsoft.com/office/drawing/2014/main" id="{F287EB7B-F5C2-6277-F613-E7DE8C3C424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Oval 658">
              <a:extLst>
                <a:ext uri="{FF2B5EF4-FFF2-40B4-BE49-F238E27FC236}">
                  <a16:creationId xmlns:a16="http://schemas.microsoft.com/office/drawing/2014/main" id="{0D7F13A2-4A67-87A5-DB71-17489CF3A8B1}"/>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Oval 659">
              <a:extLst>
                <a:ext uri="{FF2B5EF4-FFF2-40B4-BE49-F238E27FC236}">
                  <a16:creationId xmlns:a16="http://schemas.microsoft.com/office/drawing/2014/main" id="{8CBA69F6-7C45-B1F3-99E3-325A0E4D2FC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Oval 660">
              <a:extLst>
                <a:ext uri="{FF2B5EF4-FFF2-40B4-BE49-F238E27FC236}">
                  <a16:creationId xmlns:a16="http://schemas.microsoft.com/office/drawing/2014/main" id="{878FE2B7-A828-1E40-1F06-ED5FDD8DCC7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Oval 661">
              <a:extLst>
                <a:ext uri="{FF2B5EF4-FFF2-40B4-BE49-F238E27FC236}">
                  <a16:creationId xmlns:a16="http://schemas.microsoft.com/office/drawing/2014/main" id="{4517B3E0-BD3E-E4D3-B4FC-2A0A97FCF26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11C8315A-CD21-866A-9F29-889C7A2852B6}"/>
              </a:ext>
            </a:extLst>
          </p:cNvPr>
          <p:cNvGrpSpPr/>
          <p:nvPr/>
        </p:nvGrpSpPr>
        <p:grpSpPr>
          <a:xfrm rot="10800000">
            <a:off x="5210119" y="3409026"/>
            <a:ext cx="242005" cy="46723"/>
            <a:chOff x="7979724" y="3580291"/>
            <a:chExt cx="242005" cy="43678"/>
          </a:xfrm>
        </p:grpSpPr>
        <p:sp>
          <p:nvSpPr>
            <p:cNvPr id="647" name="Oval 646">
              <a:extLst>
                <a:ext uri="{FF2B5EF4-FFF2-40B4-BE49-F238E27FC236}">
                  <a16:creationId xmlns:a16="http://schemas.microsoft.com/office/drawing/2014/main" id="{419940C4-2C80-C9E5-46DA-8C2F89E7346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Oval 647">
              <a:extLst>
                <a:ext uri="{FF2B5EF4-FFF2-40B4-BE49-F238E27FC236}">
                  <a16:creationId xmlns:a16="http://schemas.microsoft.com/office/drawing/2014/main" id="{B6D037CD-5F38-3E24-A52B-F1FAF6CD5FE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Oval 648">
              <a:extLst>
                <a:ext uri="{FF2B5EF4-FFF2-40B4-BE49-F238E27FC236}">
                  <a16:creationId xmlns:a16="http://schemas.microsoft.com/office/drawing/2014/main" id="{CC4613E5-AD91-6948-1A9D-9D890CFBF88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Oval 649">
              <a:extLst>
                <a:ext uri="{FF2B5EF4-FFF2-40B4-BE49-F238E27FC236}">
                  <a16:creationId xmlns:a16="http://schemas.microsoft.com/office/drawing/2014/main" id="{C0CCE1BB-FA17-4293-13C4-B25E7547D44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Oval 650">
              <a:extLst>
                <a:ext uri="{FF2B5EF4-FFF2-40B4-BE49-F238E27FC236}">
                  <a16:creationId xmlns:a16="http://schemas.microsoft.com/office/drawing/2014/main" id="{D80CE6B7-4020-4648-6593-4EDD8B04606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Oval 651">
              <a:extLst>
                <a:ext uri="{FF2B5EF4-FFF2-40B4-BE49-F238E27FC236}">
                  <a16:creationId xmlns:a16="http://schemas.microsoft.com/office/drawing/2014/main" id="{13BD0F86-C450-0015-D897-1BDA12BAD1A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Oval 652">
              <a:extLst>
                <a:ext uri="{FF2B5EF4-FFF2-40B4-BE49-F238E27FC236}">
                  <a16:creationId xmlns:a16="http://schemas.microsoft.com/office/drawing/2014/main" id="{7F32944F-FF85-1A03-8DD3-9F1923C0C74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Oval 653">
              <a:extLst>
                <a:ext uri="{FF2B5EF4-FFF2-40B4-BE49-F238E27FC236}">
                  <a16:creationId xmlns:a16="http://schemas.microsoft.com/office/drawing/2014/main" id="{EAB05979-CD7F-5408-76C8-774EA59C9B9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9525DCFE-4F62-9B8B-090B-B9DFFD33DEAA}"/>
              </a:ext>
            </a:extLst>
          </p:cNvPr>
          <p:cNvGrpSpPr/>
          <p:nvPr/>
        </p:nvGrpSpPr>
        <p:grpSpPr>
          <a:xfrm rot="11689693">
            <a:off x="5138962" y="3409842"/>
            <a:ext cx="242005" cy="43678"/>
            <a:chOff x="7979724" y="3580291"/>
            <a:chExt cx="242005" cy="43678"/>
          </a:xfrm>
        </p:grpSpPr>
        <p:sp>
          <p:nvSpPr>
            <p:cNvPr id="639" name="Oval 638">
              <a:extLst>
                <a:ext uri="{FF2B5EF4-FFF2-40B4-BE49-F238E27FC236}">
                  <a16:creationId xmlns:a16="http://schemas.microsoft.com/office/drawing/2014/main" id="{7D4C87AF-9A62-0623-C6C2-60EBACDC96A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Oval 639">
              <a:extLst>
                <a:ext uri="{FF2B5EF4-FFF2-40B4-BE49-F238E27FC236}">
                  <a16:creationId xmlns:a16="http://schemas.microsoft.com/office/drawing/2014/main" id="{0E25B3EE-ECBC-40FA-AE82-79983D3A742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Oval 640">
              <a:extLst>
                <a:ext uri="{FF2B5EF4-FFF2-40B4-BE49-F238E27FC236}">
                  <a16:creationId xmlns:a16="http://schemas.microsoft.com/office/drawing/2014/main" id="{C720E88B-3A6D-E083-A02D-AE77DD65BEB1}"/>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Oval 641">
              <a:extLst>
                <a:ext uri="{FF2B5EF4-FFF2-40B4-BE49-F238E27FC236}">
                  <a16:creationId xmlns:a16="http://schemas.microsoft.com/office/drawing/2014/main" id="{0413FDF6-9BAB-7372-A615-70B5B1F73F6B}"/>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Oval 642">
              <a:extLst>
                <a:ext uri="{FF2B5EF4-FFF2-40B4-BE49-F238E27FC236}">
                  <a16:creationId xmlns:a16="http://schemas.microsoft.com/office/drawing/2014/main" id="{F64B4A77-8802-CBD8-9D2B-41EC643F7D8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Oval 643">
              <a:extLst>
                <a:ext uri="{FF2B5EF4-FFF2-40B4-BE49-F238E27FC236}">
                  <a16:creationId xmlns:a16="http://schemas.microsoft.com/office/drawing/2014/main" id="{0FE2E607-13E5-191E-9084-7592655DA80B}"/>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Oval 644">
              <a:extLst>
                <a:ext uri="{FF2B5EF4-FFF2-40B4-BE49-F238E27FC236}">
                  <a16:creationId xmlns:a16="http://schemas.microsoft.com/office/drawing/2014/main" id="{E2FB1529-65C0-0674-E6A1-28D21149DD5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Oval 645">
              <a:extLst>
                <a:ext uri="{FF2B5EF4-FFF2-40B4-BE49-F238E27FC236}">
                  <a16:creationId xmlns:a16="http://schemas.microsoft.com/office/drawing/2014/main" id="{C8F2FC79-E00C-CDA2-6CC9-999E73FE9E9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8" name="Group 167">
            <a:extLst>
              <a:ext uri="{FF2B5EF4-FFF2-40B4-BE49-F238E27FC236}">
                <a16:creationId xmlns:a16="http://schemas.microsoft.com/office/drawing/2014/main" id="{95FBB555-A5CB-EDE2-F1FE-C0DE4DA1AEDA}"/>
              </a:ext>
            </a:extLst>
          </p:cNvPr>
          <p:cNvGrpSpPr/>
          <p:nvPr/>
        </p:nvGrpSpPr>
        <p:grpSpPr>
          <a:xfrm rot="21292958">
            <a:off x="5386416" y="3409866"/>
            <a:ext cx="242005" cy="46723"/>
            <a:chOff x="7979724" y="3580291"/>
            <a:chExt cx="242005" cy="43678"/>
          </a:xfrm>
        </p:grpSpPr>
        <p:sp>
          <p:nvSpPr>
            <p:cNvPr id="631" name="Oval 630">
              <a:extLst>
                <a:ext uri="{FF2B5EF4-FFF2-40B4-BE49-F238E27FC236}">
                  <a16:creationId xmlns:a16="http://schemas.microsoft.com/office/drawing/2014/main" id="{B6AC29F1-73CA-C87A-9971-F7B1E75A0929}"/>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Oval 631">
              <a:extLst>
                <a:ext uri="{FF2B5EF4-FFF2-40B4-BE49-F238E27FC236}">
                  <a16:creationId xmlns:a16="http://schemas.microsoft.com/office/drawing/2014/main" id="{73FA4DD3-65C1-04AD-124C-F48DADE76E0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3" name="Oval 632">
              <a:extLst>
                <a:ext uri="{FF2B5EF4-FFF2-40B4-BE49-F238E27FC236}">
                  <a16:creationId xmlns:a16="http://schemas.microsoft.com/office/drawing/2014/main" id="{31B99A0D-CB04-8415-CAF5-0F6035A4C050}"/>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Oval 633">
              <a:extLst>
                <a:ext uri="{FF2B5EF4-FFF2-40B4-BE49-F238E27FC236}">
                  <a16:creationId xmlns:a16="http://schemas.microsoft.com/office/drawing/2014/main" id="{1EA22408-8C8B-F3C8-0C0F-C2C97ABCC21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Oval 634">
              <a:extLst>
                <a:ext uri="{FF2B5EF4-FFF2-40B4-BE49-F238E27FC236}">
                  <a16:creationId xmlns:a16="http://schemas.microsoft.com/office/drawing/2014/main" id="{165C5C9B-9CD1-986B-9387-B9781BEC4600}"/>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Oval 635">
              <a:extLst>
                <a:ext uri="{FF2B5EF4-FFF2-40B4-BE49-F238E27FC236}">
                  <a16:creationId xmlns:a16="http://schemas.microsoft.com/office/drawing/2014/main" id="{E9852ED8-A126-5505-DB66-CC9F4F597C10}"/>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Oval 636">
              <a:extLst>
                <a:ext uri="{FF2B5EF4-FFF2-40B4-BE49-F238E27FC236}">
                  <a16:creationId xmlns:a16="http://schemas.microsoft.com/office/drawing/2014/main" id="{57175845-4E99-A776-62A8-AF38F7253C1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Oval 637">
              <a:extLst>
                <a:ext uri="{FF2B5EF4-FFF2-40B4-BE49-F238E27FC236}">
                  <a16:creationId xmlns:a16="http://schemas.microsoft.com/office/drawing/2014/main" id="{6FB33795-5B17-D019-7697-FC126AD0D0E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9" name="Group 168">
            <a:extLst>
              <a:ext uri="{FF2B5EF4-FFF2-40B4-BE49-F238E27FC236}">
                <a16:creationId xmlns:a16="http://schemas.microsoft.com/office/drawing/2014/main" id="{302FA05E-508C-6B3D-5CB1-796B7C4211D7}"/>
              </a:ext>
            </a:extLst>
          </p:cNvPr>
          <p:cNvGrpSpPr/>
          <p:nvPr/>
        </p:nvGrpSpPr>
        <p:grpSpPr>
          <a:xfrm>
            <a:off x="5315259" y="3410682"/>
            <a:ext cx="242005" cy="43678"/>
            <a:chOff x="7979724" y="3580291"/>
            <a:chExt cx="242005" cy="43678"/>
          </a:xfrm>
        </p:grpSpPr>
        <p:sp>
          <p:nvSpPr>
            <p:cNvPr id="623" name="Oval 622">
              <a:extLst>
                <a:ext uri="{FF2B5EF4-FFF2-40B4-BE49-F238E27FC236}">
                  <a16:creationId xmlns:a16="http://schemas.microsoft.com/office/drawing/2014/main" id="{5EB2C204-30D1-D466-DE79-14E7F1487C43}"/>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4" name="Oval 623">
              <a:extLst>
                <a:ext uri="{FF2B5EF4-FFF2-40B4-BE49-F238E27FC236}">
                  <a16:creationId xmlns:a16="http://schemas.microsoft.com/office/drawing/2014/main" id="{6BB1E439-54BA-EE8C-8A24-D5293D17E03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Oval 624">
              <a:extLst>
                <a:ext uri="{FF2B5EF4-FFF2-40B4-BE49-F238E27FC236}">
                  <a16:creationId xmlns:a16="http://schemas.microsoft.com/office/drawing/2014/main" id="{49A6C62A-347B-4402-961C-CB550BFE65E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Oval 625">
              <a:extLst>
                <a:ext uri="{FF2B5EF4-FFF2-40B4-BE49-F238E27FC236}">
                  <a16:creationId xmlns:a16="http://schemas.microsoft.com/office/drawing/2014/main" id="{AEDADEC1-CD7C-067B-61E6-486298B822AE}"/>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Oval 626">
              <a:extLst>
                <a:ext uri="{FF2B5EF4-FFF2-40B4-BE49-F238E27FC236}">
                  <a16:creationId xmlns:a16="http://schemas.microsoft.com/office/drawing/2014/main" id="{8ED4C9E9-731F-8AD4-302D-9043B29510B9}"/>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Oval 627">
              <a:extLst>
                <a:ext uri="{FF2B5EF4-FFF2-40B4-BE49-F238E27FC236}">
                  <a16:creationId xmlns:a16="http://schemas.microsoft.com/office/drawing/2014/main" id="{565A051F-C94B-5CA6-2667-04E36EAD6E0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Oval 628">
              <a:extLst>
                <a:ext uri="{FF2B5EF4-FFF2-40B4-BE49-F238E27FC236}">
                  <a16:creationId xmlns:a16="http://schemas.microsoft.com/office/drawing/2014/main" id="{DB1A312D-B6AE-27D5-F11D-A424D43BFFD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Oval 629">
              <a:extLst>
                <a:ext uri="{FF2B5EF4-FFF2-40B4-BE49-F238E27FC236}">
                  <a16:creationId xmlns:a16="http://schemas.microsoft.com/office/drawing/2014/main" id="{9A1C8C35-D32A-B141-B8F4-FFF8DE407A1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0" name="Group 169">
            <a:extLst>
              <a:ext uri="{FF2B5EF4-FFF2-40B4-BE49-F238E27FC236}">
                <a16:creationId xmlns:a16="http://schemas.microsoft.com/office/drawing/2014/main" id="{225E5F47-5600-E0C4-F690-98D8A269F1BB}"/>
              </a:ext>
            </a:extLst>
          </p:cNvPr>
          <p:cNvGrpSpPr/>
          <p:nvPr/>
        </p:nvGrpSpPr>
        <p:grpSpPr>
          <a:xfrm rot="10800000">
            <a:off x="5627459" y="3413042"/>
            <a:ext cx="242005" cy="46723"/>
            <a:chOff x="7979724" y="3580291"/>
            <a:chExt cx="242005" cy="43678"/>
          </a:xfrm>
        </p:grpSpPr>
        <p:sp>
          <p:nvSpPr>
            <p:cNvPr id="615" name="Oval 614">
              <a:extLst>
                <a:ext uri="{FF2B5EF4-FFF2-40B4-BE49-F238E27FC236}">
                  <a16:creationId xmlns:a16="http://schemas.microsoft.com/office/drawing/2014/main" id="{516C3E9E-98C9-FFFC-7C89-805E9361EE9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Oval 615">
              <a:extLst>
                <a:ext uri="{FF2B5EF4-FFF2-40B4-BE49-F238E27FC236}">
                  <a16:creationId xmlns:a16="http://schemas.microsoft.com/office/drawing/2014/main" id="{1FB2C622-B074-B259-9468-3403CF9E80E8}"/>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Oval 616">
              <a:extLst>
                <a:ext uri="{FF2B5EF4-FFF2-40B4-BE49-F238E27FC236}">
                  <a16:creationId xmlns:a16="http://schemas.microsoft.com/office/drawing/2014/main" id="{AE1293A6-4DAD-99B3-D7A4-9A77362EB7C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Oval 617">
              <a:extLst>
                <a:ext uri="{FF2B5EF4-FFF2-40B4-BE49-F238E27FC236}">
                  <a16:creationId xmlns:a16="http://schemas.microsoft.com/office/drawing/2014/main" id="{8CC8B32F-1587-7688-A314-D468976C307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Oval 618">
              <a:extLst>
                <a:ext uri="{FF2B5EF4-FFF2-40B4-BE49-F238E27FC236}">
                  <a16:creationId xmlns:a16="http://schemas.microsoft.com/office/drawing/2014/main" id="{8C3B09EF-8151-BBD5-4FC7-EC64530677F4}"/>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Oval 619">
              <a:extLst>
                <a:ext uri="{FF2B5EF4-FFF2-40B4-BE49-F238E27FC236}">
                  <a16:creationId xmlns:a16="http://schemas.microsoft.com/office/drawing/2014/main" id="{7D230B3D-6240-4769-CE10-CB1C14513F1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Oval 620">
              <a:extLst>
                <a:ext uri="{FF2B5EF4-FFF2-40B4-BE49-F238E27FC236}">
                  <a16:creationId xmlns:a16="http://schemas.microsoft.com/office/drawing/2014/main" id="{B627D109-9109-FD7A-8F83-29D7B8AB888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Oval 621">
              <a:extLst>
                <a:ext uri="{FF2B5EF4-FFF2-40B4-BE49-F238E27FC236}">
                  <a16:creationId xmlns:a16="http://schemas.microsoft.com/office/drawing/2014/main" id="{2D39B1B6-FA15-80FB-7CD0-4526FCBD6FCB}"/>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 name="Group 170">
            <a:extLst>
              <a:ext uri="{FF2B5EF4-FFF2-40B4-BE49-F238E27FC236}">
                <a16:creationId xmlns:a16="http://schemas.microsoft.com/office/drawing/2014/main" id="{43C5D21C-5688-85D0-670E-C39E4D21A34B}"/>
              </a:ext>
            </a:extLst>
          </p:cNvPr>
          <p:cNvGrpSpPr/>
          <p:nvPr/>
        </p:nvGrpSpPr>
        <p:grpSpPr>
          <a:xfrm>
            <a:off x="5556302" y="3413858"/>
            <a:ext cx="242005" cy="43678"/>
            <a:chOff x="7979724" y="3580291"/>
            <a:chExt cx="242005" cy="43678"/>
          </a:xfrm>
        </p:grpSpPr>
        <p:sp>
          <p:nvSpPr>
            <p:cNvPr id="607" name="Oval 606">
              <a:extLst>
                <a:ext uri="{FF2B5EF4-FFF2-40B4-BE49-F238E27FC236}">
                  <a16:creationId xmlns:a16="http://schemas.microsoft.com/office/drawing/2014/main" id="{F2C44DE6-5127-6C4F-78D3-1D41959A95CA}"/>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8" name="Oval 607">
              <a:extLst>
                <a:ext uri="{FF2B5EF4-FFF2-40B4-BE49-F238E27FC236}">
                  <a16:creationId xmlns:a16="http://schemas.microsoft.com/office/drawing/2014/main" id="{1118E563-1FB7-0007-16C7-FCD7FC05EAB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9" name="Oval 608">
              <a:extLst>
                <a:ext uri="{FF2B5EF4-FFF2-40B4-BE49-F238E27FC236}">
                  <a16:creationId xmlns:a16="http://schemas.microsoft.com/office/drawing/2014/main" id="{AD25CB01-DDBD-EA07-05EA-1474BB376CF3}"/>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0" name="Oval 609">
              <a:extLst>
                <a:ext uri="{FF2B5EF4-FFF2-40B4-BE49-F238E27FC236}">
                  <a16:creationId xmlns:a16="http://schemas.microsoft.com/office/drawing/2014/main" id="{D08FBA7E-AD0E-5BCC-B16C-512AEC75F9F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1" name="Oval 610">
              <a:extLst>
                <a:ext uri="{FF2B5EF4-FFF2-40B4-BE49-F238E27FC236}">
                  <a16:creationId xmlns:a16="http://schemas.microsoft.com/office/drawing/2014/main" id="{45F7AFD1-CE80-04A0-658E-116C27EF66DB}"/>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2" name="Oval 611">
              <a:extLst>
                <a:ext uri="{FF2B5EF4-FFF2-40B4-BE49-F238E27FC236}">
                  <a16:creationId xmlns:a16="http://schemas.microsoft.com/office/drawing/2014/main" id="{9D1A0B90-6D0A-B0E3-AB27-AFB5462F0D63}"/>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3" name="Oval 612">
              <a:extLst>
                <a:ext uri="{FF2B5EF4-FFF2-40B4-BE49-F238E27FC236}">
                  <a16:creationId xmlns:a16="http://schemas.microsoft.com/office/drawing/2014/main" id="{6B8D656B-9DC1-B02F-6C85-686CBAF5414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4" name="Oval 613">
              <a:extLst>
                <a:ext uri="{FF2B5EF4-FFF2-40B4-BE49-F238E27FC236}">
                  <a16:creationId xmlns:a16="http://schemas.microsoft.com/office/drawing/2014/main" id="{A0F8AF63-C1AC-388A-894F-8E0AE1DC9B2A}"/>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2" name="Oval 171">
            <a:extLst>
              <a:ext uri="{FF2B5EF4-FFF2-40B4-BE49-F238E27FC236}">
                <a16:creationId xmlns:a16="http://schemas.microsoft.com/office/drawing/2014/main" id="{7366B3E0-2020-FC21-CFE3-DC9B6CF27C36}"/>
              </a:ext>
            </a:extLst>
          </p:cNvPr>
          <p:cNvSpPr/>
          <p:nvPr/>
        </p:nvSpPr>
        <p:spPr>
          <a:xfrm rot="1379869">
            <a:off x="4057034" y="347579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41A3970C-A3DC-BAA2-37A9-0E3C94C8B73F}"/>
              </a:ext>
            </a:extLst>
          </p:cNvPr>
          <p:cNvSpPr/>
          <p:nvPr/>
        </p:nvSpPr>
        <p:spPr>
          <a:xfrm rot="1379869">
            <a:off x="4082461" y="349862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1B191452-ED7D-01C2-A1A1-B1D9833E9185}"/>
              </a:ext>
            </a:extLst>
          </p:cNvPr>
          <p:cNvSpPr/>
          <p:nvPr/>
        </p:nvSpPr>
        <p:spPr>
          <a:xfrm rot="1379869">
            <a:off x="4106534" y="350953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D37D588D-6647-1F7C-75FA-F754EF929A9E}"/>
              </a:ext>
            </a:extLst>
          </p:cNvPr>
          <p:cNvSpPr/>
          <p:nvPr/>
        </p:nvSpPr>
        <p:spPr>
          <a:xfrm rot="1379869">
            <a:off x="4007142" y="345703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43497A69-9054-FCEB-7809-A6ADA014296A}"/>
              </a:ext>
            </a:extLst>
          </p:cNvPr>
          <p:cNvSpPr/>
          <p:nvPr/>
        </p:nvSpPr>
        <p:spPr>
          <a:xfrm rot="1379869">
            <a:off x="4043573" y="34552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B9D61A74-94F9-F372-BB9C-AD9D3793A562}"/>
              </a:ext>
            </a:extLst>
          </p:cNvPr>
          <p:cNvSpPr/>
          <p:nvPr/>
        </p:nvSpPr>
        <p:spPr>
          <a:xfrm rot="1379869">
            <a:off x="4174993" y="35378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4429F66E-342F-7C7E-5722-E6E0B7CBD138}"/>
              </a:ext>
            </a:extLst>
          </p:cNvPr>
          <p:cNvSpPr/>
          <p:nvPr/>
        </p:nvSpPr>
        <p:spPr>
          <a:xfrm rot="1379869">
            <a:off x="4212346" y="354616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613E7F68-2762-3298-B3C7-B3F562AC4C8E}"/>
              </a:ext>
            </a:extLst>
          </p:cNvPr>
          <p:cNvSpPr/>
          <p:nvPr/>
        </p:nvSpPr>
        <p:spPr>
          <a:xfrm rot="1379869">
            <a:off x="4151390" y="352430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946C142E-EAF0-CA61-E4D0-5204CDB34240}"/>
              </a:ext>
            </a:extLst>
          </p:cNvPr>
          <p:cNvSpPr/>
          <p:nvPr/>
        </p:nvSpPr>
        <p:spPr>
          <a:xfrm rot="569977">
            <a:off x="5285008" y="34645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4941BBA3-7521-2508-ACD8-C71B82064C04}"/>
              </a:ext>
            </a:extLst>
          </p:cNvPr>
          <p:cNvSpPr/>
          <p:nvPr/>
        </p:nvSpPr>
        <p:spPr>
          <a:xfrm rot="569977">
            <a:off x="5315061" y="34808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68AA87BC-BE8C-6ED3-E94F-1D6594844785}"/>
              </a:ext>
            </a:extLst>
          </p:cNvPr>
          <p:cNvSpPr/>
          <p:nvPr/>
        </p:nvSpPr>
        <p:spPr>
          <a:xfrm rot="569977">
            <a:off x="5341014" y="348582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07D708A7-03AF-634A-5041-AD1EAB81BA7F}"/>
              </a:ext>
            </a:extLst>
          </p:cNvPr>
          <p:cNvSpPr/>
          <p:nvPr/>
        </p:nvSpPr>
        <p:spPr>
          <a:xfrm rot="569977">
            <a:off x="5232113" y="34579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273C3FC6-25E1-96A2-0A62-76DA95698366}"/>
              </a:ext>
            </a:extLst>
          </p:cNvPr>
          <p:cNvSpPr/>
          <p:nvPr/>
        </p:nvSpPr>
        <p:spPr>
          <a:xfrm rot="569977">
            <a:off x="5267117" y="344771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Oval 184">
            <a:extLst>
              <a:ext uri="{FF2B5EF4-FFF2-40B4-BE49-F238E27FC236}">
                <a16:creationId xmlns:a16="http://schemas.microsoft.com/office/drawing/2014/main" id="{549A0CEB-9572-B2DE-4877-83AFAFBE3495}"/>
              </a:ext>
            </a:extLst>
          </p:cNvPr>
          <p:cNvSpPr/>
          <p:nvPr/>
        </p:nvSpPr>
        <p:spPr>
          <a:xfrm rot="569977">
            <a:off x="5414203" y="349742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Oval 185">
            <a:extLst>
              <a:ext uri="{FF2B5EF4-FFF2-40B4-BE49-F238E27FC236}">
                <a16:creationId xmlns:a16="http://schemas.microsoft.com/office/drawing/2014/main" id="{FD26132C-28E1-5788-66E2-99E14EF7FDCC}"/>
              </a:ext>
            </a:extLst>
          </p:cNvPr>
          <p:cNvSpPr/>
          <p:nvPr/>
        </p:nvSpPr>
        <p:spPr>
          <a:xfrm rot="569977">
            <a:off x="5452453" y="349674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Oval 186">
            <a:extLst>
              <a:ext uri="{FF2B5EF4-FFF2-40B4-BE49-F238E27FC236}">
                <a16:creationId xmlns:a16="http://schemas.microsoft.com/office/drawing/2014/main" id="{CFB8B961-B253-CA9B-BA7E-420ECA728DC8}"/>
              </a:ext>
            </a:extLst>
          </p:cNvPr>
          <p:cNvSpPr/>
          <p:nvPr/>
        </p:nvSpPr>
        <p:spPr>
          <a:xfrm rot="569977">
            <a:off x="5388079" y="34897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Oval 187">
            <a:extLst>
              <a:ext uri="{FF2B5EF4-FFF2-40B4-BE49-F238E27FC236}">
                <a16:creationId xmlns:a16="http://schemas.microsoft.com/office/drawing/2014/main" id="{FA4F26A3-7763-AAFC-0934-462AE03D827B}"/>
              </a:ext>
            </a:extLst>
          </p:cNvPr>
          <p:cNvSpPr/>
          <p:nvPr/>
        </p:nvSpPr>
        <p:spPr>
          <a:xfrm rot="1379869">
            <a:off x="4126607" y="353971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Oval 188">
            <a:extLst>
              <a:ext uri="{FF2B5EF4-FFF2-40B4-BE49-F238E27FC236}">
                <a16:creationId xmlns:a16="http://schemas.microsoft.com/office/drawing/2014/main" id="{D15AAACE-430A-F90B-9DE3-E1A85C2F5FC5}"/>
              </a:ext>
            </a:extLst>
          </p:cNvPr>
          <p:cNvSpPr/>
          <p:nvPr/>
        </p:nvSpPr>
        <p:spPr>
          <a:xfrm rot="1379869">
            <a:off x="4152034" y="35625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Oval 189">
            <a:extLst>
              <a:ext uri="{FF2B5EF4-FFF2-40B4-BE49-F238E27FC236}">
                <a16:creationId xmlns:a16="http://schemas.microsoft.com/office/drawing/2014/main" id="{AE41D57E-4C7C-DAEA-B2D4-A5C3B86EE5E8}"/>
              </a:ext>
            </a:extLst>
          </p:cNvPr>
          <p:cNvSpPr/>
          <p:nvPr/>
        </p:nvSpPr>
        <p:spPr>
          <a:xfrm rot="1379869">
            <a:off x="4176107" y="35734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Oval 190">
            <a:extLst>
              <a:ext uri="{FF2B5EF4-FFF2-40B4-BE49-F238E27FC236}">
                <a16:creationId xmlns:a16="http://schemas.microsoft.com/office/drawing/2014/main" id="{04F676AB-B336-1F41-1DEC-EA548486FAB8}"/>
              </a:ext>
            </a:extLst>
          </p:cNvPr>
          <p:cNvSpPr/>
          <p:nvPr/>
        </p:nvSpPr>
        <p:spPr>
          <a:xfrm rot="1379869">
            <a:off x="4076715" y="352095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Oval 191">
            <a:extLst>
              <a:ext uri="{FF2B5EF4-FFF2-40B4-BE49-F238E27FC236}">
                <a16:creationId xmlns:a16="http://schemas.microsoft.com/office/drawing/2014/main" id="{92C01078-DE27-AC04-6C11-8EB7DEEDA9B6}"/>
              </a:ext>
            </a:extLst>
          </p:cNvPr>
          <p:cNvSpPr/>
          <p:nvPr/>
        </p:nvSpPr>
        <p:spPr>
          <a:xfrm rot="1379869">
            <a:off x="4113146" y="351914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Oval 192">
            <a:extLst>
              <a:ext uri="{FF2B5EF4-FFF2-40B4-BE49-F238E27FC236}">
                <a16:creationId xmlns:a16="http://schemas.microsoft.com/office/drawing/2014/main" id="{45B1FAB4-0703-302E-306E-303306F64BF0}"/>
              </a:ext>
            </a:extLst>
          </p:cNvPr>
          <p:cNvSpPr/>
          <p:nvPr/>
        </p:nvSpPr>
        <p:spPr>
          <a:xfrm rot="1379869">
            <a:off x="4244566" y="36018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Oval 193">
            <a:extLst>
              <a:ext uri="{FF2B5EF4-FFF2-40B4-BE49-F238E27FC236}">
                <a16:creationId xmlns:a16="http://schemas.microsoft.com/office/drawing/2014/main" id="{C5F2204C-ADD0-9930-7662-C48DC7624A4C}"/>
              </a:ext>
            </a:extLst>
          </p:cNvPr>
          <p:cNvSpPr/>
          <p:nvPr/>
        </p:nvSpPr>
        <p:spPr>
          <a:xfrm rot="1379869">
            <a:off x="4281919" y="361008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Oval 194">
            <a:extLst>
              <a:ext uri="{FF2B5EF4-FFF2-40B4-BE49-F238E27FC236}">
                <a16:creationId xmlns:a16="http://schemas.microsoft.com/office/drawing/2014/main" id="{D632B9C3-847B-DBF4-1642-9A64BAD8BBDA}"/>
              </a:ext>
            </a:extLst>
          </p:cNvPr>
          <p:cNvSpPr/>
          <p:nvPr/>
        </p:nvSpPr>
        <p:spPr>
          <a:xfrm rot="1379869">
            <a:off x="4220963" y="358822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Oval 195">
            <a:extLst>
              <a:ext uri="{FF2B5EF4-FFF2-40B4-BE49-F238E27FC236}">
                <a16:creationId xmlns:a16="http://schemas.microsoft.com/office/drawing/2014/main" id="{19D45C60-8807-5B05-00A3-667AFC53C3C9}"/>
              </a:ext>
            </a:extLst>
          </p:cNvPr>
          <p:cNvSpPr/>
          <p:nvPr/>
        </p:nvSpPr>
        <p:spPr>
          <a:xfrm rot="10800000">
            <a:off x="4469310" y="360574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Oval 196">
            <a:extLst>
              <a:ext uri="{FF2B5EF4-FFF2-40B4-BE49-F238E27FC236}">
                <a16:creationId xmlns:a16="http://schemas.microsoft.com/office/drawing/2014/main" id="{6D06A9AD-8E1C-B801-B3FD-6E948F1DD2B2}"/>
              </a:ext>
            </a:extLst>
          </p:cNvPr>
          <p:cNvSpPr/>
          <p:nvPr/>
        </p:nvSpPr>
        <p:spPr>
          <a:xfrm rot="10800000">
            <a:off x="4436985" y="35938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Oval 197">
            <a:extLst>
              <a:ext uri="{FF2B5EF4-FFF2-40B4-BE49-F238E27FC236}">
                <a16:creationId xmlns:a16="http://schemas.microsoft.com/office/drawing/2014/main" id="{0DF42091-142A-8D7B-4EB8-F634C41ECFA2}"/>
              </a:ext>
            </a:extLst>
          </p:cNvPr>
          <p:cNvSpPr/>
          <p:nvPr/>
        </p:nvSpPr>
        <p:spPr>
          <a:xfrm rot="10800000">
            <a:off x="4410565" y="35932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Oval 198">
            <a:extLst>
              <a:ext uri="{FF2B5EF4-FFF2-40B4-BE49-F238E27FC236}">
                <a16:creationId xmlns:a16="http://schemas.microsoft.com/office/drawing/2014/main" id="{3CA9CE15-C47A-B8EA-5121-08E8A503394B}"/>
              </a:ext>
            </a:extLst>
          </p:cNvPr>
          <p:cNvSpPr/>
          <p:nvPr/>
        </p:nvSpPr>
        <p:spPr>
          <a:xfrm rot="10800000">
            <a:off x="4522569" y="360337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Oval 199">
            <a:extLst>
              <a:ext uri="{FF2B5EF4-FFF2-40B4-BE49-F238E27FC236}">
                <a16:creationId xmlns:a16="http://schemas.microsoft.com/office/drawing/2014/main" id="{D635C7ED-F7C8-A779-DCA6-EA38D00E3F9C}"/>
              </a:ext>
            </a:extLst>
          </p:cNvPr>
          <p:cNvSpPr/>
          <p:nvPr/>
        </p:nvSpPr>
        <p:spPr>
          <a:xfrm rot="10800000">
            <a:off x="4489738" y="362037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6CEE39C9-7830-C4D4-7558-267780D79583}"/>
              </a:ext>
            </a:extLst>
          </p:cNvPr>
          <p:cNvSpPr/>
          <p:nvPr/>
        </p:nvSpPr>
        <p:spPr>
          <a:xfrm rot="10800000">
            <a:off x="4336464" y="359389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2960910E-76B5-30C7-F018-19C190F1C93B}"/>
              </a:ext>
            </a:extLst>
          </p:cNvPr>
          <p:cNvSpPr/>
          <p:nvPr/>
        </p:nvSpPr>
        <p:spPr>
          <a:xfrm rot="10800000">
            <a:off x="4298852" y="360136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8FB8CCCD-A689-2BE1-774A-9315B3CF1A7B}"/>
              </a:ext>
            </a:extLst>
          </p:cNvPr>
          <p:cNvSpPr/>
          <p:nvPr/>
        </p:nvSpPr>
        <p:spPr>
          <a:xfrm rot="10800000">
            <a:off x="4363502" y="359741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11F67CE6-0021-65C1-836A-3BEED5D7B912}"/>
              </a:ext>
            </a:extLst>
          </p:cNvPr>
          <p:cNvSpPr/>
          <p:nvPr/>
        </p:nvSpPr>
        <p:spPr>
          <a:xfrm>
            <a:off x="4280954" y="360770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4702A63D-B2AF-EF43-AF30-C507CF00790D}"/>
              </a:ext>
            </a:extLst>
          </p:cNvPr>
          <p:cNvSpPr/>
          <p:nvPr/>
        </p:nvSpPr>
        <p:spPr>
          <a:xfrm>
            <a:off x="4313279" y="36187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DA647184-B3AB-FE87-1128-C0E3943039C0}"/>
              </a:ext>
            </a:extLst>
          </p:cNvPr>
          <p:cNvSpPr/>
          <p:nvPr/>
        </p:nvSpPr>
        <p:spPr>
          <a:xfrm>
            <a:off x="4339699" y="361941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58722DC6-7D5B-9E25-973B-815DDCEC708D}"/>
              </a:ext>
            </a:extLst>
          </p:cNvPr>
          <p:cNvSpPr/>
          <p:nvPr/>
        </p:nvSpPr>
        <p:spPr>
          <a:xfrm>
            <a:off x="4227695" y="360992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87A118AC-2B66-9891-8367-E6FB017A2206}"/>
              </a:ext>
            </a:extLst>
          </p:cNvPr>
          <p:cNvSpPr/>
          <p:nvPr/>
        </p:nvSpPr>
        <p:spPr>
          <a:xfrm>
            <a:off x="4260526" y="359402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CBAAFFD2-C0B8-E19F-32D8-DD53FD4FBDFA}"/>
              </a:ext>
            </a:extLst>
          </p:cNvPr>
          <p:cNvSpPr/>
          <p:nvPr/>
        </p:nvSpPr>
        <p:spPr>
          <a:xfrm>
            <a:off x="4413800" y="361878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Oval 209">
            <a:extLst>
              <a:ext uri="{FF2B5EF4-FFF2-40B4-BE49-F238E27FC236}">
                <a16:creationId xmlns:a16="http://schemas.microsoft.com/office/drawing/2014/main" id="{66ADCC6C-1DF4-AA83-EAF3-91FB41F860EE}"/>
              </a:ext>
            </a:extLst>
          </p:cNvPr>
          <p:cNvSpPr/>
          <p:nvPr/>
        </p:nvSpPr>
        <p:spPr>
          <a:xfrm>
            <a:off x="4451412" y="361179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110D69DE-F5CC-8E28-E527-09FB1DEDB2BA}"/>
              </a:ext>
            </a:extLst>
          </p:cNvPr>
          <p:cNvSpPr/>
          <p:nvPr/>
        </p:nvSpPr>
        <p:spPr>
          <a:xfrm>
            <a:off x="4386762" y="36154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AB40A2CB-54CF-90F6-F7CA-2175458755D4}"/>
              </a:ext>
            </a:extLst>
          </p:cNvPr>
          <p:cNvSpPr/>
          <p:nvPr/>
        </p:nvSpPr>
        <p:spPr>
          <a:xfrm rot="10800000">
            <a:off x="3808979" y="32722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DDB7C9C3-FD1D-4408-94C0-297A971257AC}"/>
              </a:ext>
            </a:extLst>
          </p:cNvPr>
          <p:cNvSpPr/>
          <p:nvPr/>
        </p:nvSpPr>
        <p:spPr>
          <a:xfrm rot="10800000">
            <a:off x="3776654" y="326036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708884D0-EEFF-3F7D-BD73-58A4AF8C3805}"/>
              </a:ext>
            </a:extLst>
          </p:cNvPr>
          <p:cNvSpPr/>
          <p:nvPr/>
        </p:nvSpPr>
        <p:spPr>
          <a:xfrm rot="10800000">
            <a:off x="3750234" y="32596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3F978F6E-057E-78F7-6934-7FB69AE769C5}"/>
              </a:ext>
            </a:extLst>
          </p:cNvPr>
          <p:cNvSpPr/>
          <p:nvPr/>
        </p:nvSpPr>
        <p:spPr>
          <a:xfrm rot="10800000">
            <a:off x="3862238" y="326984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a:extLst>
              <a:ext uri="{FF2B5EF4-FFF2-40B4-BE49-F238E27FC236}">
                <a16:creationId xmlns:a16="http://schemas.microsoft.com/office/drawing/2014/main" id="{98433B80-3450-7A2E-A580-E97E3F5EB0DF}"/>
              </a:ext>
            </a:extLst>
          </p:cNvPr>
          <p:cNvSpPr/>
          <p:nvPr/>
        </p:nvSpPr>
        <p:spPr>
          <a:xfrm rot="10800000">
            <a:off x="3829407" y="328684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a:extLst>
              <a:ext uri="{FF2B5EF4-FFF2-40B4-BE49-F238E27FC236}">
                <a16:creationId xmlns:a16="http://schemas.microsoft.com/office/drawing/2014/main" id="{6E0A9334-8F2B-A76B-5E49-07CC5515E2C4}"/>
              </a:ext>
            </a:extLst>
          </p:cNvPr>
          <p:cNvSpPr/>
          <p:nvPr/>
        </p:nvSpPr>
        <p:spPr>
          <a:xfrm rot="10800000">
            <a:off x="3676133" y="326036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4309AE6B-B598-53B7-6418-375D96871349}"/>
              </a:ext>
            </a:extLst>
          </p:cNvPr>
          <p:cNvSpPr/>
          <p:nvPr/>
        </p:nvSpPr>
        <p:spPr>
          <a:xfrm rot="10800000">
            <a:off x="3638521" y="326783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4C7FEDF3-E01E-525E-5661-247A822CEE0C}"/>
              </a:ext>
            </a:extLst>
          </p:cNvPr>
          <p:cNvSpPr/>
          <p:nvPr/>
        </p:nvSpPr>
        <p:spPr>
          <a:xfrm rot="10800000">
            <a:off x="3703171" y="326388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Oval 219">
            <a:extLst>
              <a:ext uri="{FF2B5EF4-FFF2-40B4-BE49-F238E27FC236}">
                <a16:creationId xmlns:a16="http://schemas.microsoft.com/office/drawing/2014/main" id="{AE3892D6-9884-A4DB-99BE-C86AD619BCF5}"/>
              </a:ext>
            </a:extLst>
          </p:cNvPr>
          <p:cNvSpPr/>
          <p:nvPr/>
        </p:nvSpPr>
        <p:spPr>
          <a:xfrm>
            <a:off x="3620623" y="327417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6E3EBF07-3DA6-4970-BDF6-5430F065DB7D}"/>
              </a:ext>
            </a:extLst>
          </p:cNvPr>
          <p:cNvSpPr/>
          <p:nvPr/>
        </p:nvSpPr>
        <p:spPr>
          <a:xfrm>
            <a:off x="3652948" y="328525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A7852FC8-1ED2-EA3C-5ABC-194D1B5A7CAD}"/>
              </a:ext>
            </a:extLst>
          </p:cNvPr>
          <p:cNvSpPr/>
          <p:nvPr/>
        </p:nvSpPr>
        <p:spPr>
          <a:xfrm>
            <a:off x="3679368" y="32858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DD35CE0D-DF3F-7227-5736-EE8691D1D20B}"/>
              </a:ext>
            </a:extLst>
          </p:cNvPr>
          <p:cNvSpPr/>
          <p:nvPr/>
        </p:nvSpPr>
        <p:spPr>
          <a:xfrm>
            <a:off x="3567364" y="32763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768F0620-E833-C8D7-3CE6-BCCCEB4F4C07}"/>
              </a:ext>
            </a:extLst>
          </p:cNvPr>
          <p:cNvSpPr/>
          <p:nvPr/>
        </p:nvSpPr>
        <p:spPr>
          <a:xfrm>
            <a:off x="3600195" y="326050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479933DA-7730-C7A4-434F-93D182BBEC7D}"/>
              </a:ext>
            </a:extLst>
          </p:cNvPr>
          <p:cNvSpPr/>
          <p:nvPr/>
        </p:nvSpPr>
        <p:spPr>
          <a:xfrm>
            <a:off x="3753469" y="328525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a:extLst>
              <a:ext uri="{FF2B5EF4-FFF2-40B4-BE49-F238E27FC236}">
                <a16:creationId xmlns:a16="http://schemas.microsoft.com/office/drawing/2014/main" id="{D904CFD8-7315-5D91-9F00-6C78E46903CD}"/>
              </a:ext>
            </a:extLst>
          </p:cNvPr>
          <p:cNvSpPr/>
          <p:nvPr/>
        </p:nvSpPr>
        <p:spPr>
          <a:xfrm>
            <a:off x="3791081" y="327826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2E1EF8B2-C481-A321-CEB0-07E4AB02E600}"/>
              </a:ext>
            </a:extLst>
          </p:cNvPr>
          <p:cNvSpPr/>
          <p:nvPr/>
        </p:nvSpPr>
        <p:spPr>
          <a:xfrm>
            <a:off x="3726431" y="32819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CBB04AB0-71C7-430D-0DDA-4E1A69E3351D}"/>
              </a:ext>
            </a:extLst>
          </p:cNvPr>
          <p:cNvSpPr/>
          <p:nvPr/>
        </p:nvSpPr>
        <p:spPr>
          <a:xfrm rot="10800000">
            <a:off x="4210234" y="327442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3C773D2C-F87A-FCB9-A3CE-AEF2D4282A89}"/>
              </a:ext>
            </a:extLst>
          </p:cNvPr>
          <p:cNvSpPr/>
          <p:nvPr/>
        </p:nvSpPr>
        <p:spPr>
          <a:xfrm rot="10800000">
            <a:off x="4177909" y="326257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0" name="Oval 229">
            <a:extLst>
              <a:ext uri="{FF2B5EF4-FFF2-40B4-BE49-F238E27FC236}">
                <a16:creationId xmlns:a16="http://schemas.microsoft.com/office/drawing/2014/main" id="{3D058D2F-CFCD-62FB-C8FA-CE1E5B30B93F}"/>
              </a:ext>
            </a:extLst>
          </p:cNvPr>
          <p:cNvSpPr/>
          <p:nvPr/>
        </p:nvSpPr>
        <p:spPr>
          <a:xfrm rot="10800000">
            <a:off x="4151489" y="32618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0E147DFE-E6F5-887D-EEF9-7E79B175192A}"/>
              </a:ext>
            </a:extLst>
          </p:cNvPr>
          <p:cNvSpPr/>
          <p:nvPr/>
        </p:nvSpPr>
        <p:spPr>
          <a:xfrm rot="10800000">
            <a:off x="4263493" y="32720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3BDAC6D5-CED0-5BD3-18B9-17D83988641E}"/>
              </a:ext>
            </a:extLst>
          </p:cNvPr>
          <p:cNvSpPr/>
          <p:nvPr/>
        </p:nvSpPr>
        <p:spPr>
          <a:xfrm rot="10800000">
            <a:off x="4230662" y="328905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4B52AC5A-83F7-F188-EFB2-B049E6AA989E}"/>
              </a:ext>
            </a:extLst>
          </p:cNvPr>
          <p:cNvSpPr/>
          <p:nvPr/>
        </p:nvSpPr>
        <p:spPr>
          <a:xfrm rot="10800000">
            <a:off x="4077388" y="326257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187BE6D5-83FB-7CA7-26D8-53B0C2673284}"/>
              </a:ext>
            </a:extLst>
          </p:cNvPr>
          <p:cNvSpPr/>
          <p:nvPr/>
        </p:nvSpPr>
        <p:spPr>
          <a:xfrm rot="10800000">
            <a:off x="4039776" y="327004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FD707991-1156-079A-8110-4E4D26F40FF5}"/>
              </a:ext>
            </a:extLst>
          </p:cNvPr>
          <p:cNvSpPr/>
          <p:nvPr/>
        </p:nvSpPr>
        <p:spPr>
          <a:xfrm rot="10800000">
            <a:off x="4104426" y="326609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3FE44BF0-5692-DDDD-A7C8-061772DE5BBD}"/>
              </a:ext>
            </a:extLst>
          </p:cNvPr>
          <p:cNvSpPr/>
          <p:nvPr/>
        </p:nvSpPr>
        <p:spPr>
          <a:xfrm>
            <a:off x="4021878" y="327638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7262FEF7-101C-2130-00CA-24FB94315DFE}"/>
              </a:ext>
            </a:extLst>
          </p:cNvPr>
          <p:cNvSpPr/>
          <p:nvPr/>
        </p:nvSpPr>
        <p:spPr>
          <a:xfrm>
            <a:off x="4054203" y="328746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5AF2A80E-8740-AD30-71CB-9B4A53DF8A78}"/>
              </a:ext>
            </a:extLst>
          </p:cNvPr>
          <p:cNvSpPr/>
          <p:nvPr/>
        </p:nvSpPr>
        <p:spPr>
          <a:xfrm>
            <a:off x="4080623" y="328810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917BD0FE-4727-E72B-FB26-A7F5C6AA8939}"/>
              </a:ext>
            </a:extLst>
          </p:cNvPr>
          <p:cNvSpPr/>
          <p:nvPr/>
        </p:nvSpPr>
        <p:spPr>
          <a:xfrm>
            <a:off x="3968619" y="327860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Oval 239">
            <a:extLst>
              <a:ext uri="{FF2B5EF4-FFF2-40B4-BE49-F238E27FC236}">
                <a16:creationId xmlns:a16="http://schemas.microsoft.com/office/drawing/2014/main" id="{A40B1924-6D13-F3C7-72A5-669061B5C634}"/>
              </a:ext>
            </a:extLst>
          </p:cNvPr>
          <p:cNvSpPr/>
          <p:nvPr/>
        </p:nvSpPr>
        <p:spPr>
          <a:xfrm>
            <a:off x="4001450" y="326271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Oval 240">
            <a:extLst>
              <a:ext uri="{FF2B5EF4-FFF2-40B4-BE49-F238E27FC236}">
                <a16:creationId xmlns:a16="http://schemas.microsoft.com/office/drawing/2014/main" id="{CE58BC2F-EFC5-C186-2C31-8FD7338559B3}"/>
              </a:ext>
            </a:extLst>
          </p:cNvPr>
          <p:cNvSpPr/>
          <p:nvPr/>
        </p:nvSpPr>
        <p:spPr>
          <a:xfrm>
            <a:off x="4154724" y="32874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Oval 241">
            <a:extLst>
              <a:ext uri="{FF2B5EF4-FFF2-40B4-BE49-F238E27FC236}">
                <a16:creationId xmlns:a16="http://schemas.microsoft.com/office/drawing/2014/main" id="{68063F5D-697E-8E56-45FB-0C962BE25C18}"/>
              </a:ext>
            </a:extLst>
          </p:cNvPr>
          <p:cNvSpPr/>
          <p:nvPr/>
        </p:nvSpPr>
        <p:spPr>
          <a:xfrm>
            <a:off x="4192336" y="328047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Oval 242">
            <a:extLst>
              <a:ext uri="{FF2B5EF4-FFF2-40B4-BE49-F238E27FC236}">
                <a16:creationId xmlns:a16="http://schemas.microsoft.com/office/drawing/2014/main" id="{E1E950F2-6675-E40A-4BA1-2C7623379DE6}"/>
              </a:ext>
            </a:extLst>
          </p:cNvPr>
          <p:cNvSpPr/>
          <p:nvPr/>
        </p:nvSpPr>
        <p:spPr>
          <a:xfrm>
            <a:off x="4127686" y="328417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Oval 243">
            <a:extLst>
              <a:ext uri="{FF2B5EF4-FFF2-40B4-BE49-F238E27FC236}">
                <a16:creationId xmlns:a16="http://schemas.microsoft.com/office/drawing/2014/main" id="{B7F71716-020B-671D-4CC3-E91BF3E44340}"/>
              </a:ext>
            </a:extLst>
          </p:cNvPr>
          <p:cNvSpPr/>
          <p:nvPr/>
        </p:nvSpPr>
        <p:spPr>
          <a:xfrm rot="10800000">
            <a:off x="4604324" y="327826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Oval 244">
            <a:extLst>
              <a:ext uri="{FF2B5EF4-FFF2-40B4-BE49-F238E27FC236}">
                <a16:creationId xmlns:a16="http://schemas.microsoft.com/office/drawing/2014/main" id="{6D14FC29-7F63-D33E-73EF-CCD1045499E5}"/>
              </a:ext>
            </a:extLst>
          </p:cNvPr>
          <p:cNvSpPr/>
          <p:nvPr/>
        </p:nvSpPr>
        <p:spPr>
          <a:xfrm rot="10800000">
            <a:off x="4571999" y="326641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Oval 245">
            <a:extLst>
              <a:ext uri="{FF2B5EF4-FFF2-40B4-BE49-F238E27FC236}">
                <a16:creationId xmlns:a16="http://schemas.microsoft.com/office/drawing/2014/main" id="{8571F0EC-A46D-0CEC-C97B-1E0F8DDBAC90}"/>
              </a:ext>
            </a:extLst>
          </p:cNvPr>
          <p:cNvSpPr/>
          <p:nvPr/>
        </p:nvSpPr>
        <p:spPr>
          <a:xfrm rot="10800000">
            <a:off x="4545579" y="32657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Oval 246">
            <a:extLst>
              <a:ext uri="{FF2B5EF4-FFF2-40B4-BE49-F238E27FC236}">
                <a16:creationId xmlns:a16="http://schemas.microsoft.com/office/drawing/2014/main" id="{86DA1227-FEEB-F3B2-8F4F-C526D7BCBE59}"/>
              </a:ext>
            </a:extLst>
          </p:cNvPr>
          <p:cNvSpPr/>
          <p:nvPr/>
        </p:nvSpPr>
        <p:spPr>
          <a:xfrm rot="10800000">
            <a:off x="4657583" y="32758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Oval 247">
            <a:extLst>
              <a:ext uri="{FF2B5EF4-FFF2-40B4-BE49-F238E27FC236}">
                <a16:creationId xmlns:a16="http://schemas.microsoft.com/office/drawing/2014/main" id="{8B8B9F9B-907A-EC13-F639-E9EA1F6E4663}"/>
              </a:ext>
            </a:extLst>
          </p:cNvPr>
          <p:cNvSpPr/>
          <p:nvPr/>
        </p:nvSpPr>
        <p:spPr>
          <a:xfrm rot="10800000">
            <a:off x="4624752" y="32928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Oval 248">
            <a:extLst>
              <a:ext uri="{FF2B5EF4-FFF2-40B4-BE49-F238E27FC236}">
                <a16:creationId xmlns:a16="http://schemas.microsoft.com/office/drawing/2014/main" id="{92573648-4D53-1208-CCF1-7F7CA8A3ECCE}"/>
              </a:ext>
            </a:extLst>
          </p:cNvPr>
          <p:cNvSpPr/>
          <p:nvPr/>
        </p:nvSpPr>
        <p:spPr>
          <a:xfrm rot="10800000">
            <a:off x="4471478" y="326641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Oval 249">
            <a:extLst>
              <a:ext uri="{FF2B5EF4-FFF2-40B4-BE49-F238E27FC236}">
                <a16:creationId xmlns:a16="http://schemas.microsoft.com/office/drawing/2014/main" id="{D404682C-19C0-FF7F-8EDB-5971734E3226}"/>
              </a:ext>
            </a:extLst>
          </p:cNvPr>
          <p:cNvSpPr/>
          <p:nvPr/>
        </p:nvSpPr>
        <p:spPr>
          <a:xfrm rot="10800000">
            <a:off x="4433866" y="327388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Oval 250">
            <a:extLst>
              <a:ext uri="{FF2B5EF4-FFF2-40B4-BE49-F238E27FC236}">
                <a16:creationId xmlns:a16="http://schemas.microsoft.com/office/drawing/2014/main" id="{9A8E5053-4B2B-6D42-6ACF-9DC5DB00BC05}"/>
              </a:ext>
            </a:extLst>
          </p:cNvPr>
          <p:cNvSpPr/>
          <p:nvPr/>
        </p:nvSpPr>
        <p:spPr>
          <a:xfrm rot="10800000">
            <a:off x="4498516" y="326993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Oval 251">
            <a:extLst>
              <a:ext uri="{FF2B5EF4-FFF2-40B4-BE49-F238E27FC236}">
                <a16:creationId xmlns:a16="http://schemas.microsoft.com/office/drawing/2014/main" id="{7051D6D9-EB17-98FF-D522-0A0E5AAE21D4}"/>
              </a:ext>
            </a:extLst>
          </p:cNvPr>
          <p:cNvSpPr/>
          <p:nvPr/>
        </p:nvSpPr>
        <p:spPr>
          <a:xfrm>
            <a:off x="4415968" y="328022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Oval 252">
            <a:extLst>
              <a:ext uri="{FF2B5EF4-FFF2-40B4-BE49-F238E27FC236}">
                <a16:creationId xmlns:a16="http://schemas.microsoft.com/office/drawing/2014/main" id="{FF163416-E99A-FDD6-0175-234BEFC084A1}"/>
              </a:ext>
            </a:extLst>
          </p:cNvPr>
          <p:cNvSpPr/>
          <p:nvPr/>
        </p:nvSpPr>
        <p:spPr>
          <a:xfrm>
            <a:off x="4448293" y="329130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Oval 253">
            <a:extLst>
              <a:ext uri="{FF2B5EF4-FFF2-40B4-BE49-F238E27FC236}">
                <a16:creationId xmlns:a16="http://schemas.microsoft.com/office/drawing/2014/main" id="{E7FA237F-50DD-A475-B5A5-5FFFCDDDAE8D}"/>
              </a:ext>
            </a:extLst>
          </p:cNvPr>
          <p:cNvSpPr/>
          <p:nvPr/>
        </p:nvSpPr>
        <p:spPr>
          <a:xfrm>
            <a:off x="4474713" y="329193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Oval 254">
            <a:extLst>
              <a:ext uri="{FF2B5EF4-FFF2-40B4-BE49-F238E27FC236}">
                <a16:creationId xmlns:a16="http://schemas.microsoft.com/office/drawing/2014/main" id="{EDBC0CFD-099F-D797-6560-C94621F38A4F}"/>
              </a:ext>
            </a:extLst>
          </p:cNvPr>
          <p:cNvSpPr/>
          <p:nvPr/>
        </p:nvSpPr>
        <p:spPr>
          <a:xfrm>
            <a:off x="4362709" y="328244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3D89248D-6432-528A-FB03-4920939CA4B2}"/>
              </a:ext>
            </a:extLst>
          </p:cNvPr>
          <p:cNvSpPr/>
          <p:nvPr/>
        </p:nvSpPr>
        <p:spPr>
          <a:xfrm>
            <a:off x="4395540" y="326654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Oval 256">
            <a:extLst>
              <a:ext uri="{FF2B5EF4-FFF2-40B4-BE49-F238E27FC236}">
                <a16:creationId xmlns:a16="http://schemas.microsoft.com/office/drawing/2014/main" id="{63757A24-DE0D-6FC4-032E-31B241D20607}"/>
              </a:ext>
            </a:extLst>
          </p:cNvPr>
          <p:cNvSpPr/>
          <p:nvPr/>
        </p:nvSpPr>
        <p:spPr>
          <a:xfrm>
            <a:off x="4548814" y="329130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Oval 257">
            <a:extLst>
              <a:ext uri="{FF2B5EF4-FFF2-40B4-BE49-F238E27FC236}">
                <a16:creationId xmlns:a16="http://schemas.microsoft.com/office/drawing/2014/main" id="{23FFF800-BC2B-6461-8DC6-BF12ECEF8B8F}"/>
              </a:ext>
            </a:extLst>
          </p:cNvPr>
          <p:cNvSpPr/>
          <p:nvPr/>
        </p:nvSpPr>
        <p:spPr>
          <a:xfrm>
            <a:off x="4586426" y="328431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Oval 258">
            <a:extLst>
              <a:ext uri="{FF2B5EF4-FFF2-40B4-BE49-F238E27FC236}">
                <a16:creationId xmlns:a16="http://schemas.microsoft.com/office/drawing/2014/main" id="{F1E3E3E4-13EA-A5AF-F240-1ACBA50AEB49}"/>
              </a:ext>
            </a:extLst>
          </p:cNvPr>
          <p:cNvSpPr/>
          <p:nvPr/>
        </p:nvSpPr>
        <p:spPr>
          <a:xfrm>
            <a:off x="4521776" y="328801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Oval 259">
            <a:extLst>
              <a:ext uri="{FF2B5EF4-FFF2-40B4-BE49-F238E27FC236}">
                <a16:creationId xmlns:a16="http://schemas.microsoft.com/office/drawing/2014/main" id="{DD2E52AA-03FE-5090-7662-7A348B75F3BF}"/>
              </a:ext>
            </a:extLst>
          </p:cNvPr>
          <p:cNvSpPr/>
          <p:nvPr/>
        </p:nvSpPr>
        <p:spPr>
          <a:xfrm rot="10800000">
            <a:off x="4712385" y="3451868"/>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Oval 260">
            <a:extLst>
              <a:ext uri="{FF2B5EF4-FFF2-40B4-BE49-F238E27FC236}">
                <a16:creationId xmlns:a16="http://schemas.microsoft.com/office/drawing/2014/main" id="{D63E7A3D-11C8-AD54-6930-9FD0179EAEA1}"/>
              </a:ext>
            </a:extLst>
          </p:cNvPr>
          <p:cNvSpPr/>
          <p:nvPr/>
        </p:nvSpPr>
        <p:spPr>
          <a:xfrm rot="10800000">
            <a:off x="4680060" y="344001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Oval 261">
            <a:extLst>
              <a:ext uri="{FF2B5EF4-FFF2-40B4-BE49-F238E27FC236}">
                <a16:creationId xmlns:a16="http://schemas.microsoft.com/office/drawing/2014/main" id="{A4945D38-E121-2D11-9861-9B2A260F07A7}"/>
              </a:ext>
            </a:extLst>
          </p:cNvPr>
          <p:cNvSpPr/>
          <p:nvPr/>
        </p:nvSpPr>
        <p:spPr>
          <a:xfrm rot="10800000">
            <a:off x="4653640" y="34393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Oval 262">
            <a:extLst>
              <a:ext uri="{FF2B5EF4-FFF2-40B4-BE49-F238E27FC236}">
                <a16:creationId xmlns:a16="http://schemas.microsoft.com/office/drawing/2014/main" id="{B67BA6A7-9206-CDA4-A5A1-AB55C9376C41}"/>
              </a:ext>
            </a:extLst>
          </p:cNvPr>
          <p:cNvSpPr/>
          <p:nvPr/>
        </p:nvSpPr>
        <p:spPr>
          <a:xfrm rot="10800000">
            <a:off x="4765644" y="344949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Oval 263">
            <a:extLst>
              <a:ext uri="{FF2B5EF4-FFF2-40B4-BE49-F238E27FC236}">
                <a16:creationId xmlns:a16="http://schemas.microsoft.com/office/drawing/2014/main" id="{54616318-2D04-F0FD-6375-76D3804FD6CD}"/>
              </a:ext>
            </a:extLst>
          </p:cNvPr>
          <p:cNvSpPr/>
          <p:nvPr/>
        </p:nvSpPr>
        <p:spPr>
          <a:xfrm rot="10800000">
            <a:off x="4732813" y="346649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Oval 264">
            <a:extLst>
              <a:ext uri="{FF2B5EF4-FFF2-40B4-BE49-F238E27FC236}">
                <a16:creationId xmlns:a16="http://schemas.microsoft.com/office/drawing/2014/main" id="{FD6515F5-6703-7820-B43A-2D59222D2AED}"/>
              </a:ext>
            </a:extLst>
          </p:cNvPr>
          <p:cNvSpPr/>
          <p:nvPr/>
        </p:nvSpPr>
        <p:spPr>
          <a:xfrm rot="10800000">
            <a:off x="4579539" y="3440016"/>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Oval 265">
            <a:extLst>
              <a:ext uri="{FF2B5EF4-FFF2-40B4-BE49-F238E27FC236}">
                <a16:creationId xmlns:a16="http://schemas.microsoft.com/office/drawing/2014/main" id="{0100D390-8C9B-2402-BCF3-B71F1C9B032F}"/>
              </a:ext>
            </a:extLst>
          </p:cNvPr>
          <p:cNvSpPr/>
          <p:nvPr/>
        </p:nvSpPr>
        <p:spPr>
          <a:xfrm rot="10800000">
            <a:off x="4541927" y="344749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Oval 266">
            <a:extLst>
              <a:ext uri="{FF2B5EF4-FFF2-40B4-BE49-F238E27FC236}">
                <a16:creationId xmlns:a16="http://schemas.microsoft.com/office/drawing/2014/main" id="{1E3785C4-02D4-285E-EF9E-56EDCB8055EF}"/>
              </a:ext>
            </a:extLst>
          </p:cNvPr>
          <p:cNvSpPr/>
          <p:nvPr/>
        </p:nvSpPr>
        <p:spPr>
          <a:xfrm rot="10800000">
            <a:off x="4606577" y="344353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Oval 267">
            <a:extLst>
              <a:ext uri="{FF2B5EF4-FFF2-40B4-BE49-F238E27FC236}">
                <a16:creationId xmlns:a16="http://schemas.microsoft.com/office/drawing/2014/main" id="{D0967FAC-808A-0B78-2497-AF2CF171CCEE}"/>
              </a:ext>
            </a:extLst>
          </p:cNvPr>
          <p:cNvSpPr/>
          <p:nvPr/>
        </p:nvSpPr>
        <p:spPr>
          <a:xfrm>
            <a:off x="4524029" y="345382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Oval 268">
            <a:extLst>
              <a:ext uri="{FF2B5EF4-FFF2-40B4-BE49-F238E27FC236}">
                <a16:creationId xmlns:a16="http://schemas.microsoft.com/office/drawing/2014/main" id="{20C43F49-A87D-76A2-4E7D-8E71F207AE44}"/>
              </a:ext>
            </a:extLst>
          </p:cNvPr>
          <p:cNvSpPr/>
          <p:nvPr/>
        </p:nvSpPr>
        <p:spPr>
          <a:xfrm>
            <a:off x="4556354" y="34649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Oval 269">
            <a:extLst>
              <a:ext uri="{FF2B5EF4-FFF2-40B4-BE49-F238E27FC236}">
                <a16:creationId xmlns:a16="http://schemas.microsoft.com/office/drawing/2014/main" id="{C20985FD-73C2-3B9D-23D6-7797278F68B4}"/>
              </a:ext>
            </a:extLst>
          </p:cNvPr>
          <p:cNvSpPr/>
          <p:nvPr/>
        </p:nvSpPr>
        <p:spPr>
          <a:xfrm>
            <a:off x="4582774" y="346554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Oval 270">
            <a:extLst>
              <a:ext uri="{FF2B5EF4-FFF2-40B4-BE49-F238E27FC236}">
                <a16:creationId xmlns:a16="http://schemas.microsoft.com/office/drawing/2014/main" id="{2C262FAB-CC2C-C478-0FCA-AECE3CCA03AA}"/>
              </a:ext>
            </a:extLst>
          </p:cNvPr>
          <p:cNvSpPr/>
          <p:nvPr/>
        </p:nvSpPr>
        <p:spPr>
          <a:xfrm>
            <a:off x="4470770" y="345604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Oval 271">
            <a:extLst>
              <a:ext uri="{FF2B5EF4-FFF2-40B4-BE49-F238E27FC236}">
                <a16:creationId xmlns:a16="http://schemas.microsoft.com/office/drawing/2014/main" id="{2C5E091D-955F-CD0A-3782-5A6449C00721}"/>
              </a:ext>
            </a:extLst>
          </p:cNvPr>
          <p:cNvSpPr/>
          <p:nvPr/>
        </p:nvSpPr>
        <p:spPr>
          <a:xfrm>
            <a:off x="4503601" y="344015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Oval 272">
            <a:extLst>
              <a:ext uri="{FF2B5EF4-FFF2-40B4-BE49-F238E27FC236}">
                <a16:creationId xmlns:a16="http://schemas.microsoft.com/office/drawing/2014/main" id="{AC3415C7-4DE9-5BBF-A6FA-D7107B4BE5A6}"/>
              </a:ext>
            </a:extLst>
          </p:cNvPr>
          <p:cNvSpPr/>
          <p:nvPr/>
        </p:nvSpPr>
        <p:spPr>
          <a:xfrm>
            <a:off x="4656875" y="346490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Oval 273">
            <a:extLst>
              <a:ext uri="{FF2B5EF4-FFF2-40B4-BE49-F238E27FC236}">
                <a16:creationId xmlns:a16="http://schemas.microsoft.com/office/drawing/2014/main" id="{018D5D82-53D0-A9A8-2F0E-66A1D9556970}"/>
              </a:ext>
            </a:extLst>
          </p:cNvPr>
          <p:cNvSpPr/>
          <p:nvPr/>
        </p:nvSpPr>
        <p:spPr>
          <a:xfrm>
            <a:off x="4694487" y="3457920"/>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Oval 274">
            <a:extLst>
              <a:ext uri="{FF2B5EF4-FFF2-40B4-BE49-F238E27FC236}">
                <a16:creationId xmlns:a16="http://schemas.microsoft.com/office/drawing/2014/main" id="{CE417B00-BF53-0C62-3118-DBBF61031B52}"/>
              </a:ext>
            </a:extLst>
          </p:cNvPr>
          <p:cNvSpPr/>
          <p:nvPr/>
        </p:nvSpPr>
        <p:spPr>
          <a:xfrm>
            <a:off x="4629837" y="34616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Oval 275">
            <a:extLst>
              <a:ext uri="{FF2B5EF4-FFF2-40B4-BE49-F238E27FC236}">
                <a16:creationId xmlns:a16="http://schemas.microsoft.com/office/drawing/2014/main" id="{2D5E8144-0B85-25FC-ED68-4BC693E6679D}"/>
              </a:ext>
            </a:extLst>
          </p:cNvPr>
          <p:cNvSpPr/>
          <p:nvPr/>
        </p:nvSpPr>
        <p:spPr>
          <a:xfrm rot="10800000">
            <a:off x="4255205" y="3439524"/>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Oval 276">
            <a:extLst>
              <a:ext uri="{FF2B5EF4-FFF2-40B4-BE49-F238E27FC236}">
                <a16:creationId xmlns:a16="http://schemas.microsoft.com/office/drawing/2014/main" id="{5EE370E5-6B65-C47D-4D95-3CAD87FB1FF5}"/>
              </a:ext>
            </a:extLst>
          </p:cNvPr>
          <p:cNvSpPr/>
          <p:nvPr/>
        </p:nvSpPr>
        <p:spPr>
          <a:xfrm rot="10800000">
            <a:off x="4222880" y="342767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Oval 277">
            <a:extLst>
              <a:ext uri="{FF2B5EF4-FFF2-40B4-BE49-F238E27FC236}">
                <a16:creationId xmlns:a16="http://schemas.microsoft.com/office/drawing/2014/main" id="{4275FD93-502E-C437-3749-CA4D43CFFD9E}"/>
              </a:ext>
            </a:extLst>
          </p:cNvPr>
          <p:cNvSpPr/>
          <p:nvPr/>
        </p:nvSpPr>
        <p:spPr>
          <a:xfrm rot="10800000">
            <a:off x="4196460" y="34269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Oval 278">
            <a:extLst>
              <a:ext uri="{FF2B5EF4-FFF2-40B4-BE49-F238E27FC236}">
                <a16:creationId xmlns:a16="http://schemas.microsoft.com/office/drawing/2014/main" id="{6C62555C-352E-0C69-F574-9A14916711BD}"/>
              </a:ext>
            </a:extLst>
          </p:cNvPr>
          <p:cNvSpPr/>
          <p:nvPr/>
        </p:nvSpPr>
        <p:spPr>
          <a:xfrm rot="10800000">
            <a:off x="4308464" y="343715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Oval 279">
            <a:extLst>
              <a:ext uri="{FF2B5EF4-FFF2-40B4-BE49-F238E27FC236}">
                <a16:creationId xmlns:a16="http://schemas.microsoft.com/office/drawing/2014/main" id="{C8A04339-6060-45E0-70BD-901589096E04}"/>
              </a:ext>
            </a:extLst>
          </p:cNvPr>
          <p:cNvSpPr/>
          <p:nvPr/>
        </p:nvSpPr>
        <p:spPr>
          <a:xfrm rot="10800000">
            <a:off x="4275633" y="345415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Oval 280">
            <a:extLst>
              <a:ext uri="{FF2B5EF4-FFF2-40B4-BE49-F238E27FC236}">
                <a16:creationId xmlns:a16="http://schemas.microsoft.com/office/drawing/2014/main" id="{37717E06-0645-D1F4-83B8-DC25FC14320E}"/>
              </a:ext>
            </a:extLst>
          </p:cNvPr>
          <p:cNvSpPr/>
          <p:nvPr/>
        </p:nvSpPr>
        <p:spPr>
          <a:xfrm rot="10800000">
            <a:off x="4122359" y="342767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Oval 281">
            <a:extLst>
              <a:ext uri="{FF2B5EF4-FFF2-40B4-BE49-F238E27FC236}">
                <a16:creationId xmlns:a16="http://schemas.microsoft.com/office/drawing/2014/main" id="{0D349775-C524-42F9-A70F-F4BD59D241D8}"/>
              </a:ext>
            </a:extLst>
          </p:cNvPr>
          <p:cNvSpPr/>
          <p:nvPr/>
        </p:nvSpPr>
        <p:spPr>
          <a:xfrm rot="10800000">
            <a:off x="4084747" y="3435147"/>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178CA910-0B55-DA12-0886-15E928A26B42}"/>
              </a:ext>
            </a:extLst>
          </p:cNvPr>
          <p:cNvSpPr/>
          <p:nvPr/>
        </p:nvSpPr>
        <p:spPr>
          <a:xfrm rot="10800000">
            <a:off x="4149397" y="3431193"/>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Oval 283">
            <a:extLst>
              <a:ext uri="{FF2B5EF4-FFF2-40B4-BE49-F238E27FC236}">
                <a16:creationId xmlns:a16="http://schemas.microsoft.com/office/drawing/2014/main" id="{70DF4B28-CD4F-662C-A31E-3AD4FD3ABE2A}"/>
              </a:ext>
            </a:extLst>
          </p:cNvPr>
          <p:cNvSpPr/>
          <p:nvPr/>
        </p:nvSpPr>
        <p:spPr>
          <a:xfrm>
            <a:off x="4066849" y="344148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Oval 284">
            <a:extLst>
              <a:ext uri="{FF2B5EF4-FFF2-40B4-BE49-F238E27FC236}">
                <a16:creationId xmlns:a16="http://schemas.microsoft.com/office/drawing/2014/main" id="{51FD3B14-5518-8577-45B4-7EFAD472107B}"/>
              </a:ext>
            </a:extLst>
          </p:cNvPr>
          <p:cNvSpPr/>
          <p:nvPr/>
        </p:nvSpPr>
        <p:spPr>
          <a:xfrm>
            <a:off x="4099174" y="345256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Oval 285">
            <a:extLst>
              <a:ext uri="{FF2B5EF4-FFF2-40B4-BE49-F238E27FC236}">
                <a16:creationId xmlns:a16="http://schemas.microsoft.com/office/drawing/2014/main" id="{82305A6D-A992-D948-68B5-086CC09B5D32}"/>
              </a:ext>
            </a:extLst>
          </p:cNvPr>
          <p:cNvSpPr/>
          <p:nvPr/>
        </p:nvSpPr>
        <p:spPr>
          <a:xfrm>
            <a:off x="4125594" y="345319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55F8DE59-A6FE-4A0F-741C-E860EFD89328}"/>
              </a:ext>
            </a:extLst>
          </p:cNvPr>
          <p:cNvSpPr/>
          <p:nvPr/>
        </p:nvSpPr>
        <p:spPr>
          <a:xfrm>
            <a:off x="4013590" y="344370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Oval 287">
            <a:extLst>
              <a:ext uri="{FF2B5EF4-FFF2-40B4-BE49-F238E27FC236}">
                <a16:creationId xmlns:a16="http://schemas.microsoft.com/office/drawing/2014/main" id="{E9FC76F5-FC9C-C90B-32A7-3FC06B9B44EE}"/>
              </a:ext>
            </a:extLst>
          </p:cNvPr>
          <p:cNvSpPr/>
          <p:nvPr/>
        </p:nvSpPr>
        <p:spPr>
          <a:xfrm>
            <a:off x="4046421" y="34278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Oval 288">
            <a:extLst>
              <a:ext uri="{FF2B5EF4-FFF2-40B4-BE49-F238E27FC236}">
                <a16:creationId xmlns:a16="http://schemas.microsoft.com/office/drawing/2014/main" id="{A4F4BF6A-1B8F-FF15-1196-C0BF22D7AF94}"/>
              </a:ext>
            </a:extLst>
          </p:cNvPr>
          <p:cNvSpPr/>
          <p:nvPr/>
        </p:nvSpPr>
        <p:spPr>
          <a:xfrm>
            <a:off x="4199695" y="345256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Oval 289">
            <a:extLst>
              <a:ext uri="{FF2B5EF4-FFF2-40B4-BE49-F238E27FC236}">
                <a16:creationId xmlns:a16="http://schemas.microsoft.com/office/drawing/2014/main" id="{2EE545F3-584F-3949-B45C-0F69FCD54116}"/>
              </a:ext>
            </a:extLst>
          </p:cNvPr>
          <p:cNvSpPr/>
          <p:nvPr/>
        </p:nvSpPr>
        <p:spPr>
          <a:xfrm>
            <a:off x="4237307" y="344557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Oval 290">
            <a:extLst>
              <a:ext uri="{FF2B5EF4-FFF2-40B4-BE49-F238E27FC236}">
                <a16:creationId xmlns:a16="http://schemas.microsoft.com/office/drawing/2014/main" id="{7D519AB2-85E4-A162-894D-954221BC35D4}"/>
              </a:ext>
            </a:extLst>
          </p:cNvPr>
          <p:cNvSpPr/>
          <p:nvPr/>
        </p:nvSpPr>
        <p:spPr>
          <a:xfrm>
            <a:off x="4172657" y="34492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Oval 291">
            <a:extLst>
              <a:ext uri="{FF2B5EF4-FFF2-40B4-BE49-F238E27FC236}">
                <a16:creationId xmlns:a16="http://schemas.microsoft.com/office/drawing/2014/main" id="{7EAD9F65-6DBA-F4DF-2B68-E5134F44C8AF}"/>
              </a:ext>
            </a:extLst>
          </p:cNvPr>
          <p:cNvSpPr/>
          <p:nvPr/>
        </p:nvSpPr>
        <p:spPr>
          <a:xfrm rot="10800000">
            <a:off x="3363020" y="3286895"/>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Oval 292">
            <a:extLst>
              <a:ext uri="{FF2B5EF4-FFF2-40B4-BE49-F238E27FC236}">
                <a16:creationId xmlns:a16="http://schemas.microsoft.com/office/drawing/2014/main" id="{10BE85FE-44D9-0923-83FE-81B8A49EA295}"/>
              </a:ext>
            </a:extLst>
          </p:cNvPr>
          <p:cNvSpPr/>
          <p:nvPr/>
        </p:nvSpPr>
        <p:spPr>
          <a:xfrm rot="10800000">
            <a:off x="3344073" y="3265549"/>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Oval 293">
            <a:extLst>
              <a:ext uri="{FF2B5EF4-FFF2-40B4-BE49-F238E27FC236}">
                <a16:creationId xmlns:a16="http://schemas.microsoft.com/office/drawing/2014/main" id="{1965620E-860C-112D-6430-2494C2353F00}"/>
              </a:ext>
            </a:extLst>
          </p:cNvPr>
          <p:cNvSpPr/>
          <p:nvPr/>
        </p:nvSpPr>
        <p:spPr>
          <a:xfrm rot="10800000">
            <a:off x="3328587" y="3264328"/>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Oval 294">
            <a:extLst>
              <a:ext uri="{FF2B5EF4-FFF2-40B4-BE49-F238E27FC236}">
                <a16:creationId xmlns:a16="http://schemas.microsoft.com/office/drawing/2014/main" id="{16ECD706-9D0A-213C-E0A9-306E2292692C}"/>
              </a:ext>
            </a:extLst>
          </p:cNvPr>
          <p:cNvSpPr/>
          <p:nvPr/>
        </p:nvSpPr>
        <p:spPr>
          <a:xfrm rot="10800000">
            <a:off x="3394238" y="3282626"/>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Oval 295">
            <a:extLst>
              <a:ext uri="{FF2B5EF4-FFF2-40B4-BE49-F238E27FC236}">
                <a16:creationId xmlns:a16="http://schemas.microsoft.com/office/drawing/2014/main" id="{8B11E030-99FD-EB0A-BB73-701A9FBE128A}"/>
              </a:ext>
            </a:extLst>
          </p:cNvPr>
          <p:cNvSpPr/>
          <p:nvPr/>
        </p:nvSpPr>
        <p:spPr>
          <a:xfrm rot="10800000">
            <a:off x="3374994" y="3313243"/>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Oval 296">
            <a:extLst>
              <a:ext uri="{FF2B5EF4-FFF2-40B4-BE49-F238E27FC236}">
                <a16:creationId xmlns:a16="http://schemas.microsoft.com/office/drawing/2014/main" id="{5ECBF16B-8D44-019A-0606-CBAB3FD92ADA}"/>
              </a:ext>
            </a:extLst>
          </p:cNvPr>
          <p:cNvSpPr/>
          <p:nvPr/>
        </p:nvSpPr>
        <p:spPr>
          <a:xfrm rot="10800000">
            <a:off x="3285152" y="3265551"/>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Oval 297">
            <a:extLst>
              <a:ext uri="{FF2B5EF4-FFF2-40B4-BE49-F238E27FC236}">
                <a16:creationId xmlns:a16="http://schemas.microsoft.com/office/drawing/2014/main" id="{88A250F1-1195-8DAE-8769-F5AB6379E7C6}"/>
              </a:ext>
            </a:extLst>
          </p:cNvPr>
          <p:cNvSpPr/>
          <p:nvPr/>
        </p:nvSpPr>
        <p:spPr>
          <a:xfrm rot="10800000">
            <a:off x="3263106" y="3279014"/>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Oval 298">
            <a:extLst>
              <a:ext uri="{FF2B5EF4-FFF2-40B4-BE49-F238E27FC236}">
                <a16:creationId xmlns:a16="http://schemas.microsoft.com/office/drawing/2014/main" id="{649F9056-A62C-722B-4B47-7D55F3C0BC27}"/>
              </a:ext>
            </a:extLst>
          </p:cNvPr>
          <p:cNvSpPr/>
          <p:nvPr/>
        </p:nvSpPr>
        <p:spPr>
          <a:xfrm rot="10800000">
            <a:off x="3301001" y="3271892"/>
            <a:ext cx="10720" cy="35232"/>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Oval 299">
            <a:extLst>
              <a:ext uri="{FF2B5EF4-FFF2-40B4-BE49-F238E27FC236}">
                <a16:creationId xmlns:a16="http://schemas.microsoft.com/office/drawing/2014/main" id="{817CEAB1-6723-D054-A508-239F952960C7}"/>
              </a:ext>
            </a:extLst>
          </p:cNvPr>
          <p:cNvSpPr/>
          <p:nvPr/>
        </p:nvSpPr>
        <p:spPr>
          <a:xfrm rot="10800000">
            <a:off x="3451931" y="3669231"/>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Oval 300">
            <a:extLst>
              <a:ext uri="{FF2B5EF4-FFF2-40B4-BE49-F238E27FC236}">
                <a16:creationId xmlns:a16="http://schemas.microsoft.com/office/drawing/2014/main" id="{3E55313D-EAA9-B63E-02DB-FAB282C19944}"/>
              </a:ext>
            </a:extLst>
          </p:cNvPr>
          <p:cNvSpPr/>
          <p:nvPr/>
        </p:nvSpPr>
        <p:spPr>
          <a:xfrm rot="10800000">
            <a:off x="3419606" y="364828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Oval 301">
            <a:extLst>
              <a:ext uri="{FF2B5EF4-FFF2-40B4-BE49-F238E27FC236}">
                <a16:creationId xmlns:a16="http://schemas.microsoft.com/office/drawing/2014/main" id="{EAB22F16-A4C9-F8D9-92C8-CE679C8AC350}"/>
              </a:ext>
            </a:extLst>
          </p:cNvPr>
          <p:cNvSpPr/>
          <p:nvPr/>
        </p:nvSpPr>
        <p:spPr>
          <a:xfrm rot="10800000">
            <a:off x="3393186" y="3647091"/>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Oval 302">
            <a:extLst>
              <a:ext uri="{FF2B5EF4-FFF2-40B4-BE49-F238E27FC236}">
                <a16:creationId xmlns:a16="http://schemas.microsoft.com/office/drawing/2014/main" id="{A578C56B-A4DD-C81C-C587-91E6A99D9309}"/>
              </a:ext>
            </a:extLst>
          </p:cNvPr>
          <p:cNvSpPr/>
          <p:nvPr/>
        </p:nvSpPr>
        <p:spPr>
          <a:xfrm rot="10800000">
            <a:off x="3505190" y="3665043"/>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Oval 303">
            <a:extLst>
              <a:ext uri="{FF2B5EF4-FFF2-40B4-BE49-F238E27FC236}">
                <a16:creationId xmlns:a16="http://schemas.microsoft.com/office/drawing/2014/main" id="{1B20E5AC-5D39-D30E-7C65-03B80D2A7CD9}"/>
              </a:ext>
            </a:extLst>
          </p:cNvPr>
          <p:cNvSpPr/>
          <p:nvPr/>
        </p:nvSpPr>
        <p:spPr>
          <a:xfrm rot="10800000">
            <a:off x="3472359" y="3695080"/>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Oval 304">
            <a:extLst>
              <a:ext uri="{FF2B5EF4-FFF2-40B4-BE49-F238E27FC236}">
                <a16:creationId xmlns:a16="http://schemas.microsoft.com/office/drawing/2014/main" id="{815B1BC2-193F-A641-09C4-F22A32933E97}"/>
              </a:ext>
            </a:extLst>
          </p:cNvPr>
          <p:cNvSpPr/>
          <p:nvPr/>
        </p:nvSpPr>
        <p:spPr>
          <a:xfrm rot="10800000">
            <a:off x="3319085" y="3648291"/>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Oval 305">
            <a:extLst>
              <a:ext uri="{FF2B5EF4-FFF2-40B4-BE49-F238E27FC236}">
                <a16:creationId xmlns:a16="http://schemas.microsoft.com/office/drawing/2014/main" id="{5781F929-4684-1C7A-352F-0A0A54C57A2F}"/>
              </a:ext>
            </a:extLst>
          </p:cNvPr>
          <p:cNvSpPr/>
          <p:nvPr/>
        </p:nvSpPr>
        <p:spPr>
          <a:xfrm rot="10800000">
            <a:off x="3281473" y="3661499"/>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Oval 306">
            <a:extLst>
              <a:ext uri="{FF2B5EF4-FFF2-40B4-BE49-F238E27FC236}">
                <a16:creationId xmlns:a16="http://schemas.microsoft.com/office/drawing/2014/main" id="{5C54F200-4C74-6C61-302F-A838420F92A4}"/>
              </a:ext>
            </a:extLst>
          </p:cNvPr>
          <p:cNvSpPr/>
          <p:nvPr/>
        </p:nvSpPr>
        <p:spPr>
          <a:xfrm rot="10800000">
            <a:off x="3346123" y="3654511"/>
            <a:ext cx="18288" cy="34566"/>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Oval 307">
            <a:extLst>
              <a:ext uri="{FF2B5EF4-FFF2-40B4-BE49-F238E27FC236}">
                <a16:creationId xmlns:a16="http://schemas.microsoft.com/office/drawing/2014/main" id="{CCCB9314-30F9-2113-A3D4-5B39F543AAFE}"/>
              </a:ext>
            </a:extLst>
          </p:cNvPr>
          <p:cNvSpPr/>
          <p:nvPr/>
        </p:nvSpPr>
        <p:spPr>
          <a:xfrm>
            <a:off x="3263576" y="3672071"/>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Oval 308">
            <a:extLst>
              <a:ext uri="{FF2B5EF4-FFF2-40B4-BE49-F238E27FC236}">
                <a16:creationId xmlns:a16="http://schemas.microsoft.com/office/drawing/2014/main" id="{752EEE5D-5BBE-C3C2-323B-24AEF4BD7D5A}"/>
              </a:ext>
            </a:extLst>
          </p:cNvPr>
          <p:cNvSpPr/>
          <p:nvPr/>
        </p:nvSpPr>
        <p:spPr>
          <a:xfrm>
            <a:off x="3295901" y="3691649"/>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Oval 309">
            <a:extLst>
              <a:ext uri="{FF2B5EF4-FFF2-40B4-BE49-F238E27FC236}">
                <a16:creationId xmlns:a16="http://schemas.microsoft.com/office/drawing/2014/main" id="{C7669C1E-841A-570F-2BC4-A1C50D7F5D65}"/>
              </a:ext>
            </a:extLst>
          </p:cNvPr>
          <p:cNvSpPr/>
          <p:nvPr/>
        </p:nvSpPr>
        <p:spPr>
          <a:xfrm>
            <a:off x="3322321" y="3692769"/>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Oval 310">
            <a:extLst>
              <a:ext uri="{FF2B5EF4-FFF2-40B4-BE49-F238E27FC236}">
                <a16:creationId xmlns:a16="http://schemas.microsoft.com/office/drawing/2014/main" id="{FDCCF35E-6C0C-FD37-5994-6348340A3420}"/>
              </a:ext>
            </a:extLst>
          </p:cNvPr>
          <p:cNvSpPr/>
          <p:nvPr/>
        </p:nvSpPr>
        <p:spPr>
          <a:xfrm>
            <a:off x="3210317" y="367598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Oval 311">
            <a:extLst>
              <a:ext uri="{FF2B5EF4-FFF2-40B4-BE49-F238E27FC236}">
                <a16:creationId xmlns:a16="http://schemas.microsoft.com/office/drawing/2014/main" id="{CEA529F7-BF10-3D11-1C61-10A1FDD5F315}"/>
              </a:ext>
            </a:extLst>
          </p:cNvPr>
          <p:cNvSpPr/>
          <p:nvPr/>
        </p:nvSpPr>
        <p:spPr>
          <a:xfrm>
            <a:off x="3243148" y="364790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Oval 312">
            <a:extLst>
              <a:ext uri="{FF2B5EF4-FFF2-40B4-BE49-F238E27FC236}">
                <a16:creationId xmlns:a16="http://schemas.microsoft.com/office/drawing/2014/main" id="{4EF73B54-8935-44AD-2EFE-2ECDAB9B7548}"/>
              </a:ext>
            </a:extLst>
          </p:cNvPr>
          <p:cNvSpPr/>
          <p:nvPr/>
        </p:nvSpPr>
        <p:spPr>
          <a:xfrm>
            <a:off x="3396422" y="3691647"/>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Oval 313">
            <a:extLst>
              <a:ext uri="{FF2B5EF4-FFF2-40B4-BE49-F238E27FC236}">
                <a16:creationId xmlns:a16="http://schemas.microsoft.com/office/drawing/2014/main" id="{261AB08E-50AB-CF71-F90D-D92255D4C7D0}"/>
              </a:ext>
            </a:extLst>
          </p:cNvPr>
          <p:cNvSpPr/>
          <p:nvPr/>
        </p:nvSpPr>
        <p:spPr>
          <a:xfrm>
            <a:off x="3434034" y="3679300"/>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Oval 314">
            <a:extLst>
              <a:ext uri="{FF2B5EF4-FFF2-40B4-BE49-F238E27FC236}">
                <a16:creationId xmlns:a16="http://schemas.microsoft.com/office/drawing/2014/main" id="{C198F8CD-6CFD-60CB-EDE0-29D7BB668753}"/>
              </a:ext>
            </a:extLst>
          </p:cNvPr>
          <p:cNvSpPr/>
          <p:nvPr/>
        </p:nvSpPr>
        <p:spPr>
          <a:xfrm>
            <a:off x="3369384" y="3685832"/>
            <a:ext cx="18288" cy="3231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Oval 315">
            <a:extLst>
              <a:ext uri="{FF2B5EF4-FFF2-40B4-BE49-F238E27FC236}">
                <a16:creationId xmlns:a16="http://schemas.microsoft.com/office/drawing/2014/main" id="{3283E1C4-FEAB-D568-DF75-9B1F651203AF}"/>
              </a:ext>
            </a:extLst>
          </p:cNvPr>
          <p:cNvSpPr/>
          <p:nvPr/>
        </p:nvSpPr>
        <p:spPr>
          <a:xfrm rot="10800000">
            <a:off x="4045519" y="3083632"/>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Oval 316">
            <a:extLst>
              <a:ext uri="{FF2B5EF4-FFF2-40B4-BE49-F238E27FC236}">
                <a16:creationId xmlns:a16="http://schemas.microsoft.com/office/drawing/2014/main" id="{979BBBE1-3C12-A886-816F-626976C7BDE7}"/>
              </a:ext>
            </a:extLst>
          </p:cNvPr>
          <p:cNvSpPr/>
          <p:nvPr/>
        </p:nvSpPr>
        <p:spPr>
          <a:xfrm rot="10800000">
            <a:off x="4013194" y="3071779"/>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Oval 317">
            <a:extLst>
              <a:ext uri="{FF2B5EF4-FFF2-40B4-BE49-F238E27FC236}">
                <a16:creationId xmlns:a16="http://schemas.microsoft.com/office/drawing/2014/main" id="{3D119C4F-06AA-49FC-1B4E-0D275C94B9B2}"/>
              </a:ext>
            </a:extLst>
          </p:cNvPr>
          <p:cNvSpPr/>
          <p:nvPr/>
        </p:nvSpPr>
        <p:spPr>
          <a:xfrm rot="10800000">
            <a:off x="3986774" y="30711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Oval 318">
            <a:extLst>
              <a:ext uri="{FF2B5EF4-FFF2-40B4-BE49-F238E27FC236}">
                <a16:creationId xmlns:a16="http://schemas.microsoft.com/office/drawing/2014/main" id="{79B61043-5F55-0590-C4FD-B7AA2139843E}"/>
              </a:ext>
            </a:extLst>
          </p:cNvPr>
          <p:cNvSpPr/>
          <p:nvPr/>
        </p:nvSpPr>
        <p:spPr>
          <a:xfrm rot="10800000">
            <a:off x="4098778" y="3081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Oval 319">
            <a:extLst>
              <a:ext uri="{FF2B5EF4-FFF2-40B4-BE49-F238E27FC236}">
                <a16:creationId xmlns:a16="http://schemas.microsoft.com/office/drawing/2014/main" id="{E857AD3C-8EC6-A1A9-10CD-177DBF8C71D6}"/>
              </a:ext>
            </a:extLst>
          </p:cNvPr>
          <p:cNvSpPr/>
          <p:nvPr/>
        </p:nvSpPr>
        <p:spPr>
          <a:xfrm rot="10800000">
            <a:off x="4065947" y="309826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Oval 320">
            <a:extLst>
              <a:ext uri="{FF2B5EF4-FFF2-40B4-BE49-F238E27FC236}">
                <a16:creationId xmlns:a16="http://schemas.microsoft.com/office/drawing/2014/main" id="{040C1EE9-B4F3-2759-D4EA-0CEFB0D33A24}"/>
              </a:ext>
            </a:extLst>
          </p:cNvPr>
          <p:cNvSpPr/>
          <p:nvPr/>
        </p:nvSpPr>
        <p:spPr>
          <a:xfrm rot="10800000">
            <a:off x="3912673" y="3071780"/>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Oval 321">
            <a:extLst>
              <a:ext uri="{FF2B5EF4-FFF2-40B4-BE49-F238E27FC236}">
                <a16:creationId xmlns:a16="http://schemas.microsoft.com/office/drawing/2014/main" id="{F3F5FD47-CE19-D9D1-D6C2-651CEDE5F86D}"/>
              </a:ext>
            </a:extLst>
          </p:cNvPr>
          <p:cNvSpPr/>
          <p:nvPr/>
        </p:nvSpPr>
        <p:spPr>
          <a:xfrm rot="10800000">
            <a:off x="3875061" y="3079255"/>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Oval 322">
            <a:extLst>
              <a:ext uri="{FF2B5EF4-FFF2-40B4-BE49-F238E27FC236}">
                <a16:creationId xmlns:a16="http://schemas.microsoft.com/office/drawing/2014/main" id="{E7C43442-446D-6536-A45A-A6EA286AA5E8}"/>
              </a:ext>
            </a:extLst>
          </p:cNvPr>
          <p:cNvSpPr/>
          <p:nvPr/>
        </p:nvSpPr>
        <p:spPr>
          <a:xfrm rot="10800000">
            <a:off x="3939711" y="3075301"/>
            <a:ext cx="18288" cy="19563"/>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Oval 323">
            <a:extLst>
              <a:ext uri="{FF2B5EF4-FFF2-40B4-BE49-F238E27FC236}">
                <a16:creationId xmlns:a16="http://schemas.microsoft.com/office/drawing/2014/main" id="{F9FEF3FD-618B-8D12-E8F4-BC6F91A8ADC3}"/>
              </a:ext>
            </a:extLst>
          </p:cNvPr>
          <p:cNvSpPr/>
          <p:nvPr/>
        </p:nvSpPr>
        <p:spPr>
          <a:xfrm>
            <a:off x="3857163" y="308559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Oval 324">
            <a:extLst>
              <a:ext uri="{FF2B5EF4-FFF2-40B4-BE49-F238E27FC236}">
                <a16:creationId xmlns:a16="http://schemas.microsoft.com/office/drawing/2014/main" id="{E4F590C5-9A03-9A49-0901-FCB29254E9D6}"/>
              </a:ext>
            </a:extLst>
          </p:cNvPr>
          <p:cNvSpPr/>
          <p:nvPr/>
        </p:nvSpPr>
        <p:spPr>
          <a:xfrm>
            <a:off x="3889488" y="309667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Oval 325">
            <a:extLst>
              <a:ext uri="{FF2B5EF4-FFF2-40B4-BE49-F238E27FC236}">
                <a16:creationId xmlns:a16="http://schemas.microsoft.com/office/drawing/2014/main" id="{C59C59DD-BB4F-1C47-7923-C4F15A3CB9E0}"/>
              </a:ext>
            </a:extLst>
          </p:cNvPr>
          <p:cNvSpPr/>
          <p:nvPr/>
        </p:nvSpPr>
        <p:spPr>
          <a:xfrm>
            <a:off x="3915908" y="309730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Oval 326">
            <a:extLst>
              <a:ext uri="{FF2B5EF4-FFF2-40B4-BE49-F238E27FC236}">
                <a16:creationId xmlns:a16="http://schemas.microsoft.com/office/drawing/2014/main" id="{9A461494-C57D-839F-D9BD-07F5843BA749}"/>
              </a:ext>
            </a:extLst>
          </p:cNvPr>
          <p:cNvSpPr/>
          <p:nvPr/>
        </p:nvSpPr>
        <p:spPr>
          <a:xfrm>
            <a:off x="3803904" y="3087809"/>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Oval 327">
            <a:extLst>
              <a:ext uri="{FF2B5EF4-FFF2-40B4-BE49-F238E27FC236}">
                <a16:creationId xmlns:a16="http://schemas.microsoft.com/office/drawing/2014/main" id="{C8E46F87-3239-DADB-19EE-B18DBEB768FB}"/>
              </a:ext>
            </a:extLst>
          </p:cNvPr>
          <p:cNvSpPr/>
          <p:nvPr/>
        </p:nvSpPr>
        <p:spPr>
          <a:xfrm>
            <a:off x="3836735" y="307191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Oval 328">
            <a:extLst>
              <a:ext uri="{FF2B5EF4-FFF2-40B4-BE49-F238E27FC236}">
                <a16:creationId xmlns:a16="http://schemas.microsoft.com/office/drawing/2014/main" id="{8D9EF9D4-BFD5-EC06-94C9-09CF23AC18AD}"/>
              </a:ext>
            </a:extLst>
          </p:cNvPr>
          <p:cNvSpPr/>
          <p:nvPr/>
        </p:nvSpPr>
        <p:spPr>
          <a:xfrm>
            <a:off x="3990009" y="3096672"/>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Oval 329">
            <a:extLst>
              <a:ext uri="{FF2B5EF4-FFF2-40B4-BE49-F238E27FC236}">
                <a16:creationId xmlns:a16="http://schemas.microsoft.com/office/drawing/2014/main" id="{D4B357B6-CBB8-DE5E-1C2F-D6AAE042EDE4}"/>
              </a:ext>
            </a:extLst>
          </p:cNvPr>
          <p:cNvSpPr/>
          <p:nvPr/>
        </p:nvSpPr>
        <p:spPr>
          <a:xfrm>
            <a:off x="4027621" y="3089684"/>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Oval 330">
            <a:extLst>
              <a:ext uri="{FF2B5EF4-FFF2-40B4-BE49-F238E27FC236}">
                <a16:creationId xmlns:a16="http://schemas.microsoft.com/office/drawing/2014/main" id="{8B4B508E-6361-5FD0-CCA5-EFE64AD3639C}"/>
              </a:ext>
            </a:extLst>
          </p:cNvPr>
          <p:cNvSpPr/>
          <p:nvPr/>
        </p:nvSpPr>
        <p:spPr>
          <a:xfrm>
            <a:off x="3962971" y="30933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2" name="Group 331">
            <a:extLst>
              <a:ext uri="{FF2B5EF4-FFF2-40B4-BE49-F238E27FC236}">
                <a16:creationId xmlns:a16="http://schemas.microsoft.com/office/drawing/2014/main" id="{734808CA-CBC8-2690-0B28-8A2497295E92}"/>
              </a:ext>
            </a:extLst>
          </p:cNvPr>
          <p:cNvGrpSpPr/>
          <p:nvPr/>
        </p:nvGrpSpPr>
        <p:grpSpPr>
          <a:xfrm rot="13181925">
            <a:off x="3446020" y="3718441"/>
            <a:ext cx="242005" cy="46723"/>
            <a:chOff x="7979724" y="3580291"/>
            <a:chExt cx="242005" cy="43678"/>
          </a:xfrm>
        </p:grpSpPr>
        <p:sp>
          <p:nvSpPr>
            <p:cNvPr id="599" name="Oval 598">
              <a:extLst>
                <a:ext uri="{FF2B5EF4-FFF2-40B4-BE49-F238E27FC236}">
                  <a16:creationId xmlns:a16="http://schemas.microsoft.com/office/drawing/2014/main" id="{0D60414E-E912-9070-F659-647A2DDFA35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Oval 599">
              <a:extLst>
                <a:ext uri="{FF2B5EF4-FFF2-40B4-BE49-F238E27FC236}">
                  <a16:creationId xmlns:a16="http://schemas.microsoft.com/office/drawing/2014/main" id="{B0182331-348B-B25B-CF6C-8B5319FC685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Oval 600">
              <a:extLst>
                <a:ext uri="{FF2B5EF4-FFF2-40B4-BE49-F238E27FC236}">
                  <a16:creationId xmlns:a16="http://schemas.microsoft.com/office/drawing/2014/main" id="{3317A591-6A2F-A2AD-DEDD-A338ED1DD96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Oval 601">
              <a:extLst>
                <a:ext uri="{FF2B5EF4-FFF2-40B4-BE49-F238E27FC236}">
                  <a16:creationId xmlns:a16="http://schemas.microsoft.com/office/drawing/2014/main" id="{10860C2D-228C-6C3F-034F-07535A4FD58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Oval 602">
              <a:extLst>
                <a:ext uri="{FF2B5EF4-FFF2-40B4-BE49-F238E27FC236}">
                  <a16:creationId xmlns:a16="http://schemas.microsoft.com/office/drawing/2014/main" id="{E14BB3A6-1B29-5BFB-8843-4B03E91AF49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Oval 603">
              <a:extLst>
                <a:ext uri="{FF2B5EF4-FFF2-40B4-BE49-F238E27FC236}">
                  <a16:creationId xmlns:a16="http://schemas.microsoft.com/office/drawing/2014/main" id="{4EE53482-57C8-3106-52FC-50402B4701A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Oval 604">
              <a:extLst>
                <a:ext uri="{FF2B5EF4-FFF2-40B4-BE49-F238E27FC236}">
                  <a16:creationId xmlns:a16="http://schemas.microsoft.com/office/drawing/2014/main" id="{B20ECF85-0DA4-83A8-7970-3EAAD97FD46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6" name="Oval 605">
              <a:extLst>
                <a:ext uri="{FF2B5EF4-FFF2-40B4-BE49-F238E27FC236}">
                  <a16:creationId xmlns:a16="http://schemas.microsoft.com/office/drawing/2014/main" id="{57EFC096-3EB4-7563-F9F6-420CD179760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3" name="Oval 332">
            <a:extLst>
              <a:ext uri="{FF2B5EF4-FFF2-40B4-BE49-F238E27FC236}">
                <a16:creationId xmlns:a16="http://schemas.microsoft.com/office/drawing/2014/main" id="{4C874566-2AFB-F1F4-B0E0-3966A0CC0251}"/>
              </a:ext>
            </a:extLst>
          </p:cNvPr>
          <p:cNvSpPr/>
          <p:nvPr/>
        </p:nvSpPr>
        <p:spPr>
          <a:xfrm rot="13181925">
            <a:off x="3791073" y="3082020"/>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Oval 333">
            <a:extLst>
              <a:ext uri="{FF2B5EF4-FFF2-40B4-BE49-F238E27FC236}">
                <a16:creationId xmlns:a16="http://schemas.microsoft.com/office/drawing/2014/main" id="{B4136AB9-F5C7-E3A9-3570-9B6F6386BF8C}"/>
              </a:ext>
            </a:extLst>
          </p:cNvPr>
          <p:cNvSpPr/>
          <p:nvPr/>
        </p:nvSpPr>
        <p:spPr>
          <a:xfrm rot="13181925">
            <a:off x="3781925" y="3056463"/>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Oval 334">
            <a:extLst>
              <a:ext uri="{FF2B5EF4-FFF2-40B4-BE49-F238E27FC236}">
                <a16:creationId xmlns:a16="http://schemas.microsoft.com/office/drawing/2014/main" id="{D30DC7D8-E233-EC3E-4290-0162790FC070}"/>
              </a:ext>
            </a:extLst>
          </p:cNvPr>
          <p:cNvSpPr/>
          <p:nvPr/>
        </p:nvSpPr>
        <p:spPr>
          <a:xfrm rot="13181925">
            <a:off x="3767737" y="304365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Oval 335">
            <a:extLst>
              <a:ext uri="{FF2B5EF4-FFF2-40B4-BE49-F238E27FC236}">
                <a16:creationId xmlns:a16="http://schemas.microsoft.com/office/drawing/2014/main" id="{344C6A04-DD43-2A58-38A2-CF6D2F303AB3}"/>
              </a:ext>
            </a:extLst>
          </p:cNvPr>
          <p:cNvSpPr/>
          <p:nvPr/>
        </p:nvSpPr>
        <p:spPr>
          <a:xfrm rot="13181925">
            <a:off x="3822457" y="3104481"/>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Oval 336">
            <a:extLst>
              <a:ext uri="{FF2B5EF4-FFF2-40B4-BE49-F238E27FC236}">
                <a16:creationId xmlns:a16="http://schemas.microsoft.com/office/drawing/2014/main" id="{FF07743E-702C-668E-4FC1-9FB253DB0B3F}"/>
              </a:ext>
            </a:extLst>
          </p:cNvPr>
          <p:cNvSpPr/>
          <p:nvPr/>
        </p:nvSpPr>
        <p:spPr>
          <a:xfrm rot="13181925">
            <a:off x="3791538" y="310457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Oval 337">
            <a:extLst>
              <a:ext uri="{FF2B5EF4-FFF2-40B4-BE49-F238E27FC236}">
                <a16:creationId xmlns:a16="http://schemas.microsoft.com/office/drawing/2014/main" id="{62A90901-83B2-7CA1-6AA0-842D68E9E185}"/>
              </a:ext>
            </a:extLst>
          </p:cNvPr>
          <p:cNvSpPr/>
          <p:nvPr/>
        </p:nvSpPr>
        <p:spPr>
          <a:xfrm rot="13181925">
            <a:off x="3726023" y="3010056"/>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Oval 338">
            <a:extLst>
              <a:ext uri="{FF2B5EF4-FFF2-40B4-BE49-F238E27FC236}">
                <a16:creationId xmlns:a16="http://schemas.microsoft.com/office/drawing/2014/main" id="{565EA9DB-25A0-AD14-7CC0-BAEDB42E09E2}"/>
              </a:ext>
            </a:extLst>
          </p:cNvPr>
          <p:cNvSpPr/>
          <p:nvPr/>
        </p:nvSpPr>
        <p:spPr>
          <a:xfrm rot="13181925">
            <a:off x="3699539" y="2999398"/>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Oval 339">
            <a:extLst>
              <a:ext uri="{FF2B5EF4-FFF2-40B4-BE49-F238E27FC236}">
                <a16:creationId xmlns:a16="http://schemas.microsoft.com/office/drawing/2014/main" id="{02CDBCB5-9749-3BC0-4C72-F85DDBA3F2CD}"/>
              </a:ext>
            </a:extLst>
          </p:cNvPr>
          <p:cNvSpPr/>
          <p:nvPr/>
        </p:nvSpPr>
        <p:spPr>
          <a:xfrm rot="13181925">
            <a:off x="3738437" y="3025697"/>
            <a:ext cx="13218" cy="22811"/>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Oval 340">
            <a:extLst>
              <a:ext uri="{FF2B5EF4-FFF2-40B4-BE49-F238E27FC236}">
                <a16:creationId xmlns:a16="http://schemas.microsoft.com/office/drawing/2014/main" id="{1E918236-9610-50DF-A663-8CB77291557A}"/>
              </a:ext>
            </a:extLst>
          </p:cNvPr>
          <p:cNvSpPr/>
          <p:nvPr/>
        </p:nvSpPr>
        <p:spPr>
          <a:xfrm rot="8224268">
            <a:off x="3213797" y="3685317"/>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Oval 341">
            <a:extLst>
              <a:ext uri="{FF2B5EF4-FFF2-40B4-BE49-F238E27FC236}">
                <a16:creationId xmlns:a16="http://schemas.microsoft.com/office/drawing/2014/main" id="{87030CA0-0F8F-7BC5-326D-43B046F88BA4}"/>
              </a:ext>
            </a:extLst>
          </p:cNvPr>
          <p:cNvSpPr/>
          <p:nvPr/>
        </p:nvSpPr>
        <p:spPr>
          <a:xfrm rot="8224268">
            <a:off x="3185929" y="3683366"/>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Oval 342">
            <a:extLst>
              <a:ext uri="{FF2B5EF4-FFF2-40B4-BE49-F238E27FC236}">
                <a16:creationId xmlns:a16="http://schemas.microsoft.com/office/drawing/2014/main" id="{6A45D951-782B-3FCB-7733-18C377D0EE72}"/>
              </a:ext>
            </a:extLst>
          </p:cNvPr>
          <p:cNvSpPr/>
          <p:nvPr/>
        </p:nvSpPr>
        <p:spPr>
          <a:xfrm rot="8224268">
            <a:off x="3173718" y="3693130"/>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Oval 343">
            <a:extLst>
              <a:ext uri="{FF2B5EF4-FFF2-40B4-BE49-F238E27FC236}">
                <a16:creationId xmlns:a16="http://schemas.microsoft.com/office/drawing/2014/main" id="{4AF28AC9-8E7E-CA0A-505C-4F58019A5F5E}"/>
              </a:ext>
            </a:extLst>
          </p:cNvPr>
          <p:cNvSpPr/>
          <p:nvPr/>
        </p:nvSpPr>
        <p:spPr>
          <a:xfrm rot="8224268">
            <a:off x="3234030" y="366092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Oval 344">
            <a:extLst>
              <a:ext uri="{FF2B5EF4-FFF2-40B4-BE49-F238E27FC236}">
                <a16:creationId xmlns:a16="http://schemas.microsoft.com/office/drawing/2014/main" id="{D3A525CB-A2F7-53DE-19A0-07CB06D3665E}"/>
              </a:ext>
            </a:extLst>
          </p:cNvPr>
          <p:cNvSpPr/>
          <p:nvPr/>
        </p:nvSpPr>
        <p:spPr>
          <a:xfrm rot="8224268">
            <a:off x="3239782" y="3695552"/>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Oval 345">
            <a:extLst>
              <a:ext uri="{FF2B5EF4-FFF2-40B4-BE49-F238E27FC236}">
                <a16:creationId xmlns:a16="http://schemas.microsoft.com/office/drawing/2014/main" id="{2DA1DB06-CBB7-AE80-1B83-BC85C2F9B394}"/>
              </a:ext>
            </a:extLst>
          </p:cNvPr>
          <p:cNvSpPr/>
          <p:nvPr/>
        </p:nvSpPr>
        <p:spPr>
          <a:xfrm rot="8224268">
            <a:off x="3142496" y="3723770"/>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Oval 347">
            <a:extLst>
              <a:ext uri="{FF2B5EF4-FFF2-40B4-BE49-F238E27FC236}">
                <a16:creationId xmlns:a16="http://schemas.microsoft.com/office/drawing/2014/main" id="{736D8FB2-A45C-B85A-9758-3370C06340D3}"/>
              </a:ext>
            </a:extLst>
          </p:cNvPr>
          <p:cNvSpPr/>
          <p:nvPr/>
        </p:nvSpPr>
        <p:spPr>
          <a:xfrm rot="8224268">
            <a:off x="3158307" y="3717341"/>
            <a:ext cx="10792" cy="33687"/>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9" name="Group 348">
            <a:extLst>
              <a:ext uri="{FF2B5EF4-FFF2-40B4-BE49-F238E27FC236}">
                <a16:creationId xmlns:a16="http://schemas.microsoft.com/office/drawing/2014/main" id="{5C3C057C-7478-2F4B-BE27-D05156236924}"/>
              </a:ext>
            </a:extLst>
          </p:cNvPr>
          <p:cNvGrpSpPr/>
          <p:nvPr/>
        </p:nvGrpSpPr>
        <p:grpSpPr>
          <a:xfrm rot="10800000">
            <a:off x="3597089" y="3646134"/>
            <a:ext cx="242005" cy="46723"/>
            <a:chOff x="7979724" y="3580291"/>
            <a:chExt cx="242005" cy="43678"/>
          </a:xfrm>
        </p:grpSpPr>
        <p:sp>
          <p:nvSpPr>
            <p:cNvPr id="591" name="Oval 590">
              <a:extLst>
                <a:ext uri="{FF2B5EF4-FFF2-40B4-BE49-F238E27FC236}">
                  <a16:creationId xmlns:a16="http://schemas.microsoft.com/office/drawing/2014/main" id="{B7A0CC4B-8C7F-A8F5-9801-5DEB741B145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Oval 591">
              <a:extLst>
                <a:ext uri="{FF2B5EF4-FFF2-40B4-BE49-F238E27FC236}">
                  <a16:creationId xmlns:a16="http://schemas.microsoft.com/office/drawing/2014/main" id="{CC8AA079-27ED-2845-A804-7A9B40A9C637}"/>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Oval 592">
              <a:extLst>
                <a:ext uri="{FF2B5EF4-FFF2-40B4-BE49-F238E27FC236}">
                  <a16:creationId xmlns:a16="http://schemas.microsoft.com/office/drawing/2014/main" id="{AA0AEE2C-7091-EE8C-3222-BD4FA2FD4BF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Oval 593">
              <a:extLst>
                <a:ext uri="{FF2B5EF4-FFF2-40B4-BE49-F238E27FC236}">
                  <a16:creationId xmlns:a16="http://schemas.microsoft.com/office/drawing/2014/main" id="{5521A80D-ACF8-8904-41F1-AB067C5A9C6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Oval 594">
              <a:extLst>
                <a:ext uri="{FF2B5EF4-FFF2-40B4-BE49-F238E27FC236}">
                  <a16:creationId xmlns:a16="http://schemas.microsoft.com/office/drawing/2014/main" id="{2F4106A4-AE98-9CBA-1D89-F21DAF56C58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Oval 595">
              <a:extLst>
                <a:ext uri="{FF2B5EF4-FFF2-40B4-BE49-F238E27FC236}">
                  <a16:creationId xmlns:a16="http://schemas.microsoft.com/office/drawing/2014/main" id="{D38A17CE-4472-18A3-E834-F4F3E4014979}"/>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Oval 596">
              <a:extLst>
                <a:ext uri="{FF2B5EF4-FFF2-40B4-BE49-F238E27FC236}">
                  <a16:creationId xmlns:a16="http://schemas.microsoft.com/office/drawing/2014/main" id="{CC31AACB-6E64-8ACE-7512-35D2B2F3B53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Oval 597">
              <a:extLst>
                <a:ext uri="{FF2B5EF4-FFF2-40B4-BE49-F238E27FC236}">
                  <a16:creationId xmlns:a16="http://schemas.microsoft.com/office/drawing/2014/main" id="{6BB6A87A-C08D-9E16-804A-C3E541A6F13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0" name="Group 349">
            <a:extLst>
              <a:ext uri="{FF2B5EF4-FFF2-40B4-BE49-F238E27FC236}">
                <a16:creationId xmlns:a16="http://schemas.microsoft.com/office/drawing/2014/main" id="{B17CA6BC-455F-602E-229F-8145747520DA}"/>
              </a:ext>
            </a:extLst>
          </p:cNvPr>
          <p:cNvGrpSpPr/>
          <p:nvPr/>
        </p:nvGrpSpPr>
        <p:grpSpPr>
          <a:xfrm>
            <a:off x="3525932" y="3646950"/>
            <a:ext cx="242005" cy="43678"/>
            <a:chOff x="7979724" y="3580291"/>
            <a:chExt cx="242005" cy="43678"/>
          </a:xfrm>
        </p:grpSpPr>
        <p:sp>
          <p:nvSpPr>
            <p:cNvPr id="583" name="Oval 582">
              <a:extLst>
                <a:ext uri="{FF2B5EF4-FFF2-40B4-BE49-F238E27FC236}">
                  <a16:creationId xmlns:a16="http://schemas.microsoft.com/office/drawing/2014/main" id="{19563D36-05F7-3CE4-C587-5E653339FDC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Oval 583">
              <a:extLst>
                <a:ext uri="{FF2B5EF4-FFF2-40B4-BE49-F238E27FC236}">
                  <a16:creationId xmlns:a16="http://schemas.microsoft.com/office/drawing/2014/main" id="{93038C0C-A982-00C9-D92C-E120387F125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Oval 584">
              <a:extLst>
                <a:ext uri="{FF2B5EF4-FFF2-40B4-BE49-F238E27FC236}">
                  <a16:creationId xmlns:a16="http://schemas.microsoft.com/office/drawing/2014/main" id="{782408DD-4EAA-F89F-A4D7-801DD088CF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Oval 585">
              <a:extLst>
                <a:ext uri="{FF2B5EF4-FFF2-40B4-BE49-F238E27FC236}">
                  <a16:creationId xmlns:a16="http://schemas.microsoft.com/office/drawing/2014/main" id="{73B81227-0412-9091-137D-A9CE6EE6AC1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Oval 586">
              <a:extLst>
                <a:ext uri="{FF2B5EF4-FFF2-40B4-BE49-F238E27FC236}">
                  <a16:creationId xmlns:a16="http://schemas.microsoft.com/office/drawing/2014/main" id="{2AC0BF24-87E4-E950-B209-2F9EC67EB11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Oval 587">
              <a:extLst>
                <a:ext uri="{FF2B5EF4-FFF2-40B4-BE49-F238E27FC236}">
                  <a16:creationId xmlns:a16="http://schemas.microsoft.com/office/drawing/2014/main" id="{055641C2-13E2-4DC7-7E52-C885737D075C}"/>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Oval 588">
              <a:extLst>
                <a:ext uri="{FF2B5EF4-FFF2-40B4-BE49-F238E27FC236}">
                  <a16:creationId xmlns:a16="http://schemas.microsoft.com/office/drawing/2014/main" id="{5B7EB370-E039-7374-FE9D-0F3B497017D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Oval 589">
              <a:extLst>
                <a:ext uri="{FF2B5EF4-FFF2-40B4-BE49-F238E27FC236}">
                  <a16:creationId xmlns:a16="http://schemas.microsoft.com/office/drawing/2014/main" id="{C8EB83F0-71D1-852A-540B-B3A769C0F77F}"/>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1" name="Group 350">
            <a:extLst>
              <a:ext uri="{FF2B5EF4-FFF2-40B4-BE49-F238E27FC236}">
                <a16:creationId xmlns:a16="http://schemas.microsoft.com/office/drawing/2014/main" id="{3F18563F-37B3-200E-EC41-AB461A878F11}"/>
              </a:ext>
            </a:extLst>
          </p:cNvPr>
          <p:cNvGrpSpPr/>
          <p:nvPr/>
        </p:nvGrpSpPr>
        <p:grpSpPr>
          <a:xfrm rot="10800000">
            <a:off x="3838132" y="3649310"/>
            <a:ext cx="242005" cy="46723"/>
            <a:chOff x="7979724" y="3580291"/>
            <a:chExt cx="242005" cy="43678"/>
          </a:xfrm>
        </p:grpSpPr>
        <p:sp>
          <p:nvSpPr>
            <p:cNvPr id="575" name="Oval 574">
              <a:extLst>
                <a:ext uri="{FF2B5EF4-FFF2-40B4-BE49-F238E27FC236}">
                  <a16:creationId xmlns:a16="http://schemas.microsoft.com/office/drawing/2014/main" id="{9CF952D8-8E3E-34C4-4469-C3C4EE0D3086}"/>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Oval 575">
              <a:extLst>
                <a:ext uri="{FF2B5EF4-FFF2-40B4-BE49-F238E27FC236}">
                  <a16:creationId xmlns:a16="http://schemas.microsoft.com/office/drawing/2014/main" id="{2E67BB48-97A9-9D6D-100D-03BD3599760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Oval 576">
              <a:extLst>
                <a:ext uri="{FF2B5EF4-FFF2-40B4-BE49-F238E27FC236}">
                  <a16:creationId xmlns:a16="http://schemas.microsoft.com/office/drawing/2014/main" id="{957447ED-730E-7256-8486-9AA81CA7D56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Oval 577">
              <a:extLst>
                <a:ext uri="{FF2B5EF4-FFF2-40B4-BE49-F238E27FC236}">
                  <a16:creationId xmlns:a16="http://schemas.microsoft.com/office/drawing/2014/main" id="{CE888FD9-FEC6-5F41-B953-CAF37A18D90F}"/>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Oval 578">
              <a:extLst>
                <a:ext uri="{FF2B5EF4-FFF2-40B4-BE49-F238E27FC236}">
                  <a16:creationId xmlns:a16="http://schemas.microsoft.com/office/drawing/2014/main" id="{5CDE9CA6-72D5-42AF-AE9D-CAA8395DF3B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Oval 579">
              <a:extLst>
                <a:ext uri="{FF2B5EF4-FFF2-40B4-BE49-F238E27FC236}">
                  <a16:creationId xmlns:a16="http://schemas.microsoft.com/office/drawing/2014/main" id="{8AF3BB44-12EC-56D9-7F07-7874AC08E4A8}"/>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Oval 580">
              <a:extLst>
                <a:ext uri="{FF2B5EF4-FFF2-40B4-BE49-F238E27FC236}">
                  <a16:creationId xmlns:a16="http://schemas.microsoft.com/office/drawing/2014/main" id="{C1070B93-0B6A-FCAE-6829-880247416886}"/>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Oval 581">
              <a:extLst>
                <a:ext uri="{FF2B5EF4-FFF2-40B4-BE49-F238E27FC236}">
                  <a16:creationId xmlns:a16="http://schemas.microsoft.com/office/drawing/2014/main" id="{1124AAE3-B177-8368-B3CE-F0CDA63EF9E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2" name="Group 351">
            <a:extLst>
              <a:ext uri="{FF2B5EF4-FFF2-40B4-BE49-F238E27FC236}">
                <a16:creationId xmlns:a16="http://schemas.microsoft.com/office/drawing/2014/main" id="{8E9DB6A1-88F7-14AD-1E9D-2C2DD899F09B}"/>
              </a:ext>
            </a:extLst>
          </p:cNvPr>
          <p:cNvGrpSpPr/>
          <p:nvPr/>
        </p:nvGrpSpPr>
        <p:grpSpPr>
          <a:xfrm rot="11689693">
            <a:off x="3766975" y="3650126"/>
            <a:ext cx="242005" cy="43678"/>
            <a:chOff x="7979724" y="3580291"/>
            <a:chExt cx="242005" cy="43678"/>
          </a:xfrm>
        </p:grpSpPr>
        <p:sp>
          <p:nvSpPr>
            <p:cNvPr id="567" name="Oval 566">
              <a:extLst>
                <a:ext uri="{FF2B5EF4-FFF2-40B4-BE49-F238E27FC236}">
                  <a16:creationId xmlns:a16="http://schemas.microsoft.com/office/drawing/2014/main" id="{AA617D28-9936-7F7C-8515-49CB3F9AF4F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Oval 567">
              <a:extLst>
                <a:ext uri="{FF2B5EF4-FFF2-40B4-BE49-F238E27FC236}">
                  <a16:creationId xmlns:a16="http://schemas.microsoft.com/office/drawing/2014/main" id="{D5407BF0-FA8B-BDCD-BF4F-4076BDF79F5E}"/>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Oval 568">
              <a:extLst>
                <a:ext uri="{FF2B5EF4-FFF2-40B4-BE49-F238E27FC236}">
                  <a16:creationId xmlns:a16="http://schemas.microsoft.com/office/drawing/2014/main" id="{9718C609-0FC2-14CC-AEDC-2F38089C06E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Oval 569">
              <a:extLst>
                <a:ext uri="{FF2B5EF4-FFF2-40B4-BE49-F238E27FC236}">
                  <a16:creationId xmlns:a16="http://schemas.microsoft.com/office/drawing/2014/main" id="{8E2DE9AC-3072-08ED-38D4-7603EE28866A}"/>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Oval 570">
              <a:extLst>
                <a:ext uri="{FF2B5EF4-FFF2-40B4-BE49-F238E27FC236}">
                  <a16:creationId xmlns:a16="http://schemas.microsoft.com/office/drawing/2014/main" id="{E6152BE0-9DBD-E31D-DC61-005F8883037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Oval 571">
              <a:extLst>
                <a:ext uri="{FF2B5EF4-FFF2-40B4-BE49-F238E27FC236}">
                  <a16:creationId xmlns:a16="http://schemas.microsoft.com/office/drawing/2014/main" id="{DF05F6C8-B818-44E9-CC42-FA13AB5416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Oval 572">
              <a:extLst>
                <a:ext uri="{FF2B5EF4-FFF2-40B4-BE49-F238E27FC236}">
                  <a16:creationId xmlns:a16="http://schemas.microsoft.com/office/drawing/2014/main" id="{E8B197FB-59AB-E83B-945F-6D6B47F17D0D}"/>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 name="Oval 573">
              <a:extLst>
                <a:ext uri="{FF2B5EF4-FFF2-40B4-BE49-F238E27FC236}">
                  <a16:creationId xmlns:a16="http://schemas.microsoft.com/office/drawing/2014/main" id="{FCBD3E31-6724-F5F8-0CA0-47FA07F6DC9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3" name="Group 352">
            <a:extLst>
              <a:ext uri="{FF2B5EF4-FFF2-40B4-BE49-F238E27FC236}">
                <a16:creationId xmlns:a16="http://schemas.microsoft.com/office/drawing/2014/main" id="{3AE67205-3DF8-E2FC-0443-A418BB81C19C}"/>
              </a:ext>
            </a:extLst>
          </p:cNvPr>
          <p:cNvGrpSpPr/>
          <p:nvPr/>
        </p:nvGrpSpPr>
        <p:grpSpPr>
          <a:xfrm rot="21292958">
            <a:off x="4014429" y="3650150"/>
            <a:ext cx="242005" cy="46723"/>
            <a:chOff x="7979724" y="3580291"/>
            <a:chExt cx="242005" cy="43678"/>
          </a:xfrm>
        </p:grpSpPr>
        <p:sp>
          <p:nvSpPr>
            <p:cNvPr id="559" name="Oval 558">
              <a:extLst>
                <a:ext uri="{FF2B5EF4-FFF2-40B4-BE49-F238E27FC236}">
                  <a16:creationId xmlns:a16="http://schemas.microsoft.com/office/drawing/2014/main" id="{F5B593F9-B052-0325-8219-330A282C85AE}"/>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Oval 559">
              <a:extLst>
                <a:ext uri="{FF2B5EF4-FFF2-40B4-BE49-F238E27FC236}">
                  <a16:creationId xmlns:a16="http://schemas.microsoft.com/office/drawing/2014/main" id="{0DAC2B3A-B21B-D984-137D-F78F5CA9B415}"/>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Oval 560">
              <a:extLst>
                <a:ext uri="{FF2B5EF4-FFF2-40B4-BE49-F238E27FC236}">
                  <a16:creationId xmlns:a16="http://schemas.microsoft.com/office/drawing/2014/main" id="{02D58B5C-38EE-53A2-A34D-0DCEC02F1DA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Oval 561">
              <a:extLst>
                <a:ext uri="{FF2B5EF4-FFF2-40B4-BE49-F238E27FC236}">
                  <a16:creationId xmlns:a16="http://schemas.microsoft.com/office/drawing/2014/main" id="{EF53D181-F0F3-5E36-BDDD-ACCDB3FACF6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Oval 562">
              <a:extLst>
                <a:ext uri="{FF2B5EF4-FFF2-40B4-BE49-F238E27FC236}">
                  <a16:creationId xmlns:a16="http://schemas.microsoft.com/office/drawing/2014/main" id="{06EC009E-204F-B912-B903-DC18FDC8F42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Oval 563">
              <a:extLst>
                <a:ext uri="{FF2B5EF4-FFF2-40B4-BE49-F238E27FC236}">
                  <a16:creationId xmlns:a16="http://schemas.microsoft.com/office/drawing/2014/main" id="{072CB88E-C569-D1BD-4365-CD64C39D874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Oval 564">
              <a:extLst>
                <a:ext uri="{FF2B5EF4-FFF2-40B4-BE49-F238E27FC236}">
                  <a16:creationId xmlns:a16="http://schemas.microsoft.com/office/drawing/2014/main" id="{C40F37AB-D8CC-ABFB-2C3C-FE9D375A4FF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Oval 565">
              <a:extLst>
                <a:ext uri="{FF2B5EF4-FFF2-40B4-BE49-F238E27FC236}">
                  <a16:creationId xmlns:a16="http://schemas.microsoft.com/office/drawing/2014/main" id="{B645A8DD-BEBA-7F34-FBB9-33781FA6E82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D63FB717-24D5-EE22-84E5-2A58750446B4}"/>
              </a:ext>
            </a:extLst>
          </p:cNvPr>
          <p:cNvGrpSpPr/>
          <p:nvPr/>
        </p:nvGrpSpPr>
        <p:grpSpPr>
          <a:xfrm>
            <a:off x="3943272" y="3650966"/>
            <a:ext cx="242005" cy="43678"/>
            <a:chOff x="7979724" y="3580291"/>
            <a:chExt cx="242005" cy="43678"/>
          </a:xfrm>
        </p:grpSpPr>
        <p:sp>
          <p:nvSpPr>
            <p:cNvPr id="551" name="Oval 550">
              <a:extLst>
                <a:ext uri="{FF2B5EF4-FFF2-40B4-BE49-F238E27FC236}">
                  <a16:creationId xmlns:a16="http://schemas.microsoft.com/office/drawing/2014/main" id="{31167366-6FAC-9CFB-15AE-81A6CDDAC9E1}"/>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Oval 551">
              <a:extLst>
                <a:ext uri="{FF2B5EF4-FFF2-40B4-BE49-F238E27FC236}">
                  <a16:creationId xmlns:a16="http://schemas.microsoft.com/office/drawing/2014/main" id="{750D47EF-A687-2493-4794-980DF01CD98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Oval 552">
              <a:extLst>
                <a:ext uri="{FF2B5EF4-FFF2-40B4-BE49-F238E27FC236}">
                  <a16:creationId xmlns:a16="http://schemas.microsoft.com/office/drawing/2014/main" id="{18196CAB-9B31-D8BD-0AFC-FC0331720B95}"/>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Oval 553">
              <a:extLst>
                <a:ext uri="{FF2B5EF4-FFF2-40B4-BE49-F238E27FC236}">
                  <a16:creationId xmlns:a16="http://schemas.microsoft.com/office/drawing/2014/main" id="{68688B7E-A248-C417-4FC6-2DAF70E7E82C}"/>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Oval 554">
              <a:extLst>
                <a:ext uri="{FF2B5EF4-FFF2-40B4-BE49-F238E27FC236}">
                  <a16:creationId xmlns:a16="http://schemas.microsoft.com/office/drawing/2014/main" id="{3F797799-0890-1642-AEDE-65A3E6776C8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Oval 555">
              <a:extLst>
                <a:ext uri="{FF2B5EF4-FFF2-40B4-BE49-F238E27FC236}">
                  <a16:creationId xmlns:a16="http://schemas.microsoft.com/office/drawing/2014/main" id="{12316C47-41C6-1879-93C1-021559441572}"/>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Oval 556">
              <a:extLst>
                <a:ext uri="{FF2B5EF4-FFF2-40B4-BE49-F238E27FC236}">
                  <a16:creationId xmlns:a16="http://schemas.microsoft.com/office/drawing/2014/main" id="{2056B32A-27DA-BB3D-BB54-7E7D0025181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Oval 557">
              <a:extLst>
                <a:ext uri="{FF2B5EF4-FFF2-40B4-BE49-F238E27FC236}">
                  <a16:creationId xmlns:a16="http://schemas.microsoft.com/office/drawing/2014/main" id="{BCB9F0F1-9851-3230-C8FF-86A68BBE9CC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5" name="Group 354">
            <a:extLst>
              <a:ext uri="{FF2B5EF4-FFF2-40B4-BE49-F238E27FC236}">
                <a16:creationId xmlns:a16="http://schemas.microsoft.com/office/drawing/2014/main" id="{6F68DF60-1442-2B8E-35A2-9F0DE39AF209}"/>
              </a:ext>
            </a:extLst>
          </p:cNvPr>
          <p:cNvGrpSpPr/>
          <p:nvPr/>
        </p:nvGrpSpPr>
        <p:grpSpPr>
          <a:xfrm rot="10800000">
            <a:off x="4255472" y="3653326"/>
            <a:ext cx="242005" cy="46723"/>
            <a:chOff x="7979724" y="3580291"/>
            <a:chExt cx="242005" cy="43678"/>
          </a:xfrm>
        </p:grpSpPr>
        <p:sp>
          <p:nvSpPr>
            <p:cNvPr id="543" name="Oval 542">
              <a:extLst>
                <a:ext uri="{FF2B5EF4-FFF2-40B4-BE49-F238E27FC236}">
                  <a16:creationId xmlns:a16="http://schemas.microsoft.com/office/drawing/2014/main" id="{79111A1E-5B19-B396-536E-BBCAF9D8846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Oval 543">
              <a:extLst>
                <a:ext uri="{FF2B5EF4-FFF2-40B4-BE49-F238E27FC236}">
                  <a16:creationId xmlns:a16="http://schemas.microsoft.com/office/drawing/2014/main" id="{F261586E-3D63-D7C7-ACC5-E3C3849011D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Oval 544">
              <a:extLst>
                <a:ext uri="{FF2B5EF4-FFF2-40B4-BE49-F238E27FC236}">
                  <a16:creationId xmlns:a16="http://schemas.microsoft.com/office/drawing/2014/main" id="{30A3C38B-DBBA-AB1F-4A69-1F383AD01EE4}"/>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Oval 545">
              <a:extLst>
                <a:ext uri="{FF2B5EF4-FFF2-40B4-BE49-F238E27FC236}">
                  <a16:creationId xmlns:a16="http://schemas.microsoft.com/office/drawing/2014/main" id="{0E293779-4CC1-4B76-090C-4490EE42A28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Oval 546">
              <a:extLst>
                <a:ext uri="{FF2B5EF4-FFF2-40B4-BE49-F238E27FC236}">
                  <a16:creationId xmlns:a16="http://schemas.microsoft.com/office/drawing/2014/main" id="{EFBA7F73-DDC2-CD9B-6D91-0A176A8D5773}"/>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Oval 547">
              <a:extLst>
                <a:ext uri="{FF2B5EF4-FFF2-40B4-BE49-F238E27FC236}">
                  <a16:creationId xmlns:a16="http://schemas.microsoft.com/office/drawing/2014/main" id="{71084E31-E7C6-DBE8-76FC-706EC4496F87}"/>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Oval 548">
              <a:extLst>
                <a:ext uri="{FF2B5EF4-FFF2-40B4-BE49-F238E27FC236}">
                  <a16:creationId xmlns:a16="http://schemas.microsoft.com/office/drawing/2014/main" id="{547C816D-9A2D-F89E-FA03-C247E227C0F5}"/>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Oval 549">
              <a:extLst>
                <a:ext uri="{FF2B5EF4-FFF2-40B4-BE49-F238E27FC236}">
                  <a16:creationId xmlns:a16="http://schemas.microsoft.com/office/drawing/2014/main" id="{C32EAB89-8119-86DF-1C09-C9C3945D08E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6" name="Group 355">
            <a:extLst>
              <a:ext uri="{FF2B5EF4-FFF2-40B4-BE49-F238E27FC236}">
                <a16:creationId xmlns:a16="http://schemas.microsoft.com/office/drawing/2014/main" id="{BBE21544-4D13-64FD-1842-807A115D6270}"/>
              </a:ext>
            </a:extLst>
          </p:cNvPr>
          <p:cNvGrpSpPr/>
          <p:nvPr/>
        </p:nvGrpSpPr>
        <p:grpSpPr>
          <a:xfrm>
            <a:off x="4184315" y="3654142"/>
            <a:ext cx="242005" cy="43678"/>
            <a:chOff x="7979724" y="3580291"/>
            <a:chExt cx="242005" cy="43678"/>
          </a:xfrm>
        </p:grpSpPr>
        <p:sp>
          <p:nvSpPr>
            <p:cNvPr id="535" name="Oval 534">
              <a:extLst>
                <a:ext uri="{FF2B5EF4-FFF2-40B4-BE49-F238E27FC236}">
                  <a16:creationId xmlns:a16="http://schemas.microsoft.com/office/drawing/2014/main" id="{6778471E-CC82-3385-6BA8-6B03F8C66A9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6" name="Oval 535">
              <a:extLst>
                <a:ext uri="{FF2B5EF4-FFF2-40B4-BE49-F238E27FC236}">
                  <a16:creationId xmlns:a16="http://schemas.microsoft.com/office/drawing/2014/main" id="{D91A88CC-0A46-E8B3-F203-8AF6B254DB6F}"/>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Oval 536">
              <a:extLst>
                <a:ext uri="{FF2B5EF4-FFF2-40B4-BE49-F238E27FC236}">
                  <a16:creationId xmlns:a16="http://schemas.microsoft.com/office/drawing/2014/main" id="{A7E7670B-60BA-8476-8D47-6AA9DDCD8CB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Oval 537">
              <a:extLst>
                <a:ext uri="{FF2B5EF4-FFF2-40B4-BE49-F238E27FC236}">
                  <a16:creationId xmlns:a16="http://schemas.microsoft.com/office/drawing/2014/main" id="{6264AE14-3F86-6F65-451E-FD17AC0D2286}"/>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Oval 538">
              <a:extLst>
                <a:ext uri="{FF2B5EF4-FFF2-40B4-BE49-F238E27FC236}">
                  <a16:creationId xmlns:a16="http://schemas.microsoft.com/office/drawing/2014/main" id="{AD682E26-EF85-7456-5AE2-F0EB5EEC4018}"/>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Oval 539">
              <a:extLst>
                <a:ext uri="{FF2B5EF4-FFF2-40B4-BE49-F238E27FC236}">
                  <a16:creationId xmlns:a16="http://schemas.microsoft.com/office/drawing/2014/main" id="{14516DDC-A55D-28AB-3F3E-DE0103F4B8ED}"/>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Oval 540">
              <a:extLst>
                <a:ext uri="{FF2B5EF4-FFF2-40B4-BE49-F238E27FC236}">
                  <a16:creationId xmlns:a16="http://schemas.microsoft.com/office/drawing/2014/main" id="{C12C7FA4-7317-833E-6C4C-1C361CF2D9D9}"/>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Oval 541">
              <a:extLst>
                <a:ext uri="{FF2B5EF4-FFF2-40B4-BE49-F238E27FC236}">
                  <a16:creationId xmlns:a16="http://schemas.microsoft.com/office/drawing/2014/main" id="{061E615C-871B-75E5-833B-EBBD2BC0681D}"/>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7" name="Group 356">
            <a:extLst>
              <a:ext uri="{FF2B5EF4-FFF2-40B4-BE49-F238E27FC236}">
                <a16:creationId xmlns:a16="http://schemas.microsoft.com/office/drawing/2014/main" id="{069DBE03-5602-9F8E-011E-3CB34A9CFB2C}"/>
              </a:ext>
            </a:extLst>
          </p:cNvPr>
          <p:cNvGrpSpPr/>
          <p:nvPr/>
        </p:nvGrpSpPr>
        <p:grpSpPr>
          <a:xfrm>
            <a:off x="2845178" y="3628480"/>
            <a:ext cx="971545" cy="53915"/>
            <a:chOff x="5754694" y="6008041"/>
            <a:chExt cx="971545" cy="53915"/>
          </a:xfrm>
        </p:grpSpPr>
        <p:grpSp>
          <p:nvGrpSpPr>
            <p:cNvPr id="463" name="Group 462">
              <a:extLst>
                <a:ext uri="{FF2B5EF4-FFF2-40B4-BE49-F238E27FC236}">
                  <a16:creationId xmlns:a16="http://schemas.microsoft.com/office/drawing/2014/main" id="{AF3C40C5-1165-C613-5E73-C2F74965025E}"/>
                </a:ext>
              </a:extLst>
            </p:cNvPr>
            <p:cNvGrpSpPr/>
            <p:nvPr/>
          </p:nvGrpSpPr>
          <p:grpSpPr>
            <a:xfrm rot="10800000">
              <a:off x="5825851" y="6008041"/>
              <a:ext cx="242005" cy="46723"/>
              <a:chOff x="7979724" y="3580291"/>
              <a:chExt cx="242005" cy="43678"/>
            </a:xfrm>
          </p:grpSpPr>
          <p:sp>
            <p:nvSpPr>
              <p:cNvPr id="527" name="Oval 526">
                <a:extLst>
                  <a:ext uri="{FF2B5EF4-FFF2-40B4-BE49-F238E27FC236}">
                    <a16:creationId xmlns:a16="http://schemas.microsoft.com/office/drawing/2014/main" id="{73B0B237-1EF0-7660-6BB7-C71D5309E24D}"/>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Oval 527">
                <a:extLst>
                  <a:ext uri="{FF2B5EF4-FFF2-40B4-BE49-F238E27FC236}">
                    <a16:creationId xmlns:a16="http://schemas.microsoft.com/office/drawing/2014/main" id="{0840496E-483D-6F08-F909-7DDEFD6206E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Oval 528">
                <a:extLst>
                  <a:ext uri="{FF2B5EF4-FFF2-40B4-BE49-F238E27FC236}">
                    <a16:creationId xmlns:a16="http://schemas.microsoft.com/office/drawing/2014/main" id="{072A9978-E591-A954-F353-6F11AAAB5927}"/>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Oval 529">
                <a:extLst>
                  <a:ext uri="{FF2B5EF4-FFF2-40B4-BE49-F238E27FC236}">
                    <a16:creationId xmlns:a16="http://schemas.microsoft.com/office/drawing/2014/main" id="{5A96BAB8-76AD-9C8B-90F4-74800D32B6CD}"/>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Oval 530">
                <a:extLst>
                  <a:ext uri="{FF2B5EF4-FFF2-40B4-BE49-F238E27FC236}">
                    <a16:creationId xmlns:a16="http://schemas.microsoft.com/office/drawing/2014/main" id="{E0485AD1-B6BE-60D1-3D41-19A8C2858B07}"/>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Oval 531">
                <a:extLst>
                  <a:ext uri="{FF2B5EF4-FFF2-40B4-BE49-F238E27FC236}">
                    <a16:creationId xmlns:a16="http://schemas.microsoft.com/office/drawing/2014/main" id="{A3585CAD-F9F3-2007-660E-33DBDE184C1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Oval 532">
                <a:extLst>
                  <a:ext uri="{FF2B5EF4-FFF2-40B4-BE49-F238E27FC236}">
                    <a16:creationId xmlns:a16="http://schemas.microsoft.com/office/drawing/2014/main" id="{58BC66B3-9798-C7AF-08F3-447DEFC62638}"/>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Oval 533">
                <a:extLst>
                  <a:ext uri="{FF2B5EF4-FFF2-40B4-BE49-F238E27FC236}">
                    <a16:creationId xmlns:a16="http://schemas.microsoft.com/office/drawing/2014/main" id="{157C56CE-7F52-E08B-0FF2-8D41C49547C6}"/>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4" name="Group 463">
              <a:extLst>
                <a:ext uri="{FF2B5EF4-FFF2-40B4-BE49-F238E27FC236}">
                  <a16:creationId xmlns:a16="http://schemas.microsoft.com/office/drawing/2014/main" id="{2AF7F02C-B53F-B1BC-AF92-E1D6014C7808}"/>
                </a:ext>
              </a:extLst>
            </p:cNvPr>
            <p:cNvGrpSpPr/>
            <p:nvPr/>
          </p:nvGrpSpPr>
          <p:grpSpPr>
            <a:xfrm>
              <a:off x="5754694" y="6008857"/>
              <a:ext cx="242005" cy="43678"/>
              <a:chOff x="7979724" y="3580291"/>
              <a:chExt cx="242005" cy="43678"/>
            </a:xfrm>
          </p:grpSpPr>
          <p:sp>
            <p:nvSpPr>
              <p:cNvPr id="519" name="Oval 518">
                <a:extLst>
                  <a:ext uri="{FF2B5EF4-FFF2-40B4-BE49-F238E27FC236}">
                    <a16:creationId xmlns:a16="http://schemas.microsoft.com/office/drawing/2014/main" id="{44215BDB-9AD5-20A5-40B3-E400C1382E6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Oval 519">
                <a:extLst>
                  <a:ext uri="{FF2B5EF4-FFF2-40B4-BE49-F238E27FC236}">
                    <a16:creationId xmlns:a16="http://schemas.microsoft.com/office/drawing/2014/main" id="{2D448253-12B6-3FED-FB48-D1E001DBAA3A}"/>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Oval 520">
                <a:extLst>
                  <a:ext uri="{FF2B5EF4-FFF2-40B4-BE49-F238E27FC236}">
                    <a16:creationId xmlns:a16="http://schemas.microsoft.com/office/drawing/2014/main" id="{025465AB-DDEC-4CC9-F2AA-AE01A48C4E3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Oval 521">
                <a:extLst>
                  <a:ext uri="{FF2B5EF4-FFF2-40B4-BE49-F238E27FC236}">
                    <a16:creationId xmlns:a16="http://schemas.microsoft.com/office/drawing/2014/main" id="{B3427A44-E36F-F7CC-D46D-038551118090}"/>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Oval 522">
                <a:extLst>
                  <a:ext uri="{FF2B5EF4-FFF2-40B4-BE49-F238E27FC236}">
                    <a16:creationId xmlns:a16="http://schemas.microsoft.com/office/drawing/2014/main" id="{C4D046E1-7E07-48DA-8D3D-089EDC45D1D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Oval 523">
                <a:extLst>
                  <a:ext uri="{FF2B5EF4-FFF2-40B4-BE49-F238E27FC236}">
                    <a16:creationId xmlns:a16="http://schemas.microsoft.com/office/drawing/2014/main" id="{46657E9C-D286-F865-3478-C74CE9663331}"/>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Oval 524">
                <a:extLst>
                  <a:ext uri="{FF2B5EF4-FFF2-40B4-BE49-F238E27FC236}">
                    <a16:creationId xmlns:a16="http://schemas.microsoft.com/office/drawing/2014/main" id="{2F6B2A36-F31E-03AE-BB3F-4A963DC42C53}"/>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Oval 525">
                <a:extLst>
                  <a:ext uri="{FF2B5EF4-FFF2-40B4-BE49-F238E27FC236}">
                    <a16:creationId xmlns:a16="http://schemas.microsoft.com/office/drawing/2014/main" id="{EAF003B7-943C-94BB-2CA8-0C77EC125748}"/>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5" name="Group 464">
              <a:extLst>
                <a:ext uri="{FF2B5EF4-FFF2-40B4-BE49-F238E27FC236}">
                  <a16:creationId xmlns:a16="http://schemas.microsoft.com/office/drawing/2014/main" id="{359622BD-AFD8-4C18-3F17-E1E9E335F312}"/>
                </a:ext>
              </a:extLst>
            </p:cNvPr>
            <p:cNvGrpSpPr/>
            <p:nvPr/>
          </p:nvGrpSpPr>
          <p:grpSpPr>
            <a:xfrm rot="10800000">
              <a:off x="6066894" y="6011217"/>
              <a:ext cx="242005" cy="46723"/>
              <a:chOff x="7979724" y="3580291"/>
              <a:chExt cx="242005" cy="43678"/>
            </a:xfrm>
          </p:grpSpPr>
          <p:sp>
            <p:nvSpPr>
              <p:cNvPr id="511" name="Oval 510">
                <a:extLst>
                  <a:ext uri="{FF2B5EF4-FFF2-40B4-BE49-F238E27FC236}">
                    <a16:creationId xmlns:a16="http://schemas.microsoft.com/office/drawing/2014/main" id="{EA034F1F-5E61-7A89-E847-6244C28F3072}"/>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Oval 511">
                <a:extLst>
                  <a:ext uri="{FF2B5EF4-FFF2-40B4-BE49-F238E27FC236}">
                    <a16:creationId xmlns:a16="http://schemas.microsoft.com/office/drawing/2014/main" id="{DB0CA4C4-CB0F-7611-8046-B37AAAFD699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Oval 512">
                <a:extLst>
                  <a:ext uri="{FF2B5EF4-FFF2-40B4-BE49-F238E27FC236}">
                    <a16:creationId xmlns:a16="http://schemas.microsoft.com/office/drawing/2014/main" id="{2E4D8A72-1009-EC59-9B1E-BB2B9243325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Oval 513">
                <a:extLst>
                  <a:ext uri="{FF2B5EF4-FFF2-40B4-BE49-F238E27FC236}">
                    <a16:creationId xmlns:a16="http://schemas.microsoft.com/office/drawing/2014/main" id="{CBB8B872-FACD-2B54-DCFC-59D14C83D0D4}"/>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Oval 514">
                <a:extLst>
                  <a:ext uri="{FF2B5EF4-FFF2-40B4-BE49-F238E27FC236}">
                    <a16:creationId xmlns:a16="http://schemas.microsoft.com/office/drawing/2014/main" id="{721C5594-E33B-5E7A-F12F-55EFB044A11F}"/>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Oval 515">
                <a:extLst>
                  <a:ext uri="{FF2B5EF4-FFF2-40B4-BE49-F238E27FC236}">
                    <a16:creationId xmlns:a16="http://schemas.microsoft.com/office/drawing/2014/main" id="{4FF20FB4-F26F-04CF-DA12-F9B66F576DAA}"/>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Oval 516">
                <a:extLst>
                  <a:ext uri="{FF2B5EF4-FFF2-40B4-BE49-F238E27FC236}">
                    <a16:creationId xmlns:a16="http://schemas.microsoft.com/office/drawing/2014/main" id="{182AB5A7-4436-F813-5F1C-EABB6424F11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Oval 517">
                <a:extLst>
                  <a:ext uri="{FF2B5EF4-FFF2-40B4-BE49-F238E27FC236}">
                    <a16:creationId xmlns:a16="http://schemas.microsoft.com/office/drawing/2014/main" id="{F3089110-ED85-4D4C-216C-ED64C496D8F2}"/>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6" name="Group 465">
              <a:extLst>
                <a:ext uri="{FF2B5EF4-FFF2-40B4-BE49-F238E27FC236}">
                  <a16:creationId xmlns:a16="http://schemas.microsoft.com/office/drawing/2014/main" id="{772B291A-ADB2-0430-3E32-819F7F7B1EC8}"/>
                </a:ext>
              </a:extLst>
            </p:cNvPr>
            <p:cNvGrpSpPr/>
            <p:nvPr/>
          </p:nvGrpSpPr>
          <p:grpSpPr>
            <a:xfrm rot="11689693">
              <a:off x="5995737" y="6012033"/>
              <a:ext cx="242005" cy="43678"/>
              <a:chOff x="7979724" y="3580291"/>
              <a:chExt cx="242005" cy="43678"/>
            </a:xfrm>
          </p:grpSpPr>
          <p:sp>
            <p:nvSpPr>
              <p:cNvPr id="503" name="Oval 502">
                <a:extLst>
                  <a:ext uri="{FF2B5EF4-FFF2-40B4-BE49-F238E27FC236}">
                    <a16:creationId xmlns:a16="http://schemas.microsoft.com/office/drawing/2014/main" id="{07256D04-3F34-B8C4-AE75-A838B0BDF4DC}"/>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Oval 503">
                <a:extLst>
                  <a:ext uri="{FF2B5EF4-FFF2-40B4-BE49-F238E27FC236}">
                    <a16:creationId xmlns:a16="http://schemas.microsoft.com/office/drawing/2014/main" id="{B8CA200F-31BC-18A9-19F0-6093A1E44DCB}"/>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Oval 504">
                <a:extLst>
                  <a:ext uri="{FF2B5EF4-FFF2-40B4-BE49-F238E27FC236}">
                    <a16:creationId xmlns:a16="http://schemas.microsoft.com/office/drawing/2014/main" id="{E67F7F66-A937-CFF3-FF0E-020EAFA30D0C}"/>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Oval 505">
                <a:extLst>
                  <a:ext uri="{FF2B5EF4-FFF2-40B4-BE49-F238E27FC236}">
                    <a16:creationId xmlns:a16="http://schemas.microsoft.com/office/drawing/2014/main" id="{E93901F7-7E3F-2CA3-518D-E5260F87C963}"/>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Oval 506">
                <a:extLst>
                  <a:ext uri="{FF2B5EF4-FFF2-40B4-BE49-F238E27FC236}">
                    <a16:creationId xmlns:a16="http://schemas.microsoft.com/office/drawing/2014/main" id="{1ABAA054-661D-6FF5-D0F8-C9D91CDD2FE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Oval 507">
                <a:extLst>
                  <a:ext uri="{FF2B5EF4-FFF2-40B4-BE49-F238E27FC236}">
                    <a16:creationId xmlns:a16="http://schemas.microsoft.com/office/drawing/2014/main" id="{886EC17F-9526-84DC-71FF-488FE9EFB9CF}"/>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Oval 508">
                <a:extLst>
                  <a:ext uri="{FF2B5EF4-FFF2-40B4-BE49-F238E27FC236}">
                    <a16:creationId xmlns:a16="http://schemas.microsoft.com/office/drawing/2014/main" id="{D4DB7060-6475-F63F-A396-182829198E87}"/>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Oval 509">
                <a:extLst>
                  <a:ext uri="{FF2B5EF4-FFF2-40B4-BE49-F238E27FC236}">
                    <a16:creationId xmlns:a16="http://schemas.microsoft.com/office/drawing/2014/main" id="{904CAE11-86F0-AC98-29B1-A9C0E34737A9}"/>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7" name="Group 466">
              <a:extLst>
                <a:ext uri="{FF2B5EF4-FFF2-40B4-BE49-F238E27FC236}">
                  <a16:creationId xmlns:a16="http://schemas.microsoft.com/office/drawing/2014/main" id="{F26CD4CD-37D4-6B54-C253-94FE4DDB624E}"/>
                </a:ext>
              </a:extLst>
            </p:cNvPr>
            <p:cNvGrpSpPr/>
            <p:nvPr/>
          </p:nvGrpSpPr>
          <p:grpSpPr>
            <a:xfrm rot="21292958">
              <a:off x="6243191" y="6012057"/>
              <a:ext cx="242005" cy="46723"/>
              <a:chOff x="7979724" y="3580291"/>
              <a:chExt cx="242005" cy="43678"/>
            </a:xfrm>
          </p:grpSpPr>
          <p:sp>
            <p:nvSpPr>
              <p:cNvPr id="495" name="Oval 494">
                <a:extLst>
                  <a:ext uri="{FF2B5EF4-FFF2-40B4-BE49-F238E27FC236}">
                    <a16:creationId xmlns:a16="http://schemas.microsoft.com/office/drawing/2014/main" id="{70505134-408F-AF21-3D4A-54F380FD0CE7}"/>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Oval 495">
                <a:extLst>
                  <a:ext uri="{FF2B5EF4-FFF2-40B4-BE49-F238E27FC236}">
                    <a16:creationId xmlns:a16="http://schemas.microsoft.com/office/drawing/2014/main" id="{56F0EAAE-64A2-8B71-A677-2C69AA640F6C}"/>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Oval 496">
                <a:extLst>
                  <a:ext uri="{FF2B5EF4-FFF2-40B4-BE49-F238E27FC236}">
                    <a16:creationId xmlns:a16="http://schemas.microsoft.com/office/drawing/2014/main" id="{4D0F1B69-F7B6-858C-0CDD-8B4EF2CE193B}"/>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Oval 497">
                <a:extLst>
                  <a:ext uri="{FF2B5EF4-FFF2-40B4-BE49-F238E27FC236}">
                    <a16:creationId xmlns:a16="http://schemas.microsoft.com/office/drawing/2014/main" id="{B369392E-1AB5-24E9-DCF2-1378A059FAE7}"/>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Oval 498">
                <a:extLst>
                  <a:ext uri="{FF2B5EF4-FFF2-40B4-BE49-F238E27FC236}">
                    <a16:creationId xmlns:a16="http://schemas.microsoft.com/office/drawing/2014/main" id="{5E45ECB7-2925-CA63-BC6B-8A13306F0B7C}"/>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Oval 499">
                <a:extLst>
                  <a:ext uri="{FF2B5EF4-FFF2-40B4-BE49-F238E27FC236}">
                    <a16:creationId xmlns:a16="http://schemas.microsoft.com/office/drawing/2014/main" id="{96595E9E-8472-23D9-1209-B5CD96680045}"/>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Oval 500">
                <a:extLst>
                  <a:ext uri="{FF2B5EF4-FFF2-40B4-BE49-F238E27FC236}">
                    <a16:creationId xmlns:a16="http://schemas.microsoft.com/office/drawing/2014/main" id="{BB9ECAB7-C360-922D-2E73-24A6870E37F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Oval 501">
                <a:extLst>
                  <a:ext uri="{FF2B5EF4-FFF2-40B4-BE49-F238E27FC236}">
                    <a16:creationId xmlns:a16="http://schemas.microsoft.com/office/drawing/2014/main" id="{492DE93E-2342-164B-A28A-232BFB9EF794}"/>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8" name="Group 467">
              <a:extLst>
                <a:ext uri="{FF2B5EF4-FFF2-40B4-BE49-F238E27FC236}">
                  <a16:creationId xmlns:a16="http://schemas.microsoft.com/office/drawing/2014/main" id="{EDF4517A-AA15-113D-C776-A11368A0BF71}"/>
                </a:ext>
              </a:extLst>
            </p:cNvPr>
            <p:cNvGrpSpPr/>
            <p:nvPr/>
          </p:nvGrpSpPr>
          <p:grpSpPr>
            <a:xfrm>
              <a:off x="6172034" y="6012873"/>
              <a:ext cx="242005" cy="43678"/>
              <a:chOff x="7979724" y="3580291"/>
              <a:chExt cx="242005" cy="43678"/>
            </a:xfrm>
          </p:grpSpPr>
          <p:sp>
            <p:nvSpPr>
              <p:cNvPr id="487" name="Oval 486">
                <a:extLst>
                  <a:ext uri="{FF2B5EF4-FFF2-40B4-BE49-F238E27FC236}">
                    <a16:creationId xmlns:a16="http://schemas.microsoft.com/office/drawing/2014/main" id="{5464A6EE-BF44-C6B2-7DDB-B4E48CCC2C24}"/>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Oval 487">
                <a:extLst>
                  <a:ext uri="{FF2B5EF4-FFF2-40B4-BE49-F238E27FC236}">
                    <a16:creationId xmlns:a16="http://schemas.microsoft.com/office/drawing/2014/main" id="{997BB44B-52C3-9334-2452-36D5CACFA6F2}"/>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Oval 488">
                <a:extLst>
                  <a:ext uri="{FF2B5EF4-FFF2-40B4-BE49-F238E27FC236}">
                    <a16:creationId xmlns:a16="http://schemas.microsoft.com/office/drawing/2014/main" id="{81C528D6-E298-145C-AA9D-AD941B217DDD}"/>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Oval 489">
                <a:extLst>
                  <a:ext uri="{FF2B5EF4-FFF2-40B4-BE49-F238E27FC236}">
                    <a16:creationId xmlns:a16="http://schemas.microsoft.com/office/drawing/2014/main" id="{E2A4B951-F5AC-ECB2-CDF8-762CC4B2800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Oval 490">
                <a:extLst>
                  <a:ext uri="{FF2B5EF4-FFF2-40B4-BE49-F238E27FC236}">
                    <a16:creationId xmlns:a16="http://schemas.microsoft.com/office/drawing/2014/main" id="{BCF0B5C2-FD0C-0FF7-25D9-257DFC56CB3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Oval 491">
                <a:extLst>
                  <a:ext uri="{FF2B5EF4-FFF2-40B4-BE49-F238E27FC236}">
                    <a16:creationId xmlns:a16="http://schemas.microsoft.com/office/drawing/2014/main" id="{0C2C780A-3207-78C1-4798-D504D8062AF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Oval 492">
                <a:extLst>
                  <a:ext uri="{FF2B5EF4-FFF2-40B4-BE49-F238E27FC236}">
                    <a16:creationId xmlns:a16="http://schemas.microsoft.com/office/drawing/2014/main" id="{5383EC42-8B01-14B5-4515-B734DECA4B6F}"/>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Oval 493">
                <a:extLst>
                  <a:ext uri="{FF2B5EF4-FFF2-40B4-BE49-F238E27FC236}">
                    <a16:creationId xmlns:a16="http://schemas.microsoft.com/office/drawing/2014/main" id="{AC4E7F1E-7311-A654-D0A2-DC1E6D6865F0}"/>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9" name="Group 468">
              <a:extLst>
                <a:ext uri="{FF2B5EF4-FFF2-40B4-BE49-F238E27FC236}">
                  <a16:creationId xmlns:a16="http://schemas.microsoft.com/office/drawing/2014/main" id="{E4CAEE64-731C-EA8C-78AE-83EB3F4554DE}"/>
                </a:ext>
              </a:extLst>
            </p:cNvPr>
            <p:cNvGrpSpPr/>
            <p:nvPr/>
          </p:nvGrpSpPr>
          <p:grpSpPr>
            <a:xfrm rot="10800000">
              <a:off x="6484234" y="6015233"/>
              <a:ext cx="242005" cy="46723"/>
              <a:chOff x="7979724" y="3580291"/>
              <a:chExt cx="242005" cy="43678"/>
            </a:xfrm>
          </p:grpSpPr>
          <p:sp>
            <p:nvSpPr>
              <p:cNvPr id="479" name="Oval 478">
                <a:extLst>
                  <a:ext uri="{FF2B5EF4-FFF2-40B4-BE49-F238E27FC236}">
                    <a16:creationId xmlns:a16="http://schemas.microsoft.com/office/drawing/2014/main" id="{6427BFC7-0B8C-3A17-FAA3-5D6080A65D48}"/>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Oval 479">
                <a:extLst>
                  <a:ext uri="{FF2B5EF4-FFF2-40B4-BE49-F238E27FC236}">
                    <a16:creationId xmlns:a16="http://schemas.microsoft.com/office/drawing/2014/main" id="{EEF1C2C3-F152-EAC9-BC8E-65B82BC00150}"/>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Oval 480">
                <a:extLst>
                  <a:ext uri="{FF2B5EF4-FFF2-40B4-BE49-F238E27FC236}">
                    <a16:creationId xmlns:a16="http://schemas.microsoft.com/office/drawing/2014/main" id="{A0DC504D-C55C-1887-812A-3D39721CD3A6}"/>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Oval 481">
                <a:extLst>
                  <a:ext uri="{FF2B5EF4-FFF2-40B4-BE49-F238E27FC236}">
                    <a16:creationId xmlns:a16="http://schemas.microsoft.com/office/drawing/2014/main" id="{1C0D0A35-3687-5189-CCB8-D2AF5B305338}"/>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Oval 482">
                <a:extLst>
                  <a:ext uri="{FF2B5EF4-FFF2-40B4-BE49-F238E27FC236}">
                    <a16:creationId xmlns:a16="http://schemas.microsoft.com/office/drawing/2014/main" id="{FE5D5A49-ED39-A610-E321-8CC33CF63E4D}"/>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Oval 483">
                <a:extLst>
                  <a:ext uri="{FF2B5EF4-FFF2-40B4-BE49-F238E27FC236}">
                    <a16:creationId xmlns:a16="http://schemas.microsoft.com/office/drawing/2014/main" id="{28F45E82-D2F5-2671-9034-728FC004EC94}"/>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Oval 484">
                <a:extLst>
                  <a:ext uri="{FF2B5EF4-FFF2-40B4-BE49-F238E27FC236}">
                    <a16:creationId xmlns:a16="http://schemas.microsoft.com/office/drawing/2014/main" id="{0D2C36D1-A4D2-F5FA-30E8-82D69E62AAD0}"/>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a:extLst>
                  <a:ext uri="{FF2B5EF4-FFF2-40B4-BE49-F238E27FC236}">
                    <a16:creationId xmlns:a16="http://schemas.microsoft.com/office/drawing/2014/main" id="{FBE95722-4EC5-4AD6-9CDA-1D698DC64A67}"/>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0" name="Group 469">
              <a:extLst>
                <a:ext uri="{FF2B5EF4-FFF2-40B4-BE49-F238E27FC236}">
                  <a16:creationId xmlns:a16="http://schemas.microsoft.com/office/drawing/2014/main" id="{A2E065BB-1CE0-256D-A162-5148F2349208}"/>
                </a:ext>
              </a:extLst>
            </p:cNvPr>
            <p:cNvGrpSpPr/>
            <p:nvPr/>
          </p:nvGrpSpPr>
          <p:grpSpPr>
            <a:xfrm>
              <a:off x="6413077" y="6016049"/>
              <a:ext cx="242005" cy="43678"/>
              <a:chOff x="7979724" y="3580291"/>
              <a:chExt cx="242005" cy="43678"/>
            </a:xfrm>
          </p:grpSpPr>
          <p:sp>
            <p:nvSpPr>
              <p:cNvPr id="471" name="Oval 470">
                <a:extLst>
                  <a:ext uri="{FF2B5EF4-FFF2-40B4-BE49-F238E27FC236}">
                    <a16:creationId xmlns:a16="http://schemas.microsoft.com/office/drawing/2014/main" id="{7A4759FC-87C9-773C-1BF6-93D4F9C54B4F}"/>
                  </a:ext>
                </a:extLst>
              </p:cNvPr>
              <p:cNvSpPr/>
              <p:nvPr/>
            </p:nvSpPr>
            <p:spPr>
              <a:xfrm>
                <a:off x="8032983" y="359396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Oval 471">
                <a:extLst>
                  <a:ext uri="{FF2B5EF4-FFF2-40B4-BE49-F238E27FC236}">
                    <a16:creationId xmlns:a16="http://schemas.microsoft.com/office/drawing/2014/main" id="{FA9C1736-2247-04D8-6937-A6CCF6E5E339}"/>
                  </a:ext>
                </a:extLst>
              </p:cNvPr>
              <p:cNvSpPr/>
              <p:nvPr/>
            </p:nvSpPr>
            <p:spPr>
              <a:xfrm>
                <a:off x="8065308" y="3605047"/>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Oval 472">
                <a:extLst>
                  <a:ext uri="{FF2B5EF4-FFF2-40B4-BE49-F238E27FC236}">
                    <a16:creationId xmlns:a16="http://schemas.microsoft.com/office/drawing/2014/main" id="{69BB4F53-2138-4022-3835-6185F974644F}"/>
                  </a:ext>
                </a:extLst>
              </p:cNvPr>
              <p:cNvSpPr/>
              <p:nvPr/>
            </p:nvSpPr>
            <p:spPr>
              <a:xfrm>
                <a:off x="8091728" y="360568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Oval 473">
                <a:extLst>
                  <a:ext uri="{FF2B5EF4-FFF2-40B4-BE49-F238E27FC236}">
                    <a16:creationId xmlns:a16="http://schemas.microsoft.com/office/drawing/2014/main" id="{56D13E20-5E4C-C379-F799-709B93B11679}"/>
                  </a:ext>
                </a:extLst>
              </p:cNvPr>
              <p:cNvSpPr/>
              <p:nvPr/>
            </p:nvSpPr>
            <p:spPr>
              <a:xfrm>
                <a:off x="7979724" y="3596183"/>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Oval 474">
                <a:extLst>
                  <a:ext uri="{FF2B5EF4-FFF2-40B4-BE49-F238E27FC236}">
                    <a16:creationId xmlns:a16="http://schemas.microsoft.com/office/drawing/2014/main" id="{68FA9FED-DE36-1835-E0AA-A323EA823C56}"/>
                  </a:ext>
                </a:extLst>
              </p:cNvPr>
              <p:cNvSpPr/>
              <p:nvPr/>
            </p:nvSpPr>
            <p:spPr>
              <a:xfrm>
                <a:off x="8012555" y="3580291"/>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Oval 475">
                <a:extLst>
                  <a:ext uri="{FF2B5EF4-FFF2-40B4-BE49-F238E27FC236}">
                    <a16:creationId xmlns:a16="http://schemas.microsoft.com/office/drawing/2014/main" id="{BE00F803-C4C0-DEA8-4D00-00CBB0B95676}"/>
                  </a:ext>
                </a:extLst>
              </p:cNvPr>
              <p:cNvSpPr/>
              <p:nvPr/>
            </p:nvSpPr>
            <p:spPr>
              <a:xfrm>
                <a:off x="8165829" y="3605046"/>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Oval 476">
                <a:extLst>
                  <a:ext uri="{FF2B5EF4-FFF2-40B4-BE49-F238E27FC236}">
                    <a16:creationId xmlns:a16="http://schemas.microsoft.com/office/drawing/2014/main" id="{F9898BFC-A876-4400-65F2-F3BA0323981E}"/>
                  </a:ext>
                </a:extLst>
              </p:cNvPr>
              <p:cNvSpPr/>
              <p:nvPr/>
            </p:nvSpPr>
            <p:spPr>
              <a:xfrm>
                <a:off x="8203441" y="3598058"/>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Oval 477">
                <a:extLst>
                  <a:ext uri="{FF2B5EF4-FFF2-40B4-BE49-F238E27FC236}">
                    <a16:creationId xmlns:a16="http://schemas.microsoft.com/office/drawing/2014/main" id="{76A871A5-3BF7-B6A9-112E-1C3E4E66BA53}"/>
                  </a:ext>
                </a:extLst>
              </p:cNvPr>
              <p:cNvSpPr/>
              <p:nvPr/>
            </p:nvSpPr>
            <p:spPr>
              <a:xfrm>
                <a:off x="8138791" y="3601755"/>
                <a:ext cx="18288" cy="18288"/>
              </a:xfrm>
              <a:prstGeom prst="ellipse">
                <a:avLst/>
              </a:prstGeom>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362" name="Group 361">
            <a:extLst>
              <a:ext uri="{FF2B5EF4-FFF2-40B4-BE49-F238E27FC236}">
                <a16:creationId xmlns:a16="http://schemas.microsoft.com/office/drawing/2014/main" id="{6BE0AC1B-D51B-85B9-2DF3-47984166466D}"/>
              </a:ext>
            </a:extLst>
          </p:cNvPr>
          <p:cNvGrpSpPr/>
          <p:nvPr/>
        </p:nvGrpSpPr>
        <p:grpSpPr>
          <a:xfrm>
            <a:off x="2952320" y="3056529"/>
            <a:ext cx="3016472" cy="676275"/>
            <a:chOff x="7611511" y="5020299"/>
            <a:chExt cx="3016472" cy="676275"/>
          </a:xfrm>
        </p:grpSpPr>
        <p:grpSp>
          <p:nvGrpSpPr>
            <p:cNvPr id="449" name="Group 448">
              <a:extLst>
                <a:ext uri="{FF2B5EF4-FFF2-40B4-BE49-F238E27FC236}">
                  <a16:creationId xmlns:a16="http://schemas.microsoft.com/office/drawing/2014/main" id="{AB639B16-363E-966C-FF10-F9C25C6A12CE}"/>
                </a:ext>
              </a:extLst>
            </p:cNvPr>
            <p:cNvGrpSpPr/>
            <p:nvPr/>
          </p:nvGrpSpPr>
          <p:grpSpPr>
            <a:xfrm>
              <a:off x="7782696" y="5020299"/>
              <a:ext cx="2826257" cy="676275"/>
              <a:chOff x="7782696" y="5020299"/>
              <a:chExt cx="2826257" cy="676275"/>
            </a:xfrm>
          </p:grpSpPr>
          <p:sp>
            <p:nvSpPr>
              <p:cNvPr id="451" name="Freeform: Shape 450">
                <a:extLst>
                  <a:ext uri="{FF2B5EF4-FFF2-40B4-BE49-F238E27FC236}">
                    <a16:creationId xmlns:a16="http://schemas.microsoft.com/office/drawing/2014/main" id="{2E58B55D-1B66-AC1E-E45E-046C2BDB2AE2}"/>
                  </a:ext>
                </a:extLst>
              </p:cNvPr>
              <p:cNvSpPr/>
              <p:nvPr/>
            </p:nvSpPr>
            <p:spPr>
              <a:xfrm>
                <a:off x="8163791" y="5114406"/>
                <a:ext cx="2445162" cy="1142"/>
              </a:xfrm>
              <a:custGeom>
                <a:avLst/>
                <a:gdLst>
                  <a:gd name="connsiteX0" fmla="*/ 0 w 2445162"/>
                  <a:gd name="connsiteY0" fmla="*/ 0 h 1142"/>
                  <a:gd name="connsiteX1" fmla="*/ 2445163 w 2445162"/>
                  <a:gd name="connsiteY1" fmla="*/ 1143 h 1142"/>
                </a:gdLst>
                <a:ahLst/>
                <a:cxnLst>
                  <a:cxn ang="0">
                    <a:pos x="connsiteX0" y="connsiteY0"/>
                  </a:cxn>
                  <a:cxn ang="0">
                    <a:pos x="connsiteX1" y="connsiteY1"/>
                  </a:cxn>
                </a:cxnLst>
                <a:rect l="l" t="t" r="r" b="b"/>
                <a:pathLst>
                  <a:path w="2445162" h="1142">
                    <a:moveTo>
                      <a:pt x="0" y="0"/>
                    </a:moveTo>
                    <a:lnTo>
                      <a:pt x="2445163" y="1143"/>
                    </a:lnTo>
                  </a:path>
                </a:pathLst>
              </a:custGeom>
              <a:noFill/>
              <a:ln w="28575" cap="flat">
                <a:solidFill>
                  <a:schemeClr val="tx1"/>
                </a:solid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86935BED-B5A4-E351-E976-0F3B4242C525}"/>
                  </a:ext>
                </a:extLst>
              </p:cNvPr>
              <p:cNvSpPr/>
              <p:nvPr/>
            </p:nvSpPr>
            <p:spPr>
              <a:xfrm>
                <a:off x="7910712" y="5257852"/>
                <a:ext cx="1736788" cy="1142"/>
              </a:xfrm>
              <a:custGeom>
                <a:avLst/>
                <a:gdLst>
                  <a:gd name="connsiteX0" fmla="*/ 0 w 1736788"/>
                  <a:gd name="connsiteY0" fmla="*/ 0 h 1142"/>
                  <a:gd name="connsiteX1" fmla="*/ 1736789 w 1736788"/>
                  <a:gd name="connsiteY1" fmla="*/ 1143 h 1142"/>
                </a:gdLst>
                <a:ahLst/>
                <a:cxnLst>
                  <a:cxn ang="0">
                    <a:pos x="connsiteX0" y="connsiteY0"/>
                  </a:cxn>
                  <a:cxn ang="0">
                    <a:pos x="connsiteX1" y="connsiteY1"/>
                  </a:cxn>
                </a:cxnLst>
                <a:rect l="l" t="t" r="r" b="b"/>
                <a:pathLst>
                  <a:path w="1736788" h="1142">
                    <a:moveTo>
                      <a:pt x="0" y="0"/>
                    </a:moveTo>
                    <a:lnTo>
                      <a:pt x="1736789" y="1143"/>
                    </a:lnTo>
                  </a:path>
                </a:pathLst>
              </a:custGeom>
              <a:noFill/>
              <a:ln w="28575" cap="flat">
                <a:solidFill>
                  <a:schemeClr val="tx1"/>
                </a:solidFill>
                <a:custDash>
                  <a:ds d="675000" sp="675000"/>
                </a:custDash>
                <a:miter/>
              </a:ln>
            </p:spPr>
            <p:txBody>
              <a:bodyPr rtlCol="0" anchor="ctr"/>
              <a:lstStyle/>
              <a:p>
                <a:endParaRPr lang="en-US"/>
              </a:p>
            </p:txBody>
          </p:sp>
          <p:sp>
            <p:nvSpPr>
              <p:cNvPr id="453" name="Freeform: Shape 452">
                <a:extLst>
                  <a:ext uri="{FF2B5EF4-FFF2-40B4-BE49-F238E27FC236}">
                    <a16:creationId xmlns:a16="http://schemas.microsoft.com/office/drawing/2014/main" id="{6A4DC0F6-F20E-A117-04D1-3E213AC597BC}"/>
                  </a:ext>
                </a:extLst>
              </p:cNvPr>
              <p:cNvSpPr/>
              <p:nvPr/>
            </p:nvSpPr>
            <p:spPr>
              <a:xfrm>
                <a:off x="7782696" y="5401299"/>
                <a:ext cx="869061" cy="9525"/>
              </a:xfrm>
              <a:custGeom>
                <a:avLst/>
                <a:gdLst>
                  <a:gd name="connsiteX0" fmla="*/ 0 w 869061"/>
                  <a:gd name="connsiteY0" fmla="*/ 0 h 9525"/>
                  <a:gd name="connsiteX1" fmla="*/ 869061 w 869061"/>
                  <a:gd name="connsiteY1" fmla="*/ 0 h 9525"/>
                </a:gdLst>
                <a:ahLst/>
                <a:cxnLst>
                  <a:cxn ang="0">
                    <a:pos x="connsiteX0" y="connsiteY0"/>
                  </a:cxn>
                  <a:cxn ang="0">
                    <a:pos x="connsiteX1" y="connsiteY1"/>
                  </a:cxn>
                </a:cxnLst>
                <a:rect l="l" t="t" r="r" b="b"/>
                <a:pathLst>
                  <a:path w="869061" h="9525">
                    <a:moveTo>
                      <a:pt x="0" y="0"/>
                    </a:moveTo>
                    <a:lnTo>
                      <a:pt x="869061" y="0"/>
                    </a:lnTo>
                  </a:path>
                </a:pathLst>
              </a:custGeom>
              <a:noFill/>
              <a:ln w="28575" cap="flat">
                <a:solidFill>
                  <a:schemeClr val="tx1"/>
                </a:solid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51D35A2E-1C32-C6C0-ECCF-A126341CA5A4}"/>
                  </a:ext>
                </a:extLst>
              </p:cNvPr>
              <p:cNvSpPr/>
              <p:nvPr/>
            </p:nvSpPr>
            <p:spPr>
              <a:xfrm>
                <a:off x="8960462" y="5557795"/>
                <a:ext cx="578929" cy="5429"/>
              </a:xfrm>
              <a:custGeom>
                <a:avLst/>
                <a:gdLst>
                  <a:gd name="connsiteX0" fmla="*/ 0 w 578929"/>
                  <a:gd name="connsiteY0" fmla="*/ 0 h 5429"/>
                  <a:gd name="connsiteX1" fmla="*/ 578930 w 578929"/>
                  <a:gd name="connsiteY1" fmla="*/ 5429 h 5429"/>
                </a:gdLst>
                <a:ahLst/>
                <a:cxnLst>
                  <a:cxn ang="0">
                    <a:pos x="connsiteX0" y="connsiteY0"/>
                  </a:cxn>
                  <a:cxn ang="0">
                    <a:pos x="connsiteX1" y="connsiteY1"/>
                  </a:cxn>
                </a:cxnLst>
                <a:rect l="l" t="t" r="r" b="b"/>
                <a:pathLst>
                  <a:path w="578929" h="5429">
                    <a:moveTo>
                      <a:pt x="0" y="0"/>
                    </a:moveTo>
                    <a:lnTo>
                      <a:pt x="578930" y="5429"/>
                    </a:lnTo>
                  </a:path>
                </a:pathLst>
              </a:custGeom>
              <a:noFill/>
              <a:ln w="28575" cap="flat">
                <a:solidFill>
                  <a:schemeClr val="tx1"/>
                </a:solid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A2681CFB-A665-9F88-C50C-E47CA0DA4C1C}"/>
                  </a:ext>
                </a:extLst>
              </p:cNvPr>
              <p:cNvSpPr/>
              <p:nvPr/>
            </p:nvSpPr>
            <p:spPr>
              <a:xfrm>
                <a:off x="8651757" y="5401299"/>
                <a:ext cx="316420" cy="156586"/>
              </a:xfrm>
              <a:custGeom>
                <a:avLst/>
                <a:gdLst>
                  <a:gd name="connsiteX0" fmla="*/ 0 w 316420"/>
                  <a:gd name="connsiteY0" fmla="*/ 0 h 156586"/>
                  <a:gd name="connsiteX1" fmla="*/ 142780 w 316420"/>
                  <a:gd name="connsiteY1" fmla="*/ 80963 h 156586"/>
                  <a:gd name="connsiteX2" fmla="*/ 316420 w 316420"/>
                  <a:gd name="connsiteY2" fmla="*/ 156210 h 156586"/>
                </a:gdLst>
                <a:ahLst/>
                <a:cxnLst>
                  <a:cxn ang="0">
                    <a:pos x="connsiteX0" y="connsiteY0"/>
                  </a:cxn>
                  <a:cxn ang="0">
                    <a:pos x="connsiteX1" y="connsiteY1"/>
                  </a:cxn>
                  <a:cxn ang="0">
                    <a:pos x="connsiteX2" y="connsiteY2"/>
                  </a:cxn>
                </a:cxnLst>
                <a:rect l="l" t="t" r="r" b="b"/>
                <a:pathLst>
                  <a:path w="316420" h="156586">
                    <a:moveTo>
                      <a:pt x="0" y="0"/>
                    </a:moveTo>
                    <a:cubicBezTo>
                      <a:pt x="56578" y="0"/>
                      <a:pt x="104175" y="26984"/>
                      <a:pt x="142780" y="80963"/>
                    </a:cubicBezTo>
                    <a:cubicBezTo>
                      <a:pt x="181385" y="134941"/>
                      <a:pt x="239268" y="160020"/>
                      <a:pt x="316420" y="156210"/>
                    </a:cubicBezTo>
                  </a:path>
                </a:pathLst>
              </a:custGeom>
              <a:noFill/>
              <a:ln w="28575" cap="flat">
                <a:solidFill>
                  <a:schemeClr val="tx1"/>
                </a:solid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D2E101CE-68E1-F162-87D8-0A2CC4AEE4B8}"/>
                  </a:ext>
                </a:extLst>
              </p:cNvPr>
              <p:cNvSpPr/>
              <p:nvPr/>
            </p:nvSpPr>
            <p:spPr>
              <a:xfrm>
                <a:off x="8739863" y="5407776"/>
                <a:ext cx="799528" cy="9525"/>
              </a:xfrm>
              <a:custGeom>
                <a:avLst/>
                <a:gdLst>
                  <a:gd name="connsiteX0" fmla="*/ 0 w 799528"/>
                  <a:gd name="connsiteY0" fmla="*/ 0 h 9525"/>
                  <a:gd name="connsiteX1" fmla="*/ 799528 w 799528"/>
                  <a:gd name="connsiteY1" fmla="*/ 0 h 9525"/>
                </a:gdLst>
                <a:ahLst/>
                <a:cxnLst>
                  <a:cxn ang="0">
                    <a:pos x="connsiteX0" y="connsiteY0"/>
                  </a:cxn>
                  <a:cxn ang="0">
                    <a:pos x="connsiteX1" y="connsiteY1"/>
                  </a:cxn>
                </a:cxnLst>
                <a:rect l="l" t="t" r="r" b="b"/>
                <a:pathLst>
                  <a:path w="799528" h="9525">
                    <a:moveTo>
                      <a:pt x="0" y="0"/>
                    </a:moveTo>
                    <a:lnTo>
                      <a:pt x="799528" y="0"/>
                    </a:lnTo>
                  </a:path>
                </a:pathLst>
              </a:custGeom>
              <a:noFill/>
              <a:ln w="28575" cap="flat">
                <a:solidFill>
                  <a:schemeClr val="tx1"/>
                </a:solidFill>
                <a:custDash>
                  <a:ds d="675000" sp="675000"/>
                </a:custDash>
                <a:miter/>
              </a:ln>
            </p:spPr>
            <p:txBody>
              <a:bodyPr rtlCol="0" anchor="ctr"/>
              <a:lstStyle/>
              <a:p>
                <a:endParaRPr lang="en-US"/>
              </a:p>
            </p:txBody>
          </p:sp>
          <p:sp>
            <p:nvSpPr>
              <p:cNvPr id="457" name="Freeform: Shape 456">
                <a:extLst>
                  <a:ext uri="{FF2B5EF4-FFF2-40B4-BE49-F238E27FC236}">
                    <a16:creationId xmlns:a16="http://schemas.microsoft.com/office/drawing/2014/main" id="{CBFF5418-71F4-C4CD-1C21-40F99282370A}"/>
                  </a:ext>
                </a:extLst>
              </p:cNvPr>
              <p:cNvSpPr/>
              <p:nvPr/>
            </p:nvSpPr>
            <p:spPr>
              <a:xfrm>
                <a:off x="9539391" y="5407776"/>
                <a:ext cx="810482" cy="9525"/>
              </a:xfrm>
              <a:custGeom>
                <a:avLst/>
                <a:gdLst>
                  <a:gd name="connsiteX0" fmla="*/ 0 w 810482"/>
                  <a:gd name="connsiteY0" fmla="*/ 0 h 9525"/>
                  <a:gd name="connsiteX1" fmla="*/ 810482 w 810482"/>
                  <a:gd name="connsiteY1" fmla="*/ 0 h 9525"/>
                </a:gdLst>
                <a:ahLst/>
                <a:cxnLst>
                  <a:cxn ang="0">
                    <a:pos x="connsiteX0" y="connsiteY0"/>
                  </a:cxn>
                  <a:cxn ang="0">
                    <a:pos x="connsiteX1" y="connsiteY1"/>
                  </a:cxn>
                </a:cxnLst>
                <a:rect l="l" t="t" r="r" b="b"/>
                <a:pathLst>
                  <a:path w="810482" h="9525">
                    <a:moveTo>
                      <a:pt x="0" y="0"/>
                    </a:moveTo>
                    <a:lnTo>
                      <a:pt x="810482" y="0"/>
                    </a:lnTo>
                  </a:path>
                </a:pathLst>
              </a:custGeom>
              <a:noFill/>
              <a:ln w="28575" cap="flat">
                <a:solidFill>
                  <a:schemeClr val="tx1"/>
                </a:solid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31CB78F1-8DAE-845C-0F0E-95A758C6DEB2}"/>
                  </a:ext>
                </a:extLst>
              </p:cNvPr>
              <p:cNvSpPr/>
              <p:nvPr/>
            </p:nvSpPr>
            <p:spPr>
              <a:xfrm>
                <a:off x="9709222" y="5407966"/>
                <a:ext cx="584834" cy="40862"/>
              </a:xfrm>
              <a:custGeom>
                <a:avLst/>
                <a:gdLst>
                  <a:gd name="connsiteX0" fmla="*/ 0 w 584834"/>
                  <a:gd name="connsiteY0" fmla="*/ 0 h 40862"/>
                  <a:gd name="connsiteX1" fmla="*/ 584835 w 584834"/>
                  <a:gd name="connsiteY1" fmla="*/ 40862 h 40862"/>
                </a:gdLst>
                <a:ahLst/>
                <a:cxnLst>
                  <a:cxn ang="0">
                    <a:pos x="connsiteX0" y="connsiteY0"/>
                  </a:cxn>
                  <a:cxn ang="0">
                    <a:pos x="connsiteX1" y="connsiteY1"/>
                  </a:cxn>
                </a:cxnLst>
                <a:rect l="l" t="t" r="r" b="b"/>
                <a:pathLst>
                  <a:path w="584834" h="40862">
                    <a:moveTo>
                      <a:pt x="0" y="0"/>
                    </a:moveTo>
                    <a:lnTo>
                      <a:pt x="584835" y="40862"/>
                    </a:lnTo>
                  </a:path>
                </a:pathLst>
              </a:custGeom>
              <a:noFill/>
              <a:ln w="28575" cap="flat">
                <a:solidFill>
                  <a:schemeClr val="tx1"/>
                </a:solid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0A69B675-815C-825F-09E1-7398000E5C2A}"/>
                  </a:ext>
                </a:extLst>
              </p:cNvPr>
              <p:cNvSpPr/>
              <p:nvPr/>
            </p:nvSpPr>
            <p:spPr>
              <a:xfrm>
                <a:off x="9539391" y="5563224"/>
                <a:ext cx="626649" cy="34670"/>
              </a:xfrm>
              <a:custGeom>
                <a:avLst/>
                <a:gdLst>
                  <a:gd name="connsiteX0" fmla="*/ 0 w 626649"/>
                  <a:gd name="connsiteY0" fmla="*/ 0 h 34670"/>
                  <a:gd name="connsiteX1" fmla="*/ 626650 w 626649"/>
                  <a:gd name="connsiteY1" fmla="*/ 34671 h 34670"/>
                </a:gdLst>
                <a:ahLst/>
                <a:cxnLst>
                  <a:cxn ang="0">
                    <a:pos x="connsiteX0" y="connsiteY0"/>
                  </a:cxn>
                  <a:cxn ang="0">
                    <a:pos x="connsiteX1" y="connsiteY1"/>
                  </a:cxn>
                </a:cxnLst>
                <a:rect l="l" t="t" r="r" b="b"/>
                <a:pathLst>
                  <a:path w="626649" h="34670">
                    <a:moveTo>
                      <a:pt x="0" y="0"/>
                    </a:moveTo>
                    <a:lnTo>
                      <a:pt x="626650" y="34671"/>
                    </a:lnTo>
                  </a:path>
                </a:pathLst>
              </a:custGeom>
              <a:noFill/>
              <a:ln w="28575" cap="flat">
                <a:solidFill>
                  <a:schemeClr val="tx1"/>
                </a:solid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A4CF34DC-1E08-A1D2-C596-D297B8ECA3F7}"/>
                  </a:ext>
                </a:extLst>
              </p:cNvPr>
              <p:cNvSpPr/>
              <p:nvPr/>
            </p:nvSpPr>
            <p:spPr>
              <a:xfrm>
                <a:off x="9686076" y="5257852"/>
                <a:ext cx="795051" cy="9525"/>
              </a:xfrm>
              <a:custGeom>
                <a:avLst/>
                <a:gdLst>
                  <a:gd name="connsiteX0" fmla="*/ 0 w 795051"/>
                  <a:gd name="connsiteY0" fmla="*/ 0 h 9525"/>
                  <a:gd name="connsiteX1" fmla="*/ 795052 w 795051"/>
                  <a:gd name="connsiteY1" fmla="*/ 0 h 9525"/>
                </a:gdLst>
                <a:ahLst/>
                <a:cxnLst>
                  <a:cxn ang="0">
                    <a:pos x="connsiteX0" y="connsiteY0"/>
                  </a:cxn>
                  <a:cxn ang="0">
                    <a:pos x="connsiteX1" y="connsiteY1"/>
                  </a:cxn>
                </a:cxnLst>
                <a:rect l="l" t="t" r="r" b="b"/>
                <a:pathLst>
                  <a:path w="795051" h="9525">
                    <a:moveTo>
                      <a:pt x="0" y="0"/>
                    </a:moveTo>
                    <a:lnTo>
                      <a:pt x="795052" y="0"/>
                    </a:lnTo>
                  </a:path>
                </a:pathLst>
              </a:custGeom>
              <a:noFill/>
              <a:ln w="28575" cap="flat">
                <a:solidFill>
                  <a:schemeClr val="tx1"/>
                </a:solid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9631BDA6-DB10-5E25-26E3-77AFE3BAF00F}"/>
                  </a:ext>
                </a:extLst>
              </p:cNvPr>
              <p:cNvSpPr/>
              <p:nvPr/>
            </p:nvSpPr>
            <p:spPr>
              <a:xfrm>
                <a:off x="7870135" y="5620374"/>
                <a:ext cx="420528" cy="76200"/>
              </a:xfrm>
              <a:custGeom>
                <a:avLst/>
                <a:gdLst>
                  <a:gd name="connsiteX0" fmla="*/ 0 w 420528"/>
                  <a:gd name="connsiteY0" fmla="*/ 66675 h 76200"/>
                  <a:gd name="connsiteX1" fmla="*/ 65818 w 420528"/>
                  <a:gd name="connsiteY1" fmla="*/ 0 h 76200"/>
                  <a:gd name="connsiteX2" fmla="*/ 361474 w 420528"/>
                  <a:gd name="connsiteY2" fmla="*/ 0 h 76200"/>
                  <a:gd name="connsiteX3" fmla="*/ 420529 w 420528"/>
                  <a:gd name="connsiteY3" fmla="*/ 76200 h 76200"/>
                </a:gdLst>
                <a:ahLst/>
                <a:cxnLst>
                  <a:cxn ang="0">
                    <a:pos x="connsiteX0" y="connsiteY0"/>
                  </a:cxn>
                  <a:cxn ang="0">
                    <a:pos x="connsiteX1" y="connsiteY1"/>
                  </a:cxn>
                  <a:cxn ang="0">
                    <a:pos x="connsiteX2" y="connsiteY2"/>
                  </a:cxn>
                  <a:cxn ang="0">
                    <a:pos x="connsiteX3" y="connsiteY3"/>
                  </a:cxn>
                </a:cxnLst>
                <a:rect l="l" t="t" r="r" b="b"/>
                <a:pathLst>
                  <a:path w="420528" h="76200">
                    <a:moveTo>
                      <a:pt x="0" y="66675"/>
                    </a:moveTo>
                    <a:lnTo>
                      <a:pt x="65818" y="0"/>
                    </a:lnTo>
                    <a:lnTo>
                      <a:pt x="361474" y="0"/>
                    </a:lnTo>
                    <a:lnTo>
                      <a:pt x="420529" y="76200"/>
                    </a:lnTo>
                  </a:path>
                </a:pathLst>
              </a:custGeom>
              <a:noFill/>
              <a:ln w="19050" cap="flat">
                <a:solidFill>
                  <a:schemeClr val="tx1"/>
                </a:solid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3ADEBCC5-EBB8-3298-5B0F-5A92AA8B65E6}"/>
                  </a:ext>
                </a:extLst>
              </p:cNvPr>
              <p:cNvSpPr/>
              <p:nvPr/>
            </p:nvSpPr>
            <p:spPr>
              <a:xfrm>
                <a:off x="8404583" y="5020299"/>
                <a:ext cx="414718" cy="57816"/>
              </a:xfrm>
              <a:custGeom>
                <a:avLst/>
                <a:gdLst>
                  <a:gd name="connsiteX0" fmla="*/ 0 w 414718"/>
                  <a:gd name="connsiteY0" fmla="*/ 0 h 57816"/>
                  <a:gd name="connsiteX1" fmla="*/ 60198 w 414718"/>
                  <a:gd name="connsiteY1" fmla="*/ 57817 h 57816"/>
                  <a:gd name="connsiteX2" fmla="*/ 355854 w 414718"/>
                  <a:gd name="connsiteY2" fmla="*/ 57817 h 57816"/>
                  <a:gd name="connsiteX3" fmla="*/ 414719 w 414718"/>
                  <a:gd name="connsiteY3" fmla="*/ 0 h 57816"/>
                </a:gdLst>
                <a:ahLst/>
                <a:cxnLst>
                  <a:cxn ang="0">
                    <a:pos x="connsiteX0" y="connsiteY0"/>
                  </a:cxn>
                  <a:cxn ang="0">
                    <a:pos x="connsiteX1" y="connsiteY1"/>
                  </a:cxn>
                  <a:cxn ang="0">
                    <a:pos x="connsiteX2" y="connsiteY2"/>
                  </a:cxn>
                  <a:cxn ang="0">
                    <a:pos x="connsiteX3" y="connsiteY3"/>
                  </a:cxn>
                </a:cxnLst>
                <a:rect l="l" t="t" r="r" b="b"/>
                <a:pathLst>
                  <a:path w="414718" h="57816">
                    <a:moveTo>
                      <a:pt x="0" y="0"/>
                    </a:moveTo>
                    <a:lnTo>
                      <a:pt x="60198" y="57817"/>
                    </a:lnTo>
                    <a:lnTo>
                      <a:pt x="355854" y="57817"/>
                    </a:lnTo>
                    <a:lnTo>
                      <a:pt x="414719" y="0"/>
                    </a:lnTo>
                  </a:path>
                </a:pathLst>
              </a:custGeom>
              <a:noFill/>
              <a:ln w="19050" cap="flat">
                <a:solidFill>
                  <a:schemeClr val="tx1"/>
                </a:solidFill>
                <a:prstDash val="solid"/>
                <a:miter/>
              </a:ln>
            </p:spPr>
            <p:txBody>
              <a:bodyPr rtlCol="0" anchor="ctr"/>
              <a:lstStyle/>
              <a:p>
                <a:endParaRPr lang="en-US"/>
              </a:p>
            </p:txBody>
          </p:sp>
        </p:grpSp>
        <p:sp>
          <p:nvSpPr>
            <p:cNvPr id="450" name="Freeform: Shape 449">
              <a:extLst>
                <a:ext uri="{FF2B5EF4-FFF2-40B4-BE49-F238E27FC236}">
                  <a16:creationId xmlns:a16="http://schemas.microsoft.com/office/drawing/2014/main" id="{C5A0739D-6C64-DE38-5429-93089B30ECB3}"/>
                </a:ext>
              </a:extLst>
            </p:cNvPr>
            <p:cNvSpPr/>
            <p:nvPr/>
          </p:nvSpPr>
          <p:spPr>
            <a:xfrm>
              <a:off x="7611511" y="5096285"/>
              <a:ext cx="3016472" cy="493490"/>
            </a:xfrm>
            <a:custGeom>
              <a:avLst/>
              <a:gdLst>
                <a:gd name="connsiteX0" fmla="*/ 0 w 3016472"/>
                <a:gd name="connsiteY0" fmla="*/ 493490 h 493490"/>
                <a:gd name="connsiteX1" fmla="*/ 555117 w 3016472"/>
                <a:gd name="connsiteY1" fmla="*/ 0 h 493490"/>
                <a:gd name="connsiteX2" fmla="*/ 3016472 w 3016472"/>
                <a:gd name="connsiteY2" fmla="*/ 0 h 493490"/>
                <a:gd name="connsiteX3" fmla="*/ 2461355 w 3016472"/>
                <a:gd name="connsiteY3" fmla="*/ 493490 h 493490"/>
              </a:gdLst>
              <a:ahLst/>
              <a:cxnLst>
                <a:cxn ang="0">
                  <a:pos x="connsiteX0" y="connsiteY0"/>
                </a:cxn>
                <a:cxn ang="0">
                  <a:pos x="connsiteX1" y="connsiteY1"/>
                </a:cxn>
                <a:cxn ang="0">
                  <a:pos x="connsiteX2" y="connsiteY2"/>
                </a:cxn>
                <a:cxn ang="0">
                  <a:pos x="connsiteX3" y="connsiteY3"/>
                </a:cxn>
              </a:cxnLst>
              <a:rect l="l" t="t" r="r" b="b"/>
              <a:pathLst>
                <a:path w="3016472" h="493490">
                  <a:moveTo>
                    <a:pt x="0" y="493490"/>
                  </a:moveTo>
                  <a:lnTo>
                    <a:pt x="555117" y="0"/>
                  </a:lnTo>
                  <a:lnTo>
                    <a:pt x="3016472" y="0"/>
                  </a:lnTo>
                  <a:lnTo>
                    <a:pt x="2461355" y="493490"/>
                  </a:lnTo>
                  <a:close/>
                </a:path>
              </a:pathLst>
            </a:custGeom>
            <a:solidFill>
              <a:srgbClr val="808080">
                <a:alpha val="60000"/>
              </a:srgbClr>
            </a:solidFill>
            <a:ln w="9525" cap="flat">
              <a:noFill/>
              <a:prstDash val="solid"/>
              <a:miter/>
            </a:ln>
          </p:spPr>
          <p:txBody>
            <a:bodyPr rtlCol="0" anchor="ctr"/>
            <a:lstStyle/>
            <a:p>
              <a:endParaRPr lang="en-US"/>
            </a:p>
          </p:txBody>
        </p:sp>
      </p:grpSp>
      <p:sp>
        <p:nvSpPr>
          <p:cNvPr id="3868" name="TextBox 3867">
            <a:extLst>
              <a:ext uri="{FF2B5EF4-FFF2-40B4-BE49-F238E27FC236}">
                <a16:creationId xmlns:a16="http://schemas.microsoft.com/office/drawing/2014/main" id="{B5229E98-F6DB-E1E4-A71F-D6D1553CBD49}"/>
              </a:ext>
            </a:extLst>
          </p:cNvPr>
          <p:cNvSpPr txBox="1"/>
          <p:nvPr/>
        </p:nvSpPr>
        <p:spPr>
          <a:xfrm>
            <a:off x="6892035" y="1510423"/>
            <a:ext cx="2187302" cy="1061829"/>
          </a:xfrm>
          <a:prstGeom prst="rect">
            <a:avLst/>
          </a:prstGeom>
          <a:noFill/>
        </p:spPr>
        <p:txBody>
          <a:bodyPr wrap="square" rtlCol="0">
            <a:spAutoFit/>
          </a:bodyPr>
          <a:lstStyle/>
          <a:p>
            <a:r>
              <a:rPr lang="en-US" sz="1050" dirty="0" err="1">
                <a:solidFill>
                  <a:srgbClr val="0070C0"/>
                </a:solidFill>
              </a:rPr>
              <a:t>ParseXODR</a:t>
            </a:r>
            <a:r>
              <a:rPr lang="en-US" sz="1050" dirty="0">
                <a:solidFill>
                  <a:srgbClr val="0070C0"/>
                </a:solidFill>
              </a:rPr>
              <a:t> repo -</a:t>
            </a:r>
            <a:br>
              <a:rPr lang="en-US" sz="1050" dirty="0">
                <a:solidFill>
                  <a:srgbClr val="0070C0"/>
                </a:solidFill>
              </a:rPr>
            </a:br>
            <a:r>
              <a:rPr lang="en-US" sz="1050" dirty="0" err="1">
                <a:solidFill>
                  <a:srgbClr val="00B050"/>
                </a:solidFill>
              </a:rPr>
              <a:t>extractXYfromSTandCenterline</a:t>
            </a:r>
            <a:endParaRPr lang="en-US" sz="1050" dirty="0">
              <a:solidFill>
                <a:srgbClr val="00B050"/>
              </a:solidFill>
            </a:endParaRPr>
          </a:p>
          <a:p>
            <a:r>
              <a:rPr lang="en-US" sz="1050" dirty="0" err="1">
                <a:solidFill>
                  <a:srgbClr val="00B050"/>
                </a:solidFill>
              </a:rPr>
              <a:t>extractXYfromSTandGeometries</a:t>
            </a:r>
            <a:endParaRPr lang="en-US" sz="1050" dirty="0">
              <a:solidFill>
                <a:srgbClr val="00B050"/>
              </a:solidFill>
            </a:endParaRPr>
          </a:p>
          <a:p>
            <a:r>
              <a:rPr lang="en-US" sz="1050" dirty="0" err="1">
                <a:solidFill>
                  <a:srgbClr val="00B050"/>
                </a:solidFill>
              </a:rPr>
              <a:t>extractXYFromSTCurves</a:t>
            </a:r>
            <a:endParaRPr lang="en-US" sz="1050" dirty="0">
              <a:solidFill>
                <a:srgbClr val="00B050"/>
              </a:solidFill>
            </a:endParaRPr>
          </a:p>
          <a:p>
            <a:r>
              <a:rPr lang="en-US" sz="1050" dirty="0" err="1">
                <a:solidFill>
                  <a:srgbClr val="00B050"/>
                </a:solidFill>
              </a:rPr>
              <a:t>extractXYfromSTArc</a:t>
            </a:r>
            <a:endParaRPr lang="en-US" sz="1050" dirty="0">
              <a:solidFill>
                <a:srgbClr val="00B050"/>
              </a:solidFill>
            </a:endParaRPr>
          </a:p>
          <a:p>
            <a:r>
              <a:rPr lang="en-US" sz="1050" dirty="0" err="1">
                <a:solidFill>
                  <a:srgbClr val="00B050"/>
                </a:solidFill>
              </a:rPr>
              <a:t>extractXYfromSTSpiral</a:t>
            </a:r>
            <a:endParaRPr lang="en-US" sz="1050" dirty="0">
              <a:solidFill>
                <a:srgbClr val="00B050"/>
              </a:solidFill>
            </a:endParaRPr>
          </a:p>
        </p:txBody>
      </p:sp>
      <p:sp>
        <p:nvSpPr>
          <p:cNvPr id="3876" name="TextBox 3875">
            <a:extLst>
              <a:ext uri="{FF2B5EF4-FFF2-40B4-BE49-F238E27FC236}">
                <a16:creationId xmlns:a16="http://schemas.microsoft.com/office/drawing/2014/main" id="{30D14E1F-2D5E-E49B-C339-2FD3DB16E713}"/>
              </a:ext>
            </a:extLst>
          </p:cNvPr>
          <p:cNvSpPr txBox="1"/>
          <p:nvPr/>
        </p:nvSpPr>
        <p:spPr>
          <a:xfrm>
            <a:off x="4143583" y="2297789"/>
            <a:ext cx="759823" cy="369332"/>
          </a:xfrm>
          <a:prstGeom prst="rect">
            <a:avLst/>
          </a:prstGeom>
          <a:solidFill>
            <a:schemeClr val="bg1">
              <a:alpha val="78000"/>
            </a:schemeClr>
          </a:solidFill>
        </p:spPr>
        <p:txBody>
          <a:bodyPr wrap="none" rtlCol="0">
            <a:spAutoFit/>
          </a:bodyPr>
          <a:lstStyle/>
          <a:p>
            <a:r>
              <a:rPr lang="en-US" dirty="0">
                <a:solidFill>
                  <a:srgbClr val="FF0000"/>
                </a:solidFill>
              </a:rPr>
              <a:t>Points</a:t>
            </a:r>
          </a:p>
        </p:txBody>
      </p:sp>
      <p:sp>
        <p:nvSpPr>
          <p:cNvPr id="3877" name="TextBox 3876">
            <a:extLst>
              <a:ext uri="{FF2B5EF4-FFF2-40B4-BE49-F238E27FC236}">
                <a16:creationId xmlns:a16="http://schemas.microsoft.com/office/drawing/2014/main" id="{46794589-3DE0-FFBD-504E-BC5563407FD2}"/>
              </a:ext>
            </a:extLst>
          </p:cNvPr>
          <p:cNvSpPr txBox="1"/>
          <p:nvPr/>
        </p:nvSpPr>
        <p:spPr>
          <a:xfrm>
            <a:off x="4113831" y="3141288"/>
            <a:ext cx="819327" cy="369332"/>
          </a:xfrm>
          <a:prstGeom prst="rect">
            <a:avLst/>
          </a:prstGeom>
          <a:solidFill>
            <a:schemeClr val="bg1">
              <a:alpha val="78000"/>
            </a:schemeClr>
          </a:solidFill>
        </p:spPr>
        <p:txBody>
          <a:bodyPr wrap="none" rtlCol="0">
            <a:spAutoFit/>
          </a:bodyPr>
          <a:lstStyle/>
          <a:p>
            <a:r>
              <a:rPr lang="en-US" dirty="0">
                <a:solidFill>
                  <a:srgbClr val="FF0000"/>
                </a:solidFill>
              </a:rPr>
              <a:t>Curves</a:t>
            </a:r>
          </a:p>
        </p:txBody>
      </p:sp>
      <p:cxnSp>
        <p:nvCxnSpPr>
          <p:cNvPr id="2" name="Connector: Curved 1">
            <a:extLst>
              <a:ext uri="{FF2B5EF4-FFF2-40B4-BE49-F238E27FC236}">
                <a16:creationId xmlns:a16="http://schemas.microsoft.com/office/drawing/2014/main" id="{18BA87AF-97B7-565B-F2AA-ACADBC00C850}"/>
              </a:ext>
            </a:extLst>
          </p:cNvPr>
          <p:cNvCxnSpPr>
            <a:cxnSpLocks/>
          </p:cNvCxnSpPr>
          <p:nvPr/>
        </p:nvCxnSpPr>
        <p:spPr>
          <a:xfrm rot="10800000">
            <a:off x="6535443" y="2376281"/>
            <a:ext cx="166881" cy="872004"/>
          </a:xfrm>
          <a:prstGeom prst="curvedConnector3">
            <a:avLst>
              <a:gd name="adj1" fmla="val -37345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7657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31FA9-4BE6-D5A6-44BA-D6F70C1F1037}"/>
              </a:ext>
            </a:extLst>
          </p:cNvPr>
          <p:cNvSpPr>
            <a:spLocks noGrp="1"/>
          </p:cNvSpPr>
          <p:nvPr>
            <p:ph type="title"/>
          </p:nvPr>
        </p:nvSpPr>
        <p:spPr>
          <a:xfrm>
            <a:off x="273504" y="365125"/>
            <a:ext cx="11666764" cy="1325563"/>
          </a:xfrm>
        </p:spPr>
        <p:txBody>
          <a:bodyPr>
            <a:normAutofit fontScale="90000"/>
          </a:bodyPr>
          <a:lstStyle/>
          <a:p>
            <a:r>
              <a:rPr lang="en-US" dirty="0"/>
              <a:t>Every road has a centerline. The function </a:t>
            </a:r>
            <a:r>
              <a:rPr lang="en-US" sz="4400" dirty="0" err="1">
                <a:solidFill>
                  <a:srgbClr val="00B050"/>
                </a:solidFill>
              </a:rPr>
              <a:t>extractXYfromSTandCenterline</a:t>
            </a:r>
            <a:r>
              <a:rPr lang="en-US" sz="4400" dirty="0">
                <a:solidFill>
                  <a:srgbClr val="00B050"/>
                </a:solidFill>
              </a:rPr>
              <a:t> </a:t>
            </a:r>
            <a:r>
              <a:rPr lang="en-US" dirty="0"/>
              <a:t>uses the centerline and user-given St coordinates to find local XY coordinates</a:t>
            </a:r>
          </a:p>
        </p:txBody>
      </p:sp>
      <p:pic>
        <p:nvPicPr>
          <p:cNvPr id="7" name="Picture 6">
            <a:extLst>
              <a:ext uri="{FF2B5EF4-FFF2-40B4-BE49-F238E27FC236}">
                <a16:creationId xmlns:a16="http://schemas.microsoft.com/office/drawing/2014/main" id="{A7917A88-BE1A-A70E-0015-AE2CFC8F1688}"/>
              </a:ext>
            </a:extLst>
          </p:cNvPr>
          <p:cNvPicPr>
            <a:picLocks noChangeAspect="1"/>
          </p:cNvPicPr>
          <p:nvPr/>
        </p:nvPicPr>
        <p:blipFill>
          <a:blip r:embed="rId2"/>
          <a:stretch>
            <a:fillRect/>
          </a:stretch>
        </p:blipFill>
        <p:spPr>
          <a:xfrm>
            <a:off x="546847" y="3690014"/>
            <a:ext cx="3048000" cy="2286000"/>
          </a:xfrm>
          <a:prstGeom prst="rect">
            <a:avLst/>
          </a:prstGeom>
        </p:spPr>
      </p:pic>
      <p:pic>
        <p:nvPicPr>
          <p:cNvPr id="9" name="Picture 8">
            <a:extLst>
              <a:ext uri="{FF2B5EF4-FFF2-40B4-BE49-F238E27FC236}">
                <a16:creationId xmlns:a16="http://schemas.microsoft.com/office/drawing/2014/main" id="{B0381C13-5C63-C4DE-CDE7-B2432F4EC562}"/>
              </a:ext>
            </a:extLst>
          </p:cNvPr>
          <p:cNvPicPr>
            <a:picLocks noChangeAspect="1"/>
          </p:cNvPicPr>
          <p:nvPr/>
        </p:nvPicPr>
        <p:blipFill>
          <a:blip r:embed="rId3"/>
          <a:stretch>
            <a:fillRect/>
          </a:stretch>
        </p:blipFill>
        <p:spPr>
          <a:xfrm>
            <a:off x="3201515" y="3690014"/>
            <a:ext cx="3048000" cy="2286000"/>
          </a:xfrm>
          <a:prstGeom prst="rect">
            <a:avLst/>
          </a:prstGeom>
        </p:spPr>
      </p:pic>
      <p:pic>
        <p:nvPicPr>
          <p:cNvPr id="11" name="Picture 10">
            <a:extLst>
              <a:ext uri="{FF2B5EF4-FFF2-40B4-BE49-F238E27FC236}">
                <a16:creationId xmlns:a16="http://schemas.microsoft.com/office/drawing/2014/main" id="{35AFA221-0B2D-F175-C63B-02384724A75D}"/>
              </a:ext>
            </a:extLst>
          </p:cNvPr>
          <p:cNvPicPr>
            <a:picLocks noChangeAspect="1"/>
          </p:cNvPicPr>
          <p:nvPr/>
        </p:nvPicPr>
        <p:blipFill>
          <a:blip r:embed="rId4"/>
          <a:stretch>
            <a:fillRect/>
          </a:stretch>
        </p:blipFill>
        <p:spPr>
          <a:xfrm>
            <a:off x="5818121" y="3690014"/>
            <a:ext cx="3048000" cy="2286000"/>
          </a:xfrm>
          <a:prstGeom prst="rect">
            <a:avLst/>
          </a:prstGeom>
        </p:spPr>
      </p:pic>
      <p:pic>
        <p:nvPicPr>
          <p:cNvPr id="13" name="Picture 12">
            <a:extLst>
              <a:ext uri="{FF2B5EF4-FFF2-40B4-BE49-F238E27FC236}">
                <a16:creationId xmlns:a16="http://schemas.microsoft.com/office/drawing/2014/main" id="{AF632199-9965-61B5-3319-01FE5E862AC2}"/>
              </a:ext>
            </a:extLst>
          </p:cNvPr>
          <p:cNvPicPr>
            <a:picLocks noChangeAspect="1"/>
          </p:cNvPicPr>
          <p:nvPr/>
        </p:nvPicPr>
        <p:blipFill>
          <a:blip r:embed="rId5"/>
          <a:stretch>
            <a:fillRect/>
          </a:stretch>
        </p:blipFill>
        <p:spPr>
          <a:xfrm>
            <a:off x="8401168" y="3690014"/>
            <a:ext cx="3048000" cy="2286000"/>
          </a:xfrm>
          <a:prstGeom prst="rect">
            <a:avLst/>
          </a:prstGeom>
        </p:spPr>
      </p:pic>
      <p:sp>
        <p:nvSpPr>
          <p:cNvPr id="14" name="TextBox 13">
            <a:extLst>
              <a:ext uri="{FF2B5EF4-FFF2-40B4-BE49-F238E27FC236}">
                <a16:creationId xmlns:a16="http://schemas.microsoft.com/office/drawing/2014/main" id="{D4F7C1D4-4DE7-41F4-4C84-26AE8EF65DE6}"/>
              </a:ext>
            </a:extLst>
          </p:cNvPr>
          <p:cNvSpPr txBox="1"/>
          <p:nvPr/>
        </p:nvSpPr>
        <p:spPr>
          <a:xfrm>
            <a:off x="1284620" y="3342845"/>
            <a:ext cx="1444691" cy="369332"/>
          </a:xfrm>
          <a:prstGeom prst="rect">
            <a:avLst/>
          </a:prstGeom>
          <a:noFill/>
        </p:spPr>
        <p:txBody>
          <a:bodyPr wrap="none" rtlCol="0">
            <a:spAutoFit/>
          </a:bodyPr>
          <a:lstStyle/>
          <a:p>
            <a:pPr algn="ctr"/>
            <a:r>
              <a:rPr lang="en-US" dirty="0"/>
              <a:t>Original Road</a:t>
            </a:r>
          </a:p>
        </p:txBody>
      </p:sp>
      <p:sp>
        <p:nvSpPr>
          <p:cNvPr id="15" name="TextBox 14">
            <a:extLst>
              <a:ext uri="{FF2B5EF4-FFF2-40B4-BE49-F238E27FC236}">
                <a16:creationId xmlns:a16="http://schemas.microsoft.com/office/drawing/2014/main" id="{3C108542-4CEB-99A6-1A6F-22B83ED678C3}"/>
              </a:ext>
            </a:extLst>
          </p:cNvPr>
          <p:cNvSpPr txBox="1"/>
          <p:nvPr/>
        </p:nvSpPr>
        <p:spPr>
          <a:xfrm>
            <a:off x="4182428" y="3342845"/>
            <a:ext cx="1156279" cy="369332"/>
          </a:xfrm>
          <a:prstGeom prst="rect">
            <a:avLst/>
          </a:prstGeom>
          <a:noFill/>
        </p:spPr>
        <p:txBody>
          <a:bodyPr wrap="none" rtlCol="0">
            <a:spAutoFit/>
          </a:bodyPr>
          <a:lstStyle/>
          <a:p>
            <a:pPr algn="ctr"/>
            <a:r>
              <a:rPr lang="en-US" dirty="0"/>
              <a:t>Centerline</a:t>
            </a:r>
          </a:p>
        </p:txBody>
      </p:sp>
      <p:sp>
        <p:nvSpPr>
          <p:cNvPr id="16" name="TextBox 15">
            <a:extLst>
              <a:ext uri="{FF2B5EF4-FFF2-40B4-BE49-F238E27FC236}">
                <a16:creationId xmlns:a16="http://schemas.microsoft.com/office/drawing/2014/main" id="{8DF04D45-E4F4-46A0-B504-18110D4D5DCB}"/>
              </a:ext>
            </a:extLst>
          </p:cNvPr>
          <p:cNvSpPr txBox="1"/>
          <p:nvPr/>
        </p:nvSpPr>
        <p:spPr>
          <a:xfrm>
            <a:off x="6200673" y="3105834"/>
            <a:ext cx="2294924" cy="646331"/>
          </a:xfrm>
          <a:prstGeom prst="rect">
            <a:avLst/>
          </a:prstGeom>
          <a:noFill/>
        </p:spPr>
        <p:txBody>
          <a:bodyPr wrap="none" rtlCol="0">
            <a:spAutoFit/>
          </a:bodyPr>
          <a:lstStyle/>
          <a:p>
            <a:pPr algn="ctr"/>
            <a:r>
              <a:rPr lang="en-US" dirty="0"/>
              <a:t>XY points for 1 column</a:t>
            </a:r>
          </a:p>
          <a:p>
            <a:pPr algn="ctr"/>
            <a:r>
              <a:rPr lang="en-US" dirty="0"/>
              <a:t>of transverse data</a:t>
            </a:r>
          </a:p>
        </p:txBody>
      </p:sp>
      <p:sp>
        <p:nvSpPr>
          <p:cNvPr id="17" name="TextBox 16">
            <a:extLst>
              <a:ext uri="{FF2B5EF4-FFF2-40B4-BE49-F238E27FC236}">
                <a16:creationId xmlns:a16="http://schemas.microsoft.com/office/drawing/2014/main" id="{D3DB38A5-B554-87FA-6CCE-DF8F84FA9801}"/>
              </a:ext>
            </a:extLst>
          </p:cNvPr>
          <p:cNvSpPr txBox="1"/>
          <p:nvPr/>
        </p:nvSpPr>
        <p:spPr>
          <a:xfrm>
            <a:off x="8965298" y="3128239"/>
            <a:ext cx="2384692" cy="646331"/>
          </a:xfrm>
          <a:prstGeom prst="rect">
            <a:avLst/>
          </a:prstGeom>
          <a:noFill/>
        </p:spPr>
        <p:txBody>
          <a:bodyPr wrap="none" rtlCol="0">
            <a:spAutoFit/>
          </a:bodyPr>
          <a:lstStyle/>
          <a:p>
            <a:pPr algn="ctr"/>
            <a:r>
              <a:rPr lang="en-US" dirty="0"/>
              <a:t>XY points for 2 columns</a:t>
            </a:r>
          </a:p>
          <a:p>
            <a:pPr algn="ctr"/>
            <a:r>
              <a:rPr lang="en-US" dirty="0"/>
              <a:t>of transverse data</a:t>
            </a:r>
          </a:p>
        </p:txBody>
      </p:sp>
    </p:spTree>
    <p:extLst>
      <p:ext uri="{BB962C8B-B14F-4D97-AF65-F5344CB8AC3E}">
        <p14:creationId xmlns:p14="http://schemas.microsoft.com/office/powerpoint/2010/main" val="29823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57C1-3B90-4E03-AEF9-EA23B69297F3}"/>
              </a:ext>
            </a:extLst>
          </p:cNvPr>
          <p:cNvSpPr>
            <a:spLocks noGrp="1"/>
          </p:cNvSpPr>
          <p:nvPr>
            <p:ph type="title"/>
          </p:nvPr>
        </p:nvSpPr>
        <p:spPr>
          <a:xfrm>
            <a:off x="349321" y="141876"/>
            <a:ext cx="11004479" cy="1325563"/>
          </a:xfrm>
        </p:spPr>
        <p:txBody>
          <a:bodyPr>
            <a:normAutofit/>
          </a:bodyPr>
          <a:lstStyle/>
          <a:p>
            <a:r>
              <a:rPr lang="en-US" sz="3600" dirty="0"/>
              <a:t>The centerline geometries for each scenario are as follows</a:t>
            </a:r>
          </a:p>
        </p:txBody>
      </p:sp>
      <p:graphicFrame>
        <p:nvGraphicFramePr>
          <p:cNvPr id="4" name="Content Placeholder 3">
            <a:extLst>
              <a:ext uri="{FF2B5EF4-FFF2-40B4-BE49-F238E27FC236}">
                <a16:creationId xmlns:a16="http://schemas.microsoft.com/office/drawing/2014/main" id="{FE443E2E-0FE8-46ED-B97F-65BECE4D9565}"/>
              </a:ext>
            </a:extLst>
          </p:cNvPr>
          <p:cNvGraphicFramePr>
            <a:graphicFrameLocks noGrp="1"/>
          </p:cNvGraphicFramePr>
          <p:nvPr>
            <p:ph idx="1"/>
            <p:extLst>
              <p:ext uri="{D42A27DB-BD31-4B8C-83A1-F6EECF244321}">
                <p14:modId xmlns:p14="http://schemas.microsoft.com/office/powerpoint/2010/main" val="2648146215"/>
              </p:ext>
            </p:extLst>
          </p:nvPr>
        </p:nvGraphicFramePr>
        <p:xfrm>
          <a:off x="838198" y="1005840"/>
          <a:ext cx="8829785" cy="5669280"/>
        </p:xfrm>
        <a:graphic>
          <a:graphicData uri="http://schemas.openxmlformats.org/drawingml/2006/table">
            <a:tbl>
              <a:tblPr firstRow="1" bandRow="1">
                <a:tableStyleId>{5C22544A-7EE6-4342-B048-85BDC9FD1C3A}</a:tableStyleId>
              </a:tblPr>
              <a:tblGrid>
                <a:gridCol w="2663365">
                  <a:extLst>
                    <a:ext uri="{9D8B030D-6E8A-4147-A177-3AD203B41FA5}">
                      <a16:colId xmlns:a16="http://schemas.microsoft.com/office/drawing/2014/main" val="3697515512"/>
                    </a:ext>
                  </a:extLst>
                </a:gridCol>
                <a:gridCol w="1656064">
                  <a:extLst>
                    <a:ext uri="{9D8B030D-6E8A-4147-A177-3AD203B41FA5}">
                      <a16:colId xmlns:a16="http://schemas.microsoft.com/office/drawing/2014/main" val="1288510894"/>
                    </a:ext>
                  </a:extLst>
                </a:gridCol>
                <a:gridCol w="1127589">
                  <a:extLst>
                    <a:ext uri="{9D8B030D-6E8A-4147-A177-3AD203B41FA5}">
                      <a16:colId xmlns:a16="http://schemas.microsoft.com/office/drawing/2014/main" val="2063287005"/>
                    </a:ext>
                  </a:extLst>
                </a:gridCol>
                <a:gridCol w="1127589">
                  <a:extLst>
                    <a:ext uri="{9D8B030D-6E8A-4147-A177-3AD203B41FA5}">
                      <a16:colId xmlns:a16="http://schemas.microsoft.com/office/drawing/2014/main" val="107050315"/>
                    </a:ext>
                  </a:extLst>
                </a:gridCol>
                <a:gridCol w="1127589">
                  <a:extLst>
                    <a:ext uri="{9D8B030D-6E8A-4147-A177-3AD203B41FA5}">
                      <a16:colId xmlns:a16="http://schemas.microsoft.com/office/drawing/2014/main" val="2435039566"/>
                    </a:ext>
                  </a:extLst>
                </a:gridCol>
                <a:gridCol w="1127589">
                  <a:extLst>
                    <a:ext uri="{9D8B030D-6E8A-4147-A177-3AD203B41FA5}">
                      <a16:colId xmlns:a16="http://schemas.microsoft.com/office/drawing/2014/main" val="1727243499"/>
                    </a:ext>
                  </a:extLst>
                </a:gridCol>
              </a:tblGrid>
              <a:tr h="242115">
                <a:tc>
                  <a:txBody>
                    <a:bodyPr/>
                    <a:lstStyle/>
                    <a:p>
                      <a:r>
                        <a:rPr lang="en-US" sz="1200" dirty="0"/>
                        <a:t>Scenario</a:t>
                      </a:r>
                    </a:p>
                  </a:txBody>
                  <a:tcPr/>
                </a:tc>
                <a:tc>
                  <a:txBody>
                    <a:bodyPr/>
                    <a:lstStyle/>
                    <a:p>
                      <a:r>
                        <a:rPr lang="en-US" sz="1200" dirty="0"/>
                        <a:t>Outer lane center of double yellow</a:t>
                      </a:r>
                    </a:p>
                  </a:txBody>
                  <a:tcPr/>
                </a:tc>
                <a:tc>
                  <a:txBody>
                    <a:bodyPr/>
                    <a:lstStyle/>
                    <a:p>
                      <a:r>
                        <a:rPr lang="en-US" sz="1200" dirty="0"/>
                        <a:t>New lane 1, left side center </a:t>
                      </a:r>
                    </a:p>
                  </a:txBody>
                  <a:tcPr/>
                </a:tc>
                <a:tc>
                  <a:txBody>
                    <a:bodyPr/>
                    <a:lstStyle/>
                    <a:p>
                      <a:r>
                        <a:rPr lang="en-US" sz="1200" dirty="0"/>
                        <a:t>New lane 2, left side center</a:t>
                      </a:r>
                    </a:p>
                  </a:txBody>
                  <a:tcPr/>
                </a:tc>
                <a:tc>
                  <a:txBody>
                    <a:bodyPr/>
                    <a:lstStyle/>
                    <a:p>
                      <a:r>
                        <a:rPr lang="en-US" sz="1200" dirty="0"/>
                        <a:t>New lane 3, left side center</a:t>
                      </a:r>
                    </a:p>
                  </a:txBody>
                  <a:tcPr/>
                </a:tc>
                <a:tc>
                  <a:txBody>
                    <a:bodyPr/>
                    <a:lstStyle/>
                    <a:p>
                      <a:r>
                        <a:rPr lang="en-US" sz="1200" dirty="0"/>
                        <a:t>Detour lanes</a:t>
                      </a:r>
                    </a:p>
                  </a:txBody>
                  <a:tcPr/>
                </a:tc>
                <a:extLst>
                  <a:ext uri="{0D108BD9-81ED-4DB2-BD59-A6C34878D82A}">
                    <a16:rowId xmlns:a16="http://schemas.microsoft.com/office/drawing/2014/main" val="2655565279"/>
                  </a:ext>
                </a:extLst>
              </a:tr>
              <a:tr h="242115">
                <a:tc>
                  <a:txBody>
                    <a:bodyPr/>
                    <a:lstStyle/>
                    <a:p>
                      <a:r>
                        <a:rPr lang="en-US" sz="1200" dirty="0"/>
                        <a:t>1.1 – Work on Shoulder</a:t>
                      </a:r>
                    </a:p>
                  </a:txBody>
                  <a:tcPr/>
                </a:tc>
                <a:tc>
                  <a:txBody>
                    <a:bodyPr/>
                    <a:lstStyle/>
                    <a:p>
                      <a:r>
                        <a:rPr lang="en-US" sz="1200" dirty="0"/>
                        <a:t>X</a:t>
                      </a:r>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506579512"/>
                  </a:ext>
                </a:extLst>
              </a:tr>
              <a:tr h="242115">
                <a:tc>
                  <a:txBody>
                    <a:bodyPr/>
                    <a:lstStyle/>
                    <a:p>
                      <a:r>
                        <a:rPr lang="en-US" sz="1200" dirty="0"/>
                        <a:t>1.2 – Standard Detour</a:t>
                      </a:r>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r>
                        <a:rPr lang="en-US" sz="1200" dirty="0"/>
                        <a:t>X</a:t>
                      </a:r>
                    </a:p>
                  </a:txBody>
                  <a:tcPr/>
                </a:tc>
                <a:extLst>
                  <a:ext uri="{0D108BD9-81ED-4DB2-BD59-A6C34878D82A}">
                    <a16:rowId xmlns:a16="http://schemas.microsoft.com/office/drawing/2014/main" val="4060897531"/>
                  </a:ext>
                </a:extLst>
              </a:tr>
              <a:tr h="242115">
                <a:tc>
                  <a:txBody>
                    <a:bodyPr/>
                    <a:lstStyle/>
                    <a:p>
                      <a:r>
                        <a:rPr lang="en-US" sz="1200" dirty="0"/>
                        <a:t>1.3 – Lane shift into opposing</a:t>
                      </a:r>
                    </a:p>
                  </a:txBody>
                  <a:tcPr/>
                </a:tc>
                <a:tc>
                  <a:txBody>
                    <a:bodyPr/>
                    <a:lstStyle/>
                    <a:p>
                      <a:endParaRPr lang="en-US" sz="1200" dirty="0"/>
                    </a:p>
                  </a:txBody>
                  <a:tcPr/>
                </a:tc>
                <a:tc>
                  <a:txBody>
                    <a:bodyPr/>
                    <a:lstStyle/>
                    <a:p>
                      <a:r>
                        <a:rPr lang="en-US" sz="1200" dirty="0"/>
                        <a:t>X</a:t>
                      </a:r>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795016685"/>
                  </a:ext>
                </a:extLst>
              </a:tr>
              <a:tr h="242115">
                <a:tc>
                  <a:txBody>
                    <a:bodyPr/>
                    <a:lstStyle/>
                    <a:p>
                      <a:r>
                        <a:rPr lang="en-US" sz="1200" dirty="0"/>
                        <a:t>1.4 -  Lane shift into turn lane</a:t>
                      </a:r>
                    </a:p>
                  </a:txBody>
                  <a:tcPr/>
                </a:tc>
                <a:tc>
                  <a:txBody>
                    <a:bodyPr/>
                    <a:lstStyle/>
                    <a:p>
                      <a:endParaRPr lang="en-US" sz="1200" dirty="0"/>
                    </a:p>
                  </a:txBody>
                  <a:tcPr/>
                </a:tc>
                <a:tc>
                  <a:txBody>
                    <a:bodyPr/>
                    <a:lstStyle/>
                    <a:p>
                      <a:r>
                        <a:rPr lang="en-US" sz="1100" dirty="0"/>
                        <a:t>X</a:t>
                      </a:r>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054658089"/>
                  </a:ext>
                </a:extLst>
              </a:tr>
              <a:tr h="242115">
                <a:tc>
                  <a:txBody>
                    <a:bodyPr/>
                    <a:lstStyle/>
                    <a:p>
                      <a:r>
                        <a:rPr lang="en-US" sz="1200" dirty="0"/>
                        <a:t>1.5 – Work in center turn lane</a:t>
                      </a:r>
                    </a:p>
                  </a:txBody>
                  <a:tcPr/>
                </a:tc>
                <a:tc>
                  <a:txBody>
                    <a:bodyPr/>
                    <a:lstStyle/>
                    <a:p>
                      <a:endParaRPr lang="en-US" sz="1200" dirty="0"/>
                    </a:p>
                  </a:txBody>
                  <a:tcPr/>
                </a:tc>
                <a:tc>
                  <a:txBody>
                    <a:bodyPr/>
                    <a:lstStyle/>
                    <a:p>
                      <a:r>
                        <a:rPr lang="en-US" sz="1200" dirty="0"/>
                        <a:t>X</a:t>
                      </a:r>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672067550"/>
                  </a:ext>
                </a:extLst>
              </a:tr>
              <a:tr h="242115">
                <a:tc>
                  <a:txBody>
                    <a:bodyPr/>
                    <a:lstStyle/>
                    <a:p>
                      <a:r>
                        <a:rPr lang="en-US" sz="1200" dirty="0"/>
                        <a:t>1.6 – 3 lane highway, work in right lane</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1175283602"/>
                  </a:ext>
                </a:extLst>
              </a:tr>
              <a:tr h="242115">
                <a:tc>
                  <a:txBody>
                    <a:bodyPr/>
                    <a:lstStyle/>
                    <a:p>
                      <a:r>
                        <a:rPr lang="en-US" sz="1200" dirty="0"/>
                        <a:t>2.1 – State highway detour</a:t>
                      </a:r>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r>
                        <a:rPr lang="en-US" sz="1200" dirty="0"/>
                        <a:t>X</a:t>
                      </a:r>
                    </a:p>
                  </a:txBody>
                  <a:tcPr/>
                </a:tc>
                <a:extLst>
                  <a:ext uri="{0D108BD9-81ED-4DB2-BD59-A6C34878D82A}">
                    <a16:rowId xmlns:a16="http://schemas.microsoft.com/office/drawing/2014/main" val="2390630013"/>
                  </a:ext>
                </a:extLst>
              </a:tr>
              <a:tr h="242115">
                <a:tc>
                  <a:txBody>
                    <a:bodyPr/>
                    <a:lstStyle/>
                    <a:p>
                      <a:r>
                        <a:rPr lang="en-US" sz="1200" dirty="0"/>
                        <a:t>2.2 – Self-regulating start/stop 1-lane</a:t>
                      </a:r>
                    </a:p>
                  </a:txBody>
                  <a:tcPr/>
                </a:tc>
                <a:tc>
                  <a:txBody>
                    <a:bodyPr/>
                    <a:lstStyle/>
                    <a:p>
                      <a:endParaRPr lang="en-US" sz="1200" dirty="0"/>
                    </a:p>
                  </a:txBody>
                  <a:tcPr/>
                </a:tc>
                <a:tc>
                  <a:txBody>
                    <a:bodyPr/>
                    <a:lstStyle/>
                    <a:p>
                      <a:r>
                        <a:rPr lang="en-US" sz="1200" dirty="0"/>
                        <a:t>X</a:t>
                      </a:r>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2342796266"/>
                  </a:ext>
                </a:extLst>
              </a:tr>
              <a:tr h="242115">
                <a:tc>
                  <a:txBody>
                    <a:bodyPr/>
                    <a:lstStyle/>
                    <a:p>
                      <a:r>
                        <a:rPr lang="en-US" sz="1200" dirty="0"/>
                        <a:t>2.3 – Lane shift to temp roadway</a:t>
                      </a:r>
                    </a:p>
                  </a:txBody>
                  <a:tcPr/>
                </a:tc>
                <a:tc>
                  <a:txBody>
                    <a:bodyPr/>
                    <a:lstStyle/>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X (custom)</a:t>
                      </a:r>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651500885"/>
                  </a:ext>
                </a:extLst>
              </a:tr>
              <a:tr h="242115">
                <a:tc>
                  <a:txBody>
                    <a:bodyPr/>
                    <a:lstStyle/>
                    <a:p>
                      <a:r>
                        <a:rPr lang="en-US" sz="1200" dirty="0"/>
                        <a:t>2.4 – Start/stop 1-lane with signal</a:t>
                      </a:r>
                    </a:p>
                  </a:txBody>
                  <a:tcPr/>
                </a:tc>
                <a:tc>
                  <a:txBody>
                    <a:bodyPr/>
                    <a:lstStyle/>
                    <a:p>
                      <a:endParaRPr lang="en-US" sz="1200" dirty="0"/>
                    </a:p>
                  </a:txBody>
                  <a:tcPr/>
                </a:tc>
                <a:tc>
                  <a:txBody>
                    <a:bodyPr/>
                    <a:lstStyle/>
                    <a:p>
                      <a:r>
                        <a:rPr lang="en-US" sz="1200" dirty="0"/>
                        <a:t>X</a:t>
                      </a:r>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3981409867"/>
                  </a:ext>
                </a:extLst>
              </a:tr>
              <a:tr h="242115">
                <a:tc>
                  <a:txBody>
                    <a:bodyPr/>
                    <a:lstStyle/>
                    <a:p>
                      <a:r>
                        <a:rPr lang="en-US" sz="1200" dirty="0"/>
                        <a:t>3.1 – Moving work on shoulder</a:t>
                      </a:r>
                    </a:p>
                  </a:txBody>
                  <a:tcPr/>
                </a:tc>
                <a:tc>
                  <a:txBody>
                    <a:bodyPr/>
                    <a:lstStyle/>
                    <a:p>
                      <a:r>
                        <a:rPr lang="en-US" sz="1200" dirty="0"/>
                        <a:t>X</a:t>
                      </a:r>
                    </a:p>
                  </a:txBody>
                  <a:tcPr/>
                </a:tc>
                <a:tc>
                  <a:txBody>
                    <a:bodyPr/>
                    <a:lstStyle/>
                    <a:p>
                      <a:endParaRPr lang="en-US" sz="1200"/>
                    </a:p>
                  </a:txBody>
                  <a:tcPr/>
                </a:tc>
                <a:tc>
                  <a:txBody>
                    <a:bodyPr/>
                    <a:lstStyle/>
                    <a:p>
                      <a:endParaRPr lang="en-US" sz="1200"/>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392007553"/>
                  </a:ext>
                </a:extLst>
              </a:tr>
              <a:tr h="242115">
                <a:tc>
                  <a:txBody>
                    <a:bodyPr/>
                    <a:lstStyle/>
                    <a:p>
                      <a:r>
                        <a:rPr lang="en-US" sz="1200" dirty="0"/>
                        <a:t>4.1a – Highway work in right lane</a:t>
                      </a:r>
                    </a:p>
                  </a:txBody>
                  <a:tcPr/>
                </a:tc>
                <a:tc>
                  <a:txBody>
                    <a:bodyPr/>
                    <a:lstStyle/>
                    <a:p>
                      <a:endParaRPr lang="en-US" sz="1200" dirty="0"/>
                    </a:p>
                  </a:txBody>
                  <a:tcPr/>
                </a:tc>
                <a:tc>
                  <a:txBody>
                    <a:bodyPr/>
                    <a:lstStyle/>
                    <a:p>
                      <a:endParaRPr lang="en-US" sz="1200" dirty="0"/>
                    </a:p>
                  </a:txBody>
                  <a:tcPr/>
                </a:tc>
                <a:tc>
                  <a:txBody>
                    <a:bodyPr/>
                    <a:lstStyle/>
                    <a:p>
                      <a:endParaRPr lang="en-US" sz="1200" dirty="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2822581148"/>
                  </a:ext>
                </a:extLst>
              </a:tr>
              <a:tr h="242115">
                <a:tc>
                  <a:txBody>
                    <a:bodyPr/>
                    <a:lstStyle/>
                    <a:p>
                      <a:r>
                        <a:rPr lang="en-US" sz="1200" dirty="0"/>
                        <a:t>4.1b – Highway work in right lane - </a:t>
                      </a:r>
                      <a:r>
                        <a:rPr lang="en-US" sz="1200" dirty="0" err="1"/>
                        <a:t>tnpk</a:t>
                      </a:r>
                      <a:endParaRPr lang="en-US" sz="1200" dirty="0"/>
                    </a:p>
                  </a:txBody>
                  <a:tcPr/>
                </a:tc>
                <a:tc>
                  <a:txBody>
                    <a:bodyPr/>
                    <a:lstStyle/>
                    <a:p>
                      <a:endParaRPr lang="en-US" sz="1200" dirty="0"/>
                    </a:p>
                  </a:txBody>
                  <a:tcPr/>
                </a:tc>
                <a:tc>
                  <a:txBody>
                    <a:bodyPr/>
                    <a:lstStyle/>
                    <a:p>
                      <a:endParaRPr lang="en-US" sz="1200" dirty="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3937815948"/>
                  </a:ext>
                </a:extLst>
              </a:tr>
              <a:tr h="242115">
                <a:tc>
                  <a:txBody>
                    <a:bodyPr/>
                    <a:lstStyle/>
                    <a:p>
                      <a:r>
                        <a:rPr lang="en-US" sz="1200" dirty="0"/>
                        <a:t>4.2 – Highway exit ramp</a:t>
                      </a:r>
                    </a:p>
                  </a:txBody>
                  <a:tcPr/>
                </a:tc>
                <a:tc>
                  <a:txBody>
                    <a:bodyPr/>
                    <a:lstStyle/>
                    <a:p>
                      <a:endParaRPr lang="en-US" sz="1200" dirty="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747334278"/>
                  </a:ext>
                </a:extLst>
              </a:tr>
              <a:tr h="242115">
                <a:tc>
                  <a:txBody>
                    <a:bodyPr/>
                    <a:lstStyle/>
                    <a:p>
                      <a:r>
                        <a:rPr lang="en-US" sz="1200" dirty="0"/>
                        <a:t>4.3 – Highway entrance ramp</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2329640152"/>
                  </a:ext>
                </a:extLst>
              </a:tr>
              <a:tr h="242115">
                <a:tc>
                  <a:txBody>
                    <a:bodyPr/>
                    <a:lstStyle/>
                    <a:p>
                      <a:r>
                        <a:rPr lang="en-US" sz="1200" dirty="0"/>
                        <a:t>5.1a – Moving right lane highway</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823604110"/>
                  </a:ext>
                </a:extLst>
              </a:tr>
              <a:tr h="242115">
                <a:tc>
                  <a:txBody>
                    <a:bodyPr/>
                    <a:lstStyle/>
                    <a:p>
                      <a:r>
                        <a:rPr lang="en-US" sz="1200" dirty="0"/>
                        <a:t>5.1b – Moving right lane - turnpike</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2616929159"/>
                  </a:ext>
                </a:extLst>
              </a:tr>
              <a:tr h="242115">
                <a:tc>
                  <a:txBody>
                    <a:bodyPr/>
                    <a:lstStyle/>
                    <a:p>
                      <a:r>
                        <a:rPr lang="en-US" sz="1200" dirty="0"/>
                        <a:t>5.2 – Moving left lane</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3440336715"/>
                  </a:ext>
                </a:extLst>
              </a:tr>
              <a:tr h="242115">
                <a:tc>
                  <a:txBody>
                    <a:bodyPr/>
                    <a:lstStyle/>
                    <a:p>
                      <a:r>
                        <a:rPr lang="en-US" sz="1200" dirty="0"/>
                        <a:t>6.1 – 2-lane long-term 2lane shoulder </a:t>
                      </a:r>
                    </a:p>
                  </a:txBody>
                  <a:tcPr/>
                </a:tc>
                <a:tc>
                  <a:txBody>
                    <a:bodyPr/>
                    <a:lstStyle/>
                    <a:p>
                      <a:endParaRPr lang="en-US" sz="1200"/>
                    </a:p>
                  </a:txBody>
                  <a:tcPr/>
                </a:tc>
                <a:tc>
                  <a:txBody>
                    <a:bodyPr/>
                    <a:lstStyle/>
                    <a:p>
                      <a:endParaRPr lang="en-US" sz="1200"/>
                    </a:p>
                  </a:txBody>
                  <a:tcPr/>
                </a:tc>
                <a:tc>
                  <a:txBody>
                    <a:bodyPr/>
                    <a:lstStyle/>
                    <a:p>
                      <a:endParaRPr lang="en-US" sz="1200"/>
                    </a:p>
                  </a:txBody>
                  <a:tcPr/>
                </a:tc>
                <a:tc>
                  <a:txBody>
                    <a:bodyPr/>
                    <a:lstStyle/>
                    <a:p>
                      <a:r>
                        <a:rPr lang="en-US" sz="1200" dirty="0"/>
                        <a:t>X</a:t>
                      </a:r>
                    </a:p>
                  </a:txBody>
                  <a:tcPr/>
                </a:tc>
                <a:tc>
                  <a:txBody>
                    <a:bodyPr/>
                    <a:lstStyle/>
                    <a:p>
                      <a:endParaRPr lang="en-US" sz="1200" dirty="0"/>
                    </a:p>
                  </a:txBody>
                  <a:tcPr/>
                </a:tc>
                <a:extLst>
                  <a:ext uri="{0D108BD9-81ED-4DB2-BD59-A6C34878D82A}">
                    <a16:rowId xmlns:a16="http://schemas.microsoft.com/office/drawing/2014/main" val="1444921352"/>
                  </a:ext>
                </a:extLst>
              </a:tr>
            </a:tbl>
          </a:graphicData>
        </a:graphic>
      </p:graphicFrame>
    </p:spTree>
    <p:extLst>
      <p:ext uri="{BB962C8B-B14F-4D97-AF65-F5344CB8AC3E}">
        <p14:creationId xmlns:p14="http://schemas.microsoft.com/office/powerpoint/2010/main" val="29192800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4ACA4-1B76-466F-B02D-74689CEC00A6}"/>
              </a:ext>
            </a:extLst>
          </p:cNvPr>
          <p:cNvSpPr>
            <a:spLocks noGrp="1"/>
          </p:cNvSpPr>
          <p:nvPr>
            <p:ph type="title"/>
          </p:nvPr>
        </p:nvSpPr>
        <p:spPr/>
        <p:txBody>
          <a:bodyPr>
            <a:normAutofit fontScale="90000"/>
          </a:bodyPr>
          <a:lstStyle/>
          <a:p>
            <a:r>
              <a:rPr lang="en-US" dirty="0"/>
              <a:t>To fit the roads, we have automated methods to fit raw data to arcs, lines, etc. and as well check the quality of the fits (red is 10 cm error, blue is 0)</a:t>
            </a:r>
          </a:p>
        </p:txBody>
      </p:sp>
      <p:pic>
        <p:nvPicPr>
          <p:cNvPr id="4" name="Picture 3">
            <a:extLst>
              <a:ext uri="{FF2B5EF4-FFF2-40B4-BE49-F238E27FC236}">
                <a16:creationId xmlns:a16="http://schemas.microsoft.com/office/drawing/2014/main" id="{227666E2-FE69-40F2-B34F-83E96DCB285A}"/>
              </a:ext>
            </a:extLst>
          </p:cNvPr>
          <p:cNvPicPr>
            <a:picLocks noChangeAspect="1"/>
          </p:cNvPicPr>
          <p:nvPr/>
        </p:nvPicPr>
        <p:blipFill>
          <a:blip r:embed="rId2"/>
          <a:stretch>
            <a:fillRect/>
          </a:stretch>
        </p:blipFill>
        <p:spPr>
          <a:xfrm>
            <a:off x="636996" y="2054202"/>
            <a:ext cx="10270733" cy="4809057"/>
          </a:xfrm>
          <a:prstGeom prst="rect">
            <a:avLst/>
          </a:prstGeom>
        </p:spPr>
      </p:pic>
    </p:spTree>
    <p:extLst>
      <p:ext uri="{BB962C8B-B14F-4D97-AF65-F5344CB8AC3E}">
        <p14:creationId xmlns:p14="http://schemas.microsoft.com/office/powerpoint/2010/main" val="3113012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944EC-EE25-45AD-9B60-2297E13C666F}"/>
              </a:ext>
            </a:extLst>
          </p:cNvPr>
          <p:cNvSpPr>
            <a:spLocks noGrp="1"/>
          </p:cNvSpPr>
          <p:nvPr>
            <p:ph type="title"/>
          </p:nvPr>
        </p:nvSpPr>
        <p:spPr/>
        <p:txBody>
          <a:bodyPr/>
          <a:lstStyle/>
          <a:p>
            <a:r>
              <a:rPr lang="en-US" dirty="0"/>
              <a:t>For the outer lane centerline</a:t>
            </a:r>
          </a:p>
        </p:txBody>
      </p:sp>
      <p:sp>
        <p:nvSpPr>
          <p:cNvPr id="3" name="Content Placeholder 2">
            <a:extLst>
              <a:ext uri="{FF2B5EF4-FFF2-40B4-BE49-F238E27FC236}">
                <a16:creationId xmlns:a16="http://schemas.microsoft.com/office/drawing/2014/main" id="{D22F0E8D-8EDD-4B49-B8AA-C11425FD418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75982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35E7E-0BA3-A158-FDE4-B16F7F695F73}"/>
              </a:ext>
            </a:extLst>
          </p:cNvPr>
          <p:cNvSpPr>
            <a:spLocks noGrp="1"/>
          </p:cNvSpPr>
          <p:nvPr>
            <p:ph type="title"/>
          </p:nvPr>
        </p:nvSpPr>
        <p:spPr/>
        <p:txBody>
          <a:bodyPr/>
          <a:lstStyle/>
          <a:p>
            <a:r>
              <a:rPr lang="en-US" dirty="0"/>
              <a:t>The call stack to obtain XY points from St curves follows the XODR structure</a:t>
            </a:r>
          </a:p>
        </p:txBody>
      </p:sp>
      <p:sp>
        <p:nvSpPr>
          <p:cNvPr id="7" name="TextBox 6">
            <a:extLst>
              <a:ext uri="{FF2B5EF4-FFF2-40B4-BE49-F238E27FC236}">
                <a16:creationId xmlns:a16="http://schemas.microsoft.com/office/drawing/2014/main" id="{438076A3-7BB2-6E6D-796E-397C13522BE0}"/>
              </a:ext>
            </a:extLst>
          </p:cNvPr>
          <p:cNvSpPr txBox="1"/>
          <p:nvPr/>
        </p:nvSpPr>
        <p:spPr>
          <a:xfrm>
            <a:off x="2307772" y="3309649"/>
            <a:ext cx="6096000" cy="369332"/>
          </a:xfrm>
          <a:prstGeom prst="rect">
            <a:avLst/>
          </a:prstGeom>
          <a:noFill/>
        </p:spPr>
        <p:txBody>
          <a:bodyPr wrap="square">
            <a:spAutoFit/>
          </a:bodyPr>
          <a:lstStyle/>
          <a:p>
            <a:r>
              <a:rPr lang="en-US" dirty="0" err="1"/>
              <a:t>fcn_ParseXODR_extractXYfromSTandGeometries</a:t>
            </a:r>
            <a:endParaRPr lang="en-US" dirty="0"/>
          </a:p>
        </p:txBody>
      </p:sp>
      <p:sp>
        <p:nvSpPr>
          <p:cNvPr id="9" name="TextBox 8">
            <a:extLst>
              <a:ext uri="{FF2B5EF4-FFF2-40B4-BE49-F238E27FC236}">
                <a16:creationId xmlns:a16="http://schemas.microsoft.com/office/drawing/2014/main" id="{B23B688E-B91D-715C-F081-4317F02D6FB6}"/>
              </a:ext>
            </a:extLst>
          </p:cNvPr>
          <p:cNvSpPr txBox="1"/>
          <p:nvPr/>
        </p:nvSpPr>
        <p:spPr>
          <a:xfrm>
            <a:off x="962297" y="2342997"/>
            <a:ext cx="6096000" cy="369332"/>
          </a:xfrm>
          <a:prstGeom prst="rect">
            <a:avLst/>
          </a:prstGeom>
          <a:noFill/>
        </p:spPr>
        <p:txBody>
          <a:bodyPr wrap="square">
            <a:spAutoFit/>
          </a:bodyPr>
          <a:lstStyle/>
          <a:p>
            <a:r>
              <a:rPr lang="en-US" dirty="0" err="1">
                <a:solidFill>
                  <a:srgbClr val="00B050"/>
                </a:solidFill>
              </a:rPr>
              <a:t>fcn_ParseXODR</a:t>
            </a:r>
            <a:r>
              <a:rPr lang="en-US" dirty="0">
                <a:solidFill>
                  <a:srgbClr val="00B050"/>
                </a:solidFill>
              </a:rPr>
              <a:t>_ </a:t>
            </a:r>
            <a:r>
              <a:rPr lang="en-US" dirty="0" err="1">
                <a:solidFill>
                  <a:srgbClr val="00B050"/>
                </a:solidFill>
              </a:rPr>
              <a:t>extractXYfromSTandCenterline</a:t>
            </a:r>
            <a:endParaRPr lang="en-US" dirty="0">
              <a:solidFill>
                <a:srgbClr val="00B050"/>
              </a:solidFill>
            </a:endParaRPr>
          </a:p>
        </p:txBody>
      </p:sp>
      <p:cxnSp>
        <p:nvCxnSpPr>
          <p:cNvPr id="11" name="Connector: Curved 10">
            <a:extLst>
              <a:ext uri="{FF2B5EF4-FFF2-40B4-BE49-F238E27FC236}">
                <a16:creationId xmlns:a16="http://schemas.microsoft.com/office/drawing/2014/main" id="{F897B371-9716-965C-414C-E1AFB672B2E0}"/>
              </a:ext>
            </a:extLst>
          </p:cNvPr>
          <p:cNvCxnSpPr>
            <a:endCxn id="7" idx="1"/>
          </p:cNvCxnSpPr>
          <p:nvPr/>
        </p:nvCxnSpPr>
        <p:spPr>
          <a:xfrm rot="16200000" flipH="1">
            <a:off x="1729544" y="2916087"/>
            <a:ext cx="781986" cy="37446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3908B8B-A861-E6A7-60BE-C03D16753E45}"/>
              </a:ext>
            </a:extLst>
          </p:cNvPr>
          <p:cNvSpPr txBox="1"/>
          <p:nvPr/>
        </p:nvSpPr>
        <p:spPr>
          <a:xfrm>
            <a:off x="1953457" y="2826323"/>
            <a:ext cx="2824812" cy="369332"/>
          </a:xfrm>
          <a:prstGeom prst="rect">
            <a:avLst/>
          </a:prstGeom>
          <a:noFill/>
        </p:spPr>
        <p:txBody>
          <a:bodyPr wrap="none" rtlCol="0">
            <a:spAutoFit/>
          </a:bodyPr>
          <a:lstStyle/>
          <a:p>
            <a:r>
              <a:rPr lang="en-US" dirty="0"/>
              <a:t>(for each geometric section)</a:t>
            </a:r>
          </a:p>
        </p:txBody>
      </p:sp>
      <p:sp>
        <p:nvSpPr>
          <p:cNvPr id="14" name="TextBox 13">
            <a:extLst>
              <a:ext uri="{FF2B5EF4-FFF2-40B4-BE49-F238E27FC236}">
                <a16:creationId xmlns:a16="http://schemas.microsoft.com/office/drawing/2014/main" id="{DF7731B7-73E0-1949-FB9E-A8A03B501E2C}"/>
              </a:ext>
            </a:extLst>
          </p:cNvPr>
          <p:cNvSpPr txBox="1"/>
          <p:nvPr/>
        </p:nvSpPr>
        <p:spPr>
          <a:xfrm>
            <a:off x="3270069" y="4331290"/>
            <a:ext cx="6096000" cy="369332"/>
          </a:xfrm>
          <a:prstGeom prst="rect">
            <a:avLst/>
          </a:prstGeom>
          <a:noFill/>
        </p:spPr>
        <p:txBody>
          <a:bodyPr wrap="square">
            <a:spAutoFit/>
          </a:bodyPr>
          <a:lstStyle/>
          <a:p>
            <a:r>
              <a:rPr lang="en-US" sz="1800" b="0" i="0" dirty="0" err="1">
                <a:effectLst/>
                <a:latin typeface="Menlo"/>
              </a:rPr>
              <a:t>fcn_ParseXODR_extractXYfromSTCurves</a:t>
            </a:r>
            <a:endParaRPr lang="en-US" sz="1800" b="0" i="0" dirty="0">
              <a:effectLst/>
              <a:latin typeface="Menlo"/>
            </a:endParaRPr>
          </a:p>
        </p:txBody>
      </p:sp>
      <p:cxnSp>
        <p:nvCxnSpPr>
          <p:cNvPr id="15" name="Connector: Curved 14">
            <a:extLst>
              <a:ext uri="{FF2B5EF4-FFF2-40B4-BE49-F238E27FC236}">
                <a16:creationId xmlns:a16="http://schemas.microsoft.com/office/drawing/2014/main" id="{349861E7-7EBF-6E82-0009-C9628CE6328C}"/>
              </a:ext>
            </a:extLst>
          </p:cNvPr>
          <p:cNvCxnSpPr/>
          <p:nvPr/>
        </p:nvCxnSpPr>
        <p:spPr>
          <a:xfrm rot="16200000" flipH="1">
            <a:off x="2691841" y="3812067"/>
            <a:ext cx="781986" cy="37446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564A51A-623C-9578-A4B0-C63CEA580AEE}"/>
              </a:ext>
            </a:extLst>
          </p:cNvPr>
          <p:cNvSpPr txBox="1"/>
          <p:nvPr/>
        </p:nvSpPr>
        <p:spPr>
          <a:xfrm>
            <a:off x="2915754" y="3722303"/>
            <a:ext cx="2135328" cy="369332"/>
          </a:xfrm>
          <a:prstGeom prst="rect">
            <a:avLst/>
          </a:prstGeom>
          <a:noFill/>
        </p:spPr>
        <p:txBody>
          <a:bodyPr wrap="none" rtlCol="0">
            <a:spAutoFit/>
          </a:bodyPr>
          <a:lstStyle/>
          <a:p>
            <a:r>
              <a:rPr lang="en-US" dirty="0"/>
              <a:t>(for each curve type)</a:t>
            </a:r>
          </a:p>
        </p:txBody>
      </p:sp>
      <p:sp>
        <p:nvSpPr>
          <p:cNvPr id="17" name="TextBox 16">
            <a:extLst>
              <a:ext uri="{FF2B5EF4-FFF2-40B4-BE49-F238E27FC236}">
                <a16:creationId xmlns:a16="http://schemas.microsoft.com/office/drawing/2014/main" id="{B71BED94-17C5-E445-6A7E-6AAE3EA36895}"/>
              </a:ext>
            </a:extLst>
          </p:cNvPr>
          <p:cNvSpPr txBox="1"/>
          <p:nvPr/>
        </p:nvSpPr>
        <p:spPr>
          <a:xfrm>
            <a:off x="4254137" y="5398090"/>
            <a:ext cx="6096000" cy="923330"/>
          </a:xfrm>
          <a:prstGeom prst="rect">
            <a:avLst/>
          </a:prstGeom>
          <a:noFill/>
        </p:spPr>
        <p:txBody>
          <a:bodyPr wrap="square">
            <a:spAutoFit/>
          </a:bodyPr>
          <a:lstStyle/>
          <a:p>
            <a:r>
              <a:rPr lang="en-US" sz="1800" b="0" i="0" dirty="0" err="1">
                <a:effectLst/>
                <a:latin typeface="Menlo"/>
              </a:rPr>
              <a:t>fcn_ParseXODR_extractXYfromSTArc</a:t>
            </a:r>
            <a:endParaRPr lang="en-US" sz="1800" b="0" i="0" dirty="0">
              <a:effectLst/>
              <a:latin typeface="Menlo"/>
            </a:endParaRPr>
          </a:p>
          <a:p>
            <a:r>
              <a:rPr lang="en-US" sz="1800" b="0" i="0" dirty="0" err="1">
                <a:effectLst/>
                <a:latin typeface="Menlo"/>
              </a:rPr>
              <a:t>fcn_ParseXODR_extractXYfromSTSpiral</a:t>
            </a:r>
            <a:endParaRPr lang="en-US" sz="1800" b="0" i="0" dirty="0">
              <a:effectLst/>
              <a:latin typeface="Menlo"/>
            </a:endParaRPr>
          </a:p>
          <a:p>
            <a:endParaRPr lang="en-US" sz="1800" b="0" i="0" dirty="0">
              <a:effectLst/>
              <a:latin typeface="Menlo"/>
            </a:endParaRPr>
          </a:p>
        </p:txBody>
      </p:sp>
      <p:cxnSp>
        <p:nvCxnSpPr>
          <p:cNvPr id="18" name="Connector: Curved 17">
            <a:extLst>
              <a:ext uri="{FF2B5EF4-FFF2-40B4-BE49-F238E27FC236}">
                <a16:creationId xmlns:a16="http://schemas.microsoft.com/office/drawing/2014/main" id="{76C86AAD-429B-3167-05FB-19624126C230}"/>
              </a:ext>
            </a:extLst>
          </p:cNvPr>
          <p:cNvCxnSpPr/>
          <p:nvPr/>
        </p:nvCxnSpPr>
        <p:spPr>
          <a:xfrm rot="16200000" flipH="1">
            <a:off x="3675909" y="4878867"/>
            <a:ext cx="781986" cy="374469"/>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6C71578-3954-4851-C4D5-9FF1B019ECE6}"/>
              </a:ext>
            </a:extLst>
          </p:cNvPr>
          <p:cNvSpPr txBox="1"/>
          <p:nvPr/>
        </p:nvSpPr>
        <p:spPr>
          <a:xfrm>
            <a:off x="4182741" y="4814616"/>
            <a:ext cx="2992614" cy="369332"/>
          </a:xfrm>
          <a:prstGeom prst="rect">
            <a:avLst/>
          </a:prstGeom>
          <a:noFill/>
        </p:spPr>
        <p:txBody>
          <a:bodyPr wrap="none" rtlCol="0">
            <a:spAutoFit/>
          </a:bodyPr>
          <a:lstStyle/>
          <a:p>
            <a:r>
              <a:rPr lang="en-US" dirty="0"/>
              <a:t>(specifically for arcs or spirals)</a:t>
            </a:r>
          </a:p>
        </p:txBody>
      </p:sp>
    </p:spTree>
    <p:extLst>
      <p:ext uri="{BB962C8B-B14F-4D97-AF65-F5344CB8AC3E}">
        <p14:creationId xmlns:p14="http://schemas.microsoft.com/office/powerpoint/2010/main" val="30159664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9100F-1B68-B34C-B7CF-37A011022231}"/>
              </a:ext>
            </a:extLst>
          </p:cNvPr>
          <p:cNvSpPr>
            <a:spLocks noGrp="1"/>
          </p:cNvSpPr>
          <p:nvPr>
            <p:ph type="title"/>
          </p:nvPr>
        </p:nvSpPr>
        <p:spPr/>
        <p:txBody>
          <a:bodyPr>
            <a:normAutofit fontScale="90000"/>
          </a:bodyPr>
          <a:lstStyle/>
          <a:p>
            <a:r>
              <a:rPr lang="en-US" dirty="0"/>
              <a:t>When exporting the lane segments from the road, the connection between the lanes must be determined</a:t>
            </a:r>
          </a:p>
        </p:txBody>
      </p:sp>
      <p:sp>
        <p:nvSpPr>
          <p:cNvPr id="3" name="Content Placeholder 2">
            <a:extLst>
              <a:ext uri="{FF2B5EF4-FFF2-40B4-BE49-F238E27FC236}">
                <a16:creationId xmlns:a16="http://schemas.microsoft.com/office/drawing/2014/main" id="{3E6E024A-40B0-F74E-936A-C18D7FB12D1E}"/>
              </a:ext>
            </a:extLst>
          </p:cNvPr>
          <p:cNvSpPr>
            <a:spLocks noGrp="1"/>
          </p:cNvSpPr>
          <p:nvPr>
            <p:ph idx="1"/>
          </p:nvPr>
        </p:nvSpPr>
        <p:spPr/>
        <p:txBody>
          <a:bodyPr>
            <a:normAutofit lnSpcReduction="10000"/>
          </a:bodyPr>
          <a:lstStyle/>
          <a:p>
            <a:pPr marL="0" indent="0">
              <a:buNone/>
            </a:pPr>
            <a:r>
              <a:rPr lang="en-US" dirty="0"/>
              <a:t>For each lane section, and separate for left and right lanes</a:t>
            </a:r>
          </a:p>
          <a:p>
            <a:pPr lvl="1"/>
            <a:r>
              <a:rPr lang="en-US" dirty="0"/>
              <a:t>Initialize row in matrix with </a:t>
            </a:r>
            <a:r>
              <a:rPr lang="en-US" dirty="0" err="1"/>
              <a:t>NaNs</a:t>
            </a:r>
            <a:r>
              <a:rPr lang="en-US" dirty="0"/>
              <a:t> at same width as previous row</a:t>
            </a:r>
          </a:p>
          <a:p>
            <a:pPr lvl="2"/>
            <a:r>
              <a:rPr lang="en-US" dirty="0"/>
              <a:t>First row gets initialized to the number of lanes in first lane section</a:t>
            </a:r>
          </a:p>
          <a:p>
            <a:pPr lvl="1"/>
            <a:r>
              <a:rPr lang="en-US" dirty="0"/>
              <a:t>Iterate through each lane in the lane section</a:t>
            </a:r>
          </a:p>
          <a:p>
            <a:pPr lvl="2"/>
            <a:r>
              <a:rPr lang="en-US" dirty="0"/>
              <a:t>First lane section simply gets column values by self-ID of each lane</a:t>
            </a:r>
          </a:p>
          <a:p>
            <a:pPr lvl="2"/>
            <a:r>
              <a:rPr lang="en-US" dirty="0"/>
              <a:t>Get the predecessor ID of the current lane</a:t>
            </a:r>
          </a:p>
          <a:p>
            <a:pPr lvl="2"/>
            <a:r>
              <a:rPr lang="en-US" dirty="0"/>
              <a:t>Check to see if the predecessor ID exists</a:t>
            </a:r>
          </a:p>
          <a:p>
            <a:pPr lvl="3"/>
            <a:r>
              <a:rPr lang="en-US" dirty="0"/>
              <a:t>If exists:</a:t>
            </a:r>
          </a:p>
          <a:p>
            <a:pPr lvl="4"/>
            <a:r>
              <a:rPr lang="en-US" dirty="0"/>
              <a:t>place lane in matrix by looking up the column index of the predecessor lane ID in the previous row of the matrix</a:t>
            </a:r>
          </a:p>
          <a:p>
            <a:pPr lvl="3"/>
            <a:r>
              <a:rPr lang="en-US" dirty="0"/>
              <a:t>If does not exist:</a:t>
            </a:r>
          </a:p>
          <a:p>
            <a:pPr lvl="4"/>
            <a:r>
              <a:rPr lang="en-US" dirty="0"/>
              <a:t>append a column of </a:t>
            </a:r>
            <a:r>
              <a:rPr lang="en-US" dirty="0" err="1"/>
              <a:t>NaNs</a:t>
            </a:r>
            <a:r>
              <a:rPr lang="en-US" dirty="0"/>
              <a:t> to the lane matrix</a:t>
            </a:r>
          </a:p>
          <a:p>
            <a:pPr lvl="4"/>
            <a:r>
              <a:rPr lang="en-US" dirty="0"/>
              <a:t>place the current lane ID in the last row/column space</a:t>
            </a:r>
          </a:p>
          <a:p>
            <a:pPr lvl="1"/>
            <a:endParaRPr lang="en-US" dirty="0"/>
          </a:p>
        </p:txBody>
      </p:sp>
    </p:spTree>
    <p:extLst>
      <p:ext uri="{BB962C8B-B14F-4D97-AF65-F5344CB8AC3E}">
        <p14:creationId xmlns:p14="http://schemas.microsoft.com/office/powerpoint/2010/main" val="36462237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7AC31-EC75-B494-A753-76013690432F}"/>
              </a:ext>
            </a:extLst>
          </p:cNvPr>
          <p:cNvSpPr>
            <a:spLocks noGrp="1"/>
          </p:cNvSpPr>
          <p:nvPr>
            <p:ph type="title"/>
          </p:nvPr>
        </p:nvSpPr>
        <p:spPr/>
        <p:txBody>
          <a:bodyPr/>
          <a:lstStyle/>
          <a:p>
            <a:r>
              <a:rPr lang="en-US" dirty="0"/>
              <a:t>Example lane linkages are shown below</a:t>
            </a:r>
          </a:p>
        </p:txBody>
      </p:sp>
      <p:pic>
        <p:nvPicPr>
          <p:cNvPr id="5" name="Picture 4">
            <a:extLst>
              <a:ext uri="{FF2B5EF4-FFF2-40B4-BE49-F238E27FC236}">
                <a16:creationId xmlns:a16="http://schemas.microsoft.com/office/drawing/2014/main" id="{DFE68C32-A6CC-3374-5497-7A1F3FC83600}"/>
              </a:ext>
            </a:extLst>
          </p:cNvPr>
          <p:cNvPicPr>
            <a:picLocks noChangeAspect="1"/>
          </p:cNvPicPr>
          <p:nvPr/>
        </p:nvPicPr>
        <p:blipFill>
          <a:blip r:embed="rId2"/>
          <a:stretch>
            <a:fillRect/>
          </a:stretch>
        </p:blipFill>
        <p:spPr>
          <a:xfrm>
            <a:off x="41365" y="1690688"/>
            <a:ext cx="5334000" cy="4000500"/>
          </a:xfrm>
          <a:prstGeom prst="rect">
            <a:avLst/>
          </a:prstGeom>
        </p:spPr>
      </p:pic>
      <p:pic>
        <p:nvPicPr>
          <p:cNvPr id="7" name="Picture 6">
            <a:extLst>
              <a:ext uri="{FF2B5EF4-FFF2-40B4-BE49-F238E27FC236}">
                <a16:creationId xmlns:a16="http://schemas.microsoft.com/office/drawing/2014/main" id="{CD4ED043-541E-8C80-EC8A-2DAA9DAC11ED}"/>
              </a:ext>
            </a:extLst>
          </p:cNvPr>
          <p:cNvPicPr>
            <a:picLocks noChangeAspect="1"/>
          </p:cNvPicPr>
          <p:nvPr/>
        </p:nvPicPr>
        <p:blipFill>
          <a:blip r:embed="rId3"/>
          <a:stretch>
            <a:fillRect/>
          </a:stretch>
        </p:blipFill>
        <p:spPr>
          <a:xfrm>
            <a:off x="4617720" y="1728878"/>
            <a:ext cx="3437708" cy="2578281"/>
          </a:xfrm>
          <a:prstGeom prst="rect">
            <a:avLst/>
          </a:prstGeom>
        </p:spPr>
      </p:pic>
      <p:sp>
        <p:nvSpPr>
          <p:cNvPr id="9" name="TextBox 8">
            <a:extLst>
              <a:ext uri="{FF2B5EF4-FFF2-40B4-BE49-F238E27FC236}">
                <a16:creationId xmlns:a16="http://schemas.microsoft.com/office/drawing/2014/main" id="{7448ADAC-602D-FBCD-E3C8-12E7E7788A0F}"/>
              </a:ext>
            </a:extLst>
          </p:cNvPr>
          <p:cNvSpPr txBox="1"/>
          <p:nvPr/>
        </p:nvSpPr>
        <p:spPr>
          <a:xfrm>
            <a:off x="9135292" y="1728878"/>
            <a:ext cx="1698171" cy="2585323"/>
          </a:xfrm>
          <a:prstGeom prst="rect">
            <a:avLst/>
          </a:prstGeom>
          <a:noFill/>
        </p:spPr>
        <p:txBody>
          <a:bodyPr wrap="square">
            <a:spAutoFit/>
          </a:bodyPr>
          <a:lstStyle/>
          <a:p>
            <a:r>
              <a:rPr lang="en-US" dirty="0" err="1"/>
              <a:t>LaneLinksLeft</a:t>
            </a:r>
            <a:r>
              <a:rPr lang="en-US" dirty="0"/>
              <a:t>: </a:t>
            </a:r>
          </a:p>
          <a:p>
            <a:r>
              <a:rPr lang="en-US" dirty="0"/>
              <a:t>     1     2     3</a:t>
            </a:r>
          </a:p>
          <a:p>
            <a:r>
              <a:rPr lang="en-US" dirty="0"/>
              <a:t>     1     2     3</a:t>
            </a:r>
          </a:p>
          <a:p>
            <a:r>
              <a:rPr lang="en-US" dirty="0"/>
              <a:t>     1   </a:t>
            </a:r>
            <a:r>
              <a:rPr lang="en-US" dirty="0" err="1"/>
              <a:t>NaN</a:t>
            </a:r>
            <a:r>
              <a:rPr lang="en-US" dirty="0"/>
              <a:t>     2</a:t>
            </a:r>
          </a:p>
          <a:p>
            <a:endParaRPr lang="en-US" dirty="0"/>
          </a:p>
          <a:p>
            <a:r>
              <a:rPr lang="en-US" dirty="0" err="1"/>
              <a:t>LaneLinksRight</a:t>
            </a:r>
            <a:r>
              <a:rPr lang="en-US" dirty="0"/>
              <a:t>: </a:t>
            </a:r>
          </a:p>
          <a:p>
            <a:r>
              <a:rPr lang="en-US" dirty="0"/>
              <a:t>     1     2   </a:t>
            </a:r>
            <a:r>
              <a:rPr lang="en-US" dirty="0" err="1"/>
              <a:t>NaN</a:t>
            </a:r>
            <a:endParaRPr lang="en-US" dirty="0"/>
          </a:p>
          <a:p>
            <a:r>
              <a:rPr lang="en-US" dirty="0"/>
              <a:t>     1     3     2</a:t>
            </a:r>
          </a:p>
          <a:p>
            <a:r>
              <a:rPr lang="en-US" dirty="0"/>
              <a:t>     1     3     2</a:t>
            </a:r>
          </a:p>
        </p:txBody>
      </p:sp>
    </p:spTree>
    <p:extLst>
      <p:ext uri="{BB962C8B-B14F-4D97-AF65-F5344CB8AC3E}">
        <p14:creationId xmlns:p14="http://schemas.microsoft.com/office/powerpoint/2010/main" val="2036416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7AC31-EC75-B494-A753-76013690432F}"/>
              </a:ext>
            </a:extLst>
          </p:cNvPr>
          <p:cNvSpPr>
            <a:spLocks noGrp="1"/>
          </p:cNvSpPr>
          <p:nvPr>
            <p:ph type="title"/>
          </p:nvPr>
        </p:nvSpPr>
        <p:spPr/>
        <p:txBody>
          <a:bodyPr/>
          <a:lstStyle/>
          <a:p>
            <a:r>
              <a:rPr lang="en-US" dirty="0"/>
              <a:t>Example lane linkages are shown below</a:t>
            </a:r>
          </a:p>
        </p:txBody>
      </p:sp>
      <p:sp>
        <p:nvSpPr>
          <p:cNvPr id="9" name="TextBox 8">
            <a:extLst>
              <a:ext uri="{FF2B5EF4-FFF2-40B4-BE49-F238E27FC236}">
                <a16:creationId xmlns:a16="http://schemas.microsoft.com/office/drawing/2014/main" id="{7448ADAC-602D-FBCD-E3C8-12E7E7788A0F}"/>
              </a:ext>
            </a:extLst>
          </p:cNvPr>
          <p:cNvSpPr txBox="1"/>
          <p:nvPr/>
        </p:nvSpPr>
        <p:spPr>
          <a:xfrm>
            <a:off x="9187544" y="2647632"/>
            <a:ext cx="2303417" cy="2492990"/>
          </a:xfrm>
          <a:prstGeom prst="rect">
            <a:avLst/>
          </a:prstGeom>
          <a:noFill/>
        </p:spPr>
        <p:txBody>
          <a:bodyPr wrap="square">
            <a:spAutoFit/>
          </a:bodyPr>
          <a:lstStyle/>
          <a:p>
            <a:r>
              <a:rPr lang="en-US" sz="1200" dirty="0" err="1">
                <a:latin typeface="Courier New" panose="02070309020205020404" pitchFamily="49" charset="0"/>
                <a:cs typeface="Courier New" panose="02070309020205020404" pitchFamily="49" charset="0"/>
              </a:rPr>
              <a:t>LaneLinksLeft</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1     2   </a:t>
            </a:r>
            <a:r>
              <a:rPr lang="en-US" sz="1200" dirty="0" err="1">
                <a:latin typeface="Courier New" panose="02070309020205020404" pitchFamily="49" charset="0"/>
                <a:cs typeface="Courier New" panose="02070309020205020404" pitchFamily="49" charset="0"/>
              </a:rPr>
              <a:t>NaN</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1     2   </a:t>
            </a:r>
            <a:r>
              <a:rPr lang="en-US" sz="1200" dirty="0" err="1">
                <a:latin typeface="Courier New" panose="02070309020205020404" pitchFamily="49" charset="0"/>
                <a:cs typeface="Courier New" panose="02070309020205020404" pitchFamily="49" charset="0"/>
              </a:rPr>
              <a:t>NaN</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1   </a:t>
            </a:r>
            <a:r>
              <a:rPr lang="en-US" sz="1200" dirty="0" err="1">
                <a:latin typeface="Courier New" panose="02070309020205020404" pitchFamily="49" charset="0"/>
                <a:cs typeface="Courier New" panose="02070309020205020404" pitchFamily="49" charset="0"/>
              </a:rPr>
              <a:t>NaN</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NaN</a:t>
            </a:r>
            <a:endParaRPr lang="en-US" sz="1200" dirty="0">
              <a:latin typeface="Courier New" panose="02070309020205020404" pitchFamily="49" charset="0"/>
              <a:cs typeface="Courier New" panose="02070309020205020404" pitchFamily="49" charset="0"/>
            </a:endParaRPr>
          </a:p>
          <a:p>
            <a:r>
              <a:rPr lang="en-US" sz="1200" dirty="0">
                <a:latin typeface="Courier New" panose="02070309020205020404" pitchFamily="49" charset="0"/>
                <a:cs typeface="Courier New" panose="02070309020205020404" pitchFamily="49" charset="0"/>
              </a:rPr>
              <a:t>     1   </a:t>
            </a:r>
            <a:r>
              <a:rPr lang="en-US" sz="1200" dirty="0" err="1">
                <a:latin typeface="Courier New" panose="02070309020205020404" pitchFamily="49" charset="0"/>
                <a:cs typeface="Courier New" panose="02070309020205020404" pitchFamily="49" charset="0"/>
              </a:rPr>
              <a:t>NaN</a:t>
            </a:r>
            <a:r>
              <a:rPr lang="en-US" sz="1200" dirty="0">
                <a:latin typeface="Courier New" panose="02070309020205020404" pitchFamily="49" charset="0"/>
                <a:cs typeface="Courier New" panose="02070309020205020404" pitchFamily="49" charset="0"/>
              </a:rPr>
              <a:t>     2</a:t>
            </a:r>
          </a:p>
          <a:p>
            <a:r>
              <a:rPr lang="en-US" sz="1200" dirty="0">
                <a:latin typeface="Courier New" panose="02070309020205020404" pitchFamily="49" charset="0"/>
                <a:cs typeface="Courier New" panose="02070309020205020404" pitchFamily="49" charset="0"/>
              </a:rPr>
              <a:t>     1   </a:t>
            </a:r>
            <a:r>
              <a:rPr lang="en-US" sz="1200" dirty="0" err="1">
                <a:latin typeface="Courier New" panose="02070309020205020404" pitchFamily="49" charset="0"/>
                <a:cs typeface="Courier New" panose="02070309020205020404" pitchFamily="49" charset="0"/>
              </a:rPr>
              <a:t>NaN</a:t>
            </a:r>
            <a:r>
              <a:rPr lang="en-US" sz="1200" dirty="0">
                <a:latin typeface="Courier New" panose="02070309020205020404" pitchFamily="49" charset="0"/>
                <a:cs typeface="Courier New" panose="02070309020205020404" pitchFamily="49" charset="0"/>
              </a:rPr>
              <a:t>     2</a:t>
            </a:r>
          </a:p>
          <a:p>
            <a:endParaRPr lang="en-US" sz="1200" dirty="0">
              <a:latin typeface="Courier New" panose="02070309020205020404" pitchFamily="49" charset="0"/>
              <a:cs typeface="Courier New" panose="02070309020205020404" pitchFamily="49" charset="0"/>
            </a:endParaRPr>
          </a:p>
          <a:p>
            <a:r>
              <a:rPr lang="en-US" sz="1200" dirty="0" err="1">
                <a:latin typeface="Courier New" panose="02070309020205020404" pitchFamily="49" charset="0"/>
                <a:cs typeface="Courier New" panose="02070309020205020404" pitchFamily="49" charset="0"/>
              </a:rPr>
              <a:t>LaneLinksRight</a:t>
            </a:r>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1     2</a:t>
            </a:r>
          </a:p>
          <a:p>
            <a:r>
              <a:rPr lang="en-US" sz="1200" dirty="0">
                <a:latin typeface="Courier New" panose="02070309020205020404" pitchFamily="49" charset="0"/>
                <a:cs typeface="Courier New" panose="02070309020205020404" pitchFamily="49" charset="0"/>
              </a:rPr>
              <a:t>     1     2</a:t>
            </a:r>
          </a:p>
          <a:p>
            <a:r>
              <a:rPr lang="en-US" sz="1200" dirty="0">
                <a:latin typeface="Courier New" panose="02070309020205020404" pitchFamily="49" charset="0"/>
                <a:cs typeface="Courier New" panose="02070309020205020404" pitchFamily="49" charset="0"/>
              </a:rPr>
              <a:t>     1     2</a:t>
            </a:r>
          </a:p>
          <a:p>
            <a:r>
              <a:rPr lang="en-US" sz="1200" dirty="0">
                <a:latin typeface="Courier New" panose="02070309020205020404" pitchFamily="49" charset="0"/>
                <a:cs typeface="Courier New" panose="02070309020205020404" pitchFamily="49" charset="0"/>
              </a:rPr>
              <a:t>     1     2</a:t>
            </a:r>
          </a:p>
          <a:p>
            <a:r>
              <a:rPr lang="en-US" sz="1200" dirty="0">
                <a:latin typeface="Courier New" panose="02070309020205020404" pitchFamily="49" charset="0"/>
                <a:cs typeface="Courier New" panose="02070309020205020404" pitchFamily="49" charset="0"/>
              </a:rPr>
              <a:t>     1     2</a:t>
            </a:r>
          </a:p>
        </p:txBody>
      </p:sp>
      <p:pic>
        <p:nvPicPr>
          <p:cNvPr id="4" name="Picture 3">
            <a:extLst>
              <a:ext uri="{FF2B5EF4-FFF2-40B4-BE49-F238E27FC236}">
                <a16:creationId xmlns:a16="http://schemas.microsoft.com/office/drawing/2014/main" id="{3E856CB0-B113-DB50-C894-C6924112095D}"/>
              </a:ext>
            </a:extLst>
          </p:cNvPr>
          <p:cNvPicPr>
            <a:picLocks noChangeAspect="1"/>
          </p:cNvPicPr>
          <p:nvPr/>
        </p:nvPicPr>
        <p:blipFill>
          <a:blip r:embed="rId2"/>
          <a:stretch>
            <a:fillRect/>
          </a:stretch>
        </p:blipFill>
        <p:spPr>
          <a:xfrm>
            <a:off x="-84908" y="1790155"/>
            <a:ext cx="5334000" cy="4000500"/>
          </a:xfrm>
          <a:prstGeom prst="rect">
            <a:avLst/>
          </a:prstGeom>
        </p:spPr>
      </p:pic>
      <p:pic>
        <p:nvPicPr>
          <p:cNvPr id="8" name="Picture 7">
            <a:extLst>
              <a:ext uri="{FF2B5EF4-FFF2-40B4-BE49-F238E27FC236}">
                <a16:creationId xmlns:a16="http://schemas.microsoft.com/office/drawing/2014/main" id="{8AA488B4-C940-7E97-4187-50E92BD914FE}"/>
              </a:ext>
            </a:extLst>
          </p:cNvPr>
          <p:cNvPicPr>
            <a:picLocks noChangeAspect="1"/>
          </p:cNvPicPr>
          <p:nvPr/>
        </p:nvPicPr>
        <p:blipFill>
          <a:blip r:embed="rId3"/>
          <a:stretch>
            <a:fillRect/>
          </a:stretch>
        </p:blipFill>
        <p:spPr>
          <a:xfrm>
            <a:off x="4073435" y="1790155"/>
            <a:ext cx="5334000" cy="4000500"/>
          </a:xfrm>
          <a:prstGeom prst="rect">
            <a:avLst/>
          </a:prstGeom>
        </p:spPr>
      </p:pic>
    </p:spTree>
    <p:extLst>
      <p:ext uri="{BB962C8B-B14F-4D97-AF65-F5344CB8AC3E}">
        <p14:creationId xmlns:p14="http://schemas.microsoft.com/office/powerpoint/2010/main" val="42924320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chart, application&#10;&#10;Description automatically generated">
            <a:extLst>
              <a:ext uri="{FF2B5EF4-FFF2-40B4-BE49-F238E27FC236}">
                <a16:creationId xmlns:a16="http://schemas.microsoft.com/office/drawing/2014/main" id="{77DF6950-A7D8-F040-A83C-2AA936321597}"/>
              </a:ext>
            </a:extLst>
          </p:cNvPr>
          <p:cNvPicPr>
            <a:picLocks noGrp="1" noChangeAspect="1"/>
          </p:cNvPicPr>
          <p:nvPr>
            <p:ph idx="1"/>
          </p:nvPr>
        </p:nvPicPr>
        <p:blipFill rotWithShape="1">
          <a:blip r:embed="rId3"/>
          <a:srcRect t="-182" b="-248"/>
          <a:stretch/>
        </p:blipFill>
        <p:spPr>
          <a:xfrm>
            <a:off x="2107770" y="0"/>
            <a:ext cx="8580895" cy="6915631"/>
          </a:xfrm>
          <a:prstGeom prst="rect">
            <a:avLst/>
          </a:prstGeom>
        </p:spPr>
      </p:pic>
    </p:spTree>
    <p:extLst>
      <p:ext uri="{BB962C8B-B14F-4D97-AF65-F5344CB8AC3E}">
        <p14:creationId xmlns:p14="http://schemas.microsoft.com/office/powerpoint/2010/main" val="21423445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rt, line chart&#10;&#10;Description automatically generated">
            <a:extLst>
              <a:ext uri="{FF2B5EF4-FFF2-40B4-BE49-F238E27FC236}">
                <a16:creationId xmlns:a16="http://schemas.microsoft.com/office/drawing/2014/main" id="{F1B93C0C-355A-5046-BB31-8A2F886168B2}"/>
              </a:ext>
            </a:extLst>
          </p:cNvPr>
          <p:cNvPicPr>
            <a:picLocks noGrp="1" noChangeAspect="1"/>
          </p:cNvPicPr>
          <p:nvPr>
            <p:ph idx="1"/>
          </p:nvPr>
        </p:nvPicPr>
        <p:blipFill rotWithShape="1">
          <a:blip r:embed="rId2"/>
          <a:srcRect l="-824" t="-1" r="-814" b="-1"/>
          <a:stretch/>
        </p:blipFill>
        <p:spPr>
          <a:xfrm>
            <a:off x="1" y="405097"/>
            <a:ext cx="12190476" cy="6266923"/>
          </a:xfrm>
          <a:prstGeom prst="rect">
            <a:avLst/>
          </a:prstGeom>
        </p:spPr>
      </p:pic>
    </p:spTree>
    <p:extLst>
      <p:ext uri="{BB962C8B-B14F-4D97-AF65-F5344CB8AC3E}">
        <p14:creationId xmlns:p14="http://schemas.microsoft.com/office/powerpoint/2010/main" val="32750596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4283B-8C8C-0C4A-86FA-94117E94C438}"/>
              </a:ext>
            </a:extLst>
          </p:cNvPr>
          <p:cNvSpPr>
            <a:spLocks noGrp="1"/>
          </p:cNvSpPr>
          <p:nvPr>
            <p:ph type="title"/>
          </p:nvPr>
        </p:nvSpPr>
        <p:spPr>
          <a:xfrm>
            <a:off x="0" y="1"/>
            <a:ext cx="12192000" cy="914400"/>
          </a:xfrm>
        </p:spPr>
        <p:txBody>
          <a:bodyPr/>
          <a:lstStyle/>
          <a:p>
            <a:r>
              <a:rPr lang="en-US" dirty="0"/>
              <a:t>Key Functionalities needed for MATLAB </a:t>
            </a:r>
            <a:r>
              <a:rPr lang="en-US" dirty="0">
                <a:sym typeface="Wingdings" pitchFamily="2" charset="2"/>
              </a:rPr>
              <a:t></a:t>
            </a:r>
            <a:r>
              <a:rPr lang="en-US" dirty="0"/>
              <a:t> XODR</a:t>
            </a:r>
          </a:p>
        </p:txBody>
      </p:sp>
      <p:sp>
        <p:nvSpPr>
          <p:cNvPr id="3" name="Content Placeholder 2">
            <a:extLst>
              <a:ext uri="{FF2B5EF4-FFF2-40B4-BE49-F238E27FC236}">
                <a16:creationId xmlns:a16="http://schemas.microsoft.com/office/drawing/2014/main" id="{77885380-C435-BD4E-923E-AECE87A7B5C9}"/>
              </a:ext>
            </a:extLst>
          </p:cNvPr>
          <p:cNvSpPr>
            <a:spLocks noGrp="1"/>
          </p:cNvSpPr>
          <p:nvPr>
            <p:ph idx="1"/>
          </p:nvPr>
        </p:nvSpPr>
        <p:spPr>
          <a:xfrm>
            <a:off x="262002" y="1136692"/>
            <a:ext cx="11725405" cy="5552207"/>
          </a:xfrm>
        </p:spPr>
        <p:txBody>
          <a:bodyPr>
            <a:normAutofit fontScale="92500" lnSpcReduction="10000"/>
          </a:bodyPr>
          <a:lstStyle/>
          <a:p>
            <a:r>
              <a:rPr lang="en-US" dirty="0"/>
              <a:t>Construction of XODR files given a particular MATLAB struct</a:t>
            </a:r>
          </a:p>
          <a:p>
            <a:pPr lvl="1"/>
            <a:r>
              <a:rPr lang="en-US" dirty="0"/>
              <a:t>Manual scripted construction of XODR MATLAB struct</a:t>
            </a:r>
          </a:p>
          <a:p>
            <a:pPr lvl="1"/>
            <a:r>
              <a:rPr lang="en-US" dirty="0"/>
              <a:t>Interactive construction of XODR MATLAB struct</a:t>
            </a:r>
          </a:p>
          <a:p>
            <a:pPr lvl="1"/>
            <a:r>
              <a:rPr lang="en-US" dirty="0"/>
              <a:t>Checking an XODR MATLAB struct for construction consistent with </a:t>
            </a:r>
            <a:r>
              <a:rPr lang="en-US" dirty="0" err="1"/>
              <a:t>OpenDRIVE</a:t>
            </a:r>
            <a:r>
              <a:rPr lang="en-US" dirty="0"/>
              <a:t> spec</a:t>
            </a:r>
          </a:p>
          <a:p>
            <a:pPr lvl="1"/>
            <a:r>
              <a:rPr lang="en-US" dirty="0"/>
              <a:t>Writing an XODR MATLAB struct to an </a:t>
            </a:r>
            <a:r>
              <a:rPr lang="en-US" dirty="0" err="1"/>
              <a:t>OpenDRIVE</a:t>
            </a:r>
            <a:r>
              <a:rPr lang="en-US" dirty="0"/>
              <a:t> XODR file</a:t>
            </a:r>
          </a:p>
          <a:p>
            <a:r>
              <a:rPr lang="en-US" dirty="0"/>
              <a:t>Conversion of recorded data to </a:t>
            </a:r>
            <a:r>
              <a:rPr lang="en-US" dirty="0" err="1"/>
              <a:t>OpenDRIVE</a:t>
            </a:r>
            <a:r>
              <a:rPr lang="en-US" dirty="0"/>
              <a:t> XODR files</a:t>
            </a:r>
          </a:p>
          <a:p>
            <a:pPr lvl="1"/>
            <a:r>
              <a:rPr lang="en-US" dirty="0"/>
              <a:t>Fitting of road reference line segments (line, arc, spiral) from data</a:t>
            </a:r>
          </a:p>
          <a:p>
            <a:pPr lvl="1"/>
            <a:r>
              <a:rPr lang="en-US" dirty="0"/>
              <a:t>Conversion of reference line segments into XODR MATLAB struct</a:t>
            </a:r>
          </a:p>
          <a:p>
            <a:pPr lvl="1"/>
            <a:r>
              <a:rPr lang="en-US" dirty="0"/>
              <a:t>Fitting of lane widths relative to center lane </a:t>
            </a:r>
            <a:br>
              <a:rPr lang="en-US" dirty="0"/>
            </a:br>
            <a:r>
              <a:rPr lang="en-US" dirty="0"/>
              <a:t>(assuming no lane offsets between reference line and center lane in data)</a:t>
            </a:r>
          </a:p>
          <a:p>
            <a:pPr lvl="1"/>
            <a:r>
              <a:rPr lang="en-US" dirty="0"/>
              <a:t>Classification of lane sections with uniform lane properties and writing to XODR MATLAB struct</a:t>
            </a:r>
          </a:p>
          <a:p>
            <a:pPr lvl="1"/>
            <a:r>
              <a:rPr lang="en-US" dirty="0"/>
              <a:t>Determination of bounding boxes (rectangular or cylindrical) and optionally vertices of objects</a:t>
            </a:r>
          </a:p>
          <a:p>
            <a:pPr lvl="1"/>
            <a:r>
              <a:rPr lang="en-US" dirty="0"/>
              <a:t>Coordinate transformation into road coordinates and writing to XODR MATLAB struct </a:t>
            </a:r>
          </a:p>
          <a:p>
            <a:pPr lvl="1"/>
            <a:r>
              <a:rPr lang="en-US" dirty="0"/>
              <a:t>Checking an XODR MATLAB struct for construction consistent with </a:t>
            </a:r>
            <a:r>
              <a:rPr lang="en-US" dirty="0" err="1"/>
              <a:t>OpenDRIVE</a:t>
            </a:r>
            <a:r>
              <a:rPr lang="en-US" dirty="0"/>
              <a:t> spec</a:t>
            </a:r>
          </a:p>
          <a:p>
            <a:pPr lvl="1"/>
            <a:r>
              <a:rPr lang="en-US" dirty="0"/>
              <a:t>Writing an XODR MATLAB struct to an </a:t>
            </a:r>
            <a:r>
              <a:rPr lang="en-US" dirty="0" err="1"/>
              <a:t>OpenDRIVE</a:t>
            </a:r>
            <a:r>
              <a:rPr lang="en-US" dirty="0"/>
              <a:t> XODR file</a:t>
            </a:r>
          </a:p>
        </p:txBody>
      </p:sp>
    </p:spTree>
    <p:extLst>
      <p:ext uri="{BB962C8B-B14F-4D97-AF65-F5344CB8AC3E}">
        <p14:creationId xmlns:p14="http://schemas.microsoft.com/office/powerpoint/2010/main" val="24542104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lstStyle/>
          <a:p>
            <a:r>
              <a:rPr lang="en-US" dirty="0"/>
              <a:t>Construction of XODR MATLAB Structures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lnSpcReduction="10000"/>
          </a:bodyPr>
          <a:lstStyle/>
          <a:p>
            <a:r>
              <a:rPr lang="en-US" b="1" dirty="0" err="1"/>
              <a:t>script_RoadSeg_defineXODRStructManual</a:t>
            </a:r>
            <a:r>
              <a:rPr lang="en-US" b="1" dirty="0"/>
              <a:t> </a:t>
            </a:r>
            <a:r>
              <a:rPr lang="en-US" dirty="0"/>
              <a:t>- a script that demonstrates how to build the XODR MATLAB structure from scratch primarily using simple MATLAB syntax</a:t>
            </a:r>
          </a:p>
          <a:p>
            <a:pPr lvl="1"/>
            <a:r>
              <a:rPr lang="en-US" dirty="0"/>
              <a:t>Uses </a:t>
            </a:r>
            <a:r>
              <a:rPr lang="en-US" b="1" dirty="0" err="1"/>
              <a:t>fcn_RoadSeg_findXYfromST</a:t>
            </a:r>
            <a:r>
              <a:rPr lang="en-US" b="1" dirty="0"/>
              <a:t> </a:t>
            </a:r>
            <a:r>
              <a:rPr lang="en-US" dirty="0"/>
              <a:t>to determine the end position and heading of one road geometry element in order to propagate as the start position and heading of the next element</a:t>
            </a:r>
          </a:p>
          <a:p>
            <a:pPr lvl="1"/>
            <a:r>
              <a:rPr lang="en-US" dirty="0"/>
              <a:t>Uses </a:t>
            </a:r>
            <a:r>
              <a:rPr lang="en-US" b="1" dirty="0" err="1"/>
              <a:t>fcn_RoadSeg_XODRSegmentChecks</a:t>
            </a:r>
            <a:r>
              <a:rPr lang="en-US" b="1" dirty="0"/>
              <a:t> </a:t>
            </a:r>
            <a:r>
              <a:rPr lang="en-US" dirty="0"/>
              <a:t>to ensure that the manually-created structure is compliant with the </a:t>
            </a:r>
            <a:r>
              <a:rPr lang="en-US" dirty="0" err="1"/>
              <a:t>OpenDRIVE</a:t>
            </a:r>
            <a:r>
              <a:rPr lang="en-US" dirty="0"/>
              <a:t> standard</a:t>
            </a:r>
          </a:p>
          <a:p>
            <a:pPr lvl="1"/>
            <a:r>
              <a:rPr lang="en-US" dirty="0"/>
              <a:t>Uses </a:t>
            </a:r>
            <a:r>
              <a:rPr lang="en-US" b="1" dirty="0" err="1"/>
              <a:t>fcn_RoadSeg_plotRealisticRoad</a:t>
            </a:r>
            <a:r>
              <a:rPr lang="en-US" b="1" dirty="0"/>
              <a:t> </a:t>
            </a:r>
            <a:r>
              <a:rPr lang="en-US" dirty="0"/>
              <a:t>to create a graphical representation of the road with realistic colors and accurate shape in (E,N) coordinates</a:t>
            </a:r>
          </a:p>
          <a:p>
            <a:pPr lvl="1"/>
            <a:r>
              <a:rPr lang="en-US" dirty="0"/>
              <a:t>Uses </a:t>
            </a:r>
            <a:r>
              <a:rPr lang="en-US" b="1" dirty="0" err="1"/>
              <a:t>fcn_RoadSeg_extractXODRSegments</a:t>
            </a:r>
            <a:r>
              <a:rPr lang="en-US" b="1" dirty="0"/>
              <a:t> </a:t>
            </a:r>
            <a:r>
              <a:rPr lang="en-US" dirty="0"/>
              <a:t>to find the boundaries of the various geometry elements, lane offsets, and lane sections of the road for plotting purposes.</a:t>
            </a:r>
          </a:p>
          <a:p>
            <a:pPr lvl="1"/>
            <a:r>
              <a:rPr lang="en-US" dirty="0"/>
              <a:t>Uses </a:t>
            </a:r>
            <a:r>
              <a:rPr lang="en-US" b="1" dirty="0" err="1"/>
              <a:t>fcn_RoadSeg_findXYfromSTandODRRoad</a:t>
            </a:r>
            <a:r>
              <a:rPr lang="en-US" b="1" dirty="0"/>
              <a:t> </a:t>
            </a:r>
            <a:r>
              <a:rPr lang="en-US" dirty="0"/>
              <a:t>to convert the section boundaries into X,Y positions that can be plotted over the roadway</a:t>
            </a:r>
          </a:p>
          <a:p>
            <a:pPr lvl="1"/>
            <a:r>
              <a:rPr lang="en-US" dirty="0"/>
              <a:t>Uses </a:t>
            </a:r>
            <a:r>
              <a:rPr lang="en-US" b="1" dirty="0"/>
              <a:t>struct2xml</a:t>
            </a:r>
            <a:r>
              <a:rPr lang="en-US" dirty="0"/>
              <a:t> (59411 from </a:t>
            </a:r>
            <a:r>
              <a:rPr lang="en-US" dirty="0" err="1"/>
              <a:t>Mathworks</a:t>
            </a:r>
            <a:r>
              <a:rPr lang="en-US" dirty="0"/>
              <a:t> File Exchange) to write the structure into XML/XODR format.</a:t>
            </a:r>
          </a:p>
        </p:txBody>
      </p:sp>
    </p:spTree>
    <p:extLst>
      <p:ext uri="{BB962C8B-B14F-4D97-AF65-F5344CB8AC3E}">
        <p14:creationId xmlns:p14="http://schemas.microsoft.com/office/powerpoint/2010/main" val="41924708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lstStyle/>
          <a:p>
            <a:r>
              <a:rPr lang="en-US" dirty="0"/>
              <a:t>Construction of XODR MATLAB Structures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a:bodyPr>
          <a:lstStyle/>
          <a:p>
            <a:r>
              <a:rPr lang="en-US" b="1" dirty="0" err="1"/>
              <a:t>script_RoadSeg_defineXODRStructPrompted</a:t>
            </a:r>
            <a:r>
              <a:rPr lang="en-US" b="1" dirty="0"/>
              <a:t> </a:t>
            </a:r>
            <a:r>
              <a:rPr lang="en-US" dirty="0"/>
              <a:t>- a script that aids a user in building the XODR MATLAB structure through a series of text and graphical prompts</a:t>
            </a:r>
          </a:p>
          <a:p>
            <a:pPr lvl="1"/>
            <a:r>
              <a:rPr lang="en-US" dirty="0"/>
              <a:t>Uses </a:t>
            </a:r>
            <a:r>
              <a:rPr lang="en-US" b="1" dirty="0" err="1"/>
              <a:t>fcn_RoadSeg_findXYfromST</a:t>
            </a:r>
            <a:r>
              <a:rPr lang="en-US" b="1" dirty="0"/>
              <a:t> </a:t>
            </a:r>
            <a:r>
              <a:rPr lang="en-US" dirty="0"/>
              <a:t>to determine the end position and heading of one road geometry element in order to propagate as the start position and heading of the next element</a:t>
            </a:r>
          </a:p>
          <a:p>
            <a:pPr lvl="1"/>
            <a:r>
              <a:rPr lang="en-US" dirty="0"/>
              <a:t>Uses </a:t>
            </a:r>
            <a:r>
              <a:rPr lang="en-US" b="1" dirty="0" err="1"/>
              <a:t>fcn_RoadSeg_XODRSegmentChecks</a:t>
            </a:r>
            <a:r>
              <a:rPr lang="en-US" b="1" dirty="0"/>
              <a:t> </a:t>
            </a:r>
            <a:r>
              <a:rPr lang="en-US" dirty="0"/>
              <a:t>to ensure that the manually-created structure is compliant with the </a:t>
            </a:r>
            <a:r>
              <a:rPr lang="en-US" dirty="0" err="1"/>
              <a:t>OpenDRIVE</a:t>
            </a:r>
            <a:r>
              <a:rPr lang="en-US" dirty="0"/>
              <a:t> standard</a:t>
            </a:r>
          </a:p>
          <a:p>
            <a:pPr lvl="1"/>
            <a:r>
              <a:rPr lang="en-US" dirty="0"/>
              <a:t>Uses </a:t>
            </a:r>
            <a:r>
              <a:rPr lang="en-US" b="1" dirty="0" err="1"/>
              <a:t>fcn_RoadSeg_plotRealisticRoad</a:t>
            </a:r>
            <a:r>
              <a:rPr lang="en-US" b="1" dirty="0"/>
              <a:t> </a:t>
            </a:r>
            <a:r>
              <a:rPr lang="en-US" dirty="0"/>
              <a:t>to create a graphical representation of the road with realistic colors and accurate shape in (E,N) coordinates</a:t>
            </a:r>
          </a:p>
          <a:p>
            <a:pPr lvl="1"/>
            <a:r>
              <a:rPr lang="en-US" dirty="0"/>
              <a:t>Uses </a:t>
            </a:r>
            <a:r>
              <a:rPr lang="en-US" b="1" dirty="0" err="1"/>
              <a:t>fcn_RoadSeg_extractXODRSegments</a:t>
            </a:r>
            <a:r>
              <a:rPr lang="en-US" b="1" dirty="0"/>
              <a:t> </a:t>
            </a:r>
            <a:r>
              <a:rPr lang="en-US" dirty="0"/>
              <a:t>to find the boundaries of the various geometry elements, lane offsets, and lane sections of the road for plotting purposes.</a:t>
            </a:r>
          </a:p>
          <a:p>
            <a:pPr lvl="1"/>
            <a:r>
              <a:rPr lang="en-US" dirty="0"/>
              <a:t>Uses </a:t>
            </a:r>
            <a:r>
              <a:rPr lang="en-US" b="1" dirty="0" err="1"/>
              <a:t>fcn_RoadSeg_findXYfromSTandODRRoad</a:t>
            </a:r>
            <a:r>
              <a:rPr lang="en-US" b="1" dirty="0"/>
              <a:t> </a:t>
            </a:r>
            <a:r>
              <a:rPr lang="en-US" dirty="0"/>
              <a:t>to convert the section boundaries into X,Y positions that can be plotted over the roadway</a:t>
            </a:r>
          </a:p>
        </p:txBody>
      </p:sp>
    </p:spTree>
    <p:extLst>
      <p:ext uri="{BB962C8B-B14F-4D97-AF65-F5344CB8AC3E}">
        <p14:creationId xmlns:p14="http://schemas.microsoft.com/office/powerpoint/2010/main" val="27459559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A208C-13EF-1144-B77B-8DD51EA4A99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Construction of XODR files</a:t>
            </a:r>
          </a:p>
        </p:txBody>
      </p:sp>
      <p:pic>
        <p:nvPicPr>
          <p:cNvPr id="13" name="Picture 12">
            <a:extLst>
              <a:ext uri="{FF2B5EF4-FFF2-40B4-BE49-F238E27FC236}">
                <a16:creationId xmlns:a16="http://schemas.microsoft.com/office/drawing/2014/main" id="{C3D6D45D-FCC7-ED4D-A84C-96AA65692D95}"/>
              </a:ext>
            </a:extLst>
          </p:cNvPr>
          <p:cNvPicPr>
            <a:picLocks noChangeAspect="1"/>
          </p:cNvPicPr>
          <p:nvPr/>
        </p:nvPicPr>
        <p:blipFill>
          <a:blip r:embed="rId2"/>
          <a:srcRect/>
          <a:stretch/>
        </p:blipFill>
        <p:spPr>
          <a:xfrm>
            <a:off x="4352232" y="114085"/>
            <a:ext cx="6972300" cy="6629400"/>
          </a:xfrm>
          <a:prstGeom prst="rect">
            <a:avLst/>
          </a:prstGeom>
        </p:spPr>
      </p:pic>
    </p:spTree>
    <p:extLst>
      <p:ext uri="{BB962C8B-B14F-4D97-AF65-F5344CB8AC3E}">
        <p14:creationId xmlns:p14="http://schemas.microsoft.com/office/powerpoint/2010/main" val="32877273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8865"/>
            <a:ext cx="10515600" cy="914400"/>
          </a:xfrm>
        </p:spPr>
        <p:txBody>
          <a:bodyPr/>
          <a:lstStyle/>
          <a:p>
            <a:r>
              <a:rPr lang="en-US" dirty="0"/>
              <a:t>Filling the header</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2"/>
          <a:srcRect/>
          <a:stretch/>
        </p:blipFill>
        <p:spPr>
          <a:xfrm>
            <a:off x="6352868" y="730250"/>
            <a:ext cx="5676900" cy="5397500"/>
          </a:xfrm>
        </p:spPr>
      </p:pic>
      <p:pic>
        <p:nvPicPr>
          <p:cNvPr id="9" name="Picture 8">
            <a:extLst>
              <a:ext uri="{FF2B5EF4-FFF2-40B4-BE49-F238E27FC236}">
                <a16:creationId xmlns:a16="http://schemas.microsoft.com/office/drawing/2014/main" id="{15B60A12-1605-A24B-996C-04AEDE851F88}"/>
              </a:ext>
            </a:extLst>
          </p:cNvPr>
          <p:cNvPicPr>
            <a:picLocks noChangeAspect="1"/>
          </p:cNvPicPr>
          <p:nvPr/>
        </p:nvPicPr>
        <p:blipFill>
          <a:blip r:embed="rId3"/>
          <a:stretch>
            <a:fillRect/>
          </a:stretch>
        </p:blipFill>
        <p:spPr>
          <a:xfrm>
            <a:off x="162232" y="1497723"/>
            <a:ext cx="5237018" cy="553565"/>
          </a:xfrm>
          <a:prstGeom prst="rect">
            <a:avLst/>
          </a:prstGeom>
        </p:spPr>
      </p:pic>
      <p:cxnSp>
        <p:nvCxnSpPr>
          <p:cNvPr id="11" name="Straight Arrow Connector 10">
            <a:extLst>
              <a:ext uri="{FF2B5EF4-FFF2-40B4-BE49-F238E27FC236}">
                <a16:creationId xmlns:a16="http://schemas.microsoft.com/office/drawing/2014/main" id="{C6E946CC-B569-E74B-A6CF-A1E18D0055E9}"/>
              </a:ext>
            </a:extLst>
          </p:cNvPr>
          <p:cNvCxnSpPr>
            <a:cxnSpLocks/>
            <a:stCxn id="9" idx="3"/>
          </p:cNvCxnSpPr>
          <p:nvPr/>
        </p:nvCxnSpPr>
        <p:spPr>
          <a:xfrm>
            <a:off x="5399250" y="1774506"/>
            <a:ext cx="953618" cy="4738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3660E98E-C564-7743-AC53-F6E3F89FFD2F}"/>
              </a:ext>
            </a:extLst>
          </p:cNvPr>
          <p:cNvPicPr>
            <a:picLocks noChangeAspect="1"/>
          </p:cNvPicPr>
          <p:nvPr/>
        </p:nvPicPr>
        <p:blipFill>
          <a:blip r:embed="rId4"/>
          <a:stretch>
            <a:fillRect/>
          </a:stretch>
        </p:blipFill>
        <p:spPr>
          <a:xfrm>
            <a:off x="211769" y="2965180"/>
            <a:ext cx="5187481" cy="1458979"/>
          </a:xfrm>
          <a:prstGeom prst="rect">
            <a:avLst/>
          </a:prstGeom>
        </p:spPr>
      </p:pic>
      <p:cxnSp>
        <p:nvCxnSpPr>
          <p:cNvPr id="17" name="Straight Arrow Connector 16">
            <a:extLst>
              <a:ext uri="{FF2B5EF4-FFF2-40B4-BE49-F238E27FC236}">
                <a16:creationId xmlns:a16="http://schemas.microsoft.com/office/drawing/2014/main" id="{09E9B8F3-C25D-A040-80AB-0F543D3D25A5}"/>
              </a:ext>
            </a:extLst>
          </p:cNvPr>
          <p:cNvCxnSpPr>
            <a:cxnSpLocks/>
            <a:stCxn id="15" idx="3"/>
          </p:cNvCxnSpPr>
          <p:nvPr/>
        </p:nvCxnSpPr>
        <p:spPr>
          <a:xfrm flipV="1">
            <a:off x="5399250" y="2624447"/>
            <a:ext cx="953618" cy="107022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6DB99C-B9EF-9D48-BCC3-BF111844E5F2}"/>
              </a:ext>
            </a:extLst>
          </p:cNvPr>
          <p:cNvSpPr/>
          <p:nvPr/>
        </p:nvSpPr>
        <p:spPr>
          <a:xfrm>
            <a:off x="7132320" y="1248228"/>
            <a:ext cx="4897448" cy="2453224"/>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B6FE77B4-D8E8-A44D-B294-764C7959F124}"/>
              </a:ext>
            </a:extLst>
          </p:cNvPr>
          <p:cNvSpPr/>
          <p:nvPr/>
        </p:nvSpPr>
        <p:spPr>
          <a:xfrm>
            <a:off x="6606540" y="3701452"/>
            <a:ext cx="5423228"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38331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8864"/>
            <a:ext cx="10515600" cy="914400"/>
          </a:xfrm>
        </p:spPr>
        <p:txBody>
          <a:bodyPr/>
          <a:lstStyle/>
          <a:p>
            <a:r>
              <a:rPr lang="en-US" dirty="0"/>
              <a:t>Describing the path (line)</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2">
            <a:alphaModFix/>
          </a:blip>
          <a:srcRect/>
          <a:stretch/>
        </p:blipFill>
        <p:spPr>
          <a:xfrm>
            <a:off x="6352868" y="730250"/>
            <a:ext cx="5676900" cy="5397500"/>
          </a:xfrm>
        </p:spPr>
      </p:pic>
      <p:cxnSp>
        <p:nvCxnSpPr>
          <p:cNvPr id="10" name="Straight Arrow Connector 9">
            <a:extLst>
              <a:ext uri="{FF2B5EF4-FFF2-40B4-BE49-F238E27FC236}">
                <a16:creationId xmlns:a16="http://schemas.microsoft.com/office/drawing/2014/main" id="{C79AB29E-8A02-C841-9AE5-BC02ED4B6FB5}"/>
              </a:ext>
            </a:extLst>
          </p:cNvPr>
          <p:cNvCxnSpPr>
            <a:cxnSpLocks/>
          </p:cNvCxnSpPr>
          <p:nvPr/>
        </p:nvCxnSpPr>
        <p:spPr>
          <a:xfrm flipV="1">
            <a:off x="5839133" y="4070798"/>
            <a:ext cx="2188586" cy="17133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E1EFCC61-1055-4B4B-9617-23E45B733BA9}"/>
              </a:ext>
            </a:extLst>
          </p:cNvPr>
          <p:cNvPicPr>
            <a:picLocks noChangeAspect="1"/>
          </p:cNvPicPr>
          <p:nvPr/>
        </p:nvPicPr>
        <p:blipFill>
          <a:blip r:embed="rId3"/>
          <a:stretch>
            <a:fillRect/>
          </a:stretch>
        </p:blipFill>
        <p:spPr>
          <a:xfrm>
            <a:off x="293674" y="3437268"/>
            <a:ext cx="5545459" cy="2947884"/>
          </a:xfrm>
          <a:prstGeom prst="rect">
            <a:avLst/>
          </a:prstGeom>
        </p:spPr>
      </p:pic>
      <p:sp>
        <p:nvSpPr>
          <p:cNvPr id="6" name="Rectangle 5">
            <a:extLst>
              <a:ext uri="{FF2B5EF4-FFF2-40B4-BE49-F238E27FC236}">
                <a16:creationId xmlns:a16="http://schemas.microsoft.com/office/drawing/2014/main" id="{694742AB-AFDF-6A4C-BB0B-D0258FC12F78}"/>
              </a:ext>
            </a:extLst>
          </p:cNvPr>
          <p:cNvSpPr/>
          <p:nvPr/>
        </p:nvSpPr>
        <p:spPr>
          <a:xfrm>
            <a:off x="6355533" y="1248229"/>
            <a:ext cx="712924" cy="243312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3E70B5E-B482-354B-821F-14018D1B582C}"/>
              </a:ext>
            </a:extLst>
          </p:cNvPr>
          <p:cNvSpPr/>
          <p:nvPr/>
        </p:nvSpPr>
        <p:spPr>
          <a:xfrm>
            <a:off x="8160582" y="1248228"/>
            <a:ext cx="3869186" cy="2433123"/>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2D3B211-05BC-A346-AB1B-7F82C47B8762}"/>
              </a:ext>
            </a:extLst>
          </p:cNvPr>
          <p:cNvSpPr/>
          <p:nvPr/>
        </p:nvSpPr>
        <p:spPr>
          <a:xfrm>
            <a:off x="8645236" y="3701452"/>
            <a:ext cx="3384532"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09E9B8F3-C25D-A040-80AB-0F543D3D25A5}"/>
              </a:ext>
            </a:extLst>
          </p:cNvPr>
          <p:cNvCxnSpPr>
            <a:cxnSpLocks/>
          </p:cNvCxnSpPr>
          <p:nvPr/>
        </p:nvCxnSpPr>
        <p:spPr>
          <a:xfrm flipV="1">
            <a:off x="5839133" y="2624447"/>
            <a:ext cx="1369189" cy="144635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B9B9876B-82D0-C343-947A-91E4A97C852E}"/>
              </a:ext>
            </a:extLst>
          </p:cNvPr>
          <p:cNvPicPr>
            <a:picLocks noChangeAspect="1"/>
          </p:cNvPicPr>
          <p:nvPr/>
        </p:nvPicPr>
        <p:blipFill>
          <a:blip r:embed="rId4"/>
          <a:stretch>
            <a:fillRect/>
          </a:stretch>
        </p:blipFill>
        <p:spPr>
          <a:xfrm>
            <a:off x="3187655" y="1084832"/>
            <a:ext cx="3114532" cy="2335899"/>
          </a:xfrm>
          <a:prstGeom prst="rect">
            <a:avLst/>
          </a:prstGeom>
        </p:spPr>
      </p:pic>
      <p:pic>
        <p:nvPicPr>
          <p:cNvPr id="20" name="Picture 19">
            <a:extLst>
              <a:ext uri="{FF2B5EF4-FFF2-40B4-BE49-F238E27FC236}">
                <a16:creationId xmlns:a16="http://schemas.microsoft.com/office/drawing/2014/main" id="{42CD9AF3-C4B5-8047-AC2E-AA58F48DB261}"/>
              </a:ext>
            </a:extLst>
          </p:cNvPr>
          <p:cNvPicPr>
            <a:picLocks noChangeAspect="1"/>
          </p:cNvPicPr>
          <p:nvPr/>
        </p:nvPicPr>
        <p:blipFill>
          <a:blip r:embed="rId5"/>
          <a:stretch>
            <a:fillRect/>
          </a:stretch>
        </p:blipFill>
        <p:spPr>
          <a:xfrm>
            <a:off x="34687" y="1156977"/>
            <a:ext cx="3203268" cy="548307"/>
          </a:xfrm>
          <a:prstGeom prst="rect">
            <a:avLst/>
          </a:prstGeom>
        </p:spPr>
      </p:pic>
    </p:spTree>
    <p:extLst>
      <p:ext uri="{BB962C8B-B14F-4D97-AF65-F5344CB8AC3E}">
        <p14:creationId xmlns:p14="http://schemas.microsoft.com/office/powerpoint/2010/main" val="11855101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8865"/>
            <a:ext cx="10515600" cy="914400"/>
          </a:xfrm>
        </p:spPr>
        <p:txBody>
          <a:bodyPr/>
          <a:lstStyle/>
          <a:p>
            <a:r>
              <a:rPr lang="en-US" dirty="0"/>
              <a:t>Describing the path (arc)</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2">
            <a:alphaModFix/>
          </a:blip>
          <a:srcRect/>
          <a:stretch/>
        </p:blipFill>
        <p:spPr>
          <a:xfrm>
            <a:off x="6352868" y="730250"/>
            <a:ext cx="5676900" cy="5397500"/>
          </a:xfrm>
        </p:spPr>
      </p:pic>
      <p:cxnSp>
        <p:nvCxnSpPr>
          <p:cNvPr id="10" name="Straight Arrow Connector 9">
            <a:extLst>
              <a:ext uri="{FF2B5EF4-FFF2-40B4-BE49-F238E27FC236}">
                <a16:creationId xmlns:a16="http://schemas.microsoft.com/office/drawing/2014/main" id="{C79AB29E-8A02-C841-9AE5-BC02ED4B6FB5}"/>
              </a:ext>
            </a:extLst>
          </p:cNvPr>
          <p:cNvCxnSpPr>
            <a:cxnSpLocks/>
          </p:cNvCxnSpPr>
          <p:nvPr/>
        </p:nvCxnSpPr>
        <p:spPr>
          <a:xfrm flipV="1">
            <a:off x="5699268" y="4199331"/>
            <a:ext cx="1654032" cy="11473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94742AB-AFDF-6A4C-BB0B-D0258FC12F78}"/>
              </a:ext>
            </a:extLst>
          </p:cNvPr>
          <p:cNvSpPr/>
          <p:nvPr/>
        </p:nvSpPr>
        <p:spPr>
          <a:xfrm>
            <a:off x="6355533" y="1248229"/>
            <a:ext cx="712924" cy="243312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3E70B5E-B482-354B-821F-14018D1B582C}"/>
              </a:ext>
            </a:extLst>
          </p:cNvPr>
          <p:cNvSpPr/>
          <p:nvPr/>
        </p:nvSpPr>
        <p:spPr>
          <a:xfrm>
            <a:off x="8160582" y="1248228"/>
            <a:ext cx="3869186" cy="2433123"/>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2D3B211-05BC-A346-AB1B-7F82C47B8762}"/>
              </a:ext>
            </a:extLst>
          </p:cNvPr>
          <p:cNvSpPr/>
          <p:nvPr/>
        </p:nvSpPr>
        <p:spPr>
          <a:xfrm>
            <a:off x="8645236" y="3701452"/>
            <a:ext cx="3384532"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09E9B8F3-C25D-A040-80AB-0F543D3D25A5}"/>
              </a:ext>
            </a:extLst>
          </p:cNvPr>
          <p:cNvCxnSpPr>
            <a:cxnSpLocks/>
          </p:cNvCxnSpPr>
          <p:nvPr/>
        </p:nvCxnSpPr>
        <p:spPr>
          <a:xfrm flipV="1">
            <a:off x="5699268" y="2624448"/>
            <a:ext cx="1509054" cy="15748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482FE3B2-560C-9F4B-BDE1-D0E68141B329}"/>
              </a:ext>
            </a:extLst>
          </p:cNvPr>
          <p:cNvPicPr>
            <a:picLocks noChangeAspect="1"/>
          </p:cNvPicPr>
          <p:nvPr/>
        </p:nvPicPr>
        <p:blipFill>
          <a:blip r:embed="rId3"/>
          <a:stretch>
            <a:fillRect/>
          </a:stretch>
        </p:blipFill>
        <p:spPr>
          <a:xfrm>
            <a:off x="677134" y="3371850"/>
            <a:ext cx="5022134" cy="3276600"/>
          </a:xfrm>
          <a:prstGeom prst="rect">
            <a:avLst/>
          </a:prstGeom>
        </p:spPr>
      </p:pic>
      <p:pic>
        <p:nvPicPr>
          <p:cNvPr id="13" name="Picture 12">
            <a:extLst>
              <a:ext uri="{FF2B5EF4-FFF2-40B4-BE49-F238E27FC236}">
                <a16:creationId xmlns:a16="http://schemas.microsoft.com/office/drawing/2014/main" id="{865022C8-B8D3-4641-9A7A-4FD0EE9FC486}"/>
              </a:ext>
            </a:extLst>
          </p:cNvPr>
          <p:cNvPicPr>
            <a:picLocks noChangeAspect="1"/>
          </p:cNvPicPr>
          <p:nvPr/>
        </p:nvPicPr>
        <p:blipFill>
          <a:blip r:embed="rId4"/>
          <a:stretch>
            <a:fillRect/>
          </a:stretch>
        </p:blipFill>
        <p:spPr>
          <a:xfrm>
            <a:off x="3256949" y="1085850"/>
            <a:ext cx="2926080" cy="2194560"/>
          </a:xfrm>
          <a:prstGeom prst="rect">
            <a:avLst/>
          </a:prstGeom>
        </p:spPr>
      </p:pic>
      <p:pic>
        <p:nvPicPr>
          <p:cNvPr id="15" name="Picture 14">
            <a:extLst>
              <a:ext uri="{FF2B5EF4-FFF2-40B4-BE49-F238E27FC236}">
                <a16:creationId xmlns:a16="http://schemas.microsoft.com/office/drawing/2014/main" id="{B3200EF6-AA4C-A34D-8AEE-8830BB3C6554}"/>
              </a:ext>
            </a:extLst>
          </p:cNvPr>
          <p:cNvPicPr>
            <a:picLocks noChangeAspect="1"/>
          </p:cNvPicPr>
          <p:nvPr/>
        </p:nvPicPr>
        <p:blipFill>
          <a:blip r:embed="rId5"/>
          <a:stretch>
            <a:fillRect/>
          </a:stretch>
        </p:blipFill>
        <p:spPr>
          <a:xfrm>
            <a:off x="33689" y="1248228"/>
            <a:ext cx="3189571" cy="652412"/>
          </a:xfrm>
          <a:prstGeom prst="rect">
            <a:avLst/>
          </a:prstGeom>
        </p:spPr>
      </p:pic>
    </p:spTree>
    <p:extLst>
      <p:ext uri="{BB962C8B-B14F-4D97-AF65-F5344CB8AC3E}">
        <p14:creationId xmlns:p14="http://schemas.microsoft.com/office/powerpoint/2010/main" val="17298770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8865"/>
            <a:ext cx="10515600" cy="914400"/>
          </a:xfrm>
        </p:spPr>
        <p:txBody>
          <a:bodyPr/>
          <a:lstStyle/>
          <a:p>
            <a:r>
              <a:rPr lang="en-US" dirty="0"/>
              <a:t>Describing the path (spiral)</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2">
            <a:alphaModFix/>
          </a:blip>
          <a:srcRect/>
          <a:stretch/>
        </p:blipFill>
        <p:spPr>
          <a:xfrm>
            <a:off x="6352868" y="730250"/>
            <a:ext cx="5676900" cy="5397500"/>
          </a:xfrm>
        </p:spPr>
      </p:pic>
      <p:cxnSp>
        <p:nvCxnSpPr>
          <p:cNvPr id="10" name="Straight Arrow Connector 9">
            <a:extLst>
              <a:ext uri="{FF2B5EF4-FFF2-40B4-BE49-F238E27FC236}">
                <a16:creationId xmlns:a16="http://schemas.microsoft.com/office/drawing/2014/main" id="{C79AB29E-8A02-C841-9AE5-BC02ED4B6FB5}"/>
              </a:ext>
            </a:extLst>
          </p:cNvPr>
          <p:cNvCxnSpPr>
            <a:cxnSpLocks/>
          </p:cNvCxnSpPr>
          <p:nvPr/>
        </p:nvCxnSpPr>
        <p:spPr>
          <a:xfrm flipV="1">
            <a:off x="5699268" y="4308743"/>
            <a:ext cx="972768" cy="10379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94742AB-AFDF-6A4C-BB0B-D0258FC12F78}"/>
              </a:ext>
            </a:extLst>
          </p:cNvPr>
          <p:cNvSpPr/>
          <p:nvPr/>
        </p:nvSpPr>
        <p:spPr>
          <a:xfrm>
            <a:off x="6355533" y="1248229"/>
            <a:ext cx="712924" cy="243312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3E70B5E-B482-354B-821F-14018D1B582C}"/>
              </a:ext>
            </a:extLst>
          </p:cNvPr>
          <p:cNvSpPr/>
          <p:nvPr/>
        </p:nvSpPr>
        <p:spPr>
          <a:xfrm>
            <a:off x="8160582" y="1248228"/>
            <a:ext cx="3869186" cy="2433123"/>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2D3B211-05BC-A346-AB1B-7F82C47B8762}"/>
              </a:ext>
            </a:extLst>
          </p:cNvPr>
          <p:cNvSpPr/>
          <p:nvPr/>
        </p:nvSpPr>
        <p:spPr>
          <a:xfrm>
            <a:off x="8645236" y="3701452"/>
            <a:ext cx="3384532"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09E9B8F3-C25D-A040-80AB-0F543D3D25A5}"/>
              </a:ext>
            </a:extLst>
          </p:cNvPr>
          <p:cNvCxnSpPr>
            <a:cxnSpLocks/>
          </p:cNvCxnSpPr>
          <p:nvPr/>
        </p:nvCxnSpPr>
        <p:spPr>
          <a:xfrm flipV="1">
            <a:off x="5699268" y="2624448"/>
            <a:ext cx="1509054" cy="15748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0640EB41-B897-DC43-8DD8-45F865133F27}"/>
              </a:ext>
            </a:extLst>
          </p:cNvPr>
          <p:cNvPicPr>
            <a:picLocks noChangeAspect="1"/>
          </p:cNvPicPr>
          <p:nvPr/>
        </p:nvPicPr>
        <p:blipFill>
          <a:blip r:embed="rId3"/>
          <a:stretch>
            <a:fillRect/>
          </a:stretch>
        </p:blipFill>
        <p:spPr>
          <a:xfrm>
            <a:off x="330547" y="3429000"/>
            <a:ext cx="5508586" cy="3172484"/>
          </a:xfrm>
          <a:prstGeom prst="rect">
            <a:avLst/>
          </a:prstGeom>
        </p:spPr>
      </p:pic>
      <p:pic>
        <p:nvPicPr>
          <p:cNvPr id="4" name="Picture 3">
            <a:extLst>
              <a:ext uri="{FF2B5EF4-FFF2-40B4-BE49-F238E27FC236}">
                <a16:creationId xmlns:a16="http://schemas.microsoft.com/office/drawing/2014/main" id="{139D48BC-D11A-1D4B-BEA0-0A6013383787}"/>
              </a:ext>
            </a:extLst>
          </p:cNvPr>
          <p:cNvPicPr>
            <a:picLocks noChangeAspect="1"/>
          </p:cNvPicPr>
          <p:nvPr/>
        </p:nvPicPr>
        <p:blipFill>
          <a:blip r:embed="rId4"/>
          <a:stretch>
            <a:fillRect/>
          </a:stretch>
        </p:blipFill>
        <p:spPr>
          <a:xfrm>
            <a:off x="34290" y="1225368"/>
            <a:ext cx="3298588" cy="729162"/>
          </a:xfrm>
          <a:prstGeom prst="rect">
            <a:avLst/>
          </a:prstGeom>
        </p:spPr>
      </p:pic>
      <p:pic>
        <p:nvPicPr>
          <p:cNvPr id="5" name="Picture 4">
            <a:extLst>
              <a:ext uri="{FF2B5EF4-FFF2-40B4-BE49-F238E27FC236}">
                <a16:creationId xmlns:a16="http://schemas.microsoft.com/office/drawing/2014/main" id="{5EB06408-69EA-644D-858E-1D2B18B52E86}"/>
              </a:ext>
            </a:extLst>
          </p:cNvPr>
          <p:cNvPicPr>
            <a:picLocks noChangeAspect="1"/>
          </p:cNvPicPr>
          <p:nvPr/>
        </p:nvPicPr>
        <p:blipFill>
          <a:blip r:embed="rId5"/>
          <a:stretch>
            <a:fillRect/>
          </a:stretch>
        </p:blipFill>
        <p:spPr>
          <a:xfrm>
            <a:off x="3068558" y="1052638"/>
            <a:ext cx="3144445" cy="2358333"/>
          </a:xfrm>
          <a:prstGeom prst="rect">
            <a:avLst/>
          </a:prstGeom>
        </p:spPr>
      </p:pic>
    </p:spTree>
    <p:extLst>
      <p:ext uri="{BB962C8B-B14F-4D97-AF65-F5344CB8AC3E}">
        <p14:creationId xmlns:p14="http://schemas.microsoft.com/office/powerpoint/2010/main" val="19536639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164"/>
            <a:ext cx="10515600" cy="914400"/>
          </a:xfrm>
        </p:spPr>
        <p:txBody>
          <a:bodyPr/>
          <a:lstStyle/>
          <a:p>
            <a:r>
              <a:rPr lang="en-US" dirty="0"/>
              <a:t>Setting lane offsets</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2"/>
          <a:srcRect/>
          <a:stretch/>
        </p:blipFill>
        <p:spPr>
          <a:xfrm>
            <a:off x="6352868" y="730250"/>
            <a:ext cx="5676900" cy="5397500"/>
          </a:xfrm>
        </p:spPr>
      </p:pic>
      <p:sp>
        <p:nvSpPr>
          <p:cNvPr id="24" name="Rectangle 23">
            <a:extLst>
              <a:ext uri="{FF2B5EF4-FFF2-40B4-BE49-F238E27FC236}">
                <a16:creationId xmlns:a16="http://schemas.microsoft.com/office/drawing/2014/main" id="{D36DB99C-B9EF-9D48-BCC3-BF111844E5F2}"/>
              </a:ext>
            </a:extLst>
          </p:cNvPr>
          <p:cNvSpPr/>
          <p:nvPr/>
        </p:nvSpPr>
        <p:spPr>
          <a:xfrm>
            <a:off x="10916044" y="1248228"/>
            <a:ext cx="1113724" cy="2453224"/>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B6FE77B4-D8E8-A44D-B294-764C7959F124}"/>
              </a:ext>
            </a:extLst>
          </p:cNvPr>
          <p:cNvSpPr/>
          <p:nvPr/>
        </p:nvSpPr>
        <p:spPr>
          <a:xfrm>
            <a:off x="6606540" y="3701452"/>
            <a:ext cx="5423228"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A0CFB58-C467-FE49-AF1A-87DDF917C91B}"/>
              </a:ext>
            </a:extLst>
          </p:cNvPr>
          <p:cNvSpPr/>
          <p:nvPr/>
        </p:nvSpPr>
        <p:spPr>
          <a:xfrm>
            <a:off x="6297930" y="1259658"/>
            <a:ext cx="771328" cy="243501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706AF36-F1A2-C14D-B0A3-5A151066B607}"/>
              </a:ext>
            </a:extLst>
          </p:cNvPr>
          <p:cNvSpPr/>
          <p:nvPr/>
        </p:nvSpPr>
        <p:spPr>
          <a:xfrm>
            <a:off x="9029108" y="1776767"/>
            <a:ext cx="1886936" cy="1924685"/>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6308C26-A174-F144-BE82-60A9EFADB391}"/>
              </a:ext>
            </a:extLst>
          </p:cNvPr>
          <p:cNvSpPr/>
          <p:nvPr/>
        </p:nvSpPr>
        <p:spPr>
          <a:xfrm>
            <a:off x="7105715" y="1266440"/>
            <a:ext cx="1022986" cy="243501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0A86DF66-E81F-5445-B82A-AD94C8261AE1}"/>
              </a:ext>
            </a:extLst>
          </p:cNvPr>
          <p:cNvPicPr>
            <a:picLocks noChangeAspect="1"/>
          </p:cNvPicPr>
          <p:nvPr/>
        </p:nvPicPr>
        <p:blipFill>
          <a:blip r:embed="rId3"/>
          <a:stretch>
            <a:fillRect/>
          </a:stretch>
        </p:blipFill>
        <p:spPr>
          <a:xfrm>
            <a:off x="420735" y="3277746"/>
            <a:ext cx="4279867" cy="3404683"/>
          </a:xfrm>
          <a:prstGeom prst="rect">
            <a:avLst/>
          </a:prstGeom>
        </p:spPr>
      </p:pic>
      <p:cxnSp>
        <p:nvCxnSpPr>
          <p:cNvPr id="17" name="Straight Arrow Connector 16">
            <a:extLst>
              <a:ext uri="{FF2B5EF4-FFF2-40B4-BE49-F238E27FC236}">
                <a16:creationId xmlns:a16="http://schemas.microsoft.com/office/drawing/2014/main" id="{09E9B8F3-C25D-A040-80AB-0F543D3D25A5}"/>
              </a:ext>
            </a:extLst>
          </p:cNvPr>
          <p:cNvCxnSpPr>
            <a:cxnSpLocks/>
            <a:stCxn id="2" idx="3"/>
          </p:cNvCxnSpPr>
          <p:nvPr/>
        </p:nvCxnSpPr>
        <p:spPr>
          <a:xfrm flipV="1">
            <a:off x="4700602" y="2259874"/>
            <a:ext cx="3543384" cy="272021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014E522F-A959-9349-BC0F-11D18A34CCF7}"/>
              </a:ext>
            </a:extLst>
          </p:cNvPr>
          <p:cNvPicPr>
            <a:picLocks noChangeAspect="1"/>
          </p:cNvPicPr>
          <p:nvPr/>
        </p:nvPicPr>
        <p:blipFill>
          <a:blip r:embed="rId4"/>
          <a:stretch>
            <a:fillRect/>
          </a:stretch>
        </p:blipFill>
        <p:spPr>
          <a:xfrm>
            <a:off x="88598" y="985993"/>
            <a:ext cx="2762990" cy="1393775"/>
          </a:xfrm>
          <a:prstGeom prst="rect">
            <a:avLst/>
          </a:prstGeom>
        </p:spPr>
      </p:pic>
      <p:pic>
        <p:nvPicPr>
          <p:cNvPr id="5" name="Picture 4">
            <a:extLst>
              <a:ext uri="{FF2B5EF4-FFF2-40B4-BE49-F238E27FC236}">
                <a16:creationId xmlns:a16="http://schemas.microsoft.com/office/drawing/2014/main" id="{23527080-4D69-A348-980F-A9E13EFABA4C}"/>
              </a:ext>
            </a:extLst>
          </p:cNvPr>
          <p:cNvPicPr>
            <a:picLocks noChangeAspect="1"/>
          </p:cNvPicPr>
          <p:nvPr/>
        </p:nvPicPr>
        <p:blipFill>
          <a:blip r:embed="rId5"/>
          <a:stretch>
            <a:fillRect/>
          </a:stretch>
        </p:blipFill>
        <p:spPr>
          <a:xfrm>
            <a:off x="1696577" y="2375116"/>
            <a:ext cx="4279867" cy="934225"/>
          </a:xfrm>
          <a:prstGeom prst="rect">
            <a:avLst/>
          </a:prstGeom>
        </p:spPr>
      </p:pic>
      <p:pic>
        <p:nvPicPr>
          <p:cNvPr id="7" name="Picture 6">
            <a:extLst>
              <a:ext uri="{FF2B5EF4-FFF2-40B4-BE49-F238E27FC236}">
                <a16:creationId xmlns:a16="http://schemas.microsoft.com/office/drawing/2014/main" id="{AFD3C754-7C60-4B4F-99C8-E2303C6240D5}"/>
              </a:ext>
            </a:extLst>
          </p:cNvPr>
          <p:cNvPicPr>
            <a:picLocks noChangeAspect="1"/>
          </p:cNvPicPr>
          <p:nvPr/>
        </p:nvPicPr>
        <p:blipFill>
          <a:blip r:embed="rId6"/>
          <a:stretch>
            <a:fillRect/>
          </a:stretch>
        </p:blipFill>
        <p:spPr>
          <a:xfrm>
            <a:off x="4390533" y="1041312"/>
            <a:ext cx="908050" cy="1338456"/>
          </a:xfrm>
          <a:prstGeom prst="rect">
            <a:avLst/>
          </a:prstGeom>
        </p:spPr>
      </p:pic>
      <p:pic>
        <p:nvPicPr>
          <p:cNvPr id="18" name="Picture 17">
            <a:extLst>
              <a:ext uri="{FF2B5EF4-FFF2-40B4-BE49-F238E27FC236}">
                <a16:creationId xmlns:a16="http://schemas.microsoft.com/office/drawing/2014/main" id="{F76E1BF2-31EA-2449-80B8-A9395922A744}"/>
              </a:ext>
            </a:extLst>
          </p:cNvPr>
          <p:cNvPicPr>
            <a:picLocks noChangeAspect="1"/>
          </p:cNvPicPr>
          <p:nvPr/>
        </p:nvPicPr>
        <p:blipFill>
          <a:blip r:embed="rId7"/>
          <a:stretch>
            <a:fillRect/>
          </a:stretch>
        </p:blipFill>
        <p:spPr>
          <a:xfrm>
            <a:off x="3183148" y="1041312"/>
            <a:ext cx="908050" cy="1335679"/>
          </a:xfrm>
          <a:prstGeom prst="rect">
            <a:avLst/>
          </a:prstGeom>
        </p:spPr>
      </p:pic>
    </p:spTree>
    <p:extLst>
      <p:ext uri="{BB962C8B-B14F-4D97-AF65-F5344CB8AC3E}">
        <p14:creationId xmlns:p14="http://schemas.microsoft.com/office/powerpoint/2010/main" val="13810830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164"/>
            <a:ext cx="5980176" cy="914400"/>
          </a:xfrm>
        </p:spPr>
        <p:txBody>
          <a:bodyPr/>
          <a:lstStyle/>
          <a:p>
            <a:r>
              <a:rPr lang="en-US" dirty="0"/>
              <a:t>Setting lane sections</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3"/>
          <a:srcRect/>
          <a:stretch/>
        </p:blipFill>
        <p:spPr>
          <a:xfrm>
            <a:off x="6352868" y="730250"/>
            <a:ext cx="5676900" cy="5397500"/>
          </a:xfrm>
        </p:spPr>
      </p:pic>
      <p:sp>
        <p:nvSpPr>
          <p:cNvPr id="24" name="Rectangle 23">
            <a:extLst>
              <a:ext uri="{FF2B5EF4-FFF2-40B4-BE49-F238E27FC236}">
                <a16:creationId xmlns:a16="http://schemas.microsoft.com/office/drawing/2014/main" id="{D36DB99C-B9EF-9D48-BCC3-BF111844E5F2}"/>
              </a:ext>
            </a:extLst>
          </p:cNvPr>
          <p:cNvSpPr/>
          <p:nvPr/>
        </p:nvSpPr>
        <p:spPr>
          <a:xfrm>
            <a:off x="10916044" y="1248228"/>
            <a:ext cx="1113724" cy="218077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B6FE77B4-D8E8-A44D-B294-764C7959F124}"/>
              </a:ext>
            </a:extLst>
          </p:cNvPr>
          <p:cNvSpPr/>
          <p:nvPr/>
        </p:nvSpPr>
        <p:spPr>
          <a:xfrm>
            <a:off x="6606540" y="3701452"/>
            <a:ext cx="2047603"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A0CFB58-C467-FE49-AF1A-87DDF917C91B}"/>
              </a:ext>
            </a:extLst>
          </p:cNvPr>
          <p:cNvSpPr/>
          <p:nvPr/>
        </p:nvSpPr>
        <p:spPr>
          <a:xfrm>
            <a:off x="6297930" y="1259658"/>
            <a:ext cx="771328" cy="243501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706AF36-F1A2-C14D-B0A3-5A151066B607}"/>
              </a:ext>
            </a:extLst>
          </p:cNvPr>
          <p:cNvSpPr/>
          <p:nvPr/>
        </p:nvSpPr>
        <p:spPr>
          <a:xfrm>
            <a:off x="8201882" y="1776767"/>
            <a:ext cx="773314" cy="1924685"/>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6308C26-A174-F144-BE82-60A9EFADB391}"/>
              </a:ext>
            </a:extLst>
          </p:cNvPr>
          <p:cNvSpPr/>
          <p:nvPr/>
        </p:nvSpPr>
        <p:spPr>
          <a:xfrm>
            <a:off x="7105715" y="1266440"/>
            <a:ext cx="1022986" cy="243501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09E9B8F3-C25D-A040-80AB-0F543D3D25A5}"/>
              </a:ext>
            </a:extLst>
          </p:cNvPr>
          <p:cNvCxnSpPr>
            <a:cxnSpLocks/>
          </p:cNvCxnSpPr>
          <p:nvPr/>
        </p:nvCxnSpPr>
        <p:spPr>
          <a:xfrm flipV="1">
            <a:off x="4711500" y="2337954"/>
            <a:ext cx="4336877" cy="225086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E37DC73-1B28-3648-99FE-31A63989E1C2}"/>
              </a:ext>
            </a:extLst>
          </p:cNvPr>
          <p:cNvPicPr>
            <a:picLocks noChangeAspect="1"/>
          </p:cNvPicPr>
          <p:nvPr/>
        </p:nvPicPr>
        <p:blipFill>
          <a:blip r:embed="rId4"/>
          <a:stretch>
            <a:fillRect/>
          </a:stretch>
        </p:blipFill>
        <p:spPr>
          <a:xfrm>
            <a:off x="88598" y="3500389"/>
            <a:ext cx="4612004" cy="3237951"/>
          </a:xfrm>
          <a:prstGeom prst="rect">
            <a:avLst/>
          </a:prstGeom>
        </p:spPr>
      </p:pic>
      <p:pic>
        <p:nvPicPr>
          <p:cNvPr id="4" name="Picture 3">
            <a:extLst>
              <a:ext uri="{FF2B5EF4-FFF2-40B4-BE49-F238E27FC236}">
                <a16:creationId xmlns:a16="http://schemas.microsoft.com/office/drawing/2014/main" id="{D0C35264-269B-174F-9EEA-55D0FA56DFBF}"/>
              </a:ext>
            </a:extLst>
          </p:cNvPr>
          <p:cNvPicPr>
            <a:picLocks noChangeAspect="1"/>
          </p:cNvPicPr>
          <p:nvPr/>
        </p:nvPicPr>
        <p:blipFill>
          <a:blip r:embed="rId5"/>
          <a:stretch>
            <a:fillRect/>
          </a:stretch>
        </p:blipFill>
        <p:spPr>
          <a:xfrm>
            <a:off x="4250448" y="1040425"/>
            <a:ext cx="824513" cy="1416113"/>
          </a:xfrm>
          <a:prstGeom prst="rect">
            <a:avLst/>
          </a:prstGeom>
        </p:spPr>
      </p:pic>
      <p:pic>
        <p:nvPicPr>
          <p:cNvPr id="9" name="Picture 8">
            <a:extLst>
              <a:ext uri="{FF2B5EF4-FFF2-40B4-BE49-F238E27FC236}">
                <a16:creationId xmlns:a16="http://schemas.microsoft.com/office/drawing/2014/main" id="{36BB9F10-DEC6-EE4E-9036-64DEA0B9ED78}"/>
              </a:ext>
            </a:extLst>
          </p:cNvPr>
          <p:cNvPicPr>
            <a:picLocks noChangeAspect="1"/>
          </p:cNvPicPr>
          <p:nvPr/>
        </p:nvPicPr>
        <p:blipFill>
          <a:blip r:embed="rId6"/>
          <a:stretch>
            <a:fillRect/>
          </a:stretch>
        </p:blipFill>
        <p:spPr>
          <a:xfrm>
            <a:off x="3366729" y="1047948"/>
            <a:ext cx="810538" cy="1416113"/>
          </a:xfrm>
          <a:prstGeom prst="rect">
            <a:avLst/>
          </a:prstGeom>
        </p:spPr>
      </p:pic>
      <p:pic>
        <p:nvPicPr>
          <p:cNvPr id="11" name="Picture 10">
            <a:extLst>
              <a:ext uri="{FF2B5EF4-FFF2-40B4-BE49-F238E27FC236}">
                <a16:creationId xmlns:a16="http://schemas.microsoft.com/office/drawing/2014/main" id="{7B778694-7D9B-6645-8018-2186538178EA}"/>
              </a:ext>
            </a:extLst>
          </p:cNvPr>
          <p:cNvPicPr>
            <a:picLocks noChangeAspect="1"/>
          </p:cNvPicPr>
          <p:nvPr/>
        </p:nvPicPr>
        <p:blipFill>
          <a:blip r:embed="rId7"/>
          <a:stretch>
            <a:fillRect/>
          </a:stretch>
        </p:blipFill>
        <p:spPr>
          <a:xfrm>
            <a:off x="5148142" y="1040425"/>
            <a:ext cx="801222" cy="1411455"/>
          </a:xfrm>
          <a:prstGeom prst="rect">
            <a:avLst/>
          </a:prstGeom>
        </p:spPr>
      </p:pic>
      <p:pic>
        <p:nvPicPr>
          <p:cNvPr id="14" name="Picture 13">
            <a:extLst>
              <a:ext uri="{FF2B5EF4-FFF2-40B4-BE49-F238E27FC236}">
                <a16:creationId xmlns:a16="http://schemas.microsoft.com/office/drawing/2014/main" id="{3B64E9D9-3DE3-8D4E-98B8-40D4A6B7CA8F}"/>
              </a:ext>
            </a:extLst>
          </p:cNvPr>
          <p:cNvPicPr>
            <a:picLocks noChangeAspect="1"/>
          </p:cNvPicPr>
          <p:nvPr/>
        </p:nvPicPr>
        <p:blipFill>
          <a:blip r:embed="rId8"/>
          <a:stretch>
            <a:fillRect/>
          </a:stretch>
        </p:blipFill>
        <p:spPr>
          <a:xfrm>
            <a:off x="715925" y="2449045"/>
            <a:ext cx="4808658" cy="1082744"/>
          </a:xfrm>
          <a:prstGeom prst="rect">
            <a:avLst/>
          </a:prstGeom>
        </p:spPr>
      </p:pic>
      <p:pic>
        <p:nvPicPr>
          <p:cNvPr id="15" name="Picture 14">
            <a:extLst>
              <a:ext uri="{FF2B5EF4-FFF2-40B4-BE49-F238E27FC236}">
                <a16:creationId xmlns:a16="http://schemas.microsoft.com/office/drawing/2014/main" id="{CC4C19F7-58A7-F246-8AEF-60139E3994DD}"/>
              </a:ext>
            </a:extLst>
          </p:cNvPr>
          <p:cNvPicPr>
            <a:picLocks noChangeAspect="1"/>
          </p:cNvPicPr>
          <p:nvPr/>
        </p:nvPicPr>
        <p:blipFill>
          <a:blip r:embed="rId9"/>
          <a:stretch>
            <a:fillRect/>
          </a:stretch>
        </p:blipFill>
        <p:spPr>
          <a:xfrm>
            <a:off x="119848" y="881763"/>
            <a:ext cx="2650804" cy="1724479"/>
          </a:xfrm>
          <a:prstGeom prst="rect">
            <a:avLst/>
          </a:prstGeom>
        </p:spPr>
      </p:pic>
      <p:cxnSp>
        <p:nvCxnSpPr>
          <p:cNvPr id="23" name="Straight Arrow Connector 22">
            <a:extLst>
              <a:ext uri="{FF2B5EF4-FFF2-40B4-BE49-F238E27FC236}">
                <a16:creationId xmlns:a16="http://schemas.microsoft.com/office/drawing/2014/main" id="{AD7C5FD4-8568-1C45-AA5E-35E2E577EF09}"/>
              </a:ext>
            </a:extLst>
          </p:cNvPr>
          <p:cNvCxnSpPr>
            <a:cxnSpLocks/>
            <a:stCxn id="3" idx="3"/>
          </p:cNvCxnSpPr>
          <p:nvPr/>
        </p:nvCxnSpPr>
        <p:spPr>
          <a:xfrm flipV="1">
            <a:off x="4700602" y="4028209"/>
            <a:ext cx="3973702" cy="109115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90FFF3B2-B1FD-3C47-97FA-C3248FF94FB3}"/>
              </a:ext>
            </a:extLst>
          </p:cNvPr>
          <p:cNvCxnSpPr>
            <a:cxnSpLocks/>
          </p:cNvCxnSpPr>
          <p:nvPr/>
        </p:nvCxnSpPr>
        <p:spPr>
          <a:xfrm flipV="1">
            <a:off x="4700602" y="4595599"/>
            <a:ext cx="3984600" cy="71355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5161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E0A3C250-ACD1-9349-8332-E50EFA14B188}"/>
              </a:ext>
            </a:extLst>
          </p:cNvPr>
          <p:cNvSpPr>
            <a:spLocks noGrp="1"/>
          </p:cNvSpPr>
          <p:nvPr>
            <p:ph type="title"/>
          </p:nvPr>
        </p:nvSpPr>
        <p:spPr>
          <a:xfrm>
            <a:off x="0" y="164"/>
            <a:ext cx="5980176" cy="914400"/>
          </a:xfrm>
        </p:spPr>
        <p:txBody>
          <a:bodyPr/>
          <a:lstStyle/>
          <a:p>
            <a:r>
              <a:rPr lang="en-US" dirty="0"/>
              <a:t>Lane Linkage</a:t>
            </a:r>
          </a:p>
        </p:txBody>
      </p:sp>
      <p:pic>
        <p:nvPicPr>
          <p:cNvPr id="8" name="Content Placeholder 7">
            <a:extLst>
              <a:ext uri="{FF2B5EF4-FFF2-40B4-BE49-F238E27FC236}">
                <a16:creationId xmlns:a16="http://schemas.microsoft.com/office/drawing/2014/main" id="{C85C3459-D1C4-8244-A19B-51DF886697C6}"/>
              </a:ext>
            </a:extLst>
          </p:cNvPr>
          <p:cNvPicPr>
            <a:picLocks noGrp="1" noChangeAspect="1"/>
          </p:cNvPicPr>
          <p:nvPr>
            <p:ph idx="4294967295"/>
          </p:nvPr>
        </p:nvPicPr>
        <p:blipFill>
          <a:blip r:embed="rId3"/>
          <a:srcRect/>
          <a:stretch/>
        </p:blipFill>
        <p:spPr>
          <a:xfrm>
            <a:off x="6352868" y="730250"/>
            <a:ext cx="5676900" cy="5397500"/>
          </a:xfrm>
        </p:spPr>
      </p:pic>
      <p:sp>
        <p:nvSpPr>
          <p:cNvPr id="24" name="Rectangle 23">
            <a:extLst>
              <a:ext uri="{FF2B5EF4-FFF2-40B4-BE49-F238E27FC236}">
                <a16:creationId xmlns:a16="http://schemas.microsoft.com/office/drawing/2014/main" id="{D36DB99C-B9EF-9D48-BCC3-BF111844E5F2}"/>
              </a:ext>
            </a:extLst>
          </p:cNvPr>
          <p:cNvSpPr/>
          <p:nvPr/>
        </p:nvSpPr>
        <p:spPr>
          <a:xfrm>
            <a:off x="10916044" y="1248228"/>
            <a:ext cx="1113724" cy="218077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B6FE77B4-D8E8-A44D-B294-764C7959F124}"/>
              </a:ext>
            </a:extLst>
          </p:cNvPr>
          <p:cNvSpPr/>
          <p:nvPr/>
        </p:nvSpPr>
        <p:spPr>
          <a:xfrm>
            <a:off x="6606540" y="3701452"/>
            <a:ext cx="2047603" cy="2879931"/>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8A0CFB58-C467-FE49-AF1A-87DDF917C91B}"/>
              </a:ext>
            </a:extLst>
          </p:cNvPr>
          <p:cNvSpPr/>
          <p:nvPr/>
        </p:nvSpPr>
        <p:spPr>
          <a:xfrm>
            <a:off x="6297930" y="1259658"/>
            <a:ext cx="771328" cy="243501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D706AF36-F1A2-C14D-B0A3-5A151066B607}"/>
              </a:ext>
            </a:extLst>
          </p:cNvPr>
          <p:cNvSpPr/>
          <p:nvPr/>
        </p:nvSpPr>
        <p:spPr>
          <a:xfrm>
            <a:off x="8201882" y="1776767"/>
            <a:ext cx="773314" cy="1924685"/>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D6308C26-A174-F144-BE82-60A9EFADB391}"/>
              </a:ext>
            </a:extLst>
          </p:cNvPr>
          <p:cNvSpPr/>
          <p:nvPr/>
        </p:nvSpPr>
        <p:spPr>
          <a:xfrm>
            <a:off x="7105715" y="1266440"/>
            <a:ext cx="1022986" cy="2435012"/>
          </a:xfrm>
          <a:prstGeom prst="rect">
            <a:avLst/>
          </a:prstGeom>
          <a:solidFill>
            <a:schemeClr val="bg1">
              <a:alpha val="70867"/>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6" name="Straight Arrow Connector 25">
            <a:extLst>
              <a:ext uri="{FF2B5EF4-FFF2-40B4-BE49-F238E27FC236}">
                <a16:creationId xmlns:a16="http://schemas.microsoft.com/office/drawing/2014/main" id="{90FFF3B2-B1FD-3C47-97FA-C3248FF94FB3}"/>
              </a:ext>
            </a:extLst>
          </p:cNvPr>
          <p:cNvCxnSpPr>
            <a:cxnSpLocks/>
          </p:cNvCxnSpPr>
          <p:nvPr/>
        </p:nvCxnSpPr>
        <p:spPr>
          <a:xfrm flipV="1">
            <a:off x="5888245" y="5309157"/>
            <a:ext cx="3941555" cy="6206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9D97DB22-D973-3E43-A106-ED6518FE78CF}"/>
              </a:ext>
            </a:extLst>
          </p:cNvPr>
          <p:cNvGrpSpPr/>
          <p:nvPr/>
        </p:nvGrpSpPr>
        <p:grpSpPr>
          <a:xfrm>
            <a:off x="-436699" y="3895817"/>
            <a:ext cx="6849841" cy="1542348"/>
            <a:chOff x="-274368" y="3694670"/>
            <a:chExt cx="6849841" cy="1542348"/>
          </a:xfrm>
        </p:grpSpPr>
        <p:pic>
          <p:nvPicPr>
            <p:cNvPr id="21" name="Picture 20">
              <a:extLst>
                <a:ext uri="{FF2B5EF4-FFF2-40B4-BE49-F238E27FC236}">
                  <a16:creationId xmlns:a16="http://schemas.microsoft.com/office/drawing/2014/main" id="{D59CA6D9-F9F0-6649-9F5C-E202CC921311}"/>
                </a:ext>
              </a:extLst>
            </p:cNvPr>
            <p:cNvPicPr>
              <a:picLocks noChangeAspect="1"/>
            </p:cNvPicPr>
            <p:nvPr/>
          </p:nvPicPr>
          <p:blipFill>
            <a:blip r:embed="rId4"/>
            <a:stretch>
              <a:fillRect/>
            </a:stretch>
          </p:blipFill>
          <p:spPr>
            <a:xfrm>
              <a:off x="-274368" y="3694670"/>
              <a:ext cx="6849841" cy="1542348"/>
            </a:xfrm>
            <a:prstGeom prst="rect">
              <a:avLst/>
            </a:prstGeom>
          </p:spPr>
        </p:pic>
        <p:cxnSp>
          <p:nvCxnSpPr>
            <p:cNvPr id="22" name="Straight Connector 21">
              <a:extLst>
                <a:ext uri="{FF2B5EF4-FFF2-40B4-BE49-F238E27FC236}">
                  <a16:creationId xmlns:a16="http://schemas.microsoft.com/office/drawing/2014/main" id="{5CA6F2F7-8E13-F84D-BDFD-22A6B3BCEFDA}"/>
                </a:ext>
              </a:extLst>
            </p:cNvPr>
            <p:cNvCxnSpPr>
              <a:cxnSpLocks/>
            </p:cNvCxnSpPr>
            <p:nvPr/>
          </p:nvCxnSpPr>
          <p:spPr>
            <a:xfrm>
              <a:off x="1954306" y="3944469"/>
              <a:ext cx="0" cy="1084730"/>
            </a:xfrm>
            <a:prstGeom prst="line">
              <a:avLst/>
            </a:prstGeom>
            <a:ln w="28575">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AB58B33-E326-774F-BB7A-B41F350FF29F}"/>
                </a:ext>
              </a:extLst>
            </p:cNvPr>
            <p:cNvCxnSpPr>
              <a:cxnSpLocks/>
            </p:cNvCxnSpPr>
            <p:nvPr/>
          </p:nvCxnSpPr>
          <p:spPr>
            <a:xfrm>
              <a:off x="4580965" y="3944469"/>
              <a:ext cx="0" cy="1084730"/>
            </a:xfrm>
            <a:prstGeom prst="line">
              <a:avLst/>
            </a:prstGeom>
            <a:ln w="28575">
              <a:solidFill>
                <a:schemeClr val="bg2">
                  <a:lumMod val="50000"/>
                </a:schemeClr>
              </a:solidFill>
              <a:prstDash val="sysDash"/>
            </a:ln>
          </p:spPr>
          <p:style>
            <a:lnRef idx="1">
              <a:schemeClr val="accent1"/>
            </a:lnRef>
            <a:fillRef idx="0">
              <a:schemeClr val="accent1"/>
            </a:fillRef>
            <a:effectRef idx="0">
              <a:schemeClr val="accent1"/>
            </a:effectRef>
            <a:fontRef idx="minor">
              <a:schemeClr val="tx1"/>
            </a:fontRef>
          </p:style>
        </p:cxnSp>
      </p:grpSp>
      <p:sp>
        <p:nvSpPr>
          <p:cNvPr id="6" name="TextBox 5">
            <a:extLst>
              <a:ext uri="{FF2B5EF4-FFF2-40B4-BE49-F238E27FC236}">
                <a16:creationId xmlns:a16="http://schemas.microsoft.com/office/drawing/2014/main" id="{86BEA9E7-98B7-3647-82A1-56AC7ED35B95}"/>
              </a:ext>
            </a:extLst>
          </p:cNvPr>
          <p:cNvSpPr txBox="1"/>
          <p:nvPr/>
        </p:nvSpPr>
        <p:spPr>
          <a:xfrm>
            <a:off x="315393" y="840715"/>
            <a:ext cx="5103385" cy="329320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Need to determine which lanes “appear” or “vanish” 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the sections progress in order of increasing station. In the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example below, two right lanes in the first lane section</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become three right lanes in the second. The first lane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(closest to the center) continues, as does the third lane</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(the shoulder), so lane 2 in the second section is the </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“appearing” lane. This means is has no predecessor.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Similarly, lanes can disappear, in which case they simply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have no lane that refers to it as a predecessor. The MATLAB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code does not use successor elements, but they can be</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included for completeness. A table of the links for the</a:t>
            </a:r>
            <a:b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example is provided below. These are entered into the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structure or XODR file manually.</a:t>
            </a:r>
          </a:p>
        </p:txBody>
      </p:sp>
      <p:graphicFrame>
        <p:nvGraphicFramePr>
          <p:cNvPr id="16" name="Table 17">
            <a:extLst>
              <a:ext uri="{FF2B5EF4-FFF2-40B4-BE49-F238E27FC236}">
                <a16:creationId xmlns:a16="http://schemas.microsoft.com/office/drawing/2014/main" id="{22292111-6552-0847-B20D-D192CACCBB92}"/>
              </a:ext>
            </a:extLst>
          </p:cNvPr>
          <p:cNvGraphicFramePr>
            <a:graphicFrameLocks noGrp="1"/>
          </p:cNvGraphicFramePr>
          <p:nvPr/>
        </p:nvGraphicFramePr>
        <p:xfrm>
          <a:off x="211345" y="5540850"/>
          <a:ext cx="5676900" cy="1097280"/>
        </p:xfrm>
        <a:graphic>
          <a:graphicData uri="http://schemas.openxmlformats.org/drawingml/2006/table">
            <a:tbl>
              <a:tblPr bandRow="1">
                <a:tableStyleId>{5C22544A-7EE6-4342-B048-85BDC9FD1C3A}</a:tableStyleId>
              </a:tblPr>
              <a:tblGrid>
                <a:gridCol w="946150">
                  <a:extLst>
                    <a:ext uri="{9D8B030D-6E8A-4147-A177-3AD203B41FA5}">
                      <a16:colId xmlns:a16="http://schemas.microsoft.com/office/drawing/2014/main" val="1343973665"/>
                    </a:ext>
                  </a:extLst>
                </a:gridCol>
                <a:gridCol w="946150">
                  <a:extLst>
                    <a:ext uri="{9D8B030D-6E8A-4147-A177-3AD203B41FA5}">
                      <a16:colId xmlns:a16="http://schemas.microsoft.com/office/drawing/2014/main" val="3740376860"/>
                    </a:ext>
                  </a:extLst>
                </a:gridCol>
                <a:gridCol w="946150">
                  <a:extLst>
                    <a:ext uri="{9D8B030D-6E8A-4147-A177-3AD203B41FA5}">
                      <a16:colId xmlns:a16="http://schemas.microsoft.com/office/drawing/2014/main" val="4215177808"/>
                    </a:ext>
                  </a:extLst>
                </a:gridCol>
                <a:gridCol w="946150">
                  <a:extLst>
                    <a:ext uri="{9D8B030D-6E8A-4147-A177-3AD203B41FA5}">
                      <a16:colId xmlns:a16="http://schemas.microsoft.com/office/drawing/2014/main" val="997413613"/>
                    </a:ext>
                  </a:extLst>
                </a:gridCol>
                <a:gridCol w="946150">
                  <a:extLst>
                    <a:ext uri="{9D8B030D-6E8A-4147-A177-3AD203B41FA5}">
                      <a16:colId xmlns:a16="http://schemas.microsoft.com/office/drawing/2014/main" val="41583329"/>
                    </a:ext>
                  </a:extLst>
                </a:gridCol>
                <a:gridCol w="946150">
                  <a:extLst>
                    <a:ext uri="{9D8B030D-6E8A-4147-A177-3AD203B41FA5}">
                      <a16:colId xmlns:a16="http://schemas.microsoft.com/office/drawing/2014/main" val="407978190"/>
                    </a:ext>
                  </a:extLst>
                </a:gridCol>
              </a:tblGrid>
              <a:tr h="354490">
                <a:tc>
                  <a:txBody>
                    <a:bodyPr/>
                    <a:lstStyle/>
                    <a:p>
                      <a:pPr algn="ctr"/>
                      <a:r>
                        <a:rPr lang="en-US" dirty="0"/>
                        <a:t>None</a:t>
                      </a:r>
                    </a:p>
                  </a:txBody>
                  <a:tcPr/>
                </a:tc>
                <a:tc>
                  <a:txBody>
                    <a:bodyPr/>
                    <a:lstStyle/>
                    <a:p>
                      <a:pPr algn="ctr"/>
                      <a:r>
                        <a:rPr lang="en-US" dirty="0"/>
                        <a:t>None</a:t>
                      </a:r>
                    </a:p>
                  </a:txBody>
                  <a:tcPr/>
                </a:tc>
                <a:tc>
                  <a:txBody>
                    <a:bodyPr/>
                    <a:lstStyle/>
                    <a:p>
                      <a:pPr algn="ctr"/>
                      <a:r>
                        <a:rPr lang="en-US" dirty="0"/>
                        <a:t>None</a:t>
                      </a:r>
                    </a:p>
                  </a:txBody>
                  <a:tcPr/>
                </a:tc>
                <a:tc>
                  <a:txBody>
                    <a:bodyPr/>
                    <a:lstStyle/>
                    <a:p>
                      <a:pPr algn="ctr"/>
                      <a:r>
                        <a:rPr lang="en-US" dirty="0"/>
                        <a:t>None</a:t>
                      </a:r>
                    </a:p>
                  </a:txBody>
                  <a:tcPr/>
                </a:tc>
                <a:tc>
                  <a:txBody>
                    <a:bodyPr/>
                    <a:lstStyle/>
                    <a:p>
                      <a:pPr algn="ctr"/>
                      <a:r>
                        <a:rPr lang="en-US" dirty="0"/>
                        <a:t>None</a:t>
                      </a:r>
                    </a:p>
                  </a:txBody>
                  <a:tcPr/>
                </a:tc>
                <a:tc>
                  <a:txBody>
                    <a:bodyPr/>
                    <a:lstStyle/>
                    <a:p>
                      <a:pPr algn="ctr"/>
                      <a:r>
                        <a:rPr lang="en-US" dirty="0"/>
                        <a:t>None</a:t>
                      </a:r>
                    </a:p>
                  </a:txBody>
                  <a:tcPr/>
                </a:tc>
                <a:extLst>
                  <a:ext uri="{0D108BD9-81ED-4DB2-BD59-A6C34878D82A}">
                    <a16:rowId xmlns:a16="http://schemas.microsoft.com/office/drawing/2014/main" val="554606318"/>
                  </a:ext>
                </a:extLst>
              </a:tr>
              <a:tr h="354490">
                <a:tc>
                  <a:txBody>
                    <a:bodyPr/>
                    <a:lstStyle/>
                    <a:p>
                      <a:pPr algn="ctr"/>
                      <a:r>
                        <a:rPr lang="en-US" dirty="0"/>
                        <a:t>-3</a:t>
                      </a:r>
                    </a:p>
                  </a:txBody>
                  <a:tcPr/>
                </a:tc>
                <a:tc>
                  <a:txBody>
                    <a:bodyPr/>
                    <a:lstStyle/>
                    <a:p>
                      <a:pPr algn="ctr"/>
                      <a:r>
                        <a:rPr lang="en-US" dirty="0"/>
                        <a:t>None</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2995595359"/>
                  </a:ext>
                </a:extLst>
              </a:tr>
              <a:tr h="354490">
                <a:tc>
                  <a:txBody>
                    <a:bodyPr/>
                    <a:lstStyle/>
                    <a:p>
                      <a:pPr algn="ctr"/>
                      <a:r>
                        <a:rPr lang="en-US" dirty="0"/>
                        <a:t>-3</a:t>
                      </a:r>
                    </a:p>
                  </a:txBody>
                  <a:tcPr/>
                </a:tc>
                <a:tc>
                  <a:txBody>
                    <a:bodyPr/>
                    <a:lstStyle/>
                    <a:p>
                      <a:pPr algn="ctr"/>
                      <a:r>
                        <a:rPr lang="en-US" dirty="0"/>
                        <a:t>-2</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2781619532"/>
                  </a:ext>
                </a:extLst>
              </a:tr>
            </a:tbl>
          </a:graphicData>
        </a:graphic>
      </p:graphicFrame>
    </p:spTree>
    <p:extLst>
      <p:ext uri="{BB962C8B-B14F-4D97-AF65-F5344CB8AC3E}">
        <p14:creationId xmlns:p14="http://schemas.microsoft.com/office/powerpoint/2010/main" val="4311386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normAutofit fontScale="90000"/>
          </a:bodyPr>
          <a:lstStyle/>
          <a:p>
            <a:r>
              <a:rPr lang="en-US" dirty="0"/>
              <a:t>Conversion of data into XODR Structures (</a:t>
            </a:r>
            <a:r>
              <a:rPr lang="en-US" dirty="0">
                <a:solidFill>
                  <a:srgbClr val="FF0000"/>
                </a:solidFill>
              </a:rPr>
              <a:t>Incomplete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fontScale="92500" lnSpcReduction="10000"/>
          </a:bodyPr>
          <a:lstStyle/>
          <a:p>
            <a:r>
              <a:rPr lang="en-US" dirty="0"/>
              <a:t>No top-level script or function yet exists for this purpose</a:t>
            </a:r>
          </a:p>
          <a:p>
            <a:r>
              <a:rPr lang="en-US" b="1" dirty="0" err="1"/>
              <a:t>script_RoadSeg_defineXODRStructManual</a:t>
            </a:r>
            <a:r>
              <a:rPr lang="en-US" b="1" dirty="0"/>
              <a:t> </a:t>
            </a:r>
            <a:r>
              <a:rPr lang="en-US" dirty="0"/>
              <a:t>provides a blueprint for how to create the XODR structure in MATLAB.</a:t>
            </a:r>
          </a:p>
          <a:p>
            <a:pPr lvl="1"/>
            <a:r>
              <a:rPr lang="en-US" dirty="0"/>
              <a:t>Some of the XODR elements will need to be defined manually, as in this script.</a:t>
            </a:r>
          </a:p>
          <a:p>
            <a:pPr lvl="1"/>
            <a:r>
              <a:rPr lang="en-US" dirty="0"/>
              <a:t>Other XODR elements will come from functions yet to be written.</a:t>
            </a:r>
          </a:p>
          <a:p>
            <a:r>
              <a:rPr lang="en-US" dirty="0"/>
              <a:t>Data-fitting code is needed that can convert paths (or traversals) into segments with uniform curvature properties for </a:t>
            </a:r>
            <a:r>
              <a:rPr lang="en-US" dirty="0" err="1"/>
              <a:t>planView</a:t>
            </a:r>
            <a:r>
              <a:rPr lang="en-US" dirty="0"/>
              <a:t> representation of the road</a:t>
            </a:r>
          </a:p>
          <a:p>
            <a:pPr lvl="1"/>
            <a:r>
              <a:rPr lang="en-US" dirty="0"/>
              <a:t>Line -&gt; zero curvature from start to end station</a:t>
            </a:r>
          </a:p>
          <a:p>
            <a:pPr lvl="1"/>
            <a:r>
              <a:rPr lang="en-US" dirty="0"/>
              <a:t>Arc -&gt; constant but non-zero curvature from start to end station </a:t>
            </a:r>
            <a:br>
              <a:rPr lang="en-US" dirty="0"/>
            </a:br>
            <a:r>
              <a:rPr lang="en-US" dirty="0"/>
              <a:t>(positive for left curves, negative for right curves)</a:t>
            </a:r>
          </a:p>
          <a:p>
            <a:pPr lvl="1"/>
            <a:r>
              <a:rPr lang="en-US" dirty="0"/>
              <a:t>Spiral -&gt; linearly changing curvature from start to end station</a:t>
            </a:r>
            <a:br>
              <a:rPr lang="en-US" dirty="0"/>
            </a:br>
            <a:r>
              <a:rPr lang="en-US" dirty="0"/>
              <a:t>(positive for left curves, negative for right curves)</a:t>
            </a:r>
          </a:p>
          <a:p>
            <a:pPr lvl="1"/>
            <a:r>
              <a:rPr lang="en-US" dirty="0"/>
              <a:t>Other curves are possible, but not implemented</a:t>
            </a:r>
          </a:p>
          <a:p>
            <a:r>
              <a:rPr lang="en-US" dirty="0"/>
              <a:t>Other data fitting is needed to determine sectioning and cubic polynomial fits for road grade, lane offsets (could be zeroed by definition), and lane widths relative to center lane.</a:t>
            </a:r>
          </a:p>
          <a:p>
            <a:pPr lvl="2"/>
            <a:endParaRPr lang="en-US" dirty="0"/>
          </a:p>
        </p:txBody>
      </p:sp>
    </p:spTree>
    <p:extLst>
      <p:ext uri="{BB962C8B-B14F-4D97-AF65-F5344CB8AC3E}">
        <p14:creationId xmlns:p14="http://schemas.microsoft.com/office/powerpoint/2010/main" val="36110053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4283B-8C8C-0C4A-86FA-94117E94C438}"/>
              </a:ext>
            </a:extLst>
          </p:cNvPr>
          <p:cNvSpPr>
            <a:spLocks noGrp="1"/>
          </p:cNvSpPr>
          <p:nvPr>
            <p:ph type="title"/>
          </p:nvPr>
        </p:nvSpPr>
        <p:spPr>
          <a:xfrm>
            <a:off x="0" y="1"/>
            <a:ext cx="12192000" cy="914400"/>
          </a:xfrm>
        </p:spPr>
        <p:txBody>
          <a:bodyPr/>
          <a:lstStyle/>
          <a:p>
            <a:r>
              <a:rPr lang="en-US" dirty="0"/>
              <a:t>Key Functionalities for XODR </a:t>
            </a:r>
            <a:r>
              <a:rPr lang="en-US" dirty="0">
                <a:sym typeface="Wingdings" pitchFamily="2" charset="2"/>
              </a:rPr>
              <a:t></a:t>
            </a:r>
            <a:r>
              <a:rPr lang="en-US" dirty="0"/>
              <a:t> MATLAB</a:t>
            </a:r>
          </a:p>
        </p:txBody>
      </p:sp>
      <p:sp>
        <p:nvSpPr>
          <p:cNvPr id="3" name="Content Placeholder 2">
            <a:extLst>
              <a:ext uri="{FF2B5EF4-FFF2-40B4-BE49-F238E27FC236}">
                <a16:creationId xmlns:a16="http://schemas.microsoft.com/office/drawing/2014/main" id="{77885380-C435-BD4E-923E-AECE87A7B5C9}"/>
              </a:ext>
            </a:extLst>
          </p:cNvPr>
          <p:cNvSpPr>
            <a:spLocks noGrp="1"/>
          </p:cNvSpPr>
          <p:nvPr>
            <p:ph idx="1"/>
          </p:nvPr>
        </p:nvSpPr>
        <p:spPr>
          <a:xfrm>
            <a:off x="262002" y="1136692"/>
            <a:ext cx="11725405" cy="5552207"/>
          </a:xfrm>
        </p:spPr>
        <p:txBody>
          <a:bodyPr>
            <a:normAutofit/>
          </a:bodyPr>
          <a:lstStyle/>
          <a:p>
            <a:r>
              <a:rPr lang="en-US" dirty="0"/>
              <a:t>Loading an </a:t>
            </a:r>
            <a:r>
              <a:rPr lang="en-US" dirty="0" err="1"/>
              <a:t>OpenDRIVE</a:t>
            </a:r>
            <a:r>
              <a:rPr lang="en-US" dirty="0"/>
              <a:t> XODR file into a MATLAB XODR structure</a:t>
            </a:r>
          </a:p>
          <a:p>
            <a:pPr lvl="1"/>
            <a:r>
              <a:rPr lang="en-US" dirty="0"/>
              <a:t>Checking resulting MATLAB XODR struct for inconsistencies with </a:t>
            </a:r>
            <a:r>
              <a:rPr lang="en-US" dirty="0" err="1"/>
              <a:t>OpenDRIVE</a:t>
            </a:r>
            <a:r>
              <a:rPr lang="en-US" dirty="0"/>
              <a:t> standard</a:t>
            </a:r>
          </a:p>
          <a:p>
            <a:r>
              <a:rPr lang="en-US" dirty="0"/>
              <a:t>Converting objects from XODR structures into PSU patch format</a:t>
            </a:r>
          </a:p>
          <a:p>
            <a:pPr lvl="1"/>
            <a:r>
              <a:rPr lang="en-US" dirty="0"/>
              <a:t>Creation of point clouds (outlines) to represent objects in (E,N) space</a:t>
            </a:r>
          </a:p>
          <a:p>
            <a:pPr lvl="1"/>
            <a:r>
              <a:rPr lang="en-US" dirty="0"/>
              <a:t>Conversion of </a:t>
            </a:r>
            <a:r>
              <a:rPr lang="en-US" dirty="0" err="1"/>
              <a:t>cornerRoad</a:t>
            </a:r>
            <a:r>
              <a:rPr lang="en-US" dirty="0"/>
              <a:t> or </a:t>
            </a:r>
            <a:r>
              <a:rPr lang="en-US" dirty="0" err="1"/>
              <a:t>cornerLocal</a:t>
            </a:r>
            <a:r>
              <a:rPr lang="en-US" dirty="0"/>
              <a:t> definitions into (E,N) space</a:t>
            </a:r>
          </a:p>
          <a:p>
            <a:pPr lvl="1"/>
            <a:r>
              <a:rPr lang="en-US" dirty="0"/>
              <a:t>Conversion of (E,N) point clouds into PSU patch format for analysis/plotting</a:t>
            </a:r>
          </a:p>
          <a:p>
            <a:r>
              <a:rPr lang="en-US" dirty="0"/>
              <a:t>Converting road geometry information into PSU path traversals format</a:t>
            </a:r>
          </a:p>
          <a:p>
            <a:pPr lvl="1"/>
            <a:r>
              <a:rPr lang="en-US" dirty="0"/>
              <a:t>Creation of (E,N) point sequences to represent road centerlines in (E,N) space</a:t>
            </a:r>
          </a:p>
          <a:p>
            <a:pPr lvl="1"/>
            <a:r>
              <a:rPr lang="en-US" dirty="0"/>
              <a:t>Creation of (</a:t>
            </a:r>
            <a:r>
              <a:rPr lang="en-US" dirty="0" err="1"/>
              <a:t>s,t</a:t>
            </a:r>
            <a:r>
              <a:rPr lang="en-US" dirty="0"/>
              <a:t>) point sequences to represent continuous lane boundaries along the road path</a:t>
            </a:r>
          </a:p>
          <a:p>
            <a:pPr lvl="1"/>
            <a:r>
              <a:rPr lang="en-US" dirty="0"/>
              <a:t>Conversion of (</a:t>
            </a:r>
            <a:r>
              <a:rPr lang="en-US" dirty="0" err="1"/>
              <a:t>s,t</a:t>
            </a:r>
            <a:r>
              <a:rPr lang="en-US" dirty="0"/>
              <a:t>) point sequences into (E,N) space</a:t>
            </a:r>
          </a:p>
          <a:p>
            <a:pPr lvl="1"/>
            <a:r>
              <a:rPr lang="en-US" dirty="0"/>
              <a:t>Conversion of (E,N) point sequences into traversals</a:t>
            </a:r>
          </a:p>
          <a:p>
            <a:r>
              <a:rPr lang="en-US" dirty="0"/>
              <a:t>Plotting road/lane geometries and objects from XODR structures</a:t>
            </a:r>
          </a:p>
        </p:txBody>
      </p:sp>
    </p:spTree>
    <p:extLst>
      <p:ext uri="{BB962C8B-B14F-4D97-AF65-F5344CB8AC3E}">
        <p14:creationId xmlns:p14="http://schemas.microsoft.com/office/powerpoint/2010/main" val="14718980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05308-A320-B74F-810E-236B1C1860BA}"/>
              </a:ext>
            </a:extLst>
          </p:cNvPr>
          <p:cNvSpPr>
            <a:spLocks noGrp="1"/>
          </p:cNvSpPr>
          <p:nvPr>
            <p:ph type="title"/>
          </p:nvPr>
        </p:nvSpPr>
        <p:spPr/>
        <p:txBody>
          <a:bodyPr/>
          <a:lstStyle/>
          <a:p>
            <a:r>
              <a:rPr lang="en-US" dirty="0"/>
              <a:t>Coordinate Conversion Functions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EE30FDC3-CD4E-E549-8D38-FDF8002D1E29}"/>
              </a:ext>
            </a:extLst>
          </p:cNvPr>
          <p:cNvSpPr>
            <a:spLocks noGrp="1"/>
          </p:cNvSpPr>
          <p:nvPr>
            <p:ph idx="1"/>
          </p:nvPr>
        </p:nvSpPr>
        <p:spPr/>
        <p:txBody>
          <a:bodyPr>
            <a:normAutofit fontScale="92500" lnSpcReduction="20000"/>
          </a:bodyPr>
          <a:lstStyle/>
          <a:p>
            <a:r>
              <a:rPr lang="en-US" b="1" dirty="0" err="1"/>
              <a:t>fcn_RoadSeg_findXYfromSTandODRRoad</a:t>
            </a:r>
            <a:r>
              <a:rPr lang="en-US" b="1" dirty="0"/>
              <a:t> </a:t>
            </a:r>
            <a:r>
              <a:rPr lang="en-US" dirty="0"/>
              <a:t>– top-level conversion function, accepts vectors of (</a:t>
            </a:r>
            <a:r>
              <a:rPr lang="en-US" dirty="0" err="1"/>
              <a:t>s,t</a:t>
            </a:r>
            <a:r>
              <a:rPr lang="en-US" dirty="0"/>
              <a:t>) coordinates and a structure of one road element from the </a:t>
            </a:r>
            <a:r>
              <a:rPr lang="en-US" dirty="0" err="1"/>
              <a:t>OpenDRIVE</a:t>
            </a:r>
            <a:r>
              <a:rPr lang="en-US" dirty="0"/>
              <a:t> structure. Wrapper for </a:t>
            </a:r>
            <a:r>
              <a:rPr lang="en-US" b="1" dirty="0" err="1"/>
              <a:t>fcn_RoadSeg_findXYfromSTandSegment</a:t>
            </a:r>
            <a:r>
              <a:rPr lang="en-US" dirty="0"/>
              <a:t>.</a:t>
            </a:r>
          </a:p>
          <a:p>
            <a:r>
              <a:rPr lang="en-US" b="1" dirty="0" err="1"/>
              <a:t>fcn_RoadSeg_findXYfromSTandSegment</a:t>
            </a:r>
            <a:r>
              <a:rPr lang="en-US" b="1" dirty="0"/>
              <a:t> </a:t>
            </a:r>
            <a:r>
              <a:rPr lang="en-US" dirty="0"/>
              <a:t>– second-level conversion function, accepts vectors of (</a:t>
            </a:r>
            <a:r>
              <a:rPr lang="en-US" dirty="0" err="1"/>
              <a:t>s,t</a:t>
            </a:r>
            <a:r>
              <a:rPr lang="en-US" dirty="0"/>
              <a:t>) coordinates and a geometry element from the </a:t>
            </a:r>
            <a:r>
              <a:rPr lang="en-US" dirty="0" err="1"/>
              <a:t>OpenDRIVE</a:t>
            </a:r>
            <a:r>
              <a:rPr lang="en-US" dirty="0"/>
              <a:t> structure. Wrapper for </a:t>
            </a:r>
            <a:r>
              <a:rPr lang="en-US" b="1" dirty="0" err="1"/>
              <a:t>fcn_RoadSeg_findXYfromST</a:t>
            </a:r>
            <a:r>
              <a:rPr lang="en-US" dirty="0"/>
              <a:t>.</a:t>
            </a:r>
          </a:p>
          <a:p>
            <a:r>
              <a:rPr lang="en-US" b="1" dirty="0" err="1"/>
              <a:t>fcn_RoadSeg_findXYfromST</a:t>
            </a:r>
            <a:r>
              <a:rPr lang="en-US" b="1" dirty="0"/>
              <a:t> </a:t>
            </a:r>
            <a:r>
              <a:rPr lang="en-US" dirty="0"/>
              <a:t>– third-level conversion function, accepts vectors of (</a:t>
            </a:r>
            <a:r>
              <a:rPr lang="en-US" dirty="0" err="1"/>
              <a:t>s,t</a:t>
            </a:r>
            <a:r>
              <a:rPr lang="en-US" dirty="0"/>
              <a:t>) coordinates as well as all of the geometric parameters of a road segment in order to calculate the (X,Y) coordinates. Wrapper for </a:t>
            </a:r>
            <a:r>
              <a:rPr lang="en-US" b="1" dirty="0" err="1"/>
              <a:t>fcn_RoadSeg_findXYfromXODRArc</a:t>
            </a:r>
            <a:r>
              <a:rPr lang="en-US" dirty="0"/>
              <a:t> and </a:t>
            </a:r>
            <a:r>
              <a:rPr lang="en-US" b="1" dirty="0" err="1"/>
              <a:t>fcn_RoadSeg_findXYfromXODRSpiral</a:t>
            </a:r>
            <a:r>
              <a:rPr lang="en-US" dirty="0"/>
              <a:t> as well as handles calculations for lines internally.</a:t>
            </a:r>
          </a:p>
          <a:p>
            <a:r>
              <a:rPr lang="en-US" b="1" dirty="0" err="1"/>
              <a:t>fcn_RoadSeg_findXYfromXODRArc</a:t>
            </a:r>
            <a:r>
              <a:rPr lang="en-US" b="1" dirty="0"/>
              <a:t> </a:t>
            </a:r>
            <a:r>
              <a:rPr lang="en-US" dirty="0"/>
              <a:t>– conversion function that accepts a vector of station coordinates (no lateral offsets) and the parameters of an arc and returns the (X,Y) position of the points along the arc</a:t>
            </a:r>
          </a:p>
          <a:p>
            <a:r>
              <a:rPr lang="en-US" b="1" dirty="0" err="1"/>
              <a:t>fcn_RoadSeg_findXYfromXODRSpiral</a:t>
            </a:r>
            <a:r>
              <a:rPr lang="en-US" b="1" dirty="0"/>
              <a:t> </a:t>
            </a:r>
            <a:r>
              <a:rPr lang="en-US" dirty="0"/>
              <a:t>– conversion function that accepts a vector of station coordinates (no lateral offsets) and the parameters of an spiral and returns the (X,Y) position of the points along the spiral</a:t>
            </a:r>
          </a:p>
        </p:txBody>
      </p:sp>
    </p:spTree>
    <p:extLst>
      <p:ext uri="{BB962C8B-B14F-4D97-AF65-F5344CB8AC3E}">
        <p14:creationId xmlns:p14="http://schemas.microsoft.com/office/powerpoint/2010/main" val="17673175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normAutofit fontScale="90000"/>
          </a:bodyPr>
          <a:lstStyle/>
          <a:p>
            <a:r>
              <a:rPr lang="en-US" dirty="0"/>
              <a:t>Loading </a:t>
            </a:r>
            <a:r>
              <a:rPr lang="en-US" dirty="0" err="1"/>
              <a:t>OpenDRIVE</a:t>
            </a:r>
            <a:r>
              <a:rPr lang="en-US" dirty="0"/>
              <a:t> XODR files into MATLAB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a:bodyPr>
          <a:lstStyle/>
          <a:p>
            <a:r>
              <a:rPr lang="en-US" b="1" dirty="0" err="1"/>
              <a:t>fcn_RoadSeg_convertXODRtoMATLABStruct</a:t>
            </a:r>
            <a:r>
              <a:rPr lang="en-US" dirty="0"/>
              <a:t> – reads an </a:t>
            </a:r>
            <a:r>
              <a:rPr lang="en-US" dirty="0" err="1"/>
              <a:t>OpenDRIVE</a:t>
            </a:r>
            <a:r>
              <a:rPr lang="en-US" dirty="0"/>
              <a:t> XODR file and creates a MATLAB XODR structure suitable for use in analysis and plotting</a:t>
            </a:r>
          </a:p>
          <a:p>
            <a:pPr lvl="1"/>
            <a:r>
              <a:rPr lang="en-US" dirty="0"/>
              <a:t>Uses </a:t>
            </a:r>
            <a:r>
              <a:rPr lang="en-US" b="1" dirty="0"/>
              <a:t>xml2struct_fex28518 </a:t>
            </a:r>
            <a:r>
              <a:rPr lang="en-US" dirty="0"/>
              <a:t>to do the basic read of the XML file into a MATLAB structure, but leaves some inconsistencies in the structure, specifically when there are single elements in the structure where there can be multiple elements, depending on the road/lane geometries</a:t>
            </a:r>
          </a:p>
          <a:p>
            <a:pPr lvl="1"/>
            <a:r>
              <a:rPr lang="en-US" dirty="0"/>
              <a:t>The next step of the function converts singleton structure elements into single-element cell arrays for consistency of elements for which there can be multiple elements</a:t>
            </a:r>
          </a:p>
          <a:p>
            <a:pPr lvl="1"/>
            <a:r>
              <a:rPr lang="en-US" dirty="0"/>
              <a:t>The last step of the function handles expanding repeated objects into individual elements in the cell array.</a:t>
            </a:r>
          </a:p>
          <a:p>
            <a:pPr lvl="1"/>
            <a:r>
              <a:rPr lang="en-US" dirty="0"/>
              <a:t>The function returns a single structure representing the entire road system defined in the </a:t>
            </a:r>
            <a:r>
              <a:rPr lang="en-US" dirty="0" err="1"/>
              <a:t>OpenDRIVE</a:t>
            </a:r>
            <a:r>
              <a:rPr lang="en-US" dirty="0"/>
              <a:t> XODR file.</a:t>
            </a:r>
          </a:p>
          <a:p>
            <a:pPr lvl="1"/>
            <a:endParaRPr lang="en-US" dirty="0"/>
          </a:p>
        </p:txBody>
      </p:sp>
    </p:spTree>
    <p:extLst>
      <p:ext uri="{BB962C8B-B14F-4D97-AF65-F5344CB8AC3E}">
        <p14:creationId xmlns:p14="http://schemas.microsoft.com/office/powerpoint/2010/main" val="3210538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normAutofit/>
          </a:bodyPr>
          <a:lstStyle/>
          <a:p>
            <a:r>
              <a:rPr lang="en-US" dirty="0"/>
              <a:t>Loading </a:t>
            </a:r>
            <a:r>
              <a:rPr lang="en-US" dirty="0" err="1"/>
              <a:t>OpenDRIVE</a:t>
            </a:r>
            <a:r>
              <a:rPr lang="en-US" dirty="0"/>
              <a:t> objects into MATLAB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a:bodyPr>
          <a:lstStyle/>
          <a:p>
            <a:r>
              <a:rPr lang="en-US" b="1" dirty="0" err="1"/>
              <a:t>fcn_RoadSeg_convertXODRObjectsToPatchObjects</a:t>
            </a:r>
            <a:r>
              <a:rPr lang="en-US" b="1" dirty="0"/>
              <a:t> </a:t>
            </a:r>
            <a:r>
              <a:rPr lang="en-US" dirty="0"/>
              <a:t>– pulls objects out of the XODR MATLAB structure and inserts them into a patch array</a:t>
            </a:r>
          </a:p>
          <a:p>
            <a:pPr lvl="1"/>
            <a:r>
              <a:rPr lang="en-US" dirty="0"/>
              <a:t>The first step of the function creates a segment table that identifies the types and start/end stations of each geometry element for locating objects in (E,N) coordinates relative to the road.</a:t>
            </a:r>
          </a:p>
          <a:p>
            <a:pPr lvl="1"/>
            <a:r>
              <a:rPr lang="en-US" dirty="0"/>
              <a:t>The biggest portion of the function iterates through each of the objects, filling out the parameters </a:t>
            </a:r>
          </a:p>
          <a:p>
            <a:pPr lvl="2"/>
            <a:r>
              <a:rPr lang="en-US" dirty="0"/>
              <a:t>Color is set to blaze orange for all</a:t>
            </a:r>
          </a:p>
          <a:p>
            <a:pPr lvl="2"/>
            <a:r>
              <a:rPr lang="en-US" dirty="0"/>
              <a:t>An ID is created for each object</a:t>
            </a:r>
          </a:p>
          <a:p>
            <a:pPr lvl="2"/>
            <a:r>
              <a:rPr lang="en-US" dirty="0"/>
              <a:t>The geometry of the object is represented with a point cloud created to represent the outline. If “corners” (there may be many) of the object are provided, these are converted to XY points. If only a bounding geometry is provided, points are created along the bounds to form an outline of the object.</a:t>
            </a:r>
          </a:p>
          <a:p>
            <a:pPr lvl="1"/>
            <a:r>
              <a:rPr lang="en-US" dirty="0"/>
              <a:t>(All geometries of the objects are converted to (E,N) coordinates by calling </a:t>
            </a:r>
            <a:r>
              <a:rPr lang="en-US" b="1" dirty="0" err="1"/>
              <a:t>fcn_RoadSeg_findXYfromSTandSegment</a:t>
            </a:r>
            <a:r>
              <a:rPr lang="en-US" b="1" dirty="0"/>
              <a:t> </a:t>
            </a:r>
            <a:r>
              <a:rPr lang="en-US" dirty="0"/>
              <a:t>after cross referencing the (</a:t>
            </a:r>
            <a:r>
              <a:rPr lang="en-US" dirty="0" err="1"/>
              <a:t>s,t</a:t>
            </a:r>
            <a:r>
              <a:rPr lang="en-US" dirty="0"/>
              <a:t>) coordinates of the object with the segment table created at the start.)</a:t>
            </a:r>
          </a:p>
        </p:txBody>
      </p:sp>
    </p:spTree>
    <p:extLst>
      <p:ext uri="{BB962C8B-B14F-4D97-AF65-F5344CB8AC3E}">
        <p14:creationId xmlns:p14="http://schemas.microsoft.com/office/powerpoint/2010/main" val="6708928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normAutofit fontScale="90000"/>
          </a:bodyPr>
          <a:lstStyle/>
          <a:p>
            <a:r>
              <a:rPr lang="en-US" dirty="0"/>
              <a:t>Converting </a:t>
            </a:r>
            <a:r>
              <a:rPr lang="en-US" dirty="0" err="1"/>
              <a:t>OpenDRIVE</a:t>
            </a:r>
            <a:r>
              <a:rPr lang="en-US" dirty="0"/>
              <a:t> roads into MATLAB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fontScale="92500"/>
          </a:bodyPr>
          <a:lstStyle/>
          <a:p>
            <a:r>
              <a:rPr lang="en-US" dirty="0"/>
              <a:t>Since roads have multiple aspects of their geometry (reference line, lane offsets, lane widths, etc.) there is no individual function to convert an entire road into MATLAB. Instead, a series of functions pull out the individual geometries.</a:t>
            </a:r>
          </a:p>
          <a:p>
            <a:r>
              <a:rPr lang="en-US" b="1" dirty="0" err="1"/>
              <a:t>fcn_RoadSeg_findXYfromSTandODRRoad</a:t>
            </a:r>
            <a:r>
              <a:rPr lang="en-US" b="1" dirty="0"/>
              <a:t> </a:t>
            </a:r>
            <a:r>
              <a:rPr lang="en-US" dirty="0"/>
              <a:t>– converts the road geometry defined in (</a:t>
            </a:r>
            <a:r>
              <a:rPr lang="en-US" dirty="0" err="1"/>
              <a:t>s,t</a:t>
            </a:r>
            <a:r>
              <a:rPr lang="en-US" dirty="0"/>
              <a:t>) coordinates and segments into (E,N) coordinates. By providing a vector of station coordinates ranging from 0 to the end of the road and a t-coordinate vector of all zeros, this function returns the </a:t>
            </a:r>
            <a:r>
              <a:rPr lang="en-US" dirty="0">
                <a:solidFill>
                  <a:srgbClr val="FF0000"/>
                </a:solidFill>
              </a:rPr>
              <a:t>reference line </a:t>
            </a:r>
            <a:r>
              <a:rPr lang="en-US" dirty="0"/>
              <a:t>of the road.</a:t>
            </a:r>
          </a:p>
          <a:p>
            <a:r>
              <a:rPr lang="en-US" b="1" dirty="0" err="1"/>
              <a:t>fcn_ParseXODR_extractLaneGeometry</a:t>
            </a:r>
            <a:r>
              <a:rPr lang="en-US" b="1" dirty="0"/>
              <a:t> </a:t>
            </a:r>
            <a:r>
              <a:rPr lang="en-US" dirty="0"/>
              <a:t>– extracts the lane borders from the XODR structure, outputting matrices of (</a:t>
            </a:r>
            <a:r>
              <a:rPr lang="en-US" dirty="0" err="1"/>
              <a:t>s,t</a:t>
            </a:r>
            <a:r>
              <a:rPr lang="en-US" dirty="0"/>
              <a:t>) coordinates for each of the left, center, and right lanes. The function </a:t>
            </a:r>
            <a:r>
              <a:rPr lang="en-US" b="1" dirty="0" err="1"/>
              <a:t>fcn_RoadSeg_findXYfromSTandODRRoad</a:t>
            </a:r>
            <a:r>
              <a:rPr lang="en-US" b="1" dirty="0"/>
              <a:t> </a:t>
            </a:r>
            <a:r>
              <a:rPr lang="en-US" dirty="0"/>
              <a:t>can then be used to convert again to (E,N) coordinates.</a:t>
            </a:r>
          </a:p>
          <a:p>
            <a:r>
              <a:rPr lang="en-US" b="1" dirty="0" err="1"/>
              <a:t>fcn_Path_convertPathToTraversalStructure</a:t>
            </a:r>
            <a:r>
              <a:rPr lang="en-US" b="1" dirty="0"/>
              <a:t> </a:t>
            </a:r>
            <a:r>
              <a:rPr lang="en-US" dirty="0"/>
              <a:t>– not part of the XODR/MATLAB library, but can be used to convert reference lines and lane borders into PSU path library traversal structures</a:t>
            </a:r>
          </a:p>
        </p:txBody>
      </p:sp>
    </p:spTree>
    <p:extLst>
      <p:ext uri="{BB962C8B-B14F-4D97-AF65-F5344CB8AC3E}">
        <p14:creationId xmlns:p14="http://schemas.microsoft.com/office/powerpoint/2010/main" val="20265369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8067-FA8A-4744-A496-FD4EB13F8A4D}"/>
              </a:ext>
            </a:extLst>
          </p:cNvPr>
          <p:cNvSpPr>
            <a:spLocks noGrp="1"/>
          </p:cNvSpPr>
          <p:nvPr>
            <p:ph type="title"/>
          </p:nvPr>
        </p:nvSpPr>
        <p:spPr/>
        <p:txBody>
          <a:bodyPr>
            <a:normAutofit/>
          </a:bodyPr>
          <a:lstStyle/>
          <a:p>
            <a:r>
              <a:rPr lang="en-US" dirty="0"/>
              <a:t>Plotting </a:t>
            </a:r>
            <a:r>
              <a:rPr lang="en-US" dirty="0" err="1"/>
              <a:t>OpenDRIVE</a:t>
            </a:r>
            <a:r>
              <a:rPr lang="en-US" dirty="0"/>
              <a:t> roads in MATLAB (</a:t>
            </a:r>
            <a:r>
              <a:rPr lang="en-US" dirty="0">
                <a:solidFill>
                  <a:schemeClr val="accent6"/>
                </a:solidFill>
              </a:rPr>
              <a:t>Complete</a:t>
            </a:r>
            <a:r>
              <a:rPr lang="en-US" dirty="0"/>
              <a:t>)</a:t>
            </a:r>
          </a:p>
        </p:txBody>
      </p:sp>
      <p:sp>
        <p:nvSpPr>
          <p:cNvPr id="3" name="Content Placeholder 2">
            <a:extLst>
              <a:ext uri="{FF2B5EF4-FFF2-40B4-BE49-F238E27FC236}">
                <a16:creationId xmlns:a16="http://schemas.microsoft.com/office/drawing/2014/main" id="{51EC6C3D-5382-B24A-B542-2535A11D2B93}"/>
              </a:ext>
            </a:extLst>
          </p:cNvPr>
          <p:cNvSpPr>
            <a:spLocks noGrp="1"/>
          </p:cNvSpPr>
          <p:nvPr>
            <p:ph idx="1"/>
          </p:nvPr>
        </p:nvSpPr>
        <p:spPr/>
        <p:txBody>
          <a:bodyPr>
            <a:normAutofit fontScale="85000" lnSpcReduction="10000"/>
          </a:bodyPr>
          <a:lstStyle/>
          <a:p>
            <a:r>
              <a:rPr lang="en-US" b="1" dirty="0" err="1"/>
              <a:t>fcn_RoadSeg_plotRealisticRoad</a:t>
            </a:r>
            <a:r>
              <a:rPr lang="en-US" b="1" dirty="0"/>
              <a:t> </a:t>
            </a:r>
            <a:r>
              <a:rPr lang="en-US" dirty="0"/>
              <a:t>– uses the XODR MATLAB structure to plot a quasi-realistic view of the road geometry</a:t>
            </a:r>
          </a:p>
          <a:p>
            <a:pPr lvl="1"/>
            <a:r>
              <a:rPr lang="en-US" dirty="0"/>
              <a:t>Accepts a complete XODR MATLAB structure and creates the plot, returning a handle to the plot figure window</a:t>
            </a:r>
          </a:p>
          <a:p>
            <a:pPr lvl="1"/>
            <a:r>
              <a:rPr lang="en-US" dirty="0"/>
              <a:t>Assumes: </a:t>
            </a:r>
          </a:p>
          <a:p>
            <a:pPr lvl="2"/>
            <a:r>
              <a:rPr lang="en-US" dirty="0"/>
              <a:t>the center lane should be marked with double yellow</a:t>
            </a:r>
          </a:p>
          <a:p>
            <a:pPr lvl="2"/>
            <a:r>
              <a:rPr lang="en-US" dirty="0"/>
              <a:t>the extreme outer lane is the shoulder and the bounding line is the outer road (shoulder) edge</a:t>
            </a:r>
          </a:p>
          <a:p>
            <a:pPr lvl="2"/>
            <a:r>
              <a:rPr lang="en-US" dirty="0"/>
              <a:t>the boundary of the lane just to the inside of the shoulder defines the driving boundary of the road and should be marked with a solid white line</a:t>
            </a:r>
          </a:p>
          <a:p>
            <a:pPr lvl="2"/>
            <a:r>
              <a:rPr lang="en-US" dirty="0"/>
              <a:t>all lanes between the driving boundary and the center lane should be marked with dashed white lines</a:t>
            </a:r>
          </a:p>
          <a:p>
            <a:pPr lvl="1"/>
            <a:r>
              <a:rPr lang="en-US" dirty="0"/>
              <a:t>Uses </a:t>
            </a:r>
            <a:r>
              <a:rPr lang="en-US" b="1" dirty="0" err="1"/>
              <a:t>fcn_ParseXODR_extractLaneGeometry</a:t>
            </a:r>
            <a:r>
              <a:rPr lang="en-US" b="1" dirty="0"/>
              <a:t> </a:t>
            </a:r>
            <a:r>
              <a:rPr lang="en-US" dirty="0"/>
              <a:t>to pull out the lane boundaries in (</a:t>
            </a:r>
            <a:r>
              <a:rPr lang="en-US" dirty="0" err="1"/>
              <a:t>s,t</a:t>
            </a:r>
            <a:r>
              <a:rPr lang="en-US" dirty="0"/>
              <a:t>) coordinates</a:t>
            </a:r>
          </a:p>
          <a:p>
            <a:pPr lvl="1"/>
            <a:r>
              <a:rPr lang="en-US" dirty="0"/>
              <a:t>Uses </a:t>
            </a:r>
            <a:r>
              <a:rPr lang="en-US" b="1" dirty="0" err="1"/>
              <a:t>fcn_RoadSeg_findXYfromSTandODRRoad</a:t>
            </a:r>
            <a:r>
              <a:rPr lang="en-US" b="1" dirty="0"/>
              <a:t> </a:t>
            </a:r>
            <a:r>
              <a:rPr lang="en-US" dirty="0"/>
              <a:t>to convert the lane boundaries into (E,N) coordinates</a:t>
            </a:r>
          </a:p>
          <a:p>
            <a:pPr lvl="1"/>
            <a:r>
              <a:rPr lang="en-US" dirty="0"/>
              <a:t>The remainder of the function code creates the individual plotting elements.</a:t>
            </a:r>
          </a:p>
          <a:p>
            <a:pPr lvl="1"/>
            <a:r>
              <a:rPr lang="en-US" b="1" dirty="0"/>
              <a:t>Note:</a:t>
            </a:r>
            <a:r>
              <a:rPr lang="en-US" dirty="0"/>
              <a:t> Before plotting any lane lines, the road surface is plotted with a MATLAB patch using the identified left and right extents of the road found from the extremes of the lane boundaries. This requires the lanes to be extracted from each of the road elements in sequence. The lane markings are then extracted a second time and plotted over the top of all of the road surface elements. This approach is not computationally efficient, but solves the problem of having road surface plotted on top of previously plotted lane markings and is simpler than keeping all of the lane boundaries in memory for plotting lane markers after previously reading them in to plot the road surface.</a:t>
            </a:r>
          </a:p>
          <a:p>
            <a:pPr lvl="1"/>
            <a:endParaRPr lang="en-US" dirty="0"/>
          </a:p>
          <a:p>
            <a:pPr lvl="2"/>
            <a:endParaRPr lang="en-US" dirty="0"/>
          </a:p>
        </p:txBody>
      </p:sp>
    </p:spTree>
    <p:extLst>
      <p:ext uri="{BB962C8B-B14F-4D97-AF65-F5344CB8AC3E}">
        <p14:creationId xmlns:p14="http://schemas.microsoft.com/office/powerpoint/2010/main" val="2576882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D7C74-BBCA-5D46-9E77-0CAEBC26C96E}"/>
              </a:ext>
            </a:extLst>
          </p:cNvPr>
          <p:cNvSpPr>
            <a:spLocks noGrp="1"/>
          </p:cNvSpPr>
          <p:nvPr>
            <p:ph type="title"/>
          </p:nvPr>
        </p:nvSpPr>
        <p:spPr/>
        <p:txBody>
          <a:bodyPr/>
          <a:lstStyle/>
          <a:p>
            <a:r>
              <a:rPr lang="en-US" dirty="0"/>
              <a:t>Project management notes</a:t>
            </a:r>
          </a:p>
        </p:txBody>
      </p:sp>
      <p:sp>
        <p:nvSpPr>
          <p:cNvPr id="3" name="Text Placeholder 2">
            <a:extLst>
              <a:ext uri="{FF2B5EF4-FFF2-40B4-BE49-F238E27FC236}">
                <a16:creationId xmlns:a16="http://schemas.microsoft.com/office/drawing/2014/main" id="{6A88B60D-4CB4-1743-A65D-4166AF1027B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324727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5B524-79FB-1D47-A0F5-0A24C68A2470}"/>
              </a:ext>
            </a:extLst>
          </p:cNvPr>
          <p:cNvSpPr>
            <a:spLocks noGrp="1"/>
          </p:cNvSpPr>
          <p:nvPr>
            <p:ph type="title"/>
          </p:nvPr>
        </p:nvSpPr>
        <p:spPr>
          <a:xfrm>
            <a:off x="0" y="1"/>
            <a:ext cx="12192000" cy="914400"/>
          </a:xfrm>
        </p:spPr>
        <p:txBody>
          <a:bodyPr/>
          <a:lstStyle/>
          <a:p>
            <a:r>
              <a:rPr lang="en-US" dirty="0"/>
              <a:t>Next steps</a:t>
            </a:r>
          </a:p>
        </p:txBody>
      </p:sp>
      <p:sp>
        <p:nvSpPr>
          <p:cNvPr id="3" name="Content Placeholder 2">
            <a:extLst>
              <a:ext uri="{FF2B5EF4-FFF2-40B4-BE49-F238E27FC236}">
                <a16:creationId xmlns:a16="http://schemas.microsoft.com/office/drawing/2014/main" id="{6B9ABB34-818C-EB4D-BFD4-C2023DBC791F}"/>
              </a:ext>
            </a:extLst>
          </p:cNvPr>
          <p:cNvSpPr>
            <a:spLocks noGrp="1"/>
          </p:cNvSpPr>
          <p:nvPr>
            <p:ph idx="1"/>
          </p:nvPr>
        </p:nvSpPr>
        <p:spPr>
          <a:xfrm>
            <a:off x="262002" y="1136692"/>
            <a:ext cx="11725405" cy="5552207"/>
          </a:xfrm>
        </p:spPr>
        <p:txBody>
          <a:bodyPr>
            <a:normAutofit fontScale="92500" lnSpcReduction="20000"/>
          </a:bodyPr>
          <a:lstStyle/>
          <a:p>
            <a:r>
              <a:rPr lang="en-US" dirty="0"/>
              <a:t>There are numerous aspects of </a:t>
            </a:r>
            <a:r>
              <a:rPr lang="en-US" dirty="0" err="1"/>
              <a:t>OpenDRIVE</a:t>
            </a:r>
            <a:r>
              <a:rPr lang="en-US" dirty="0"/>
              <a:t> that are not currently included in the code. Some of these should probably be implemented:</a:t>
            </a:r>
          </a:p>
          <a:p>
            <a:pPr lvl="1"/>
            <a:r>
              <a:rPr lang="en-US" dirty="0"/>
              <a:t>Cubic polynomial road geometry (deprecated) or parametric polynomial geometry</a:t>
            </a:r>
          </a:p>
          <a:p>
            <a:pPr lvl="1"/>
            <a:r>
              <a:rPr lang="en-US" dirty="0"/>
              <a:t>Road markings -&gt; reading from a file and plotting (harder) as well as writing (easy in manual construction)</a:t>
            </a:r>
          </a:p>
          <a:p>
            <a:pPr lvl="1"/>
            <a:r>
              <a:rPr lang="en-US" dirty="0"/>
              <a:t>Lane border elements (different than widths)</a:t>
            </a:r>
          </a:p>
          <a:p>
            <a:pPr lvl="1"/>
            <a:r>
              <a:rPr lang="en-US" dirty="0"/>
              <a:t>Road linkages and junctions</a:t>
            </a:r>
          </a:p>
          <a:p>
            <a:pPr lvl="2"/>
            <a:r>
              <a:rPr lang="en-US" dirty="0"/>
              <a:t>Plotting center lines with specified road markings will help with better realism in junctions</a:t>
            </a:r>
          </a:p>
          <a:p>
            <a:r>
              <a:rPr lang="en-US" dirty="0"/>
              <a:t>Function </a:t>
            </a:r>
            <a:r>
              <a:rPr lang="en-US" dirty="0" err="1"/>
              <a:t>fcn_RoadSeg_XODRSegmentChecks</a:t>
            </a:r>
            <a:r>
              <a:rPr lang="en-US" dirty="0"/>
              <a:t> is a bit limited. There are numerous additional checks that can (should?) be added or modified:</a:t>
            </a:r>
          </a:p>
          <a:p>
            <a:pPr lvl="1"/>
            <a:r>
              <a:rPr lang="en-US" dirty="0"/>
              <a:t>Lane linkage checks (predecessor tags present for all but first lane section)</a:t>
            </a:r>
          </a:p>
          <a:p>
            <a:pPr lvl="1"/>
            <a:r>
              <a:rPr lang="en-US" dirty="0"/>
              <a:t>Lane offset continuity check</a:t>
            </a:r>
          </a:p>
          <a:p>
            <a:pPr lvl="1"/>
            <a:r>
              <a:rPr lang="en-US" dirty="0"/>
              <a:t>Lane width continuity check</a:t>
            </a:r>
          </a:p>
          <a:p>
            <a:pPr lvl="1"/>
            <a:r>
              <a:rPr lang="en-US" dirty="0"/>
              <a:t>Degenerate object vertices (</a:t>
            </a:r>
            <a:r>
              <a:rPr lang="en-US" dirty="0" err="1"/>
              <a:t>cornerLocal</a:t>
            </a:r>
            <a:r>
              <a:rPr lang="en-US" dirty="0"/>
              <a:t> or </a:t>
            </a:r>
            <a:r>
              <a:rPr lang="en-US" dirty="0" err="1"/>
              <a:t>cornerRoad</a:t>
            </a:r>
            <a:r>
              <a:rPr lang="en-US" dirty="0"/>
              <a:t>) check</a:t>
            </a:r>
          </a:p>
          <a:p>
            <a:pPr lvl="1"/>
            <a:r>
              <a:rPr lang="en-US" dirty="0"/>
              <a:t>Ability to include lane widths in the bounding box check (this is technically a bug)</a:t>
            </a:r>
          </a:p>
          <a:p>
            <a:r>
              <a:rPr lang="en-US" dirty="0"/>
              <a:t>Testing, testing, testing!</a:t>
            </a:r>
          </a:p>
          <a:p>
            <a:pPr lvl="1"/>
            <a:r>
              <a:rPr lang="en-US" dirty="0"/>
              <a:t>No formalized testing of this code has been done. </a:t>
            </a:r>
          </a:p>
        </p:txBody>
      </p:sp>
    </p:spTree>
    <p:extLst>
      <p:ext uri="{BB962C8B-B14F-4D97-AF65-F5344CB8AC3E}">
        <p14:creationId xmlns:p14="http://schemas.microsoft.com/office/powerpoint/2010/main" val="21256738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582F7-6956-C474-3CA5-F491A29102C9}"/>
              </a:ext>
            </a:extLst>
          </p:cNvPr>
          <p:cNvSpPr>
            <a:spLocks noGrp="1"/>
          </p:cNvSpPr>
          <p:nvPr>
            <p:ph type="title"/>
          </p:nvPr>
        </p:nvSpPr>
        <p:spPr>
          <a:xfrm>
            <a:off x="0" y="612254"/>
            <a:ext cx="11762508" cy="1325563"/>
          </a:xfrm>
        </p:spPr>
        <p:txBody>
          <a:bodyPr>
            <a:noAutofit/>
          </a:bodyPr>
          <a:lstStyle/>
          <a:p>
            <a:r>
              <a:rPr lang="en-US" sz="3000" dirty="0">
                <a:latin typeface="+mn-lt"/>
                <a:ea typeface="+mn-ea"/>
                <a:cs typeface="+mn-cs"/>
              </a:rPr>
              <a:t>The example files used in this document can be found at https://github.com/ivsg-psu/PathPlanning_MapTools_ParseXODR/blob/main/Data/XODRExport/XODRExport/RR/02ExportedFromScene/RR_Junction_highwayPassing.xodr</a:t>
            </a:r>
          </a:p>
        </p:txBody>
      </p:sp>
      <p:sp>
        <p:nvSpPr>
          <p:cNvPr id="5" name="TextBox 4">
            <a:extLst>
              <a:ext uri="{FF2B5EF4-FFF2-40B4-BE49-F238E27FC236}">
                <a16:creationId xmlns:a16="http://schemas.microsoft.com/office/drawing/2014/main" id="{B3971F85-90DA-F9EF-5372-E6D2E13D0B6B}"/>
              </a:ext>
            </a:extLst>
          </p:cNvPr>
          <p:cNvSpPr txBox="1"/>
          <p:nvPr/>
        </p:nvSpPr>
        <p:spPr>
          <a:xfrm>
            <a:off x="0" y="2589567"/>
            <a:ext cx="11478491" cy="1477328"/>
          </a:xfrm>
          <a:prstGeom prst="rect">
            <a:avLst/>
          </a:prstGeom>
          <a:noFill/>
        </p:spPr>
        <p:txBody>
          <a:bodyPr wrap="square" rtlCol="0">
            <a:spAutoFit/>
          </a:bodyPr>
          <a:lstStyle/>
          <a:p>
            <a:r>
              <a:rPr lang="en-US" sz="3000" dirty="0"/>
              <a:t>For a complete explanation of lane properties, please see https://www.asam.net/index.php?eID=dumpFile&amp;t=f&amp;f=3495&amp;token=56b15ffd9dfe23ad8f759523c806fc1f1a90a0e8#_lane_properties </a:t>
            </a:r>
          </a:p>
        </p:txBody>
      </p:sp>
      <p:sp>
        <p:nvSpPr>
          <p:cNvPr id="3" name="TextBox 2">
            <a:extLst>
              <a:ext uri="{FF2B5EF4-FFF2-40B4-BE49-F238E27FC236}">
                <a16:creationId xmlns:a16="http://schemas.microsoft.com/office/drawing/2014/main" id="{35C76592-88A8-F666-7A18-CFC1F15E7594}"/>
              </a:ext>
            </a:extLst>
          </p:cNvPr>
          <p:cNvSpPr txBox="1"/>
          <p:nvPr/>
        </p:nvSpPr>
        <p:spPr>
          <a:xfrm>
            <a:off x="93945" y="4684734"/>
            <a:ext cx="11880937" cy="553998"/>
          </a:xfrm>
          <a:prstGeom prst="rect">
            <a:avLst/>
          </a:prstGeom>
          <a:noFill/>
        </p:spPr>
        <p:txBody>
          <a:bodyPr wrap="square" rtlCol="0">
            <a:spAutoFit/>
          </a:bodyPr>
          <a:lstStyle/>
          <a:p>
            <a:r>
              <a:rPr lang="en-US" sz="3000" dirty="0"/>
              <a:t>Open source xodr viewer can be found at: https://odrviewer.io/</a:t>
            </a:r>
          </a:p>
        </p:txBody>
      </p:sp>
    </p:spTree>
    <p:extLst>
      <p:ext uri="{BB962C8B-B14F-4D97-AF65-F5344CB8AC3E}">
        <p14:creationId xmlns:p14="http://schemas.microsoft.com/office/powerpoint/2010/main" val="35812234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09049-8234-A57F-8D75-79053AF911A6}"/>
              </a:ext>
            </a:extLst>
          </p:cNvPr>
          <p:cNvSpPr>
            <a:spLocks noGrp="1"/>
          </p:cNvSpPr>
          <p:nvPr>
            <p:ph type="title"/>
          </p:nvPr>
        </p:nvSpPr>
        <p:spPr>
          <a:xfrm>
            <a:off x="62344" y="88034"/>
            <a:ext cx="11637819" cy="1325563"/>
          </a:xfrm>
        </p:spPr>
        <p:txBody>
          <a:bodyPr>
            <a:normAutofit fontScale="90000"/>
          </a:bodyPr>
          <a:lstStyle/>
          <a:p>
            <a:r>
              <a:rPr lang="en-US" dirty="0"/>
              <a:t>Why we need clear definitions of lane properties? Because this is required to generate HD maps from mapping data </a:t>
            </a:r>
            <a:r>
              <a:rPr lang="en-US"/>
              <a:t>in an </a:t>
            </a:r>
            <a:r>
              <a:rPr lang="en-US" dirty="0"/>
              <a:t>automatic way!</a:t>
            </a:r>
          </a:p>
        </p:txBody>
      </p:sp>
      <p:pic>
        <p:nvPicPr>
          <p:cNvPr id="1026" name="Picture 2" descr="A diagram of a diagram&#10;&#10;Description automatically generated">
            <a:extLst>
              <a:ext uri="{FF2B5EF4-FFF2-40B4-BE49-F238E27FC236}">
                <a16:creationId xmlns:a16="http://schemas.microsoft.com/office/drawing/2014/main" id="{0E46430A-BA92-C53A-DB43-6A35B28F62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618" y="2210931"/>
            <a:ext cx="11277600" cy="243613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65A4FF0-6C6F-5FC7-FD89-6BA4DA33F98A}"/>
              </a:ext>
            </a:extLst>
          </p:cNvPr>
          <p:cNvSpPr/>
          <p:nvPr/>
        </p:nvSpPr>
        <p:spPr>
          <a:xfrm>
            <a:off x="9531927" y="2660073"/>
            <a:ext cx="734291" cy="69965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62904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73F9-82E9-0701-E05A-583D7CA44D43}"/>
              </a:ext>
            </a:extLst>
          </p:cNvPr>
          <p:cNvSpPr>
            <a:spLocks noGrp="1"/>
          </p:cNvSpPr>
          <p:nvPr>
            <p:ph type="title"/>
          </p:nvPr>
        </p:nvSpPr>
        <p:spPr>
          <a:xfrm>
            <a:off x="110837" y="434399"/>
            <a:ext cx="10515600" cy="1325563"/>
          </a:xfrm>
        </p:spPr>
        <p:txBody>
          <a:bodyPr>
            <a:normAutofit fontScale="90000"/>
          </a:bodyPr>
          <a:lstStyle/>
          <a:p>
            <a:r>
              <a:rPr lang="en-US" dirty="0"/>
              <a:t>This document explains the properties to describe a lane based on ASAM </a:t>
            </a:r>
            <a:r>
              <a:rPr lang="en-US" dirty="0" err="1"/>
              <a:t>OpenDrive</a:t>
            </a:r>
            <a:r>
              <a:rPr lang="en-US" dirty="0"/>
              <a:t> 1.6. A simple example of an intersection formed by two straight roads is used. </a:t>
            </a:r>
          </a:p>
        </p:txBody>
      </p:sp>
      <p:pic>
        <p:nvPicPr>
          <p:cNvPr id="4" name="Picture 3">
            <a:extLst>
              <a:ext uri="{FF2B5EF4-FFF2-40B4-BE49-F238E27FC236}">
                <a16:creationId xmlns:a16="http://schemas.microsoft.com/office/drawing/2014/main" id="{ACC78C0A-5901-F300-BCA1-30F23EC55CBE}"/>
              </a:ext>
            </a:extLst>
          </p:cNvPr>
          <p:cNvPicPr>
            <a:picLocks noChangeAspect="1"/>
          </p:cNvPicPr>
          <p:nvPr/>
        </p:nvPicPr>
        <p:blipFill>
          <a:blip r:embed="rId2"/>
          <a:stretch>
            <a:fillRect/>
          </a:stretch>
        </p:blipFill>
        <p:spPr>
          <a:xfrm>
            <a:off x="2667000" y="2286000"/>
            <a:ext cx="6716114" cy="3574473"/>
          </a:xfrm>
          <a:prstGeom prst="rect">
            <a:avLst/>
          </a:prstGeom>
        </p:spPr>
      </p:pic>
    </p:spTree>
    <p:extLst>
      <p:ext uri="{BB962C8B-B14F-4D97-AF65-F5344CB8AC3E}">
        <p14:creationId xmlns:p14="http://schemas.microsoft.com/office/powerpoint/2010/main" val="5011001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CC39-D312-84D2-753B-33C2B8AA3F9E}"/>
              </a:ext>
            </a:extLst>
          </p:cNvPr>
          <p:cNvSpPr>
            <a:spLocks noGrp="1"/>
          </p:cNvSpPr>
          <p:nvPr>
            <p:ph type="title"/>
          </p:nvPr>
        </p:nvSpPr>
        <p:spPr>
          <a:xfrm>
            <a:off x="207818" y="159328"/>
            <a:ext cx="11215254" cy="1325563"/>
          </a:xfrm>
        </p:spPr>
        <p:txBody>
          <a:bodyPr>
            <a:normAutofit/>
          </a:bodyPr>
          <a:lstStyle/>
          <a:p>
            <a:r>
              <a:rPr lang="en-US" dirty="0"/>
              <a:t>Lane 1 of road 0 is used as an example to explain the lane properties. </a:t>
            </a:r>
          </a:p>
        </p:txBody>
      </p:sp>
      <p:pic>
        <p:nvPicPr>
          <p:cNvPr id="5" name="Picture 4">
            <a:extLst>
              <a:ext uri="{FF2B5EF4-FFF2-40B4-BE49-F238E27FC236}">
                <a16:creationId xmlns:a16="http://schemas.microsoft.com/office/drawing/2014/main" id="{3CBC9B2A-0A8A-71AC-2F59-33645D91848B}"/>
              </a:ext>
            </a:extLst>
          </p:cNvPr>
          <p:cNvPicPr>
            <a:picLocks noChangeAspect="1"/>
          </p:cNvPicPr>
          <p:nvPr/>
        </p:nvPicPr>
        <p:blipFill>
          <a:blip r:embed="rId2"/>
          <a:stretch>
            <a:fillRect/>
          </a:stretch>
        </p:blipFill>
        <p:spPr>
          <a:xfrm>
            <a:off x="118476" y="2205986"/>
            <a:ext cx="5839691" cy="1872125"/>
          </a:xfrm>
          <a:prstGeom prst="rect">
            <a:avLst/>
          </a:prstGeom>
        </p:spPr>
      </p:pic>
      <p:pic>
        <p:nvPicPr>
          <p:cNvPr id="3" name="Picture 2">
            <a:extLst>
              <a:ext uri="{FF2B5EF4-FFF2-40B4-BE49-F238E27FC236}">
                <a16:creationId xmlns:a16="http://schemas.microsoft.com/office/drawing/2014/main" id="{CAE358E1-B58F-96D4-F9A5-DC858904CAF9}"/>
              </a:ext>
            </a:extLst>
          </p:cNvPr>
          <p:cNvPicPr>
            <a:picLocks noChangeAspect="1"/>
          </p:cNvPicPr>
          <p:nvPr/>
        </p:nvPicPr>
        <p:blipFill>
          <a:blip r:embed="rId3"/>
          <a:stretch>
            <a:fillRect/>
          </a:stretch>
        </p:blipFill>
        <p:spPr>
          <a:xfrm>
            <a:off x="6233834" y="1730460"/>
            <a:ext cx="5558563" cy="3187904"/>
          </a:xfrm>
          <a:prstGeom prst="rect">
            <a:avLst/>
          </a:prstGeom>
        </p:spPr>
      </p:pic>
      <p:sp>
        <p:nvSpPr>
          <p:cNvPr id="4" name="TextBox 3">
            <a:extLst>
              <a:ext uri="{FF2B5EF4-FFF2-40B4-BE49-F238E27FC236}">
                <a16:creationId xmlns:a16="http://schemas.microsoft.com/office/drawing/2014/main" id="{E1CB83BB-C4AB-169F-5706-D5BCB1CAD210}"/>
              </a:ext>
            </a:extLst>
          </p:cNvPr>
          <p:cNvSpPr txBox="1"/>
          <p:nvPr/>
        </p:nvSpPr>
        <p:spPr>
          <a:xfrm>
            <a:off x="1115291" y="4329545"/>
            <a:ext cx="4059382" cy="369332"/>
          </a:xfrm>
          <a:prstGeom prst="rect">
            <a:avLst/>
          </a:prstGeom>
          <a:noFill/>
        </p:spPr>
        <p:txBody>
          <a:bodyPr wrap="square" rtlCol="0">
            <a:spAutoFit/>
          </a:bodyPr>
          <a:lstStyle/>
          <a:p>
            <a:r>
              <a:rPr lang="en-US" dirty="0"/>
              <a:t>Definition in xodr </a:t>
            </a:r>
          </a:p>
        </p:txBody>
      </p:sp>
      <p:sp>
        <p:nvSpPr>
          <p:cNvPr id="6" name="TextBox 5">
            <a:extLst>
              <a:ext uri="{FF2B5EF4-FFF2-40B4-BE49-F238E27FC236}">
                <a16:creationId xmlns:a16="http://schemas.microsoft.com/office/drawing/2014/main" id="{15402C76-6EE0-CD76-173A-E8288A09E3F4}"/>
              </a:ext>
            </a:extLst>
          </p:cNvPr>
          <p:cNvSpPr txBox="1"/>
          <p:nvPr/>
        </p:nvSpPr>
        <p:spPr>
          <a:xfrm>
            <a:off x="8063346" y="5060023"/>
            <a:ext cx="4059382" cy="369332"/>
          </a:xfrm>
          <a:prstGeom prst="rect">
            <a:avLst/>
          </a:prstGeom>
          <a:noFill/>
        </p:spPr>
        <p:txBody>
          <a:bodyPr wrap="square" rtlCol="0">
            <a:spAutoFit/>
          </a:bodyPr>
          <a:lstStyle/>
          <a:p>
            <a:r>
              <a:rPr lang="en-US" dirty="0"/>
              <a:t>Visual in xodr viewer </a:t>
            </a:r>
          </a:p>
        </p:txBody>
      </p:sp>
    </p:spTree>
    <p:extLst>
      <p:ext uri="{BB962C8B-B14F-4D97-AF65-F5344CB8AC3E}">
        <p14:creationId xmlns:p14="http://schemas.microsoft.com/office/powerpoint/2010/main" val="31828385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8766-A73D-36E8-EBA5-C237263D80BB}"/>
              </a:ext>
            </a:extLst>
          </p:cNvPr>
          <p:cNvSpPr>
            <a:spLocks noGrp="1"/>
          </p:cNvSpPr>
          <p:nvPr>
            <p:ph type="title"/>
          </p:nvPr>
        </p:nvSpPr>
        <p:spPr>
          <a:xfrm>
            <a:off x="318654" y="108816"/>
            <a:ext cx="10515600" cy="1325563"/>
          </a:xfrm>
        </p:spPr>
        <p:txBody>
          <a:bodyPr/>
          <a:lstStyle/>
          <a:p>
            <a:r>
              <a:rPr lang="en-US" dirty="0"/>
              <a:t>Step 1. Lane offset is described.</a:t>
            </a:r>
          </a:p>
        </p:txBody>
      </p:sp>
      <p:pic>
        <p:nvPicPr>
          <p:cNvPr id="4" name="Picture 3">
            <a:extLst>
              <a:ext uri="{FF2B5EF4-FFF2-40B4-BE49-F238E27FC236}">
                <a16:creationId xmlns:a16="http://schemas.microsoft.com/office/drawing/2014/main" id="{D6388158-FC1B-247E-8B0D-AF9FB5219642}"/>
              </a:ext>
            </a:extLst>
          </p:cNvPr>
          <p:cNvPicPr>
            <a:picLocks noChangeAspect="1"/>
          </p:cNvPicPr>
          <p:nvPr/>
        </p:nvPicPr>
        <p:blipFill>
          <a:blip r:embed="rId2"/>
          <a:stretch>
            <a:fillRect/>
          </a:stretch>
        </p:blipFill>
        <p:spPr>
          <a:xfrm>
            <a:off x="96982" y="2125869"/>
            <a:ext cx="11951801" cy="3831585"/>
          </a:xfrm>
          <a:prstGeom prst="rect">
            <a:avLst/>
          </a:prstGeom>
        </p:spPr>
      </p:pic>
      <p:sp>
        <p:nvSpPr>
          <p:cNvPr id="5" name="Rectangle 4">
            <a:extLst>
              <a:ext uri="{FF2B5EF4-FFF2-40B4-BE49-F238E27FC236}">
                <a16:creationId xmlns:a16="http://schemas.microsoft.com/office/drawing/2014/main" id="{A0ADFBB0-92D9-B416-3B18-1079AFE2B010}"/>
              </a:ext>
            </a:extLst>
          </p:cNvPr>
          <p:cNvSpPr/>
          <p:nvPr/>
        </p:nvSpPr>
        <p:spPr>
          <a:xfrm>
            <a:off x="401782" y="2313709"/>
            <a:ext cx="10557163" cy="221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851843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8766-A73D-36E8-EBA5-C237263D80BB}"/>
              </a:ext>
            </a:extLst>
          </p:cNvPr>
          <p:cNvSpPr>
            <a:spLocks noGrp="1"/>
          </p:cNvSpPr>
          <p:nvPr>
            <p:ph type="title"/>
          </p:nvPr>
        </p:nvSpPr>
        <p:spPr>
          <a:xfrm>
            <a:off x="90054" y="76199"/>
            <a:ext cx="10515600" cy="665452"/>
          </a:xfrm>
        </p:spPr>
        <p:txBody>
          <a:bodyPr>
            <a:normAutofit/>
          </a:bodyPr>
          <a:lstStyle/>
          <a:p>
            <a:r>
              <a:rPr lang="en-US" sz="3600" dirty="0"/>
              <a:t>The attributes of lane offset are described below. </a:t>
            </a:r>
          </a:p>
        </p:txBody>
      </p:sp>
      <p:pic>
        <p:nvPicPr>
          <p:cNvPr id="3" name="Picture 2">
            <a:extLst>
              <a:ext uri="{FF2B5EF4-FFF2-40B4-BE49-F238E27FC236}">
                <a16:creationId xmlns:a16="http://schemas.microsoft.com/office/drawing/2014/main" id="{ACC36DEB-5F3C-00C1-F8FF-8542D7C82051}"/>
              </a:ext>
            </a:extLst>
          </p:cNvPr>
          <p:cNvPicPr>
            <a:picLocks noChangeAspect="1"/>
          </p:cNvPicPr>
          <p:nvPr/>
        </p:nvPicPr>
        <p:blipFill>
          <a:blip r:embed="rId2"/>
          <a:stretch>
            <a:fillRect/>
          </a:stretch>
        </p:blipFill>
        <p:spPr>
          <a:xfrm>
            <a:off x="3413491" y="741651"/>
            <a:ext cx="4886083" cy="6012873"/>
          </a:xfrm>
          <a:prstGeom prst="rect">
            <a:avLst/>
          </a:prstGeom>
        </p:spPr>
      </p:pic>
      <p:sp>
        <p:nvSpPr>
          <p:cNvPr id="4" name="Arrow: Right 3">
            <a:extLst>
              <a:ext uri="{FF2B5EF4-FFF2-40B4-BE49-F238E27FC236}">
                <a16:creationId xmlns:a16="http://schemas.microsoft.com/office/drawing/2014/main" id="{EF3AAF02-8D9C-4CFD-8D42-ADEE292A7D25}"/>
              </a:ext>
            </a:extLst>
          </p:cNvPr>
          <p:cNvSpPr/>
          <p:nvPr/>
        </p:nvSpPr>
        <p:spPr>
          <a:xfrm>
            <a:off x="2295524" y="3157537"/>
            <a:ext cx="981075" cy="542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E7BE04F-E585-4C64-8BD7-F634952DB4EB}"/>
              </a:ext>
            </a:extLst>
          </p:cNvPr>
          <p:cNvSpPr txBox="1"/>
          <p:nvPr/>
        </p:nvSpPr>
        <p:spPr>
          <a:xfrm>
            <a:off x="733425" y="2066925"/>
            <a:ext cx="1562099" cy="4247317"/>
          </a:xfrm>
          <a:prstGeom prst="rect">
            <a:avLst/>
          </a:prstGeom>
          <a:noFill/>
        </p:spPr>
        <p:txBody>
          <a:bodyPr wrap="square" rtlCol="0">
            <a:spAutoFit/>
          </a:bodyPr>
          <a:lstStyle/>
          <a:p>
            <a:r>
              <a:rPr lang="en-US" dirty="0"/>
              <a:t>The lanes are constructed as polynomials, usually. This is NOT how the mapping process is done, so we use fitting tools to convert actual field datapoints into polynomials.</a:t>
            </a:r>
          </a:p>
        </p:txBody>
      </p:sp>
    </p:spTree>
    <p:extLst>
      <p:ext uri="{BB962C8B-B14F-4D97-AF65-F5344CB8AC3E}">
        <p14:creationId xmlns:p14="http://schemas.microsoft.com/office/powerpoint/2010/main" val="11877761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0540-7B13-4812-9B9B-DA5FCB16E062}"/>
              </a:ext>
            </a:extLst>
          </p:cNvPr>
          <p:cNvSpPr>
            <a:spLocks noGrp="1"/>
          </p:cNvSpPr>
          <p:nvPr>
            <p:ph type="title"/>
          </p:nvPr>
        </p:nvSpPr>
        <p:spPr>
          <a:xfrm>
            <a:off x="110836" y="214744"/>
            <a:ext cx="10515600" cy="728662"/>
          </a:xfrm>
        </p:spPr>
        <p:txBody>
          <a:bodyPr>
            <a:normAutofit fontScale="90000"/>
          </a:bodyPr>
          <a:lstStyle/>
          <a:p>
            <a:r>
              <a:rPr lang="en-US" dirty="0"/>
              <a:t>An example of lane offset is below. A lane offset is added at s = 75. </a:t>
            </a:r>
          </a:p>
        </p:txBody>
      </p:sp>
      <p:pic>
        <p:nvPicPr>
          <p:cNvPr id="4" name="Picture 3">
            <a:extLst>
              <a:ext uri="{FF2B5EF4-FFF2-40B4-BE49-F238E27FC236}">
                <a16:creationId xmlns:a16="http://schemas.microsoft.com/office/drawing/2014/main" id="{EBF2706C-C8DA-4017-8A33-8016C6E90F7A}"/>
              </a:ext>
            </a:extLst>
          </p:cNvPr>
          <p:cNvPicPr>
            <a:picLocks noChangeAspect="1"/>
          </p:cNvPicPr>
          <p:nvPr/>
        </p:nvPicPr>
        <p:blipFill>
          <a:blip r:embed="rId2"/>
          <a:stretch>
            <a:fillRect/>
          </a:stretch>
        </p:blipFill>
        <p:spPr>
          <a:xfrm>
            <a:off x="2156981" y="1248449"/>
            <a:ext cx="6945456" cy="653539"/>
          </a:xfrm>
          <a:prstGeom prst="rect">
            <a:avLst/>
          </a:prstGeom>
        </p:spPr>
      </p:pic>
      <p:pic>
        <p:nvPicPr>
          <p:cNvPr id="5" name="Picture 4">
            <a:extLst>
              <a:ext uri="{FF2B5EF4-FFF2-40B4-BE49-F238E27FC236}">
                <a16:creationId xmlns:a16="http://schemas.microsoft.com/office/drawing/2014/main" id="{9D441E87-7299-92BD-ECE7-73702853753D}"/>
              </a:ext>
            </a:extLst>
          </p:cNvPr>
          <p:cNvPicPr>
            <a:picLocks noChangeAspect="1"/>
          </p:cNvPicPr>
          <p:nvPr/>
        </p:nvPicPr>
        <p:blipFill rotWithShape="1">
          <a:blip r:embed="rId3"/>
          <a:srcRect r="11294"/>
          <a:stretch/>
        </p:blipFill>
        <p:spPr>
          <a:xfrm>
            <a:off x="810491" y="3006045"/>
            <a:ext cx="4461164" cy="908379"/>
          </a:xfrm>
          <a:prstGeom prst="rect">
            <a:avLst/>
          </a:prstGeom>
        </p:spPr>
      </p:pic>
      <p:pic>
        <p:nvPicPr>
          <p:cNvPr id="6" name="Picture 5">
            <a:extLst>
              <a:ext uri="{FF2B5EF4-FFF2-40B4-BE49-F238E27FC236}">
                <a16:creationId xmlns:a16="http://schemas.microsoft.com/office/drawing/2014/main" id="{4356C180-9156-A59E-CABD-85FED96814BA}"/>
              </a:ext>
            </a:extLst>
          </p:cNvPr>
          <p:cNvPicPr>
            <a:picLocks noChangeAspect="1"/>
          </p:cNvPicPr>
          <p:nvPr/>
        </p:nvPicPr>
        <p:blipFill rotWithShape="1">
          <a:blip r:embed="rId4"/>
          <a:srcRect r="10925"/>
          <a:stretch/>
        </p:blipFill>
        <p:spPr>
          <a:xfrm>
            <a:off x="6809509" y="3006044"/>
            <a:ext cx="3692236" cy="908379"/>
          </a:xfrm>
          <a:prstGeom prst="rect">
            <a:avLst/>
          </a:prstGeom>
        </p:spPr>
      </p:pic>
      <p:sp>
        <p:nvSpPr>
          <p:cNvPr id="7" name="TextBox 6">
            <a:extLst>
              <a:ext uri="{FF2B5EF4-FFF2-40B4-BE49-F238E27FC236}">
                <a16:creationId xmlns:a16="http://schemas.microsoft.com/office/drawing/2014/main" id="{053A0157-95AA-5282-8347-08D69CE1C724}"/>
              </a:ext>
            </a:extLst>
          </p:cNvPr>
          <p:cNvSpPr txBox="1"/>
          <p:nvPr/>
        </p:nvSpPr>
        <p:spPr>
          <a:xfrm>
            <a:off x="2320637" y="4017819"/>
            <a:ext cx="3955473" cy="369332"/>
          </a:xfrm>
          <a:prstGeom prst="rect">
            <a:avLst/>
          </a:prstGeom>
          <a:noFill/>
        </p:spPr>
        <p:txBody>
          <a:bodyPr wrap="square" rtlCol="0">
            <a:spAutoFit/>
          </a:bodyPr>
          <a:lstStyle/>
          <a:p>
            <a:r>
              <a:rPr lang="en-US" dirty="0"/>
              <a:t>Original lane</a:t>
            </a:r>
          </a:p>
        </p:txBody>
      </p:sp>
      <p:sp>
        <p:nvSpPr>
          <p:cNvPr id="8" name="TextBox 7">
            <a:extLst>
              <a:ext uri="{FF2B5EF4-FFF2-40B4-BE49-F238E27FC236}">
                <a16:creationId xmlns:a16="http://schemas.microsoft.com/office/drawing/2014/main" id="{CE98C135-4153-4E0A-9D75-22F7370740BA}"/>
              </a:ext>
            </a:extLst>
          </p:cNvPr>
          <p:cNvSpPr txBox="1"/>
          <p:nvPr/>
        </p:nvSpPr>
        <p:spPr>
          <a:xfrm>
            <a:off x="7841674" y="4077794"/>
            <a:ext cx="3955473" cy="369332"/>
          </a:xfrm>
          <a:prstGeom prst="rect">
            <a:avLst/>
          </a:prstGeom>
          <a:noFill/>
        </p:spPr>
        <p:txBody>
          <a:bodyPr wrap="square" rtlCol="0">
            <a:spAutoFit/>
          </a:bodyPr>
          <a:lstStyle/>
          <a:p>
            <a:r>
              <a:rPr lang="en-US" dirty="0"/>
              <a:t>Modified lane</a:t>
            </a:r>
          </a:p>
        </p:txBody>
      </p:sp>
    </p:spTree>
    <p:extLst>
      <p:ext uri="{BB962C8B-B14F-4D97-AF65-F5344CB8AC3E}">
        <p14:creationId xmlns:p14="http://schemas.microsoft.com/office/powerpoint/2010/main" val="20138256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8766-A73D-36E8-EBA5-C237263D80BB}"/>
              </a:ext>
            </a:extLst>
          </p:cNvPr>
          <p:cNvSpPr>
            <a:spLocks noGrp="1"/>
          </p:cNvSpPr>
          <p:nvPr>
            <p:ph type="title"/>
          </p:nvPr>
        </p:nvSpPr>
        <p:spPr>
          <a:xfrm>
            <a:off x="318654" y="108816"/>
            <a:ext cx="10515600" cy="1325563"/>
          </a:xfrm>
        </p:spPr>
        <p:txBody>
          <a:bodyPr/>
          <a:lstStyle/>
          <a:p>
            <a:r>
              <a:rPr lang="en-US" dirty="0"/>
              <a:t>Step 2. Lane section is described. </a:t>
            </a:r>
          </a:p>
        </p:txBody>
      </p:sp>
      <p:pic>
        <p:nvPicPr>
          <p:cNvPr id="4" name="Picture 3">
            <a:extLst>
              <a:ext uri="{FF2B5EF4-FFF2-40B4-BE49-F238E27FC236}">
                <a16:creationId xmlns:a16="http://schemas.microsoft.com/office/drawing/2014/main" id="{D6388158-FC1B-247E-8B0D-AF9FB5219642}"/>
              </a:ext>
            </a:extLst>
          </p:cNvPr>
          <p:cNvPicPr>
            <a:picLocks noChangeAspect="1"/>
          </p:cNvPicPr>
          <p:nvPr/>
        </p:nvPicPr>
        <p:blipFill>
          <a:blip r:embed="rId2"/>
          <a:stretch>
            <a:fillRect/>
          </a:stretch>
        </p:blipFill>
        <p:spPr>
          <a:xfrm>
            <a:off x="96982" y="2125869"/>
            <a:ext cx="11951801" cy="3831585"/>
          </a:xfrm>
          <a:prstGeom prst="rect">
            <a:avLst/>
          </a:prstGeom>
        </p:spPr>
      </p:pic>
      <p:sp>
        <p:nvSpPr>
          <p:cNvPr id="5" name="Rectangle 4">
            <a:extLst>
              <a:ext uri="{FF2B5EF4-FFF2-40B4-BE49-F238E27FC236}">
                <a16:creationId xmlns:a16="http://schemas.microsoft.com/office/drawing/2014/main" id="{A0ADFBB0-92D9-B416-3B18-1079AFE2B010}"/>
              </a:ext>
            </a:extLst>
          </p:cNvPr>
          <p:cNvSpPr/>
          <p:nvPr/>
        </p:nvSpPr>
        <p:spPr>
          <a:xfrm>
            <a:off x="401782" y="2486890"/>
            <a:ext cx="10557163" cy="221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372082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F0B5B-1171-2D38-69A3-A67F6AD7273B}"/>
              </a:ext>
            </a:extLst>
          </p:cNvPr>
          <p:cNvSpPr>
            <a:spLocks noGrp="1"/>
          </p:cNvSpPr>
          <p:nvPr>
            <p:ph type="title"/>
          </p:nvPr>
        </p:nvSpPr>
        <p:spPr>
          <a:xfrm>
            <a:off x="69273" y="108816"/>
            <a:ext cx="10515600" cy="1325563"/>
          </a:xfrm>
        </p:spPr>
        <p:txBody>
          <a:bodyPr/>
          <a:lstStyle/>
          <a:p>
            <a:r>
              <a:rPr lang="en-US" dirty="0"/>
              <a:t>The attributes of lane section are below.</a:t>
            </a:r>
          </a:p>
        </p:txBody>
      </p:sp>
      <p:pic>
        <p:nvPicPr>
          <p:cNvPr id="5" name="Picture 4">
            <a:extLst>
              <a:ext uri="{FF2B5EF4-FFF2-40B4-BE49-F238E27FC236}">
                <a16:creationId xmlns:a16="http://schemas.microsoft.com/office/drawing/2014/main" id="{9300438B-A611-904C-3C28-A2B2F06278E0}"/>
              </a:ext>
            </a:extLst>
          </p:cNvPr>
          <p:cNvPicPr>
            <a:picLocks noChangeAspect="1"/>
          </p:cNvPicPr>
          <p:nvPr/>
        </p:nvPicPr>
        <p:blipFill>
          <a:blip r:embed="rId2"/>
          <a:stretch>
            <a:fillRect/>
          </a:stretch>
        </p:blipFill>
        <p:spPr>
          <a:xfrm>
            <a:off x="471054" y="1128713"/>
            <a:ext cx="10534942" cy="4752542"/>
          </a:xfrm>
          <a:prstGeom prst="rect">
            <a:avLst/>
          </a:prstGeom>
        </p:spPr>
      </p:pic>
      <p:sp>
        <p:nvSpPr>
          <p:cNvPr id="4" name="Arrow: Right 3">
            <a:extLst>
              <a:ext uri="{FF2B5EF4-FFF2-40B4-BE49-F238E27FC236}">
                <a16:creationId xmlns:a16="http://schemas.microsoft.com/office/drawing/2014/main" id="{DCF0F037-C501-49AB-857D-DA699E921A89}"/>
              </a:ext>
            </a:extLst>
          </p:cNvPr>
          <p:cNvSpPr/>
          <p:nvPr/>
        </p:nvSpPr>
        <p:spPr>
          <a:xfrm rot="10800000">
            <a:off x="8353424" y="2182813"/>
            <a:ext cx="981075" cy="542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B47B0F3-57F3-4740-A46D-E8B2BEFA629A}"/>
              </a:ext>
            </a:extLst>
          </p:cNvPr>
          <p:cNvSpPr txBox="1"/>
          <p:nvPr/>
        </p:nvSpPr>
        <p:spPr>
          <a:xfrm>
            <a:off x="9455378" y="1128713"/>
            <a:ext cx="2500745" cy="1754326"/>
          </a:xfrm>
          <a:prstGeom prst="rect">
            <a:avLst/>
          </a:prstGeom>
          <a:solidFill>
            <a:schemeClr val="bg1"/>
          </a:solidFill>
        </p:spPr>
        <p:txBody>
          <a:bodyPr wrap="square" rtlCol="0">
            <a:spAutoFit/>
          </a:bodyPr>
          <a:lstStyle/>
          <a:p>
            <a:r>
              <a:rPr lang="en-US" dirty="0"/>
              <a:t>Lanes can be difficult to describe within construction zones, and lane ambiguity is likely to be the largest challenge for AVs</a:t>
            </a:r>
          </a:p>
        </p:txBody>
      </p:sp>
    </p:spTree>
    <p:extLst>
      <p:ext uri="{BB962C8B-B14F-4D97-AF65-F5344CB8AC3E}">
        <p14:creationId xmlns:p14="http://schemas.microsoft.com/office/powerpoint/2010/main" val="16401920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605E9-CEDA-A541-1886-B79BE06D55F6}"/>
              </a:ext>
            </a:extLst>
          </p:cNvPr>
          <p:cNvSpPr>
            <a:spLocks noGrp="1"/>
          </p:cNvSpPr>
          <p:nvPr>
            <p:ph type="title"/>
          </p:nvPr>
        </p:nvSpPr>
        <p:spPr>
          <a:xfrm>
            <a:off x="152400" y="108816"/>
            <a:ext cx="10515600" cy="1325563"/>
          </a:xfrm>
        </p:spPr>
        <p:txBody>
          <a:bodyPr>
            <a:normAutofit fontScale="90000"/>
          </a:bodyPr>
          <a:lstStyle/>
          <a:p>
            <a:r>
              <a:rPr lang="en-US" dirty="0"/>
              <a:t>The effect of “</a:t>
            </a:r>
            <a:r>
              <a:rPr lang="en-US" dirty="0" err="1"/>
              <a:t>singleSide</a:t>
            </a:r>
            <a:r>
              <a:rPr lang="en-US" dirty="0"/>
              <a:t>” attribute is not able to visualize. However, it may affect the traffic rule applying to vehicles. </a:t>
            </a:r>
          </a:p>
        </p:txBody>
      </p:sp>
      <p:pic>
        <p:nvPicPr>
          <p:cNvPr id="4" name="Picture 3">
            <a:extLst>
              <a:ext uri="{FF2B5EF4-FFF2-40B4-BE49-F238E27FC236}">
                <a16:creationId xmlns:a16="http://schemas.microsoft.com/office/drawing/2014/main" id="{BABA2C8F-8524-055F-428B-B964EA9FFA3F}"/>
              </a:ext>
            </a:extLst>
          </p:cNvPr>
          <p:cNvPicPr>
            <a:picLocks noChangeAspect="1"/>
          </p:cNvPicPr>
          <p:nvPr/>
        </p:nvPicPr>
        <p:blipFill rotWithShape="1">
          <a:blip r:embed="rId2"/>
          <a:srcRect t="9965" r="61167" b="85515"/>
          <a:stretch/>
        </p:blipFill>
        <p:spPr>
          <a:xfrm>
            <a:off x="48492" y="1981199"/>
            <a:ext cx="4641273" cy="173183"/>
          </a:xfrm>
          <a:prstGeom prst="rect">
            <a:avLst/>
          </a:prstGeom>
        </p:spPr>
      </p:pic>
      <p:pic>
        <p:nvPicPr>
          <p:cNvPr id="6" name="Picture 5">
            <a:extLst>
              <a:ext uri="{FF2B5EF4-FFF2-40B4-BE49-F238E27FC236}">
                <a16:creationId xmlns:a16="http://schemas.microsoft.com/office/drawing/2014/main" id="{E74F8487-1EE1-D845-434A-AD4D84D5FB13}"/>
              </a:ext>
            </a:extLst>
          </p:cNvPr>
          <p:cNvPicPr>
            <a:picLocks noChangeAspect="1"/>
          </p:cNvPicPr>
          <p:nvPr/>
        </p:nvPicPr>
        <p:blipFill>
          <a:blip r:embed="rId3"/>
          <a:stretch>
            <a:fillRect/>
          </a:stretch>
        </p:blipFill>
        <p:spPr>
          <a:xfrm>
            <a:off x="6211598" y="1944060"/>
            <a:ext cx="4641273" cy="224176"/>
          </a:xfrm>
          <a:prstGeom prst="rect">
            <a:avLst/>
          </a:prstGeom>
        </p:spPr>
      </p:pic>
      <p:pic>
        <p:nvPicPr>
          <p:cNvPr id="7" name="Picture 6">
            <a:extLst>
              <a:ext uri="{FF2B5EF4-FFF2-40B4-BE49-F238E27FC236}">
                <a16:creationId xmlns:a16="http://schemas.microsoft.com/office/drawing/2014/main" id="{5BBEEF5F-E246-1D07-F798-120EA678C47B}"/>
              </a:ext>
            </a:extLst>
          </p:cNvPr>
          <p:cNvPicPr>
            <a:picLocks noChangeAspect="1"/>
          </p:cNvPicPr>
          <p:nvPr/>
        </p:nvPicPr>
        <p:blipFill>
          <a:blip r:embed="rId4"/>
          <a:stretch>
            <a:fillRect/>
          </a:stretch>
        </p:blipFill>
        <p:spPr>
          <a:xfrm>
            <a:off x="152400" y="2983791"/>
            <a:ext cx="4856018" cy="597347"/>
          </a:xfrm>
          <a:prstGeom prst="rect">
            <a:avLst/>
          </a:prstGeom>
        </p:spPr>
      </p:pic>
      <p:pic>
        <p:nvPicPr>
          <p:cNvPr id="8" name="Picture 7">
            <a:extLst>
              <a:ext uri="{FF2B5EF4-FFF2-40B4-BE49-F238E27FC236}">
                <a16:creationId xmlns:a16="http://schemas.microsoft.com/office/drawing/2014/main" id="{B02EC2D6-EC4F-575E-CCD4-68B4B25CE941}"/>
              </a:ext>
            </a:extLst>
          </p:cNvPr>
          <p:cNvPicPr>
            <a:picLocks noChangeAspect="1"/>
          </p:cNvPicPr>
          <p:nvPr/>
        </p:nvPicPr>
        <p:blipFill>
          <a:blip r:embed="rId5"/>
          <a:stretch>
            <a:fillRect/>
          </a:stretch>
        </p:blipFill>
        <p:spPr>
          <a:xfrm>
            <a:off x="5978237" y="2981301"/>
            <a:ext cx="5521036" cy="599837"/>
          </a:xfrm>
          <a:prstGeom prst="rect">
            <a:avLst/>
          </a:prstGeom>
        </p:spPr>
      </p:pic>
    </p:spTree>
    <p:extLst>
      <p:ext uri="{BB962C8B-B14F-4D97-AF65-F5344CB8AC3E}">
        <p14:creationId xmlns:p14="http://schemas.microsoft.com/office/powerpoint/2010/main" val="20432645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4475-E13E-F2E9-1B43-269E9AC49B5B}"/>
              </a:ext>
            </a:extLst>
          </p:cNvPr>
          <p:cNvSpPr>
            <a:spLocks noGrp="1"/>
          </p:cNvSpPr>
          <p:nvPr>
            <p:ph type="title"/>
          </p:nvPr>
        </p:nvSpPr>
        <p:spPr>
          <a:xfrm>
            <a:off x="263237" y="164234"/>
            <a:ext cx="10515600" cy="1325563"/>
          </a:xfrm>
        </p:spPr>
        <p:txBody>
          <a:bodyPr/>
          <a:lstStyle/>
          <a:p>
            <a:r>
              <a:rPr lang="en-US" dirty="0"/>
              <a:t>Step 3. Whether this lane is left, center, or right is described. </a:t>
            </a:r>
          </a:p>
        </p:txBody>
      </p:sp>
      <p:pic>
        <p:nvPicPr>
          <p:cNvPr id="4" name="Picture 3">
            <a:extLst>
              <a:ext uri="{FF2B5EF4-FFF2-40B4-BE49-F238E27FC236}">
                <a16:creationId xmlns:a16="http://schemas.microsoft.com/office/drawing/2014/main" id="{B9A0013C-B07C-0D04-6613-E7E49C713FF6}"/>
              </a:ext>
            </a:extLst>
          </p:cNvPr>
          <p:cNvPicPr>
            <a:picLocks noChangeAspect="1"/>
          </p:cNvPicPr>
          <p:nvPr/>
        </p:nvPicPr>
        <p:blipFill>
          <a:blip r:embed="rId2"/>
          <a:stretch>
            <a:fillRect/>
          </a:stretch>
        </p:blipFill>
        <p:spPr>
          <a:xfrm>
            <a:off x="263237" y="2091233"/>
            <a:ext cx="11541247" cy="3699967"/>
          </a:xfrm>
          <a:prstGeom prst="rect">
            <a:avLst/>
          </a:prstGeom>
        </p:spPr>
      </p:pic>
      <p:sp>
        <p:nvSpPr>
          <p:cNvPr id="5" name="Rectangle 4">
            <a:extLst>
              <a:ext uri="{FF2B5EF4-FFF2-40B4-BE49-F238E27FC236}">
                <a16:creationId xmlns:a16="http://schemas.microsoft.com/office/drawing/2014/main" id="{EE8A3154-FFDD-F7BC-70F9-DBA3B6DBCA5D}"/>
              </a:ext>
            </a:extLst>
          </p:cNvPr>
          <p:cNvSpPr/>
          <p:nvPr/>
        </p:nvSpPr>
        <p:spPr>
          <a:xfrm>
            <a:off x="755278" y="2597726"/>
            <a:ext cx="10557163" cy="221673"/>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39021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E09D4-C9EA-4ACE-0CCC-78D1DDA2C766}"/>
              </a:ext>
            </a:extLst>
          </p:cNvPr>
          <p:cNvSpPr>
            <a:spLocks noGrp="1"/>
          </p:cNvSpPr>
          <p:nvPr>
            <p:ph type="title"/>
          </p:nvPr>
        </p:nvSpPr>
        <p:spPr>
          <a:xfrm>
            <a:off x="180109" y="171161"/>
            <a:ext cx="10515600" cy="1325563"/>
          </a:xfrm>
        </p:spPr>
        <p:txBody>
          <a:bodyPr>
            <a:normAutofit fontScale="90000"/>
          </a:bodyPr>
          <a:lstStyle/>
          <a:p>
            <a:r>
              <a:rPr lang="en-US" dirty="0"/>
              <a:t>Changing the &lt;left&gt; to &lt;right&gt; breaks the file, since a &lt;right&gt; element already exists, and this causes a conflict.</a:t>
            </a:r>
          </a:p>
        </p:txBody>
      </p:sp>
      <p:pic>
        <p:nvPicPr>
          <p:cNvPr id="4" name="Picture 3">
            <a:extLst>
              <a:ext uri="{FF2B5EF4-FFF2-40B4-BE49-F238E27FC236}">
                <a16:creationId xmlns:a16="http://schemas.microsoft.com/office/drawing/2014/main" id="{E8D48AC6-EACC-A23A-3228-90113A7822A5}"/>
              </a:ext>
            </a:extLst>
          </p:cNvPr>
          <p:cNvPicPr>
            <a:picLocks noChangeAspect="1"/>
          </p:cNvPicPr>
          <p:nvPr/>
        </p:nvPicPr>
        <p:blipFill>
          <a:blip r:embed="rId2"/>
          <a:stretch>
            <a:fillRect/>
          </a:stretch>
        </p:blipFill>
        <p:spPr>
          <a:xfrm>
            <a:off x="117765" y="2098963"/>
            <a:ext cx="5791998" cy="3082637"/>
          </a:xfrm>
          <a:prstGeom prst="rect">
            <a:avLst/>
          </a:prstGeom>
        </p:spPr>
      </p:pic>
      <p:pic>
        <p:nvPicPr>
          <p:cNvPr id="5" name="Picture 4">
            <a:extLst>
              <a:ext uri="{FF2B5EF4-FFF2-40B4-BE49-F238E27FC236}">
                <a16:creationId xmlns:a16="http://schemas.microsoft.com/office/drawing/2014/main" id="{A7BA6B3B-02D5-7B3F-0364-C799F3C62AB8}"/>
              </a:ext>
            </a:extLst>
          </p:cNvPr>
          <p:cNvPicPr>
            <a:picLocks noChangeAspect="1"/>
          </p:cNvPicPr>
          <p:nvPr/>
        </p:nvPicPr>
        <p:blipFill>
          <a:blip r:embed="rId3"/>
          <a:stretch>
            <a:fillRect/>
          </a:stretch>
        </p:blipFill>
        <p:spPr>
          <a:xfrm>
            <a:off x="6338455" y="2858509"/>
            <a:ext cx="5147639" cy="2030439"/>
          </a:xfrm>
          <a:prstGeom prst="rect">
            <a:avLst/>
          </a:prstGeom>
        </p:spPr>
      </p:pic>
      <p:sp>
        <p:nvSpPr>
          <p:cNvPr id="6" name="TextBox 5">
            <a:extLst>
              <a:ext uri="{FF2B5EF4-FFF2-40B4-BE49-F238E27FC236}">
                <a16:creationId xmlns:a16="http://schemas.microsoft.com/office/drawing/2014/main" id="{FE063974-5615-74FA-A297-26F538EEC35D}"/>
              </a:ext>
            </a:extLst>
          </p:cNvPr>
          <p:cNvSpPr txBox="1"/>
          <p:nvPr/>
        </p:nvSpPr>
        <p:spPr>
          <a:xfrm>
            <a:off x="1386254" y="5327073"/>
            <a:ext cx="4523509" cy="369332"/>
          </a:xfrm>
          <a:prstGeom prst="rect">
            <a:avLst/>
          </a:prstGeom>
          <a:noFill/>
        </p:spPr>
        <p:txBody>
          <a:bodyPr wrap="square" rtlCol="0">
            <a:spAutoFit/>
          </a:bodyPr>
          <a:lstStyle/>
          <a:p>
            <a:r>
              <a:rPr lang="en-US" dirty="0"/>
              <a:t>Bird view of the original road  </a:t>
            </a:r>
          </a:p>
        </p:txBody>
      </p:sp>
      <p:sp>
        <p:nvSpPr>
          <p:cNvPr id="7" name="TextBox 6">
            <a:extLst>
              <a:ext uri="{FF2B5EF4-FFF2-40B4-BE49-F238E27FC236}">
                <a16:creationId xmlns:a16="http://schemas.microsoft.com/office/drawing/2014/main" id="{B3CECDE2-5DBF-B8F2-E362-FB0B9975B14E}"/>
              </a:ext>
            </a:extLst>
          </p:cNvPr>
          <p:cNvSpPr txBox="1"/>
          <p:nvPr/>
        </p:nvSpPr>
        <p:spPr>
          <a:xfrm>
            <a:off x="7076884" y="5327073"/>
            <a:ext cx="3670779" cy="646331"/>
          </a:xfrm>
          <a:prstGeom prst="rect">
            <a:avLst/>
          </a:prstGeom>
          <a:noFill/>
        </p:spPr>
        <p:txBody>
          <a:bodyPr wrap="square" rtlCol="0">
            <a:spAutoFit/>
          </a:bodyPr>
          <a:lstStyle/>
          <a:p>
            <a:r>
              <a:rPr lang="en-US" dirty="0"/>
              <a:t>Bird view when changing &lt;left&gt; to &lt;right&gt; in road 0. </a:t>
            </a:r>
            <a:r>
              <a:rPr lang="en-US" dirty="0">
                <a:solidFill>
                  <a:srgbClr val="FF0000"/>
                </a:solidFill>
              </a:rPr>
              <a:t>The road is broken. </a:t>
            </a:r>
          </a:p>
        </p:txBody>
      </p:sp>
    </p:spTree>
    <p:extLst>
      <p:ext uri="{BB962C8B-B14F-4D97-AF65-F5344CB8AC3E}">
        <p14:creationId xmlns:p14="http://schemas.microsoft.com/office/powerpoint/2010/main" val="29199905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4475-E13E-F2E9-1B43-269E9AC49B5B}"/>
              </a:ext>
            </a:extLst>
          </p:cNvPr>
          <p:cNvSpPr>
            <a:spLocks noGrp="1"/>
          </p:cNvSpPr>
          <p:nvPr>
            <p:ph type="title"/>
          </p:nvPr>
        </p:nvSpPr>
        <p:spPr>
          <a:xfrm>
            <a:off x="263237" y="164234"/>
            <a:ext cx="10515600" cy="1325563"/>
          </a:xfrm>
        </p:spPr>
        <p:txBody>
          <a:bodyPr>
            <a:normAutofit fontScale="90000"/>
          </a:bodyPr>
          <a:lstStyle/>
          <a:p>
            <a:r>
              <a:rPr lang="en-US" dirty="0"/>
              <a:t>Step 4. Lane ID, type and level are described. Here we use the “driving” lane as example since this is the primary lane type we use. </a:t>
            </a:r>
          </a:p>
        </p:txBody>
      </p:sp>
      <p:pic>
        <p:nvPicPr>
          <p:cNvPr id="4" name="Picture 3">
            <a:extLst>
              <a:ext uri="{FF2B5EF4-FFF2-40B4-BE49-F238E27FC236}">
                <a16:creationId xmlns:a16="http://schemas.microsoft.com/office/drawing/2014/main" id="{B9A0013C-B07C-0D04-6613-E7E49C713FF6}"/>
              </a:ext>
            </a:extLst>
          </p:cNvPr>
          <p:cNvPicPr>
            <a:picLocks noChangeAspect="1"/>
          </p:cNvPicPr>
          <p:nvPr/>
        </p:nvPicPr>
        <p:blipFill>
          <a:blip r:embed="rId2"/>
          <a:stretch>
            <a:fillRect/>
          </a:stretch>
        </p:blipFill>
        <p:spPr>
          <a:xfrm>
            <a:off x="263237" y="2091233"/>
            <a:ext cx="11541247" cy="3699967"/>
          </a:xfrm>
          <a:prstGeom prst="rect">
            <a:avLst/>
          </a:prstGeom>
        </p:spPr>
      </p:pic>
      <p:sp>
        <p:nvSpPr>
          <p:cNvPr id="5" name="Rectangle 4">
            <a:extLst>
              <a:ext uri="{FF2B5EF4-FFF2-40B4-BE49-F238E27FC236}">
                <a16:creationId xmlns:a16="http://schemas.microsoft.com/office/drawing/2014/main" id="{EE8A3154-FFDD-F7BC-70F9-DBA3B6DBCA5D}"/>
              </a:ext>
            </a:extLst>
          </p:cNvPr>
          <p:cNvSpPr/>
          <p:nvPr/>
        </p:nvSpPr>
        <p:spPr>
          <a:xfrm>
            <a:off x="1129351" y="4177144"/>
            <a:ext cx="3137849" cy="207819"/>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90526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726488-633C-69C0-B5B3-1DD088C05B64}"/>
              </a:ext>
            </a:extLst>
          </p:cNvPr>
          <p:cNvSpPr txBox="1">
            <a:spLocks/>
          </p:cNvSpPr>
          <p:nvPr/>
        </p:nvSpPr>
        <p:spPr>
          <a:xfrm>
            <a:off x="263237" y="16423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Step 4. Attributes of a lane type are below.  </a:t>
            </a:r>
          </a:p>
        </p:txBody>
      </p:sp>
      <p:pic>
        <p:nvPicPr>
          <p:cNvPr id="6" name="Picture 5">
            <a:extLst>
              <a:ext uri="{FF2B5EF4-FFF2-40B4-BE49-F238E27FC236}">
                <a16:creationId xmlns:a16="http://schemas.microsoft.com/office/drawing/2014/main" id="{1F9889E0-40B9-1397-E271-F854848B87ED}"/>
              </a:ext>
            </a:extLst>
          </p:cNvPr>
          <p:cNvPicPr>
            <a:picLocks noChangeAspect="1"/>
          </p:cNvPicPr>
          <p:nvPr/>
        </p:nvPicPr>
        <p:blipFill>
          <a:blip r:embed="rId2"/>
          <a:stretch>
            <a:fillRect/>
          </a:stretch>
        </p:blipFill>
        <p:spPr>
          <a:xfrm>
            <a:off x="188336" y="1958254"/>
            <a:ext cx="11560320" cy="2677814"/>
          </a:xfrm>
          <a:prstGeom prst="rect">
            <a:avLst/>
          </a:prstGeom>
        </p:spPr>
      </p:pic>
    </p:spTree>
    <p:extLst>
      <p:ext uri="{BB962C8B-B14F-4D97-AF65-F5344CB8AC3E}">
        <p14:creationId xmlns:p14="http://schemas.microsoft.com/office/powerpoint/2010/main" val="421440158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CE9E-833A-22ED-D920-81C89DEBD5A9}"/>
              </a:ext>
            </a:extLst>
          </p:cNvPr>
          <p:cNvSpPr>
            <a:spLocks noGrp="1"/>
          </p:cNvSpPr>
          <p:nvPr>
            <p:ph type="title"/>
          </p:nvPr>
        </p:nvSpPr>
        <p:spPr>
          <a:xfrm>
            <a:off x="0" y="0"/>
            <a:ext cx="10515600" cy="977179"/>
          </a:xfrm>
        </p:spPr>
        <p:txBody>
          <a:bodyPr>
            <a:noAutofit/>
          </a:bodyPr>
          <a:lstStyle/>
          <a:p>
            <a:r>
              <a:rPr lang="en-US" sz="3200" dirty="0"/>
              <a:t>Changing the lane type does not affect the visual. However it may affect the traffic rule applying to vehicles.  </a:t>
            </a:r>
          </a:p>
        </p:txBody>
      </p:sp>
      <p:pic>
        <p:nvPicPr>
          <p:cNvPr id="5" name="Picture 4">
            <a:extLst>
              <a:ext uri="{FF2B5EF4-FFF2-40B4-BE49-F238E27FC236}">
                <a16:creationId xmlns:a16="http://schemas.microsoft.com/office/drawing/2014/main" id="{0A754327-E007-6402-762F-38F707FCEBE2}"/>
              </a:ext>
            </a:extLst>
          </p:cNvPr>
          <p:cNvPicPr>
            <a:picLocks noChangeAspect="1"/>
          </p:cNvPicPr>
          <p:nvPr/>
        </p:nvPicPr>
        <p:blipFill rotWithShape="1">
          <a:blip r:embed="rId2"/>
          <a:srcRect l="16137" t="6678" b="40283"/>
          <a:stretch/>
        </p:blipFill>
        <p:spPr>
          <a:xfrm>
            <a:off x="429492" y="3144981"/>
            <a:ext cx="9763663" cy="3352800"/>
          </a:xfrm>
          <a:prstGeom prst="rect">
            <a:avLst/>
          </a:prstGeom>
        </p:spPr>
      </p:pic>
      <p:sp>
        <p:nvSpPr>
          <p:cNvPr id="6" name="Rectangle 5">
            <a:extLst>
              <a:ext uri="{FF2B5EF4-FFF2-40B4-BE49-F238E27FC236}">
                <a16:creationId xmlns:a16="http://schemas.microsoft.com/office/drawing/2014/main" id="{F129E23A-CB75-B587-C049-E3B33C86EF97}"/>
              </a:ext>
            </a:extLst>
          </p:cNvPr>
          <p:cNvSpPr/>
          <p:nvPr/>
        </p:nvSpPr>
        <p:spPr>
          <a:xfrm>
            <a:off x="8733542" y="3808448"/>
            <a:ext cx="824346" cy="14547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2815065-11AB-104C-2239-F2CFB9E99E46}"/>
              </a:ext>
            </a:extLst>
          </p:cNvPr>
          <p:cNvSpPr txBox="1"/>
          <p:nvPr/>
        </p:nvSpPr>
        <p:spPr>
          <a:xfrm>
            <a:off x="4417851" y="6424971"/>
            <a:ext cx="4315691" cy="369332"/>
          </a:xfrm>
          <a:prstGeom prst="rect">
            <a:avLst/>
          </a:prstGeom>
          <a:noFill/>
        </p:spPr>
        <p:txBody>
          <a:bodyPr wrap="square" rtlCol="0">
            <a:spAutoFit/>
          </a:bodyPr>
          <a:lstStyle/>
          <a:p>
            <a:r>
              <a:rPr lang="en-US" dirty="0"/>
              <a:t>Original road</a:t>
            </a:r>
          </a:p>
        </p:txBody>
      </p:sp>
      <p:pic>
        <p:nvPicPr>
          <p:cNvPr id="3" name="Picture 2">
            <a:extLst>
              <a:ext uri="{FF2B5EF4-FFF2-40B4-BE49-F238E27FC236}">
                <a16:creationId xmlns:a16="http://schemas.microsoft.com/office/drawing/2014/main" id="{3980A5CC-345E-CDA0-15F7-D37EFC2C07BD}"/>
              </a:ext>
            </a:extLst>
          </p:cNvPr>
          <p:cNvPicPr>
            <a:picLocks noChangeAspect="1"/>
          </p:cNvPicPr>
          <p:nvPr/>
        </p:nvPicPr>
        <p:blipFill>
          <a:blip r:embed="rId3"/>
          <a:stretch>
            <a:fillRect/>
          </a:stretch>
        </p:blipFill>
        <p:spPr>
          <a:xfrm>
            <a:off x="2263054" y="1429861"/>
            <a:ext cx="5821074" cy="336640"/>
          </a:xfrm>
          <a:prstGeom prst="rect">
            <a:avLst/>
          </a:prstGeom>
        </p:spPr>
      </p:pic>
    </p:spTree>
    <p:extLst>
      <p:ext uri="{BB962C8B-B14F-4D97-AF65-F5344CB8AC3E}">
        <p14:creationId xmlns:p14="http://schemas.microsoft.com/office/powerpoint/2010/main" val="63323375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1CE9E-833A-22ED-D920-81C89DEBD5A9}"/>
              </a:ext>
            </a:extLst>
          </p:cNvPr>
          <p:cNvSpPr>
            <a:spLocks noGrp="1"/>
          </p:cNvSpPr>
          <p:nvPr>
            <p:ph type="title"/>
          </p:nvPr>
        </p:nvSpPr>
        <p:spPr>
          <a:xfrm>
            <a:off x="0" y="0"/>
            <a:ext cx="10515600" cy="977179"/>
          </a:xfrm>
        </p:spPr>
        <p:txBody>
          <a:bodyPr>
            <a:noAutofit/>
          </a:bodyPr>
          <a:lstStyle/>
          <a:p>
            <a:r>
              <a:rPr lang="en-US" sz="3200" dirty="0"/>
              <a:t>Changing the lane type does not affect the visual. However it may affect the traffic rule applying to vehicles.  </a:t>
            </a:r>
          </a:p>
        </p:txBody>
      </p:sp>
      <p:pic>
        <p:nvPicPr>
          <p:cNvPr id="8" name="Picture 7">
            <a:extLst>
              <a:ext uri="{FF2B5EF4-FFF2-40B4-BE49-F238E27FC236}">
                <a16:creationId xmlns:a16="http://schemas.microsoft.com/office/drawing/2014/main" id="{F56E6D61-53AE-50B9-186B-1DBD585348F5}"/>
              </a:ext>
            </a:extLst>
          </p:cNvPr>
          <p:cNvPicPr>
            <a:picLocks noChangeAspect="1"/>
          </p:cNvPicPr>
          <p:nvPr/>
        </p:nvPicPr>
        <p:blipFill rotWithShape="1">
          <a:blip r:embed="rId2"/>
          <a:srcRect l="17102" t="7411" b="39192"/>
          <a:stretch/>
        </p:blipFill>
        <p:spPr>
          <a:xfrm>
            <a:off x="596096" y="3186979"/>
            <a:ext cx="9644535" cy="3373148"/>
          </a:xfrm>
          <a:prstGeom prst="rect">
            <a:avLst/>
          </a:prstGeom>
        </p:spPr>
      </p:pic>
      <p:sp>
        <p:nvSpPr>
          <p:cNvPr id="9" name="Rectangle 8">
            <a:extLst>
              <a:ext uri="{FF2B5EF4-FFF2-40B4-BE49-F238E27FC236}">
                <a16:creationId xmlns:a16="http://schemas.microsoft.com/office/drawing/2014/main" id="{EDBF95DB-B77E-953A-A06D-1F9B575125D7}"/>
              </a:ext>
            </a:extLst>
          </p:cNvPr>
          <p:cNvSpPr/>
          <p:nvPr/>
        </p:nvSpPr>
        <p:spPr>
          <a:xfrm>
            <a:off x="8762998" y="3780739"/>
            <a:ext cx="872837" cy="15395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AE08C7-CFB4-E7DF-FCA0-6A4F9E1171C5}"/>
              </a:ext>
            </a:extLst>
          </p:cNvPr>
          <p:cNvSpPr txBox="1"/>
          <p:nvPr/>
        </p:nvSpPr>
        <p:spPr>
          <a:xfrm>
            <a:off x="3766687" y="6560127"/>
            <a:ext cx="4315691" cy="369332"/>
          </a:xfrm>
          <a:prstGeom prst="rect">
            <a:avLst/>
          </a:prstGeom>
          <a:noFill/>
        </p:spPr>
        <p:txBody>
          <a:bodyPr wrap="square" rtlCol="0">
            <a:spAutoFit/>
          </a:bodyPr>
          <a:lstStyle/>
          <a:p>
            <a:r>
              <a:rPr lang="en-US" dirty="0"/>
              <a:t>Lane 1 type modified </a:t>
            </a:r>
          </a:p>
        </p:txBody>
      </p:sp>
      <p:pic>
        <p:nvPicPr>
          <p:cNvPr id="11" name="Picture 10">
            <a:extLst>
              <a:ext uri="{FF2B5EF4-FFF2-40B4-BE49-F238E27FC236}">
                <a16:creationId xmlns:a16="http://schemas.microsoft.com/office/drawing/2014/main" id="{859F5117-C767-D71B-72D7-AA15F038F69D}"/>
              </a:ext>
            </a:extLst>
          </p:cNvPr>
          <p:cNvPicPr>
            <a:picLocks noChangeAspect="1"/>
          </p:cNvPicPr>
          <p:nvPr/>
        </p:nvPicPr>
        <p:blipFill>
          <a:blip r:embed="rId3"/>
          <a:stretch>
            <a:fillRect/>
          </a:stretch>
        </p:blipFill>
        <p:spPr>
          <a:xfrm>
            <a:off x="2341418" y="1449964"/>
            <a:ext cx="5684780" cy="434254"/>
          </a:xfrm>
          <a:prstGeom prst="rect">
            <a:avLst/>
          </a:prstGeom>
        </p:spPr>
      </p:pic>
    </p:spTree>
    <p:extLst>
      <p:ext uri="{BB962C8B-B14F-4D97-AF65-F5344CB8AC3E}">
        <p14:creationId xmlns:p14="http://schemas.microsoft.com/office/powerpoint/2010/main" val="34320181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4475-E13E-F2E9-1B43-269E9AC49B5B}"/>
              </a:ext>
            </a:extLst>
          </p:cNvPr>
          <p:cNvSpPr>
            <a:spLocks noGrp="1"/>
          </p:cNvSpPr>
          <p:nvPr>
            <p:ph type="title"/>
          </p:nvPr>
        </p:nvSpPr>
        <p:spPr>
          <a:xfrm>
            <a:off x="263237" y="164234"/>
            <a:ext cx="10515600" cy="1325563"/>
          </a:xfrm>
        </p:spPr>
        <p:txBody>
          <a:bodyPr/>
          <a:lstStyle/>
          <a:p>
            <a:r>
              <a:rPr lang="en-US" dirty="0"/>
              <a:t>Step 5. Lane width is described.</a:t>
            </a:r>
          </a:p>
        </p:txBody>
      </p:sp>
      <p:pic>
        <p:nvPicPr>
          <p:cNvPr id="4" name="Picture 3">
            <a:extLst>
              <a:ext uri="{FF2B5EF4-FFF2-40B4-BE49-F238E27FC236}">
                <a16:creationId xmlns:a16="http://schemas.microsoft.com/office/drawing/2014/main" id="{B9A0013C-B07C-0D04-6613-E7E49C713FF6}"/>
              </a:ext>
            </a:extLst>
          </p:cNvPr>
          <p:cNvPicPr>
            <a:picLocks noChangeAspect="1"/>
          </p:cNvPicPr>
          <p:nvPr/>
        </p:nvPicPr>
        <p:blipFill>
          <a:blip r:embed="rId2"/>
          <a:stretch>
            <a:fillRect/>
          </a:stretch>
        </p:blipFill>
        <p:spPr>
          <a:xfrm>
            <a:off x="263237" y="2091233"/>
            <a:ext cx="11541247" cy="3699967"/>
          </a:xfrm>
          <a:prstGeom prst="rect">
            <a:avLst/>
          </a:prstGeom>
        </p:spPr>
      </p:pic>
      <p:sp>
        <p:nvSpPr>
          <p:cNvPr id="5" name="Rectangle 4">
            <a:extLst>
              <a:ext uri="{FF2B5EF4-FFF2-40B4-BE49-F238E27FC236}">
                <a16:creationId xmlns:a16="http://schemas.microsoft.com/office/drawing/2014/main" id="{EE8A3154-FFDD-F7BC-70F9-DBA3B6DBCA5D}"/>
              </a:ext>
            </a:extLst>
          </p:cNvPr>
          <p:cNvSpPr/>
          <p:nvPr/>
        </p:nvSpPr>
        <p:spPr>
          <a:xfrm>
            <a:off x="1357950" y="4350326"/>
            <a:ext cx="10266013" cy="21474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093706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B5E431-6FED-985E-D363-611A9A9648F8}"/>
              </a:ext>
            </a:extLst>
          </p:cNvPr>
          <p:cNvSpPr>
            <a:spLocks noGrp="1"/>
          </p:cNvSpPr>
          <p:nvPr>
            <p:ph type="title"/>
          </p:nvPr>
        </p:nvSpPr>
        <p:spPr>
          <a:xfrm>
            <a:off x="90054" y="145472"/>
            <a:ext cx="10515600" cy="803997"/>
          </a:xfrm>
        </p:spPr>
        <p:txBody>
          <a:bodyPr/>
          <a:lstStyle/>
          <a:p>
            <a:r>
              <a:rPr lang="en-US" dirty="0"/>
              <a:t>Step 5. Attributes of lane width are below. </a:t>
            </a:r>
          </a:p>
        </p:txBody>
      </p:sp>
      <p:pic>
        <p:nvPicPr>
          <p:cNvPr id="5" name="Picture 4">
            <a:extLst>
              <a:ext uri="{FF2B5EF4-FFF2-40B4-BE49-F238E27FC236}">
                <a16:creationId xmlns:a16="http://schemas.microsoft.com/office/drawing/2014/main" id="{A030CD1F-61AB-1922-D299-5AC9140DD95C}"/>
              </a:ext>
            </a:extLst>
          </p:cNvPr>
          <p:cNvPicPr>
            <a:picLocks noChangeAspect="1"/>
          </p:cNvPicPr>
          <p:nvPr/>
        </p:nvPicPr>
        <p:blipFill>
          <a:blip r:embed="rId2"/>
          <a:stretch>
            <a:fillRect/>
          </a:stretch>
        </p:blipFill>
        <p:spPr>
          <a:xfrm>
            <a:off x="2983530" y="755073"/>
            <a:ext cx="5687517" cy="6102927"/>
          </a:xfrm>
          <a:prstGeom prst="rect">
            <a:avLst/>
          </a:prstGeom>
        </p:spPr>
      </p:pic>
      <p:sp>
        <p:nvSpPr>
          <p:cNvPr id="6" name="Arrow: Right 5">
            <a:extLst>
              <a:ext uri="{FF2B5EF4-FFF2-40B4-BE49-F238E27FC236}">
                <a16:creationId xmlns:a16="http://schemas.microsoft.com/office/drawing/2014/main" id="{DFE00B07-06AC-4B98-AA38-DD34C9ACD982}"/>
              </a:ext>
            </a:extLst>
          </p:cNvPr>
          <p:cNvSpPr/>
          <p:nvPr/>
        </p:nvSpPr>
        <p:spPr>
          <a:xfrm rot="10800000">
            <a:off x="7569093" y="3203508"/>
            <a:ext cx="981075" cy="542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734A7ED-7444-4C39-9C20-333342CD8D66}"/>
              </a:ext>
            </a:extLst>
          </p:cNvPr>
          <p:cNvSpPr txBox="1"/>
          <p:nvPr/>
        </p:nvSpPr>
        <p:spPr>
          <a:xfrm>
            <a:off x="8671047" y="2149408"/>
            <a:ext cx="2500745" cy="2585323"/>
          </a:xfrm>
          <a:prstGeom prst="rect">
            <a:avLst/>
          </a:prstGeom>
          <a:solidFill>
            <a:schemeClr val="bg1"/>
          </a:solidFill>
        </p:spPr>
        <p:txBody>
          <a:bodyPr wrap="square" rtlCol="0">
            <a:spAutoFit/>
          </a:bodyPr>
          <a:lstStyle/>
          <a:p>
            <a:r>
              <a:rPr lang="en-US" dirty="0"/>
              <a:t>Lanes widths are designed in the HD map to change within the WZ area. This change is also represented as a polynomial. This requires a careful definition of a lane’s “centerline”</a:t>
            </a:r>
          </a:p>
        </p:txBody>
      </p:sp>
    </p:spTree>
    <p:extLst>
      <p:ext uri="{BB962C8B-B14F-4D97-AF65-F5344CB8AC3E}">
        <p14:creationId xmlns:p14="http://schemas.microsoft.com/office/powerpoint/2010/main" val="37640190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FFBE0-5F87-266D-A965-886FC74C521B}"/>
              </a:ext>
            </a:extLst>
          </p:cNvPr>
          <p:cNvSpPr>
            <a:spLocks noGrp="1"/>
          </p:cNvSpPr>
          <p:nvPr>
            <p:ph type="title"/>
          </p:nvPr>
        </p:nvSpPr>
        <p:spPr>
          <a:xfrm>
            <a:off x="135081" y="220156"/>
            <a:ext cx="11921837" cy="921761"/>
          </a:xfrm>
        </p:spPr>
        <p:txBody>
          <a:bodyPr>
            <a:normAutofit fontScale="90000"/>
          </a:bodyPr>
          <a:lstStyle/>
          <a:p>
            <a:r>
              <a:rPr lang="en-US" sz="3200" dirty="0"/>
              <a:t>Changing the attributes of lane width affects how the lane width goes as per the geometry description. </a:t>
            </a:r>
          </a:p>
        </p:txBody>
      </p:sp>
      <p:pic>
        <p:nvPicPr>
          <p:cNvPr id="4" name="Picture 3">
            <a:extLst>
              <a:ext uri="{FF2B5EF4-FFF2-40B4-BE49-F238E27FC236}">
                <a16:creationId xmlns:a16="http://schemas.microsoft.com/office/drawing/2014/main" id="{815D0F4C-5EF8-E25D-1274-9B78B6C435FD}"/>
              </a:ext>
            </a:extLst>
          </p:cNvPr>
          <p:cNvPicPr>
            <a:picLocks noChangeAspect="1"/>
          </p:cNvPicPr>
          <p:nvPr/>
        </p:nvPicPr>
        <p:blipFill rotWithShape="1">
          <a:blip r:embed="rId2"/>
          <a:srcRect t="62555" b="33513"/>
          <a:stretch/>
        </p:blipFill>
        <p:spPr>
          <a:xfrm>
            <a:off x="0" y="1295398"/>
            <a:ext cx="11541247" cy="145473"/>
          </a:xfrm>
          <a:prstGeom prst="rect">
            <a:avLst/>
          </a:prstGeom>
        </p:spPr>
      </p:pic>
      <p:sp>
        <p:nvSpPr>
          <p:cNvPr id="5" name="TextBox 4">
            <a:extLst>
              <a:ext uri="{FF2B5EF4-FFF2-40B4-BE49-F238E27FC236}">
                <a16:creationId xmlns:a16="http://schemas.microsoft.com/office/drawing/2014/main" id="{92CB059A-91A7-A2F3-FEEA-2A41E01C4EC6}"/>
              </a:ext>
            </a:extLst>
          </p:cNvPr>
          <p:cNvSpPr txBox="1"/>
          <p:nvPr/>
        </p:nvSpPr>
        <p:spPr>
          <a:xfrm>
            <a:off x="4828309" y="2373899"/>
            <a:ext cx="5611091" cy="369332"/>
          </a:xfrm>
          <a:prstGeom prst="rect">
            <a:avLst/>
          </a:prstGeom>
          <a:noFill/>
        </p:spPr>
        <p:txBody>
          <a:bodyPr wrap="square" rtlCol="0">
            <a:spAutoFit/>
          </a:bodyPr>
          <a:lstStyle/>
          <a:p>
            <a:r>
              <a:rPr lang="en-US" dirty="0"/>
              <a:t>Original lane width</a:t>
            </a:r>
          </a:p>
        </p:txBody>
      </p:sp>
      <p:pic>
        <p:nvPicPr>
          <p:cNvPr id="6" name="Picture 5">
            <a:extLst>
              <a:ext uri="{FF2B5EF4-FFF2-40B4-BE49-F238E27FC236}">
                <a16:creationId xmlns:a16="http://schemas.microsoft.com/office/drawing/2014/main" id="{90D20ABC-E49C-82C4-6CE0-CDA31A6E424F}"/>
              </a:ext>
            </a:extLst>
          </p:cNvPr>
          <p:cNvPicPr>
            <a:picLocks noChangeAspect="1"/>
          </p:cNvPicPr>
          <p:nvPr/>
        </p:nvPicPr>
        <p:blipFill>
          <a:blip r:embed="rId3"/>
          <a:stretch>
            <a:fillRect/>
          </a:stretch>
        </p:blipFill>
        <p:spPr>
          <a:xfrm>
            <a:off x="3432669" y="1660666"/>
            <a:ext cx="4856018" cy="597347"/>
          </a:xfrm>
          <a:prstGeom prst="rect">
            <a:avLst/>
          </a:prstGeom>
        </p:spPr>
      </p:pic>
      <p:pic>
        <p:nvPicPr>
          <p:cNvPr id="7" name="Picture 6">
            <a:extLst>
              <a:ext uri="{FF2B5EF4-FFF2-40B4-BE49-F238E27FC236}">
                <a16:creationId xmlns:a16="http://schemas.microsoft.com/office/drawing/2014/main" id="{0AC20233-50E6-D762-2539-2868FD26588A}"/>
              </a:ext>
            </a:extLst>
          </p:cNvPr>
          <p:cNvPicPr>
            <a:picLocks noChangeAspect="1"/>
          </p:cNvPicPr>
          <p:nvPr/>
        </p:nvPicPr>
        <p:blipFill>
          <a:blip r:embed="rId4"/>
          <a:stretch>
            <a:fillRect/>
          </a:stretch>
        </p:blipFill>
        <p:spPr>
          <a:xfrm>
            <a:off x="1177636" y="3231024"/>
            <a:ext cx="10280072" cy="395951"/>
          </a:xfrm>
          <a:prstGeom prst="rect">
            <a:avLst/>
          </a:prstGeom>
        </p:spPr>
      </p:pic>
      <p:pic>
        <p:nvPicPr>
          <p:cNvPr id="8" name="Picture 7">
            <a:extLst>
              <a:ext uri="{FF2B5EF4-FFF2-40B4-BE49-F238E27FC236}">
                <a16:creationId xmlns:a16="http://schemas.microsoft.com/office/drawing/2014/main" id="{0ED473F2-B9A0-1836-8AB4-8655D7DC00B4}"/>
              </a:ext>
            </a:extLst>
          </p:cNvPr>
          <p:cNvPicPr>
            <a:picLocks noChangeAspect="1"/>
          </p:cNvPicPr>
          <p:nvPr/>
        </p:nvPicPr>
        <p:blipFill>
          <a:blip r:embed="rId5"/>
          <a:stretch>
            <a:fillRect/>
          </a:stretch>
        </p:blipFill>
        <p:spPr>
          <a:xfrm>
            <a:off x="3713449" y="3716242"/>
            <a:ext cx="4387405" cy="2012613"/>
          </a:xfrm>
          <a:prstGeom prst="rect">
            <a:avLst/>
          </a:prstGeom>
        </p:spPr>
      </p:pic>
      <p:sp>
        <p:nvSpPr>
          <p:cNvPr id="9" name="TextBox 8">
            <a:extLst>
              <a:ext uri="{FF2B5EF4-FFF2-40B4-BE49-F238E27FC236}">
                <a16:creationId xmlns:a16="http://schemas.microsoft.com/office/drawing/2014/main" id="{0C4FB4A5-CEC3-E108-81EA-36F00F470607}"/>
              </a:ext>
            </a:extLst>
          </p:cNvPr>
          <p:cNvSpPr txBox="1"/>
          <p:nvPr/>
        </p:nvSpPr>
        <p:spPr>
          <a:xfrm>
            <a:off x="4828309" y="5879099"/>
            <a:ext cx="5611091" cy="369332"/>
          </a:xfrm>
          <a:prstGeom prst="rect">
            <a:avLst/>
          </a:prstGeom>
          <a:noFill/>
        </p:spPr>
        <p:txBody>
          <a:bodyPr wrap="square" rtlCol="0">
            <a:spAutoFit/>
          </a:bodyPr>
          <a:lstStyle/>
          <a:p>
            <a:r>
              <a:rPr lang="en-US" dirty="0"/>
              <a:t>Modified lane width at </a:t>
            </a:r>
            <a:r>
              <a:rPr lang="en-US" dirty="0" err="1"/>
              <a:t>sOffect</a:t>
            </a:r>
            <a:r>
              <a:rPr lang="en-US" dirty="0"/>
              <a:t> = 50 m</a:t>
            </a:r>
          </a:p>
        </p:txBody>
      </p:sp>
    </p:spTree>
    <p:extLst>
      <p:ext uri="{BB962C8B-B14F-4D97-AF65-F5344CB8AC3E}">
        <p14:creationId xmlns:p14="http://schemas.microsoft.com/office/powerpoint/2010/main" val="31158416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4475-E13E-F2E9-1B43-269E9AC49B5B}"/>
              </a:ext>
            </a:extLst>
          </p:cNvPr>
          <p:cNvSpPr>
            <a:spLocks noGrp="1"/>
          </p:cNvSpPr>
          <p:nvPr>
            <p:ph type="title"/>
          </p:nvPr>
        </p:nvSpPr>
        <p:spPr>
          <a:xfrm>
            <a:off x="263237" y="164234"/>
            <a:ext cx="10515600" cy="1325563"/>
          </a:xfrm>
        </p:spPr>
        <p:txBody>
          <a:bodyPr/>
          <a:lstStyle/>
          <a:p>
            <a:r>
              <a:rPr lang="en-US" dirty="0"/>
              <a:t>Step 6. Road mark is described.</a:t>
            </a:r>
          </a:p>
        </p:txBody>
      </p:sp>
      <p:pic>
        <p:nvPicPr>
          <p:cNvPr id="4" name="Picture 3">
            <a:extLst>
              <a:ext uri="{FF2B5EF4-FFF2-40B4-BE49-F238E27FC236}">
                <a16:creationId xmlns:a16="http://schemas.microsoft.com/office/drawing/2014/main" id="{B9A0013C-B07C-0D04-6613-E7E49C713FF6}"/>
              </a:ext>
            </a:extLst>
          </p:cNvPr>
          <p:cNvPicPr>
            <a:picLocks noChangeAspect="1"/>
          </p:cNvPicPr>
          <p:nvPr/>
        </p:nvPicPr>
        <p:blipFill>
          <a:blip r:embed="rId2"/>
          <a:stretch>
            <a:fillRect/>
          </a:stretch>
        </p:blipFill>
        <p:spPr>
          <a:xfrm>
            <a:off x="263237" y="2091233"/>
            <a:ext cx="11541247" cy="3699967"/>
          </a:xfrm>
          <a:prstGeom prst="rect">
            <a:avLst/>
          </a:prstGeom>
        </p:spPr>
      </p:pic>
      <p:sp>
        <p:nvSpPr>
          <p:cNvPr id="5" name="Rectangle 4">
            <a:extLst>
              <a:ext uri="{FF2B5EF4-FFF2-40B4-BE49-F238E27FC236}">
                <a16:creationId xmlns:a16="http://schemas.microsoft.com/office/drawing/2014/main" id="{EE8A3154-FFDD-F7BC-70F9-DBA3B6DBCA5D}"/>
              </a:ext>
            </a:extLst>
          </p:cNvPr>
          <p:cNvSpPr/>
          <p:nvPr/>
        </p:nvSpPr>
        <p:spPr>
          <a:xfrm>
            <a:off x="1420296" y="4537362"/>
            <a:ext cx="10266013" cy="21474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46562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B5E431-6FED-985E-D363-611A9A9648F8}"/>
              </a:ext>
            </a:extLst>
          </p:cNvPr>
          <p:cNvSpPr>
            <a:spLocks noGrp="1"/>
          </p:cNvSpPr>
          <p:nvPr>
            <p:ph type="title"/>
          </p:nvPr>
        </p:nvSpPr>
        <p:spPr>
          <a:xfrm>
            <a:off x="90054" y="145472"/>
            <a:ext cx="10515600" cy="803997"/>
          </a:xfrm>
        </p:spPr>
        <p:txBody>
          <a:bodyPr/>
          <a:lstStyle/>
          <a:p>
            <a:r>
              <a:rPr lang="en-US" dirty="0"/>
              <a:t>Step 6. Attributes of road mark are below. </a:t>
            </a:r>
          </a:p>
        </p:txBody>
      </p:sp>
      <p:pic>
        <p:nvPicPr>
          <p:cNvPr id="2" name="Picture 1">
            <a:extLst>
              <a:ext uri="{FF2B5EF4-FFF2-40B4-BE49-F238E27FC236}">
                <a16:creationId xmlns:a16="http://schemas.microsoft.com/office/drawing/2014/main" id="{5A859931-898B-D464-5A38-91A66498C09D}"/>
              </a:ext>
            </a:extLst>
          </p:cNvPr>
          <p:cNvPicPr>
            <a:picLocks noChangeAspect="1"/>
          </p:cNvPicPr>
          <p:nvPr/>
        </p:nvPicPr>
        <p:blipFill>
          <a:blip r:embed="rId2"/>
          <a:stretch>
            <a:fillRect/>
          </a:stretch>
        </p:blipFill>
        <p:spPr>
          <a:xfrm>
            <a:off x="2370757" y="895235"/>
            <a:ext cx="6496152" cy="5817293"/>
          </a:xfrm>
          <a:prstGeom prst="rect">
            <a:avLst/>
          </a:prstGeom>
        </p:spPr>
      </p:pic>
    </p:spTree>
    <p:extLst>
      <p:ext uri="{BB962C8B-B14F-4D97-AF65-F5344CB8AC3E}">
        <p14:creationId xmlns:p14="http://schemas.microsoft.com/office/powerpoint/2010/main" val="38368064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2405631-0C74-CB87-F7AA-9F2571AD686D}"/>
              </a:ext>
            </a:extLst>
          </p:cNvPr>
          <p:cNvPicPr>
            <a:picLocks noChangeAspect="1"/>
          </p:cNvPicPr>
          <p:nvPr/>
        </p:nvPicPr>
        <p:blipFill rotWithShape="1">
          <a:blip r:embed="rId2"/>
          <a:srcRect t="66541" b="29566"/>
          <a:stretch/>
        </p:blipFill>
        <p:spPr>
          <a:xfrm>
            <a:off x="-75156" y="2522530"/>
            <a:ext cx="11541247" cy="144049"/>
          </a:xfrm>
          <a:prstGeom prst="rect">
            <a:avLst/>
          </a:prstGeom>
        </p:spPr>
      </p:pic>
      <p:pic>
        <p:nvPicPr>
          <p:cNvPr id="7" name="Picture 6">
            <a:extLst>
              <a:ext uri="{FF2B5EF4-FFF2-40B4-BE49-F238E27FC236}">
                <a16:creationId xmlns:a16="http://schemas.microsoft.com/office/drawing/2014/main" id="{948EE93D-8BC5-3D2C-5062-193B6B173B48}"/>
              </a:ext>
            </a:extLst>
          </p:cNvPr>
          <p:cNvPicPr>
            <a:picLocks noChangeAspect="1"/>
          </p:cNvPicPr>
          <p:nvPr/>
        </p:nvPicPr>
        <p:blipFill>
          <a:blip r:embed="rId3"/>
          <a:stretch>
            <a:fillRect/>
          </a:stretch>
        </p:blipFill>
        <p:spPr>
          <a:xfrm>
            <a:off x="881598" y="5464479"/>
            <a:ext cx="10584493" cy="199998"/>
          </a:xfrm>
          <a:prstGeom prst="rect">
            <a:avLst/>
          </a:prstGeom>
        </p:spPr>
      </p:pic>
      <p:pic>
        <p:nvPicPr>
          <p:cNvPr id="8" name="Picture 7">
            <a:extLst>
              <a:ext uri="{FF2B5EF4-FFF2-40B4-BE49-F238E27FC236}">
                <a16:creationId xmlns:a16="http://schemas.microsoft.com/office/drawing/2014/main" id="{50FB70E1-B36F-AB46-2939-55CE6F8C3ED1}"/>
              </a:ext>
            </a:extLst>
          </p:cNvPr>
          <p:cNvPicPr>
            <a:picLocks noChangeAspect="1"/>
          </p:cNvPicPr>
          <p:nvPr/>
        </p:nvPicPr>
        <p:blipFill rotWithShape="1">
          <a:blip r:embed="rId4"/>
          <a:srcRect r="6070"/>
          <a:stretch/>
        </p:blipFill>
        <p:spPr>
          <a:xfrm>
            <a:off x="1705628" y="4191422"/>
            <a:ext cx="7883046" cy="1083099"/>
          </a:xfrm>
          <a:prstGeom prst="rect">
            <a:avLst/>
          </a:prstGeom>
        </p:spPr>
      </p:pic>
      <p:pic>
        <p:nvPicPr>
          <p:cNvPr id="9" name="Picture 8">
            <a:extLst>
              <a:ext uri="{FF2B5EF4-FFF2-40B4-BE49-F238E27FC236}">
                <a16:creationId xmlns:a16="http://schemas.microsoft.com/office/drawing/2014/main" id="{0A2BF29B-F589-C109-EF7B-319D10FAFF9B}"/>
              </a:ext>
            </a:extLst>
          </p:cNvPr>
          <p:cNvPicPr>
            <a:picLocks noChangeAspect="1"/>
          </p:cNvPicPr>
          <p:nvPr/>
        </p:nvPicPr>
        <p:blipFill rotWithShape="1">
          <a:blip r:embed="rId5"/>
          <a:srcRect r="6003"/>
          <a:stretch/>
        </p:blipFill>
        <p:spPr>
          <a:xfrm>
            <a:off x="1658720" y="1180083"/>
            <a:ext cx="7976862" cy="1136406"/>
          </a:xfrm>
          <a:prstGeom prst="rect">
            <a:avLst/>
          </a:prstGeom>
        </p:spPr>
      </p:pic>
      <p:sp>
        <p:nvSpPr>
          <p:cNvPr id="10" name="TextBox 9">
            <a:extLst>
              <a:ext uri="{FF2B5EF4-FFF2-40B4-BE49-F238E27FC236}">
                <a16:creationId xmlns:a16="http://schemas.microsoft.com/office/drawing/2014/main" id="{E252E679-F0C3-769B-ACAA-7928FC37845F}"/>
              </a:ext>
            </a:extLst>
          </p:cNvPr>
          <p:cNvSpPr txBox="1"/>
          <p:nvPr/>
        </p:nvSpPr>
        <p:spPr>
          <a:xfrm>
            <a:off x="563671" y="144049"/>
            <a:ext cx="10246291" cy="923330"/>
          </a:xfrm>
          <a:prstGeom prst="rect">
            <a:avLst/>
          </a:prstGeom>
          <a:noFill/>
        </p:spPr>
        <p:txBody>
          <a:bodyPr wrap="square" rtlCol="0">
            <a:spAutoFit/>
          </a:bodyPr>
          <a:lstStyle/>
          <a:p>
            <a:r>
              <a:rPr lang="en-US" dirty="0"/>
              <a:t>Change of </a:t>
            </a:r>
            <a:r>
              <a:rPr lang="en-US" dirty="0" err="1"/>
              <a:t>roadMark’s</a:t>
            </a:r>
            <a:r>
              <a:rPr lang="en-US" dirty="0"/>
              <a:t> attributes can be visualized. Here shows an example where changing type from solid to broken, and color from white to yellow.  </a:t>
            </a:r>
            <a:r>
              <a:rPr lang="en-US" dirty="0">
                <a:solidFill>
                  <a:srgbClr val="FF0000"/>
                </a:solidFill>
              </a:rPr>
              <a:t>Please note visualizing road mark is not supported by the open-source xodr viewer, so the example shown on this slide is tested in </a:t>
            </a:r>
            <a:r>
              <a:rPr lang="en-US" dirty="0" err="1">
                <a:solidFill>
                  <a:srgbClr val="FF0000"/>
                </a:solidFill>
              </a:rPr>
              <a:t>RoadRunner</a:t>
            </a:r>
            <a:r>
              <a:rPr lang="en-US" dirty="0">
                <a:solidFill>
                  <a:srgbClr val="FF0000"/>
                </a:solidFill>
              </a:rPr>
              <a:t>. </a:t>
            </a:r>
          </a:p>
        </p:txBody>
      </p:sp>
      <p:sp>
        <p:nvSpPr>
          <p:cNvPr id="11" name="TextBox 10">
            <a:extLst>
              <a:ext uri="{FF2B5EF4-FFF2-40B4-BE49-F238E27FC236}">
                <a16:creationId xmlns:a16="http://schemas.microsoft.com/office/drawing/2014/main" id="{A253EA2B-6D30-A100-062C-28EB122DCD63}"/>
              </a:ext>
            </a:extLst>
          </p:cNvPr>
          <p:cNvSpPr txBox="1"/>
          <p:nvPr/>
        </p:nvSpPr>
        <p:spPr>
          <a:xfrm>
            <a:off x="3501025" y="2818356"/>
            <a:ext cx="4490580" cy="369332"/>
          </a:xfrm>
          <a:prstGeom prst="rect">
            <a:avLst/>
          </a:prstGeom>
          <a:noFill/>
        </p:spPr>
        <p:txBody>
          <a:bodyPr wrap="square" rtlCol="0">
            <a:spAutoFit/>
          </a:bodyPr>
          <a:lstStyle/>
          <a:p>
            <a:r>
              <a:rPr lang="en-US" dirty="0"/>
              <a:t>Original road mark, viewed in </a:t>
            </a:r>
            <a:r>
              <a:rPr lang="en-US" dirty="0" err="1"/>
              <a:t>RoadRunner</a:t>
            </a:r>
            <a:r>
              <a:rPr lang="en-US" dirty="0"/>
              <a:t>.</a:t>
            </a:r>
          </a:p>
        </p:txBody>
      </p:sp>
      <p:sp>
        <p:nvSpPr>
          <p:cNvPr id="12" name="TextBox 11">
            <a:extLst>
              <a:ext uri="{FF2B5EF4-FFF2-40B4-BE49-F238E27FC236}">
                <a16:creationId xmlns:a16="http://schemas.microsoft.com/office/drawing/2014/main" id="{A48DA20E-153B-3161-3A04-7B0051A269E7}"/>
              </a:ext>
            </a:extLst>
          </p:cNvPr>
          <p:cNvSpPr txBox="1"/>
          <p:nvPr/>
        </p:nvSpPr>
        <p:spPr>
          <a:xfrm>
            <a:off x="3697266" y="5854435"/>
            <a:ext cx="4490580" cy="369332"/>
          </a:xfrm>
          <a:prstGeom prst="rect">
            <a:avLst/>
          </a:prstGeom>
          <a:noFill/>
        </p:spPr>
        <p:txBody>
          <a:bodyPr wrap="square" rtlCol="0">
            <a:spAutoFit/>
          </a:bodyPr>
          <a:lstStyle/>
          <a:p>
            <a:r>
              <a:rPr lang="en-US" dirty="0"/>
              <a:t>Modified road mark, viewed in </a:t>
            </a:r>
            <a:r>
              <a:rPr lang="en-US" dirty="0" err="1"/>
              <a:t>RoadRunner</a:t>
            </a:r>
            <a:r>
              <a:rPr lang="en-US" dirty="0"/>
              <a:t>.</a:t>
            </a:r>
          </a:p>
        </p:txBody>
      </p:sp>
    </p:spTree>
    <p:extLst>
      <p:ext uri="{BB962C8B-B14F-4D97-AF65-F5344CB8AC3E}">
        <p14:creationId xmlns:p14="http://schemas.microsoft.com/office/powerpoint/2010/main" val="31144792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7DCC1-120C-9ED4-B376-0EE25A17F052}"/>
              </a:ext>
            </a:extLst>
          </p:cNvPr>
          <p:cNvSpPr>
            <a:spLocks noGrp="1"/>
          </p:cNvSpPr>
          <p:nvPr>
            <p:ph type="title"/>
          </p:nvPr>
        </p:nvSpPr>
        <p:spPr>
          <a:xfrm>
            <a:off x="131618" y="129599"/>
            <a:ext cx="11499273" cy="708602"/>
          </a:xfrm>
        </p:spPr>
        <p:txBody>
          <a:bodyPr>
            <a:normAutofit fontScale="90000"/>
          </a:bodyPr>
          <a:lstStyle/>
          <a:p>
            <a:r>
              <a:rPr lang="en-US" sz="3000" dirty="0"/>
              <a:t>Another example shows here that </a:t>
            </a:r>
            <a:r>
              <a:rPr lang="en-US" sz="3000" dirty="0" err="1"/>
              <a:t>roadmark</a:t>
            </a:r>
            <a:r>
              <a:rPr lang="en-US" sz="3000" dirty="0"/>
              <a:t> can also be changed in the midway. A new &lt;</a:t>
            </a:r>
            <a:r>
              <a:rPr lang="en-US" sz="3000" dirty="0" err="1"/>
              <a:t>laneSection</a:t>
            </a:r>
            <a:r>
              <a:rPr lang="en-US" sz="3000" dirty="0"/>
              <a:t>&gt; needs to be created for this end.</a:t>
            </a:r>
          </a:p>
        </p:txBody>
      </p:sp>
      <p:pic>
        <p:nvPicPr>
          <p:cNvPr id="4" name="Picture 3">
            <a:extLst>
              <a:ext uri="{FF2B5EF4-FFF2-40B4-BE49-F238E27FC236}">
                <a16:creationId xmlns:a16="http://schemas.microsoft.com/office/drawing/2014/main" id="{88F93233-3798-6BF1-5206-2EEB62E04C8C}"/>
              </a:ext>
            </a:extLst>
          </p:cNvPr>
          <p:cNvPicPr>
            <a:picLocks noChangeAspect="1"/>
          </p:cNvPicPr>
          <p:nvPr/>
        </p:nvPicPr>
        <p:blipFill>
          <a:blip r:embed="rId2"/>
          <a:stretch>
            <a:fillRect/>
          </a:stretch>
        </p:blipFill>
        <p:spPr>
          <a:xfrm>
            <a:off x="519543" y="1269246"/>
            <a:ext cx="10177763" cy="1917300"/>
          </a:xfrm>
          <a:prstGeom prst="rect">
            <a:avLst/>
          </a:prstGeom>
        </p:spPr>
      </p:pic>
      <p:pic>
        <p:nvPicPr>
          <p:cNvPr id="5" name="Picture 4">
            <a:extLst>
              <a:ext uri="{FF2B5EF4-FFF2-40B4-BE49-F238E27FC236}">
                <a16:creationId xmlns:a16="http://schemas.microsoft.com/office/drawing/2014/main" id="{F1B82A8E-503C-AE3D-FC5C-7D1EFBE24B88}"/>
              </a:ext>
            </a:extLst>
          </p:cNvPr>
          <p:cNvPicPr>
            <a:picLocks noChangeAspect="1"/>
          </p:cNvPicPr>
          <p:nvPr/>
        </p:nvPicPr>
        <p:blipFill>
          <a:blip r:embed="rId3"/>
          <a:stretch>
            <a:fillRect/>
          </a:stretch>
        </p:blipFill>
        <p:spPr>
          <a:xfrm>
            <a:off x="187036" y="4317785"/>
            <a:ext cx="11499273" cy="981075"/>
          </a:xfrm>
          <a:prstGeom prst="rect">
            <a:avLst/>
          </a:prstGeom>
        </p:spPr>
      </p:pic>
      <p:sp>
        <p:nvSpPr>
          <p:cNvPr id="6" name="TextBox 5">
            <a:extLst>
              <a:ext uri="{FF2B5EF4-FFF2-40B4-BE49-F238E27FC236}">
                <a16:creationId xmlns:a16="http://schemas.microsoft.com/office/drawing/2014/main" id="{DF2684FF-ADC6-A69D-B197-874F28915008}"/>
              </a:ext>
            </a:extLst>
          </p:cNvPr>
          <p:cNvSpPr txBox="1"/>
          <p:nvPr/>
        </p:nvSpPr>
        <p:spPr>
          <a:xfrm>
            <a:off x="2306782" y="3429000"/>
            <a:ext cx="6456218" cy="646331"/>
          </a:xfrm>
          <a:prstGeom prst="rect">
            <a:avLst/>
          </a:prstGeom>
          <a:noFill/>
        </p:spPr>
        <p:txBody>
          <a:bodyPr wrap="square" rtlCol="0">
            <a:spAutoFit/>
          </a:bodyPr>
          <a:lstStyle/>
          <a:p>
            <a:r>
              <a:rPr lang="en-US" dirty="0"/>
              <a:t>Xodr of the original road. Note &lt;left&gt; and &lt;right&gt; are compressed here for simplification.</a:t>
            </a:r>
          </a:p>
        </p:txBody>
      </p:sp>
      <p:sp>
        <p:nvSpPr>
          <p:cNvPr id="7" name="TextBox 6">
            <a:extLst>
              <a:ext uri="{FF2B5EF4-FFF2-40B4-BE49-F238E27FC236}">
                <a16:creationId xmlns:a16="http://schemas.microsoft.com/office/drawing/2014/main" id="{1A55D290-8A50-FC3A-AF16-793EB9B575D7}"/>
              </a:ext>
            </a:extLst>
          </p:cNvPr>
          <p:cNvSpPr txBox="1"/>
          <p:nvPr/>
        </p:nvSpPr>
        <p:spPr>
          <a:xfrm>
            <a:off x="3193473" y="5500255"/>
            <a:ext cx="4454236" cy="646331"/>
          </a:xfrm>
          <a:prstGeom prst="rect">
            <a:avLst/>
          </a:prstGeom>
          <a:noFill/>
        </p:spPr>
        <p:txBody>
          <a:bodyPr wrap="square" rtlCol="0">
            <a:spAutoFit/>
          </a:bodyPr>
          <a:lstStyle/>
          <a:p>
            <a:r>
              <a:rPr lang="en-US" dirty="0"/>
              <a:t>Original road. It has a dashed yellow road mark in the center.</a:t>
            </a:r>
          </a:p>
        </p:txBody>
      </p:sp>
    </p:spTree>
    <p:extLst>
      <p:ext uri="{BB962C8B-B14F-4D97-AF65-F5344CB8AC3E}">
        <p14:creationId xmlns:p14="http://schemas.microsoft.com/office/powerpoint/2010/main" val="9839246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E4C5DE-DB1B-09D1-4CDE-A549A90B47F6}"/>
              </a:ext>
            </a:extLst>
          </p:cNvPr>
          <p:cNvPicPr>
            <a:picLocks noChangeAspect="1"/>
          </p:cNvPicPr>
          <p:nvPr/>
        </p:nvPicPr>
        <p:blipFill>
          <a:blip r:embed="rId2"/>
          <a:stretch>
            <a:fillRect/>
          </a:stretch>
        </p:blipFill>
        <p:spPr>
          <a:xfrm>
            <a:off x="270163" y="4792630"/>
            <a:ext cx="11263745" cy="1001379"/>
          </a:xfrm>
          <a:prstGeom prst="rect">
            <a:avLst/>
          </a:prstGeom>
        </p:spPr>
      </p:pic>
      <p:pic>
        <p:nvPicPr>
          <p:cNvPr id="5" name="Picture 4">
            <a:extLst>
              <a:ext uri="{FF2B5EF4-FFF2-40B4-BE49-F238E27FC236}">
                <a16:creationId xmlns:a16="http://schemas.microsoft.com/office/drawing/2014/main" id="{00C7BD79-D5A7-15BD-DF30-6243C9C7B1A0}"/>
              </a:ext>
            </a:extLst>
          </p:cNvPr>
          <p:cNvPicPr>
            <a:picLocks noChangeAspect="1"/>
          </p:cNvPicPr>
          <p:nvPr/>
        </p:nvPicPr>
        <p:blipFill>
          <a:blip r:embed="rId3"/>
          <a:stretch>
            <a:fillRect/>
          </a:stretch>
        </p:blipFill>
        <p:spPr>
          <a:xfrm>
            <a:off x="1239980" y="1318247"/>
            <a:ext cx="8548255" cy="3293691"/>
          </a:xfrm>
          <a:prstGeom prst="rect">
            <a:avLst/>
          </a:prstGeom>
        </p:spPr>
      </p:pic>
      <p:sp>
        <p:nvSpPr>
          <p:cNvPr id="6" name="Title 1">
            <a:extLst>
              <a:ext uri="{FF2B5EF4-FFF2-40B4-BE49-F238E27FC236}">
                <a16:creationId xmlns:a16="http://schemas.microsoft.com/office/drawing/2014/main" id="{34887E8E-69FB-6513-692F-E78CFB3EF8C5}"/>
              </a:ext>
            </a:extLst>
          </p:cNvPr>
          <p:cNvSpPr>
            <a:spLocks noGrp="1"/>
          </p:cNvSpPr>
          <p:nvPr>
            <p:ph type="title"/>
          </p:nvPr>
        </p:nvSpPr>
        <p:spPr>
          <a:xfrm>
            <a:off x="152400" y="96593"/>
            <a:ext cx="10515600" cy="1325563"/>
          </a:xfrm>
        </p:spPr>
        <p:txBody>
          <a:bodyPr>
            <a:normAutofit/>
          </a:bodyPr>
          <a:lstStyle/>
          <a:p>
            <a:r>
              <a:rPr lang="en-US" sz="3000" dirty="0" err="1"/>
              <a:t>Roadmark</a:t>
            </a:r>
            <a:r>
              <a:rPr lang="en-US" sz="3000" dirty="0"/>
              <a:t> can also be changed in the midway. A new &lt;</a:t>
            </a:r>
            <a:r>
              <a:rPr lang="en-US" sz="3000" dirty="0" err="1"/>
              <a:t>laneSection</a:t>
            </a:r>
            <a:r>
              <a:rPr lang="en-US" sz="3000" dirty="0"/>
              <a:t>&gt; needs to be created for this end.</a:t>
            </a:r>
          </a:p>
        </p:txBody>
      </p:sp>
      <p:sp>
        <p:nvSpPr>
          <p:cNvPr id="7" name="Rectangle 6">
            <a:extLst>
              <a:ext uri="{FF2B5EF4-FFF2-40B4-BE49-F238E27FC236}">
                <a16:creationId xmlns:a16="http://schemas.microsoft.com/office/drawing/2014/main" id="{E40A7D23-EE7A-64BE-4B2E-4C8457704A6B}"/>
              </a:ext>
            </a:extLst>
          </p:cNvPr>
          <p:cNvSpPr/>
          <p:nvPr/>
        </p:nvSpPr>
        <p:spPr>
          <a:xfrm>
            <a:off x="1593273" y="3027218"/>
            <a:ext cx="8097982" cy="161302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F81502D-AA50-A322-8BB4-4FA5D06C3F5A}"/>
              </a:ext>
            </a:extLst>
          </p:cNvPr>
          <p:cNvCxnSpPr>
            <a:cxnSpLocks/>
          </p:cNvCxnSpPr>
          <p:nvPr/>
        </p:nvCxnSpPr>
        <p:spPr>
          <a:xfrm flipH="1">
            <a:off x="9691255" y="3429000"/>
            <a:ext cx="588818" cy="57311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EAE8767-AB52-86F6-51E0-2DAD5E2EF6B1}"/>
              </a:ext>
            </a:extLst>
          </p:cNvPr>
          <p:cNvSpPr txBox="1"/>
          <p:nvPr/>
        </p:nvSpPr>
        <p:spPr>
          <a:xfrm>
            <a:off x="10280073" y="2909975"/>
            <a:ext cx="1849582" cy="1200329"/>
          </a:xfrm>
          <a:prstGeom prst="rect">
            <a:avLst/>
          </a:prstGeom>
          <a:noFill/>
        </p:spPr>
        <p:txBody>
          <a:bodyPr wrap="square" rtlCol="0">
            <a:spAutoFit/>
          </a:bodyPr>
          <a:lstStyle/>
          <a:p>
            <a:r>
              <a:rPr lang="en-US" dirty="0"/>
              <a:t>Added lane section for a new </a:t>
            </a:r>
            <a:r>
              <a:rPr lang="en-US" dirty="0" err="1"/>
              <a:t>roadmark</a:t>
            </a:r>
            <a:r>
              <a:rPr lang="en-US" dirty="0"/>
              <a:t> at 50 meters.</a:t>
            </a:r>
          </a:p>
        </p:txBody>
      </p:sp>
      <p:sp>
        <p:nvSpPr>
          <p:cNvPr id="14" name="TextBox 13">
            <a:extLst>
              <a:ext uri="{FF2B5EF4-FFF2-40B4-BE49-F238E27FC236}">
                <a16:creationId xmlns:a16="http://schemas.microsoft.com/office/drawing/2014/main" id="{1759C550-FF85-5D2C-CC11-83B065779272}"/>
              </a:ext>
            </a:extLst>
          </p:cNvPr>
          <p:cNvSpPr txBox="1"/>
          <p:nvPr/>
        </p:nvSpPr>
        <p:spPr>
          <a:xfrm>
            <a:off x="3286989" y="5794009"/>
            <a:ext cx="4454236" cy="646331"/>
          </a:xfrm>
          <a:prstGeom prst="rect">
            <a:avLst/>
          </a:prstGeom>
          <a:noFill/>
        </p:spPr>
        <p:txBody>
          <a:bodyPr wrap="square" rtlCol="0">
            <a:spAutoFit/>
          </a:bodyPr>
          <a:lstStyle/>
          <a:p>
            <a:r>
              <a:rPr lang="en-US" dirty="0"/>
              <a:t>Original road. The road mark changes from dashed yellow to solid yellow in the center. </a:t>
            </a:r>
          </a:p>
        </p:txBody>
      </p:sp>
      <p:sp>
        <p:nvSpPr>
          <p:cNvPr id="16" name="TextBox 15">
            <a:extLst>
              <a:ext uri="{FF2B5EF4-FFF2-40B4-BE49-F238E27FC236}">
                <a16:creationId xmlns:a16="http://schemas.microsoft.com/office/drawing/2014/main" id="{B4F5467F-8B95-2E46-7707-28A692F50D0A}"/>
              </a:ext>
            </a:extLst>
          </p:cNvPr>
          <p:cNvSpPr txBox="1"/>
          <p:nvPr/>
        </p:nvSpPr>
        <p:spPr>
          <a:xfrm>
            <a:off x="69272" y="6403338"/>
            <a:ext cx="11263745" cy="430887"/>
          </a:xfrm>
          <a:prstGeom prst="rect">
            <a:avLst/>
          </a:prstGeom>
          <a:noFill/>
        </p:spPr>
        <p:txBody>
          <a:bodyPr wrap="square">
            <a:spAutoFit/>
          </a:bodyPr>
          <a:lstStyle/>
          <a:p>
            <a:r>
              <a:rPr lang="en-US" sz="1100" dirty="0"/>
              <a:t>Modified road can be found: https://github.com/ivsg-psu/PathPlanning_MapTools_ParseXODR/blob/main/Data/XODRExport/XODRExport/RR/02ExportedFromScene/TestLaneProperties/RR_RoadMarkChange_20230908.xodr</a:t>
            </a:r>
          </a:p>
        </p:txBody>
      </p:sp>
    </p:spTree>
    <p:extLst>
      <p:ext uri="{BB962C8B-B14F-4D97-AF65-F5344CB8AC3E}">
        <p14:creationId xmlns:p14="http://schemas.microsoft.com/office/powerpoint/2010/main" val="27035418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5212C-8B6A-4E08-B406-A42C2C4DB365}"/>
              </a:ext>
            </a:extLst>
          </p:cNvPr>
          <p:cNvSpPr>
            <a:spLocks noGrp="1"/>
          </p:cNvSpPr>
          <p:nvPr>
            <p:ph type="title"/>
          </p:nvPr>
        </p:nvSpPr>
        <p:spPr/>
        <p:txBody>
          <a:bodyPr>
            <a:normAutofit fontScale="90000"/>
          </a:bodyPr>
          <a:lstStyle/>
          <a:p>
            <a:r>
              <a:rPr lang="en-US" dirty="0"/>
              <a:t>One issue with HD maps: the HD definition of marker start/ends of stripes do NOT capture real-world start/end locations</a:t>
            </a:r>
          </a:p>
        </p:txBody>
      </p:sp>
      <p:pic>
        <p:nvPicPr>
          <p:cNvPr id="4" name="Content Placeholder 6">
            <a:extLst>
              <a:ext uri="{FF2B5EF4-FFF2-40B4-BE49-F238E27FC236}">
                <a16:creationId xmlns:a16="http://schemas.microsoft.com/office/drawing/2014/main" id="{DDDDC0B4-5A52-456A-B5D3-2F90211BF567}"/>
              </a:ext>
            </a:extLst>
          </p:cNvPr>
          <p:cNvPicPr>
            <a:picLocks noChangeAspect="1"/>
          </p:cNvPicPr>
          <p:nvPr/>
        </p:nvPicPr>
        <p:blipFill>
          <a:blip r:embed="rId2"/>
          <a:stretch>
            <a:fillRect/>
          </a:stretch>
        </p:blipFill>
        <p:spPr>
          <a:xfrm>
            <a:off x="2892021" y="2438605"/>
            <a:ext cx="5181600" cy="3884677"/>
          </a:xfrm>
          <a:prstGeom prst="rect">
            <a:avLst/>
          </a:prstGeom>
        </p:spPr>
      </p:pic>
    </p:spTree>
    <p:extLst>
      <p:ext uri="{BB962C8B-B14F-4D97-AF65-F5344CB8AC3E}">
        <p14:creationId xmlns:p14="http://schemas.microsoft.com/office/powerpoint/2010/main" val="5298231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4475-E13E-F2E9-1B43-269E9AC49B5B}"/>
              </a:ext>
            </a:extLst>
          </p:cNvPr>
          <p:cNvSpPr>
            <a:spLocks noGrp="1"/>
          </p:cNvSpPr>
          <p:nvPr>
            <p:ph type="title"/>
          </p:nvPr>
        </p:nvSpPr>
        <p:spPr>
          <a:xfrm>
            <a:off x="263237" y="164234"/>
            <a:ext cx="10515600" cy="1325563"/>
          </a:xfrm>
        </p:spPr>
        <p:txBody>
          <a:bodyPr/>
          <a:lstStyle/>
          <a:p>
            <a:r>
              <a:rPr lang="en-US" dirty="0"/>
              <a:t>Step 7. Lane speed is described.</a:t>
            </a:r>
          </a:p>
        </p:txBody>
      </p:sp>
      <p:pic>
        <p:nvPicPr>
          <p:cNvPr id="4" name="Picture 3">
            <a:extLst>
              <a:ext uri="{FF2B5EF4-FFF2-40B4-BE49-F238E27FC236}">
                <a16:creationId xmlns:a16="http://schemas.microsoft.com/office/drawing/2014/main" id="{B9A0013C-B07C-0D04-6613-E7E49C713FF6}"/>
              </a:ext>
            </a:extLst>
          </p:cNvPr>
          <p:cNvPicPr>
            <a:picLocks noChangeAspect="1"/>
          </p:cNvPicPr>
          <p:nvPr/>
        </p:nvPicPr>
        <p:blipFill>
          <a:blip r:embed="rId2"/>
          <a:stretch>
            <a:fillRect/>
          </a:stretch>
        </p:blipFill>
        <p:spPr>
          <a:xfrm>
            <a:off x="263237" y="2091233"/>
            <a:ext cx="11541247" cy="3699967"/>
          </a:xfrm>
          <a:prstGeom prst="rect">
            <a:avLst/>
          </a:prstGeom>
        </p:spPr>
      </p:pic>
      <p:sp>
        <p:nvSpPr>
          <p:cNvPr id="5" name="Rectangle 4">
            <a:extLst>
              <a:ext uri="{FF2B5EF4-FFF2-40B4-BE49-F238E27FC236}">
                <a16:creationId xmlns:a16="http://schemas.microsoft.com/office/drawing/2014/main" id="{EE8A3154-FFDD-F7BC-70F9-DBA3B6DBCA5D}"/>
              </a:ext>
            </a:extLst>
          </p:cNvPr>
          <p:cNvSpPr/>
          <p:nvPr/>
        </p:nvSpPr>
        <p:spPr>
          <a:xfrm>
            <a:off x="1413368" y="4696688"/>
            <a:ext cx="10266013" cy="21474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4937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B5E431-6FED-985E-D363-611A9A9648F8}"/>
              </a:ext>
            </a:extLst>
          </p:cNvPr>
          <p:cNvSpPr>
            <a:spLocks noGrp="1"/>
          </p:cNvSpPr>
          <p:nvPr>
            <p:ph type="title"/>
          </p:nvPr>
        </p:nvSpPr>
        <p:spPr>
          <a:xfrm>
            <a:off x="90054" y="145472"/>
            <a:ext cx="10515600" cy="803997"/>
          </a:xfrm>
        </p:spPr>
        <p:txBody>
          <a:bodyPr/>
          <a:lstStyle/>
          <a:p>
            <a:r>
              <a:rPr lang="en-US" dirty="0"/>
              <a:t>Step 7. Attributes of speed are below.</a:t>
            </a:r>
          </a:p>
        </p:txBody>
      </p:sp>
      <p:pic>
        <p:nvPicPr>
          <p:cNvPr id="3" name="Picture 2">
            <a:extLst>
              <a:ext uri="{FF2B5EF4-FFF2-40B4-BE49-F238E27FC236}">
                <a16:creationId xmlns:a16="http://schemas.microsoft.com/office/drawing/2014/main" id="{A5C072CE-FFF6-5788-24F4-7E5C1F203287}"/>
              </a:ext>
            </a:extLst>
          </p:cNvPr>
          <p:cNvPicPr>
            <a:picLocks noChangeAspect="1"/>
          </p:cNvPicPr>
          <p:nvPr/>
        </p:nvPicPr>
        <p:blipFill>
          <a:blip r:embed="rId2"/>
          <a:stretch>
            <a:fillRect/>
          </a:stretch>
        </p:blipFill>
        <p:spPr>
          <a:xfrm>
            <a:off x="464127" y="1163237"/>
            <a:ext cx="10760652" cy="4839677"/>
          </a:xfrm>
          <a:prstGeom prst="rect">
            <a:avLst/>
          </a:prstGeom>
        </p:spPr>
      </p:pic>
    </p:spTree>
    <p:extLst>
      <p:ext uri="{BB962C8B-B14F-4D97-AF65-F5344CB8AC3E}">
        <p14:creationId xmlns:p14="http://schemas.microsoft.com/office/powerpoint/2010/main" val="33596788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BF4E3-6833-9EDB-7B48-8683A5030BBA}"/>
              </a:ext>
            </a:extLst>
          </p:cNvPr>
          <p:cNvSpPr>
            <a:spLocks noGrp="1"/>
          </p:cNvSpPr>
          <p:nvPr>
            <p:ph type="title"/>
          </p:nvPr>
        </p:nvSpPr>
        <p:spPr>
          <a:xfrm>
            <a:off x="143005" y="77026"/>
            <a:ext cx="11443570" cy="1325563"/>
          </a:xfrm>
        </p:spPr>
        <p:txBody>
          <a:bodyPr>
            <a:normAutofit/>
          </a:bodyPr>
          <a:lstStyle/>
          <a:p>
            <a:r>
              <a:rPr lang="en-US" sz="3600" dirty="0"/>
              <a:t>Change of speed has no effect on visuals. However it affects the traffic rule applying to vehicles. </a:t>
            </a:r>
          </a:p>
        </p:txBody>
      </p:sp>
      <p:pic>
        <p:nvPicPr>
          <p:cNvPr id="4" name="Picture 3">
            <a:extLst>
              <a:ext uri="{FF2B5EF4-FFF2-40B4-BE49-F238E27FC236}">
                <a16:creationId xmlns:a16="http://schemas.microsoft.com/office/drawing/2014/main" id="{B6A1F0CA-C6AF-D5D3-EB56-D831058BAA0F}"/>
              </a:ext>
            </a:extLst>
          </p:cNvPr>
          <p:cNvPicPr>
            <a:picLocks noChangeAspect="1"/>
          </p:cNvPicPr>
          <p:nvPr/>
        </p:nvPicPr>
        <p:blipFill>
          <a:blip r:embed="rId2"/>
          <a:stretch>
            <a:fillRect/>
          </a:stretch>
        </p:blipFill>
        <p:spPr>
          <a:xfrm>
            <a:off x="1966651" y="2780741"/>
            <a:ext cx="7381875" cy="285750"/>
          </a:xfrm>
          <a:prstGeom prst="rect">
            <a:avLst/>
          </a:prstGeom>
        </p:spPr>
      </p:pic>
      <p:pic>
        <p:nvPicPr>
          <p:cNvPr id="6" name="Picture 5">
            <a:extLst>
              <a:ext uri="{FF2B5EF4-FFF2-40B4-BE49-F238E27FC236}">
                <a16:creationId xmlns:a16="http://schemas.microsoft.com/office/drawing/2014/main" id="{1BFB68EB-4118-EF96-91BF-FB126C214913}"/>
              </a:ext>
            </a:extLst>
          </p:cNvPr>
          <p:cNvPicPr>
            <a:picLocks noChangeAspect="1"/>
          </p:cNvPicPr>
          <p:nvPr/>
        </p:nvPicPr>
        <p:blipFill rotWithShape="1">
          <a:blip r:embed="rId3"/>
          <a:srcRect r="11294"/>
          <a:stretch/>
        </p:blipFill>
        <p:spPr>
          <a:xfrm>
            <a:off x="3145171" y="1628182"/>
            <a:ext cx="4461164" cy="908379"/>
          </a:xfrm>
          <a:prstGeom prst="rect">
            <a:avLst/>
          </a:prstGeom>
        </p:spPr>
      </p:pic>
      <p:pic>
        <p:nvPicPr>
          <p:cNvPr id="7" name="Picture 6">
            <a:extLst>
              <a:ext uri="{FF2B5EF4-FFF2-40B4-BE49-F238E27FC236}">
                <a16:creationId xmlns:a16="http://schemas.microsoft.com/office/drawing/2014/main" id="{10D63780-FC71-B642-04A5-7047F7D813CF}"/>
              </a:ext>
            </a:extLst>
          </p:cNvPr>
          <p:cNvPicPr>
            <a:picLocks noChangeAspect="1"/>
          </p:cNvPicPr>
          <p:nvPr/>
        </p:nvPicPr>
        <p:blipFill rotWithShape="1">
          <a:blip r:embed="rId3"/>
          <a:srcRect r="11294"/>
          <a:stretch/>
        </p:blipFill>
        <p:spPr>
          <a:xfrm>
            <a:off x="3145171" y="4547277"/>
            <a:ext cx="4461164" cy="908379"/>
          </a:xfrm>
          <a:prstGeom prst="rect">
            <a:avLst/>
          </a:prstGeom>
        </p:spPr>
      </p:pic>
      <p:sp>
        <p:nvSpPr>
          <p:cNvPr id="8" name="TextBox 7">
            <a:extLst>
              <a:ext uri="{FF2B5EF4-FFF2-40B4-BE49-F238E27FC236}">
                <a16:creationId xmlns:a16="http://schemas.microsoft.com/office/drawing/2014/main" id="{F7537EED-B8C4-535C-E610-47E604F9480A}"/>
              </a:ext>
            </a:extLst>
          </p:cNvPr>
          <p:cNvSpPr txBox="1"/>
          <p:nvPr/>
        </p:nvSpPr>
        <p:spPr>
          <a:xfrm>
            <a:off x="3670126" y="3175348"/>
            <a:ext cx="4152378" cy="369332"/>
          </a:xfrm>
          <a:prstGeom prst="rect">
            <a:avLst/>
          </a:prstGeom>
          <a:noFill/>
        </p:spPr>
        <p:txBody>
          <a:bodyPr wrap="square" rtlCol="0">
            <a:spAutoFit/>
          </a:bodyPr>
          <a:lstStyle/>
          <a:p>
            <a:r>
              <a:rPr lang="en-US" dirty="0"/>
              <a:t>Original lane</a:t>
            </a:r>
          </a:p>
        </p:txBody>
      </p:sp>
      <p:sp>
        <p:nvSpPr>
          <p:cNvPr id="9" name="TextBox 8">
            <a:extLst>
              <a:ext uri="{FF2B5EF4-FFF2-40B4-BE49-F238E27FC236}">
                <a16:creationId xmlns:a16="http://schemas.microsoft.com/office/drawing/2014/main" id="{CA42A571-6703-F478-EF95-A897FA46FC7B}"/>
              </a:ext>
            </a:extLst>
          </p:cNvPr>
          <p:cNvSpPr txBox="1"/>
          <p:nvPr/>
        </p:nvSpPr>
        <p:spPr>
          <a:xfrm>
            <a:off x="3725448" y="6053427"/>
            <a:ext cx="4152378" cy="369332"/>
          </a:xfrm>
          <a:prstGeom prst="rect">
            <a:avLst/>
          </a:prstGeom>
          <a:noFill/>
        </p:spPr>
        <p:txBody>
          <a:bodyPr wrap="square" rtlCol="0">
            <a:spAutoFit/>
          </a:bodyPr>
          <a:lstStyle/>
          <a:p>
            <a:r>
              <a:rPr lang="en-US" dirty="0"/>
              <a:t>Lane with modified </a:t>
            </a:r>
            <a:r>
              <a:rPr lang="en-US"/>
              <a:t>max speed and unit</a:t>
            </a:r>
            <a:endParaRPr lang="en-US" dirty="0"/>
          </a:p>
        </p:txBody>
      </p:sp>
      <p:pic>
        <p:nvPicPr>
          <p:cNvPr id="11" name="Picture 10">
            <a:extLst>
              <a:ext uri="{FF2B5EF4-FFF2-40B4-BE49-F238E27FC236}">
                <a16:creationId xmlns:a16="http://schemas.microsoft.com/office/drawing/2014/main" id="{5967C9D7-0464-D27D-656C-AC94B395C41B}"/>
              </a:ext>
            </a:extLst>
          </p:cNvPr>
          <p:cNvPicPr>
            <a:picLocks noChangeAspect="1"/>
          </p:cNvPicPr>
          <p:nvPr/>
        </p:nvPicPr>
        <p:blipFill>
          <a:blip r:embed="rId4"/>
          <a:stretch>
            <a:fillRect/>
          </a:stretch>
        </p:blipFill>
        <p:spPr>
          <a:xfrm>
            <a:off x="2430832" y="5643373"/>
            <a:ext cx="5676900" cy="228600"/>
          </a:xfrm>
          <a:prstGeom prst="rect">
            <a:avLst/>
          </a:prstGeom>
        </p:spPr>
      </p:pic>
    </p:spTree>
    <p:extLst>
      <p:ext uri="{BB962C8B-B14F-4D97-AF65-F5344CB8AC3E}">
        <p14:creationId xmlns:p14="http://schemas.microsoft.com/office/powerpoint/2010/main" val="36027487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B4475-E13E-F2E9-1B43-269E9AC49B5B}"/>
              </a:ext>
            </a:extLst>
          </p:cNvPr>
          <p:cNvSpPr>
            <a:spLocks noGrp="1"/>
          </p:cNvSpPr>
          <p:nvPr>
            <p:ph type="title"/>
          </p:nvPr>
        </p:nvSpPr>
        <p:spPr>
          <a:xfrm>
            <a:off x="152401" y="425431"/>
            <a:ext cx="10515600" cy="1325563"/>
          </a:xfrm>
        </p:spPr>
        <p:txBody>
          <a:bodyPr>
            <a:noAutofit/>
          </a:bodyPr>
          <a:lstStyle/>
          <a:p>
            <a:r>
              <a:rPr lang="en-US" sz="3600" dirty="0"/>
              <a:t>Step 8. </a:t>
            </a:r>
            <a:r>
              <a:rPr lang="en-US" sz="3600" dirty="0" err="1"/>
              <a:t>UserData</a:t>
            </a:r>
            <a:r>
              <a:rPr lang="en-US" sz="3600" dirty="0"/>
              <a:t> is described as “external” data. The attributes are not clearly defined in ASAM </a:t>
            </a:r>
            <a:r>
              <a:rPr lang="en-US" sz="3600" dirty="0" err="1"/>
              <a:t>OpenDrive</a:t>
            </a:r>
            <a:r>
              <a:rPr lang="en-US" sz="3600" dirty="0"/>
              <a:t>. </a:t>
            </a:r>
            <a:r>
              <a:rPr lang="en-US" sz="3600" dirty="0">
                <a:solidFill>
                  <a:srgbClr val="00B050"/>
                </a:solidFill>
              </a:rPr>
              <a:t>However, this can usually be generated automatically by </a:t>
            </a:r>
            <a:r>
              <a:rPr lang="en-US" sz="3600" dirty="0" err="1">
                <a:solidFill>
                  <a:srgbClr val="00B050"/>
                </a:solidFill>
              </a:rPr>
              <a:t>RoadRunner</a:t>
            </a:r>
            <a:r>
              <a:rPr lang="en-US" sz="3600" dirty="0">
                <a:solidFill>
                  <a:srgbClr val="00B050"/>
                </a:solidFill>
              </a:rPr>
              <a:t> so it is not mandatory.</a:t>
            </a:r>
          </a:p>
        </p:txBody>
      </p:sp>
      <p:pic>
        <p:nvPicPr>
          <p:cNvPr id="4" name="Picture 3">
            <a:extLst>
              <a:ext uri="{FF2B5EF4-FFF2-40B4-BE49-F238E27FC236}">
                <a16:creationId xmlns:a16="http://schemas.microsoft.com/office/drawing/2014/main" id="{B9A0013C-B07C-0D04-6613-E7E49C713FF6}"/>
              </a:ext>
            </a:extLst>
          </p:cNvPr>
          <p:cNvPicPr>
            <a:picLocks noChangeAspect="1"/>
          </p:cNvPicPr>
          <p:nvPr/>
        </p:nvPicPr>
        <p:blipFill>
          <a:blip r:embed="rId2"/>
          <a:stretch>
            <a:fillRect/>
          </a:stretch>
        </p:blipFill>
        <p:spPr>
          <a:xfrm>
            <a:off x="152401" y="2312906"/>
            <a:ext cx="11541247" cy="3699967"/>
          </a:xfrm>
          <a:prstGeom prst="rect">
            <a:avLst/>
          </a:prstGeom>
        </p:spPr>
      </p:pic>
      <p:sp>
        <p:nvSpPr>
          <p:cNvPr id="5" name="Rectangle 4">
            <a:extLst>
              <a:ext uri="{FF2B5EF4-FFF2-40B4-BE49-F238E27FC236}">
                <a16:creationId xmlns:a16="http://schemas.microsoft.com/office/drawing/2014/main" id="{EE8A3154-FFDD-F7BC-70F9-DBA3B6DBCA5D}"/>
              </a:ext>
            </a:extLst>
          </p:cNvPr>
          <p:cNvSpPr/>
          <p:nvPr/>
        </p:nvSpPr>
        <p:spPr>
          <a:xfrm>
            <a:off x="1195058" y="5070760"/>
            <a:ext cx="8430286" cy="554186"/>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605541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C15712-DBD0-18AC-C6AC-B0FFF3BADA4A}"/>
              </a:ext>
            </a:extLst>
          </p:cNvPr>
          <p:cNvSpPr>
            <a:spLocks noGrp="1"/>
          </p:cNvSpPr>
          <p:nvPr>
            <p:ph type="title"/>
          </p:nvPr>
        </p:nvSpPr>
        <p:spPr>
          <a:xfrm>
            <a:off x="124691" y="0"/>
            <a:ext cx="11589328" cy="526473"/>
          </a:xfrm>
        </p:spPr>
        <p:txBody>
          <a:bodyPr>
            <a:normAutofit/>
          </a:bodyPr>
          <a:lstStyle/>
          <a:p>
            <a:r>
              <a:rPr lang="en-US" sz="3000" dirty="0"/>
              <a:t>We learned lessons during investigation of lane property definitions:</a:t>
            </a:r>
          </a:p>
        </p:txBody>
      </p:sp>
      <p:sp>
        <p:nvSpPr>
          <p:cNvPr id="6" name="Content Placeholder 5">
            <a:extLst>
              <a:ext uri="{FF2B5EF4-FFF2-40B4-BE49-F238E27FC236}">
                <a16:creationId xmlns:a16="http://schemas.microsoft.com/office/drawing/2014/main" id="{A261390C-683A-8727-06F5-3A7540BDBB02}"/>
              </a:ext>
            </a:extLst>
          </p:cNvPr>
          <p:cNvSpPr>
            <a:spLocks noGrp="1"/>
          </p:cNvSpPr>
          <p:nvPr>
            <p:ph idx="1"/>
          </p:nvPr>
        </p:nvSpPr>
        <p:spPr>
          <a:xfrm>
            <a:off x="228600" y="750599"/>
            <a:ext cx="11381509" cy="5186073"/>
          </a:xfrm>
        </p:spPr>
        <p:txBody>
          <a:bodyPr>
            <a:normAutofit fontScale="92500"/>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1. Importance of Clear Definitions:</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Clear definitions of lane properties are essential for generating HD maps from mapping data automatically.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2. Conversion of Field Data:</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Lanes are usually constructed as polynomials, which isn't how the mapping process is typically done. Therefore, fitting tools are used to convert actual field data points into these polynomial representations.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3. Lane Ambiguities in Construction Zones:</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Describing lanes within construction zones is challenging, and lane ambiguity is a significant hurdle for autonomous vehicles.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4. Limitations in Current Tools and Standards:</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The effect of certain attributes, like the "</a:t>
            </a:r>
            <a:r>
              <a:rPr kumimoji="0" lang="en-US" altLang="en-US" sz="1600" b="0" i="0" u="none" strike="noStrike" cap="none" normalizeH="0" baseline="0" dirty="0" err="1">
                <a:ln>
                  <a:noFill/>
                </a:ln>
                <a:solidFill>
                  <a:srgbClr val="374151"/>
                </a:solidFill>
                <a:effectLst/>
                <a:latin typeface="Calibri" panose="020F0502020204030204" pitchFamily="34" charset="0"/>
                <a:ea typeface="Söhne"/>
                <a:cs typeface="Calibri" panose="020F0502020204030204" pitchFamily="34" charset="0"/>
              </a:rPr>
              <a:t>singleSide</a:t>
            </a: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 attribute, is not always visually represented in tools, but may influence traffic rules.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Changing certain attributes, like switching from </a:t>
            </a:r>
            <a:r>
              <a:rPr kumimoji="0" lang="en-US" altLang="en-US" sz="1600" i="0" u="none" strike="noStrike" cap="none" normalizeH="0" baseline="0" dirty="0">
                <a:ln>
                  <a:noFill/>
                </a:ln>
                <a:solidFill>
                  <a:srgbClr val="374151"/>
                </a:solidFill>
                <a:effectLst/>
                <a:latin typeface="Calibri" panose="020F0502020204030204" pitchFamily="34" charset="0"/>
                <a:ea typeface="Söhne Mono"/>
                <a:cs typeface="Calibri" panose="020F0502020204030204" pitchFamily="34" charset="0"/>
              </a:rPr>
              <a:t>&lt;left&gt;</a:t>
            </a:r>
            <a:r>
              <a:rPr kumimoji="0" lang="en-US" altLang="en-US" sz="160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 to </a:t>
            </a:r>
            <a:r>
              <a:rPr kumimoji="0" lang="en-US" altLang="en-US" sz="1600" i="0" u="none" strike="noStrike" cap="none" normalizeH="0" baseline="0" dirty="0">
                <a:ln>
                  <a:noFill/>
                </a:ln>
                <a:solidFill>
                  <a:srgbClr val="374151"/>
                </a:solidFill>
                <a:effectLst/>
                <a:latin typeface="Calibri" panose="020F0502020204030204" pitchFamily="34" charset="0"/>
                <a:ea typeface="Söhne Mono"/>
                <a:cs typeface="Calibri" panose="020F0502020204030204" pitchFamily="34" charset="0"/>
              </a:rPr>
              <a:t>&lt;right&gt;</a:t>
            </a:r>
            <a:r>
              <a:rPr kumimoji="0" lang="en-US" altLang="en-US" sz="160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 </a:t>
            </a: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can break the file due to conflicts.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Some attributes' changes aren't visually represented in open-source tools, such as changes in road marks, but can be visualized in proprietary tools like </a:t>
            </a:r>
            <a:r>
              <a:rPr kumimoji="0" lang="en-US" altLang="en-US" sz="1600" b="0" i="0" u="none" strike="noStrike" cap="none" normalizeH="0" baseline="0" dirty="0" err="1">
                <a:ln>
                  <a:noFill/>
                </a:ln>
                <a:solidFill>
                  <a:srgbClr val="374151"/>
                </a:solidFill>
                <a:effectLst/>
                <a:latin typeface="Calibri" panose="020F0502020204030204" pitchFamily="34" charset="0"/>
                <a:ea typeface="Söhne"/>
                <a:cs typeface="Calibri" panose="020F0502020204030204" pitchFamily="34" charset="0"/>
              </a:rPr>
              <a:t>RoadRunner</a:t>
            </a: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5. Importance of Lane Width Representation:</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Lane widths in HD maps change within certain areas (like work zones), and this change is often represented as a polynomial. This makes defining a lane's "centerline" crucial.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6. HD Map Definitions vs. Real-World Representations:</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HD definitions of markers (like the start and end of stripes) do not always match real-world start/end locations, leading to potential discrepancies.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7. Visual vs. Functional Attribute Changes:</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Changes in some attributes, like lane width, are visually represented, while others, like speed limits, aren't visual but affect traffic rules.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8. Ambiguities in External Data:</a:t>
            </a:r>
            <a:endParaRPr kumimoji="0" lang="en-US" altLang="en-US" sz="16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The </a:t>
            </a:r>
            <a:r>
              <a:rPr kumimoji="0" lang="en-US" altLang="en-US" sz="1600" b="0" i="0" u="none" strike="noStrike" cap="none" normalizeH="0" baseline="0" dirty="0" err="1">
                <a:ln>
                  <a:noFill/>
                </a:ln>
                <a:solidFill>
                  <a:srgbClr val="374151"/>
                </a:solidFill>
                <a:effectLst/>
                <a:latin typeface="Calibri" panose="020F0502020204030204" pitchFamily="34" charset="0"/>
                <a:ea typeface="Söhne"/>
                <a:cs typeface="Calibri" panose="020F0502020204030204" pitchFamily="34" charset="0"/>
              </a:rPr>
              <a:t>UserData</a:t>
            </a: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 attribute in ASAM </a:t>
            </a:r>
            <a:r>
              <a:rPr kumimoji="0" lang="en-US" altLang="en-US" sz="1600" b="0" i="0" u="none" strike="noStrike" cap="none" normalizeH="0" baseline="0" dirty="0" err="1">
                <a:ln>
                  <a:noFill/>
                </a:ln>
                <a:solidFill>
                  <a:srgbClr val="374151"/>
                </a:solidFill>
                <a:effectLst/>
                <a:latin typeface="Calibri" panose="020F0502020204030204" pitchFamily="34" charset="0"/>
                <a:ea typeface="Söhne"/>
                <a:cs typeface="Calibri" panose="020F0502020204030204" pitchFamily="34" charset="0"/>
              </a:rPr>
              <a:t>OpenDrive</a:t>
            </a:r>
            <a:r>
              <a:rPr kumimoji="0" lang="en-US" altLang="en-US" sz="1600" b="0" i="0" u="none" strike="noStrike" cap="none" normalizeH="0" baseline="0" dirty="0">
                <a:ln>
                  <a:noFill/>
                </a:ln>
                <a:solidFill>
                  <a:srgbClr val="374151"/>
                </a:solidFill>
                <a:effectLst/>
                <a:latin typeface="Calibri" panose="020F0502020204030204" pitchFamily="34" charset="0"/>
                <a:ea typeface="Söhne"/>
                <a:cs typeface="Calibri" panose="020F0502020204030204" pitchFamily="34" charset="0"/>
              </a:rPr>
              <a:t> isn't clearly defined, leading to potential uncertainties.</a:t>
            </a:r>
          </a:p>
          <a:p>
            <a:pPr marL="0" indent="0">
              <a:buNone/>
            </a:pPr>
            <a:endParaRPr lang="en-US" sz="500" dirty="0"/>
          </a:p>
        </p:txBody>
      </p:sp>
    </p:spTree>
    <p:extLst>
      <p:ext uri="{BB962C8B-B14F-4D97-AF65-F5344CB8AC3E}">
        <p14:creationId xmlns:p14="http://schemas.microsoft.com/office/powerpoint/2010/main" val="22087201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04A49901785041AF741C157FF60EBA" ma:contentTypeVersion="20" ma:contentTypeDescription="Create a new document." ma:contentTypeScope="" ma:versionID="4dcda2f16f28af4d86611921bd4dff74">
  <xsd:schema xmlns:xsd="http://www.w3.org/2001/XMLSchema" xmlns:xs="http://www.w3.org/2001/XMLSchema" xmlns:p="http://schemas.microsoft.com/office/2006/metadata/properties" xmlns:ns2="c7c738f6-68ec-422e-b0e4-3523873f7adf" xmlns:ns3="542b8847-f5d4-4c9f-bd30-657d16e5db1d" targetNamespace="http://schemas.microsoft.com/office/2006/metadata/properties" ma:root="true" ma:fieldsID="08f6f421093e815b588d48033a3e6422" ns2:_="" ns3:_="">
    <xsd:import namespace="c7c738f6-68ec-422e-b0e4-3523873f7adf"/>
    <xsd:import namespace="542b8847-f5d4-4c9f-bd30-657d16e5db1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_Flow_SignoffStatu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MediaLengthInSeconds" minOccurs="0"/>
                <xsd:element ref="ns2:Size"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738f6-68ec-422e-b0e4-3523873f7a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_Flow_SignoffStatus" ma:index="12" nillable="true" ma:displayName="Sign-off status" ma:internalName="Sign_x002d_off_x0020_status">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Size" ma:index="22" nillable="true" ma:displayName="Size " ma:format="Dropdown" ma:internalName="Size" ma:percentage="FALSE">
      <xsd:simpleType>
        <xsd:restriction base="dms:Number"/>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28b28469-8996-4088-bd89-44d87d6385e5"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2b8847-f5d4-4c9f-bd30-657d16e5db1d"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9eca24d-24b6-4c23-abe4-d1cce8e5186c}" ma:internalName="TaxCatchAll" ma:showField="CatchAllData" ma:web="542b8847-f5d4-4c9f-bd30-657d16e5db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ize xmlns="c7c738f6-68ec-422e-b0e4-3523873f7adf" xsi:nil="true"/>
    <_Flow_SignoffStatus xmlns="c7c738f6-68ec-422e-b0e4-3523873f7adf" xsi:nil="true"/>
    <lcf76f155ced4ddcb4097134ff3c332f xmlns="c7c738f6-68ec-422e-b0e4-3523873f7adf">
      <Terms xmlns="http://schemas.microsoft.com/office/infopath/2007/PartnerControls"/>
    </lcf76f155ced4ddcb4097134ff3c332f>
    <TaxCatchAll xmlns="542b8847-f5d4-4c9f-bd30-657d16e5db1d" xsi:nil="true"/>
  </documentManagement>
</p:properties>
</file>

<file path=customXml/itemProps1.xml><?xml version="1.0" encoding="utf-8"?>
<ds:datastoreItem xmlns:ds="http://schemas.openxmlformats.org/officeDocument/2006/customXml" ds:itemID="{36668D17-14D3-4D0D-AAFB-C7BA46BD08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c738f6-68ec-422e-b0e4-3523873f7adf"/>
    <ds:schemaRef ds:uri="542b8847-f5d4-4c9f-bd30-657d16e5db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B783D4-D54A-4785-A5E0-83D525478C69}">
  <ds:schemaRefs>
    <ds:schemaRef ds:uri="http://schemas.microsoft.com/sharepoint/v3/contenttype/forms"/>
  </ds:schemaRefs>
</ds:datastoreItem>
</file>

<file path=customXml/itemProps3.xml><?xml version="1.0" encoding="utf-8"?>
<ds:datastoreItem xmlns:ds="http://schemas.openxmlformats.org/officeDocument/2006/customXml" ds:itemID="{E2D32AB8-E701-4C7D-B87C-404ECB19AE78}">
  <ds:schemaRefs>
    <ds:schemaRef ds:uri="c7c738f6-68ec-422e-b0e4-3523873f7adf"/>
    <ds:schemaRef ds:uri="http://purl.org/dc/terms/"/>
    <ds:schemaRef ds:uri="http://www.w3.org/XML/1998/namespace"/>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542b8847-f5d4-4c9f-bd30-657d16e5db1d"/>
    <ds:schemaRef ds:uri="http://schemas.microsoft.com/office/2006/metadata/properties"/>
    <ds:schemaRef ds:uri="http://purl.org/dc/elements/1.1/"/>
  </ds:schemaRefs>
</ds:datastoreItem>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office theme</Template>
  <TotalTime>26840</TotalTime>
  <Words>6549</Words>
  <Application>Microsoft Office PowerPoint</Application>
  <PresentationFormat>Widescreen</PresentationFormat>
  <Paragraphs>720</Paragraphs>
  <Slides>100</Slides>
  <Notes>10</Notes>
  <HiddenSlides>2</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100</vt:i4>
      </vt:variant>
    </vt:vector>
  </HeadingPairs>
  <TitlesOfParts>
    <vt:vector size="110" baseType="lpstr">
      <vt:lpstr>Arial</vt:lpstr>
      <vt:lpstr>Calibri</vt:lpstr>
      <vt:lpstr>Calibri Light</vt:lpstr>
      <vt:lpstr>Courier New</vt:lpstr>
      <vt:lpstr>Helvetica</vt:lpstr>
      <vt:lpstr>Menlo</vt:lpstr>
      <vt:lpstr>Times New Roman</vt:lpstr>
      <vt:lpstr>Wingdings</vt:lpstr>
      <vt:lpstr>office theme</vt:lpstr>
      <vt:lpstr>1_Office Theme</vt:lpstr>
      <vt:lpstr>Automated Decomposition of Lane Features into ASAM OpenDRIVE</vt:lpstr>
      <vt:lpstr>Previously we introduced the need to define a data conversion architecture</vt:lpstr>
      <vt:lpstr>PowerPoint Presentation</vt:lpstr>
      <vt:lpstr>We specifically discussed the first 2 steps, namely grouping points into algebraically defined clusters.</vt:lpstr>
      <vt:lpstr>The purpose of this presentation is to summarize the processes used to convert algebraic objects into road definitions, namly the ASAM OpenDRIVE format</vt:lpstr>
      <vt:lpstr>XML formats such as those used by OpenDRIVE and OpenStreetMaps mirror nested structure formats in MATLAB, allowing easy import/export.</vt:lpstr>
      <vt:lpstr>The example in the next set of slides is a one lane, one way, no shoulder straight road. It looks very boring:</vt:lpstr>
      <vt:lpstr>The following slides explain how a simple road defined in a xodr file is represented in a MATLAB struct. </vt:lpstr>
      <vt:lpstr>The entire XODR file, wrapped by the lv1 element &lt;OpenDRIVE&gt;, corresponds to the (second) top-most struct in MATLAB.</vt:lpstr>
      <vt:lpstr>The lv2 elements are &lt;header&gt; and &lt;road&gt;, where &lt;header&gt; is a struct, and &lt;road&gt; is a cell.  </vt:lpstr>
      <vt:lpstr>The contents in &lt;header&gt; are represented by a “Attributes” struct in MATLAB </vt:lpstr>
      <vt:lpstr>Some elements are cell arrays to allow multiples (roads, lanes, etc). Here, &lt;road&gt; is described as cell in MATLAB, and each cell element is a struct. </vt:lpstr>
      <vt:lpstr>The attributes of &lt;road&gt;,i.e., id, length, s, are represented by a “Attributes”  struct in MATLAB. All “Attributes” fields are special: in MATLAB, these are reserved to be inside the field</vt:lpstr>
      <vt:lpstr>Lv3 elements under &lt;road&gt;, aka &lt;planView&gt; and &lt;lanes&gt;, are described as struct in MATLAB.</vt:lpstr>
      <vt:lpstr>&lt;planView&gt; contains &lt;geometry&gt;, which is a cell in MATLAB. Each of the cell element is a struct. </vt:lpstr>
      <vt:lpstr>The attributes of &lt;geometry&gt;, aka hdg, length, s, x and y are contained in a “Attributes” struct.</vt:lpstr>
      <vt:lpstr>The &lt;line&gt; under &lt;geometry&gt; is an empty struct in MATLAB. </vt:lpstr>
      <vt:lpstr>&lt;lanes&gt; contains &lt;laneSection&gt; as cell in MATLAB, and each cell element is a struct.</vt:lpstr>
      <vt:lpstr>Attributes of &lt;laneSection&gt; are a struct “Attributes” in MATLAB. </vt:lpstr>
      <vt:lpstr>&lt;center&gt; and &lt;right&gt; are struct in MATLAB.</vt:lpstr>
      <vt:lpstr>The &lt;lane&gt; under &lt;center&gt; is a struct. And the attributes of &lt;lane&gt; are a “Attributes” struct in MATLAB.</vt:lpstr>
      <vt:lpstr>&lt;right&gt; is a struct in MATLAB, which contains cells. And each cell element is a struct. </vt:lpstr>
      <vt:lpstr>The attributes for &lt;lane&gt; are described as a “Attributes” struct. </vt:lpstr>
      <vt:lpstr>The &lt;width&gt; under &lt;lane&gt; is a struct, with attributes described as “Attributes” struct in the next level. </vt:lpstr>
      <vt:lpstr>The previous slides show several insights:</vt:lpstr>
      <vt:lpstr>At this point, you should observe that XML within MATLAB is just a structure, in a structure, in a structure, in … </vt:lpstr>
      <vt:lpstr>The mind-boggling pain of programming XML that I am swimming in now is that none of the prior students used functional recursion</vt:lpstr>
      <vt:lpstr>Here is an example of some horrific code</vt:lpstr>
      <vt:lpstr>To use the XODR XML diagrams, the most important thing to learn is what’s required. Optional items have count ranges that start with 0</vt:lpstr>
      <vt:lpstr>Let’s practice using the root element</vt:lpstr>
      <vt:lpstr>Diagrams are best understood adjacent to XML and adjacent to the resulting road image</vt:lpstr>
      <vt:lpstr>In full format, OpenDRIVE XODR can be hard to read</vt:lpstr>
      <vt:lpstr>There exist several xml2struct tools that can convert the XML into a MATLAB structure that preserves the hierarchy of the OpenDRIVE road structure.</vt:lpstr>
      <vt:lpstr>The structure to XML file duality is not perfect</vt:lpstr>
      <vt:lpstr>To this point, we have covered the following topics</vt:lpstr>
      <vt:lpstr>Good parts of OpenDRIVE structure in MATLAB</vt:lpstr>
      <vt:lpstr>Bad parts of OpenDRIVE structure in MATLAB</vt:lpstr>
      <vt:lpstr>MATLAB Toolsets for OpenDRIVE Parsing/Plotting</vt:lpstr>
      <vt:lpstr>The toolsets to create the XODR file follow from the structure of the XML</vt:lpstr>
      <vt:lpstr>The first step is to understand the curve representations</vt:lpstr>
      <vt:lpstr>Every road has a centerline. The function extractXYfromSTandCenterline uses the centerline and user-given St coordinates to find local XY coordinates</vt:lpstr>
      <vt:lpstr>The centerline geometries for each scenario are as follows</vt:lpstr>
      <vt:lpstr>To fit the roads, we have automated methods to fit raw data to arcs, lines, etc. and as well check the quality of the fits (red is 10 cm error, blue is 0)</vt:lpstr>
      <vt:lpstr>For the outer lane centerline</vt:lpstr>
      <vt:lpstr>The call stack to obtain XY points from St curves follows the XODR structure</vt:lpstr>
      <vt:lpstr>When exporting the lane segments from the road, the connection between the lanes must be determined</vt:lpstr>
      <vt:lpstr>Example lane linkages are shown below</vt:lpstr>
      <vt:lpstr>Example lane linkages are shown below</vt:lpstr>
      <vt:lpstr>PowerPoint Presentation</vt:lpstr>
      <vt:lpstr>PowerPoint Presentation</vt:lpstr>
      <vt:lpstr>Key Functionalities needed for MATLAB  XODR</vt:lpstr>
      <vt:lpstr>Construction of XODR MATLAB Structures (Complete)</vt:lpstr>
      <vt:lpstr>Construction of XODR MATLAB Structures (Complete)</vt:lpstr>
      <vt:lpstr>Construction of XODR files</vt:lpstr>
      <vt:lpstr>Filling the header</vt:lpstr>
      <vt:lpstr>Describing the path (line)</vt:lpstr>
      <vt:lpstr>Describing the path (arc)</vt:lpstr>
      <vt:lpstr>Describing the path (spiral)</vt:lpstr>
      <vt:lpstr>Setting lane offsets</vt:lpstr>
      <vt:lpstr>Setting lane sections</vt:lpstr>
      <vt:lpstr>Lane Linkage</vt:lpstr>
      <vt:lpstr>Conversion of data into XODR Structures (Incomplete)</vt:lpstr>
      <vt:lpstr>Key Functionalities for XODR  MATLAB</vt:lpstr>
      <vt:lpstr>Coordinate Conversion Functions (Complete)</vt:lpstr>
      <vt:lpstr>Loading OpenDRIVE XODR files into MATLAB (Complete)</vt:lpstr>
      <vt:lpstr>Loading OpenDRIVE objects into MATLAB (Complete)</vt:lpstr>
      <vt:lpstr>Converting OpenDRIVE roads into MATLAB (Complete)</vt:lpstr>
      <vt:lpstr>Plotting OpenDRIVE roads in MATLAB (Complete)</vt:lpstr>
      <vt:lpstr>Project management notes</vt:lpstr>
      <vt:lpstr>Next steps</vt:lpstr>
      <vt:lpstr>The example files used in this document can be found at https://github.com/ivsg-psu/PathPlanning_MapTools_ParseXODR/blob/main/Data/XODRExport/XODRExport/RR/02ExportedFromScene/RR_Junction_highwayPassing.xodr</vt:lpstr>
      <vt:lpstr>Why we need clear definitions of lane properties? Because this is required to generate HD maps from mapping data in an automatic way!</vt:lpstr>
      <vt:lpstr>This document explains the properties to describe a lane based on ASAM OpenDrive 1.6. A simple example of an intersection formed by two straight roads is used. </vt:lpstr>
      <vt:lpstr>Lane 1 of road 0 is used as an example to explain the lane properties. </vt:lpstr>
      <vt:lpstr>Step 1. Lane offset is described.</vt:lpstr>
      <vt:lpstr>The attributes of lane offset are described below. </vt:lpstr>
      <vt:lpstr>An example of lane offset is below. A lane offset is added at s = 75. </vt:lpstr>
      <vt:lpstr>Step 2. Lane section is described. </vt:lpstr>
      <vt:lpstr>The attributes of lane section are below.</vt:lpstr>
      <vt:lpstr>The effect of “singleSide” attribute is not able to visualize. However, it may affect the traffic rule applying to vehicles. </vt:lpstr>
      <vt:lpstr>Step 3. Whether this lane is left, center, or right is described. </vt:lpstr>
      <vt:lpstr>Changing the &lt;left&gt; to &lt;right&gt; breaks the file, since a &lt;right&gt; element already exists, and this causes a conflict.</vt:lpstr>
      <vt:lpstr>Step 4. Lane ID, type and level are described. Here we use the “driving” lane as example since this is the primary lane type we use. </vt:lpstr>
      <vt:lpstr>PowerPoint Presentation</vt:lpstr>
      <vt:lpstr>Changing the lane type does not affect the visual. However it may affect the traffic rule applying to vehicles.  </vt:lpstr>
      <vt:lpstr>Changing the lane type does not affect the visual. However it may affect the traffic rule applying to vehicles.  </vt:lpstr>
      <vt:lpstr>Step 5. Lane width is described.</vt:lpstr>
      <vt:lpstr>Step 5. Attributes of lane width are below. </vt:lpstr>
      <vt:lpstr>Changing the attributes of lane width affects how the lane width goes as per the geometry description. </vt:lpstr>
      <vt:lpstr>Step 6. Road mark is described.</vt:lpstr>
      <vt:lpstr>Step 6. Attributes of road mark are below. </vt:lpstr>
      <vt:lpstr>PowerPoint Presentation</vt:lpstr>
      <vt:lpstr>Another example shows here that roadmark can also be changed in the midway. A new &lt;laneSection&gt; needs to be created for this end.</vt:lpstr>
      <vt:lpstr>Roadmark can also be changed in the midway. A new &lt;laneSection&gt; needs to be created for this end.</vt:lpstr>
      <vt:lpstr>One issue with HD maps: the HD definition of marker start/ends of stripes do NOT capture real-world start/end locations</vt:lpstr>
      <vt:lpstr>Step 7. Lane speed is described.</vt:lpstr>
      <vt:lpstr>Step 7. Attributes of speed are below.</vt:lpstr>
      <vt:lpstr>Change of speed has no effect on visuals. However it affects the traffic rule applying to vehicles. </vt:lpstr>
      <vt:lpstr>Step 8. UserData is described as “external” data. The attributes are not clearly defined in ASAM OpenDrive. However, this can usually be generated automatically by RoadRunner so it is not mandatory.</vt:lpstr>
      <vt:lpstr>We learned lessons during investigation of lane property definitions: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dc:title>
  <dc:creator>Brennan, Sean N</dc:creator>
  <cp:lastModifiedBy>Brennan, Sean N</cp:lastModifiedBy>
  <cp:revision>50</cp:revision>
  <dcterms:created xsi:type="dcterms:W3CDTF">2021-12-13T13:49:36Z</dcterms:created>
  <dcterms:modified xsi:type="dcterms:W3CDTF">2025-01-21T21:27:50Z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0x0101009204A49901785041AF741C157FF60EBA</vt:lpwstr>
  </property>
  <property fmtid="{D5CDD505-2E9C-101B-9397-08002B2CF9AE}" pid="3" name="MediaServiceImageTags">
    <vt:lpwstr/>
  </property>
</Properties>
</file>